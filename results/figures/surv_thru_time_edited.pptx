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5"/>
    <p:restoredTop sz="94659"/>
  </p:normalViewPr>
  <p:slideViewPr>
    <p:cSldViewPr>
      <p:cViewPr varScale="1">
        <p:scale>
          <a:sx n="106" d="100"/>
          <a:sy n="106" d="100"/>
        </p:scale>
        <p:origin x="72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8704E-D84C-0E4F-B379-1BFEB680B89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0E983-46FC-2B4D-858C-62D95DDC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8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0E983-46FC-2B4D-858C-62D95DDCCB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5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8AA76E7-4516-7FCF-25B8-D8A27CB205A3}"/>
              </a:ext>
            </a:extLst>
          </p:cNvPr>
          <p:cNvGrpSpPr/>
          <p:nvPr/>
        </p:nvGrpSpPr>
        <p:grpSpPr>
          <a:xfrm>
            <a:off x="395536" y="1600200"/>
            <a:ext cx="8291264" cy="4637112"/>
            <a:chOff x="395536" y="1600200"/>
            <a:chExt cx="8291264" cy="4637112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72874" y="1977762"/>
              <a:ext cx="6525921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269507" y="2148006"/>
              <a:ext cx="5932655" cy="1134989"/>
            </a:xfrm>
            <a:custGeom>
              <a:avLst/>
              <a:gdLst/>
              <a:ahLst/>
              <a:cxnLst/>
              <a:rect l="0" t="0" r="0" b="0"/>
              <a:pathLst>
                <a:path w="5932655" h="1134989">
                  <a:moveTo>
                    <a:pt x="0" y="0"/>
                  </a:moveTo>
                  <a:lnTo>
                    <a:pt x="1483163" y="298255"/>
                  </a:lnTo>
                  <a:lnTo>
                    <a:pt x="2966327" y="347611"/>
                  </a:lnTo>
                  <a:lnTo>
                    <a:pt x="4449491" y="844131"/>
                  </a:lnTo>
                  <a:lnTo>
                    <a:pt x="5932655" y="1134989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269507" y="2148006"/>
              <a:ext cx="5932655" cy="457457"/>
            </a:xfrm>
            <a:custGeom>
              <a:avLst/>
              <a:gdLst/>
              <a:ahLst/>
              <a:cxnLst/>
              <a:rect l="0" t="0" r="0" b="0"/>
              <a:pathLst>
                <a:path w="5932655" h="457457">
                  <a:moveTo>
                    <a:pt x="0" y="0"/>
                  </a:moveTo>
                  <a:lnTo>
                    <a:pt x="1483163" y="251857"/>
                  </a:lnTo>
                  <a:lnTo>
                    <a:pt x="2966327" y="142449"/>
                  </a:lnTo>
                  <a:lnTo>
                    <a:pt x="4449491" y="265237"/>
                  </a:lnTo>
                  <a:lnTo>
                    <a:pt x="5932655" y="457457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269507" y="2148006"/>
              <a:ext cx="5932655" cy="1224562"/>
            </a:xfrm>
            <a:custGeom>
              <a:avLst/>
              <a:gdLst/>
              <a:ahLst/>
              <a:cxnLst/>
              <a:rect l="0" t="0" r="0" b="0"/>
              <a:pathLst>
                <a:path w="5932655" h="1224562">
                  <a:moveTo>
                    <a:pt x="0" y="0"/>
                  </a:moveTo>
                  <a:lnTo>
                    <a:pt x="1483163" y="533911"/>
                  </a:lnTo>
                  <a:lnTo>
                    <a:pt x="2966327" y="760619"/>
                  </a:lnTo>
                  <a:lnTo>
                    <a:pt x="4449491" y="977821"/>
                  </a:lnTo>
                  <a:lnTo>
                    <a:pt x="5932655" y="1224562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269507" y="2148006"/>
              <a:ext cx="5932655" cy="1666202"/>
            </a:xfrm>
            <a:custGeom>
              <a:avLst/>
              <a:gdLst/>
              <a:ahLst/>
              <a:cxnLst/>
              <a:rect l="0" t="0" r="0" b="0"/>
              <a:pathLst>
                <a:path w="5932655" h="1666202">
                  <a:moveTo>
                    <a:pt x="0" y="0"/>
                  </a:moveTo>
                  <a:lnTo>
                    <a:pt x="1483163" y="1026238"/>
                  </a:lnTo>
                  <a:lnTo>
                    <a:pt x="2966327" y="1272001"/>
                  </a:lnTo>
                  <a:lnTo>
                    <a:pt x="4449491" y="1557126"/>
                  </a:lnTo>
                  <a:lnTo>
                    <a:pt x="5932655" y="1666202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269507" y="2148006"/>
              <a:ext cx="5932655" cy="995146"/>
            </a:xfrm>
            <a:custGeom>
              <a:avLst/>
              <a:gdLst/>
              <a:ahLst/>
              <a:cxnLst/>
              <a:rect l="0" t="0" r="0" b="0"/>
              <a:pathLst>
                <a:path w="5932655" h="995146">
                  <a:moveTo>
                    <a:pt x="0" y="0"/>
                  </a:moveTo>
                  <a:lnTo>
                    <a:pt x="1483163" y="239129"/>
                  </a:lnTo>
                  <a:lnTo>
                    <a:pt x="2966327" y="445606"/>
                  </a:lnTo>
                  <a:lnTo>
                    <a:pt x="4449491" y="798089"/>
                  </a:lnTo>
                  <a:lnTo>
                    <a:pt x="5932655" y="995146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269507" y="2148006"/>
              <a:ext cx="5932655" cy="1167622"/>
            </a:xfrm>
            <a:custGeom>
              <a:avLst/>
              <a:gdLst/>
              <a:ahLst/>
              <a:cxnLst/>
              <a:rect l="0" t="0" r="0" b="0"/>
              <a:pathLst>
                <a:path w="5932655" h="1167622">
                  <a:moveTo>
                    <a:pt x="0" y="0"/>
                  </a:moveTo>
                  <a:lnTo>
                    <a:pt x="1483163" y="737269"/>
                  </a:lnTo>
                  <a:lnTo>
                    <a:pt x="2966327" y="890524"/>
                  </a:lnTo>
                  <a:lnTo>
                    <a:pt x="4449491" y="1167622"/>
                  </a:lnTo>
                  <a:lnTo>
                    <a:pt x="5932655" y="1163034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269507" y="2148006"/>
              <a:ext cx="5932655" cy="3189941"/>
            </a:xfrm>
            <a:custGeom>
              <a:avLst/>
              <a:gdLst/>
              <a:ahLst/>
              <a:cxnLst/>
              <a:rect l="0" t="0" r="0" b="0"/>
              <a:pathLst>
                <a:path w="5932655" h="3189941">
                  <a:moveTo>
                    <a:pt x="0" y="0"/>
                  </a:moveTo>
                  <a:lnTo>
                    <a:pt x="1483163" y="1442751"/>
                  </a:lnTo>
                  <a:lnTo>
                    <a:pt x="2966327" y="1749325"/>
                  </a:lnTo>
                  <a:lnTo>
                    <a:pt x="4449491" y="2944762"/>
                  </a:lnTo>
                  <a:lnTo>
                    <a:pt x="5932655" y="3189941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269507" y="2148006"/>
              <a:ext cx="5932655" cy="2931871"/>
            </a:xfrm>
            <a:custGeom>
              <a:avLst/>
              <a:gdLst/>
              <a:ahLst/>
              <a:cxnLst/>
              <a:rect l="0" t="0" r="0" b="0"/>
              <a:pathLst>
                <a:path w="5932655" h="2931871">
                  <a:moveTo>
                    <a:pt x="0" y="0"/>
                  </a:moveTo>
                  <a:lnTo>
                    <a:pt x="1483163" y="1423772"/>
                  </a:lnTo>
                  <a:lnTo>
                    <a:pt x="2966327" y="1691817"/>
                  </a:lnTo>
                  <a:lnTo>
                    <a:pt x="4449491" y="2822458"/>
                  </a:lnTo>
                  <a:lnTo>
                    <a:pt x="5932655" y="2931871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4"/>
            <p:cNvSpPr/>
            <p:nvPr/>
          </p:nvSpPr>
          <p:spPr>
            <a:xfrm>
              <a:off x="2679098" y="2811703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5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4162262" y="296495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5645426" y="3242056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7128590" y="323746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7143460" y="3313867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5660296" y="306712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4177132" y="284992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2693968" y="262321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693968" y="2341161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4177132" y="223175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5660296" y="235454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7143460" y="2546761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4162262" y="2520040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7128590" y="3069580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5645426" y="287252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2679098" y="2313563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5660296" y="4911762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693968" y="3513077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4177132" y="3781121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7143460" y="502117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7143460" y="527924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693968" y="3532055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4177132" y="3838629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5660296" y="503406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4177132" y="243691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7143460" y="322429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2693968" y="2387559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5660296" y="2933435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7143460" y="3755507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5660296" y="364643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4177132" y="336130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2693968" y="3115543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972874" y="1977762"/>
              <a:ext cx="0" cy="3745380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tx55"/>
            <p:cNvSpPr/>
            <p:nvPr/>
          </p:nvSpPr>
          <p:spPr>
            <a:xfrm>
              <a:off x="611560" y="5512847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11560" y="4661624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11560" y="3810401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11560" y="2963857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11560" y="210795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38079" y="5552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938079" y="47016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938079" y="3850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938079" y="29992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938079" y="21480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972874" y="5723142"/>
              <a:ext cx="6525921" cy="0"/>
            </a:xfrm>
            <a:custGeom>
              <a:avLst/>
              <a:gdLst/>
              <a:ahLst/>
              <a:cxnLst/>
              <a:rect l="0" t="0" r="0" b="0"/>
              <a:pathLst>
                <a:path w="6525921">
                  <a:moveTo>
                    <a:pt x="0" y="0"/>
                  </a:moveTo>
                  <a:lnTo>
                    <a:pt x="65259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752671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423583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571899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7202162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2574363" y="5869179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985975" y="5869179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40690" y="5869179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952302" y="5869179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11655" y="6137094"/>
              <a:ext cx="10483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75" name="tx75"/>
            <p:cNvSpPr/>
            <p:nvPr/>
          </p:nvSpPr>
          <p:spPr>
            <a:xfrm rot="16200000">
              <a:off x="197203" y="38003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836397" y="1988840"/>
              <a:ext cx="840059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Broodstock</a:t>
              </a:r>
            </a:p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Group</a:t>
              </a:r>
              <a:endParaRPr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5C926195-06EC-1A00-3E93-DFFC1F7EAFC5}"/>
                </a:ext>
              </a:extLst>
            </p:cNvPr>
            <p:cNvGrpSpPr/>
            <p:nvPr/>
          </p:nvGrpSpPr>
          <p:grpSpPr>
            <a:xfrm>
              <a:off x="7812301" y="2283818"/>
              <a:ext cx="792147" cy="1755647"/>
              <a:chOff x="7707562" y="2283818"/>
              <a:chExt cx="792147" cy="1755647"/>
            </a:xfrm>
          </p:grpSpPr>
          <p:sp>
            <p:nvSpPr>
              <p:cNvPr id="78" name="rc78"/>
              <p:cNvSpPr/>
              <p:nvPr/>
            </p:nvSpPr>
            <p:spPr>
              <a:xfrm>
                <a:off x="7707562" y="2283818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pl79"/>
              <p:cNvSpPr/>
              <p:nvPr/>
            </p:nvSpPr>
            <p:spPr>
              <a:xfrm>
                <a:off x="7729508" y="2393546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365C8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0" name="pt80"/>
              <p:cNvSpPr/>
              <p:nvPr/>
            </p:nvSpPr>
            <p:spPr>
              <a:xfrm>
                <a:off x="7758588" y="2334843"/>
                <a:ext cx="117405" cy="117405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rc81"/>
              <p:cNvSpPr/>
              <p:nvPr/>
            </p:nvSpPr>
            <p:spPr>
              <a:xfrm>
                <a:off x="7707562" y="250327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2" name="pl82"/>
              <p:cNvSpPr/>
              <p:nvPr/>
            </p:nvSpPr>
            <p:spPr>
              <a:xfrm>
                <a:off x="7729508" y="2613002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277F8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3" name="pt83"/>
              <p:cNvSpPr/>
              <p:nvPr/>
            </p:nvSpPr>
            <p:spPr>
              <a:xfrm>
                <a:off x="7758588" y="2554299"/>
                <a:ext cx="117405" cy="117405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rc84"/>
              <p:cNvSpPr/>
              <p:nvPr/>
            </p:nvSpPr>
            <p:spPr>
              <a:xfrm>
                <a:off x="7707562" y="272273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5" name="pl85"/>
              <p:cNvSpPr/>
              <p:nvPr/>
            </p:nvSpPr>
            <p:spPr>
              <a:xfrm>
                <a:off x="7729508" y="2832458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1FA187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6" name="pt86"/>
              <p:cNvSpPr/>
              <p:nvPr/>
            </p:nvSpPr>
            <p:spPr>
              <a:xfrm>
                <a:off x="7758588" y="2773755"/>
                <a:ext cx="117405" cy="117405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rc87"/>
              <p:cNvSpPr/>
              <p:nvPr/>
            </p:nvSpPr>
            <p:spPr>
              <a:xfrm>
                <a:off x="7707562" y="294218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8" name="pl88"/>
              <p:cNvSpPr/>
              <p:nvPr/>
            </p:nvSpPr>
            <p:spPr>
              <a:xfrm>
                <a:off x="7729508" y="3051914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4AC1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9" name="pt89"/>
              <p:cNvSpPr/>
              <p:nvPr/>
            </p:nvSpPr>
            <p:spPr>
              <a:xfrm>
                <a:off x="7758588" y="2993211"/>
                <a:ext cx="117405" cy="117405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0" name="rc90"/>
              <p:cNvSpPr/>
              <p:nvPr/>
            </p:nvSpPr>
            <p:spPr>
              <a:xfrm>
                <a:off x="7707562" y="3161642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1" name="pl91"/>
              <p:cNvSpPr/>
              <p:nvPr/>
            </p:nvSpPr>
            <p:spPr>
              <a:xfrm>
                <a:off x="7729508" y="3271370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44015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2" name="pg92"/>
              <p:cNvSpPr/>
              <p:nvPr/>
            </p:nvSpPr>
            <p:spPr>
              <a:xfrm>
                <a:off x="7743717" y="3197797"/>
                <a:ext cx="147145" cy="147145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3" name="rc93"/>
              <p:cNvSpPr/>
              <p:nvPr/>
            </p:nvSpPr>
            <p:spPr>
              <a:xfrm>
                <a:off x="7707562" y="338109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4" name="pl94"/>
              <p:cNvSpPr/>
              <p:nvPr/>
            </p:nvSpPr>
            <p:spPr>
              <a:xfrm>
                <a:off x="7729508" y="3490826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46337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5" name="pg95"/>
              <p:cNvSpPr/>
              <p:nvPr/>
            </p:nvSpPr>
            <p:spPr>
              <a:xfrm>
                <a:off x="7743717" y="3417253"/>
                <a:ext cx="147145" cy="147145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6" name="rc96"/>
              <p:cNvSpPr/>
              <p:nvPr/>
            </p:nvSpPr>
            <p:spPr>
              <a:xfrm>
                <a:off x="7707562" y="360055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7" name="pl97"/>
              <p:cNvSpPr/>
              <p:nvPr/>
            </p:nvSpPr>
            <p:spPr>
              <a:xfrm>
                <a:off x="7729508" y="3710282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9FDA3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8" name="pt98"/>
              <p:cNvSpPr/>
              <p:nvPr/>
            </p:nvSpPr>
            <p:spPr>
              <a:xfrm>
                <a:off x="7758588" y="3651579"/>
                <a:ext cx="117405" cy="117405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9" name="rc99"/>
              <p:cNvSpPr/>
              <p:nvPr/>
            </p:nvSpPr>
            <p:spPr>
              <a:xfrm>
                <a:off x="7707562" y="3820010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0" name="pl100"/>
              <p:cNvSpPr/>
              <p:nvPr/>
            </p:nvSpPr>
            <p:spPr>
              <a:xfrm>
                <a:off x="7729508" y="3929738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FDE725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1" name="pt101"/>
              <p:cNvSpPr/>
              <p:nvPr/>
            </p:nvSpPr>
            <p:spPr>
              <a:xfrm>
                <a:off x="7758588" y="3871035"/>
                <a:ext cx="117405" cy="117405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2" name="tx102"/>
              <p:cNvSpPr/>
              <p:nvPr/>
            </p:nvSpPr>
            <p:spPr>
              <a:xfrm>
                <a:off x="7995653" y="2353495"/>
                <a:ext cx="372526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W1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TX</a:t>
                </a:r>
              </a:p>
            </p:txBody>
          </p:sp>
          <p:sp>
            <p:nvSpPr>
              <p:cNvPr id="103" name="tx103"/>
              <p:cNvSpPr/>
              <p:nvPr/>
            </p:nvSpPr>
            <p:spPr>
              <a:xfrm>
                <a:off x="7995653" y="2572951"/>
                <a:ext cx="366491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W2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LA</a:t>
                </a:r>
              </a:p>
            </p:txBody>
          </p:sp>
          <p:sp>
            <p:nvSpPr>
              <p:cNvPr id="104" name="tx104"/>
              <p:cNvSpPr/>
              <p:nvPr/>
            </p:nvSpPr>
            <p:spPr>
              <a:xfrm>
                <a:off x="7996607" y="2792407"/>
                <a:ext cx="36018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W3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FL</a:t>
                </a:r>
              </a:p>
            </p:txBody>
          </p:sp>
          <p:sp>
            <p:nvSpPr>
              <p:cNvPr id="105" name="tx105"/>
              <p:cNvSpPr/>
              <p:nvPr/>
            </p:nvSpPr>
            <p:spPr>
              <a:xfrm>
                <a:off x="7996607" y="3011863"/>
                <a:ext cx="3788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VA</a:t>
                </a:r>
              </a:p>
            </p:txBody>
          </p:sp>
          <p:sp>
            <p:nvSpPr>
              <p:cNvPr id="106" name="tx106"/>
              <p:cNvSpPr/>
              <p:nvPr/>
            </p:nvSpPr>
            <p:spPr>
              <a:xfrm>
                <a:off x="7996607" y="3231319"/>
                <a:ext cx="484631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S1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LOLA</a:t>
                </a:r>
              </a:p>
            </p:txBody>
          </p:sp>
          <p:sp>
            <p:nvSpPr>
              <p:cNvPr id="107" name="tx107"/>
              <p:cNvSpPr/>
              <p:nvPr/>
            </p:nvSpPr>
            <p:spPr>
              <a:xfrm>
                <a:off x="7996607" y="3450775"/>
                <a:ext cx="50310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DEBY</a:t>
                </a:r>
              </a:p>
            </p:txBody>
          </p:sp>
          <p:sp>
            <p:nvSpPr>
              <p:cNvPr id="108" name="tx108"/>
              <p:cNvSpPr/>
              <p:nvPr/>
            </p:nvSpPr>
            <p:spPr>
              <a:xfrm>
                <a:off x="7996607" y="3670231"/>
                <a:ext cx="39108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W5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NH</a:t>
                </a:r>
              </a:p>
            </p:txBody>
          </p:sp>
          <p:sp>
            <p:nvSpPr>
              <p:cNvPr id="109" name="tx109"/>
              <p:cNvSpPr/>
              <p:nvPr/>
            </p:nvSpPr>
            <p:spPr>
              <a:xfrm>
                <a:off x="7996607" y="3889687"/>
                <a:ext cx="39739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W6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ME</a:t>
                </a:r>
              </a:p>
            </p:txBody>
          </p:sp>
        </p:grpSp>
        <p:sp>
          <p:nvSpPr>
            <p:cNvPr id="110" name="tx110"/>
            <p:cNvSpPr/>
            <p:nvPr/>
          </p:nvSpPr>
          <p:spPr>
            <a:xfrm>
              <a:off x="972874" y="1628800"/>
              <a:ext cx="4079778" cy="182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ctr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		   (A) </a:t>
              </a: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Lewisetta: Oyster Survival thru Time</a:t>
              </a:r>
            </a:p>
          </p:txBody>
        </p:sp>
        <p:sp>
          <p:nvSpPr>
            <p:cNvPr id="113" name="pl66">
              <a:extLst>
                <a:ext uri="{FF2B5EF4-FFF2-40B4-BE49-F238E27FC236}">
                  <a16:creationId xmlns:a16="http://schemas.microsoft.com/office/drawing/2014/main" id="{6382729F-8685-216D-E020-04D4E5F04749}"/>
                </a:ext>
              </a:extLst>
            </p:cNvPr>
            <p:cNvSpPr/>
            <p:nvPr/>
          </p:nvSpPr>
          <p:spPr>
            <a:xfrm>
              <a:off x="1259632" y="5720695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70">
              <a:extLst>
                <a:ext uri="{FF2B5EF4-FFF2-40B4-BE49-F238E27FC236}">
                  <a16:creationId xmlns:a16="http://schemas.microsoft.com/office/drawing/2014/main" id="{2F5EFEB0-823A-2B7C-699E-570E292EC610}"/>
                </a:ext>
              </a:extLst>
            </p:cNvPr>
            <p:cNvSpPr/>
            <p:nvPr/>
          </p:nvSpPr>
          <p:spPr>
            <a:xfrm>
              <a:off x="1119040" y="5869179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</a:t>
              </a: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'23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37A0CA0-4D6F-097F-2A7F-45D029237E45}"/>
              </a:ext>
            </a:extLst>
          </p:cNvPr>
          <p:cNvGrpSpPr/>
          <p:nvPr/>
        </p:nvGrpSpPr>
        <p:grpSpPr>
          <a:xfrm>
            <a:off x="395536" y="1600200"/>
            <a:ext cx="8291264" cy="4637112"/>
            <a:chOff x="395536" y="1600200"/>
            <a:chExt cx="8291264" cy="4637112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72874" y="1977762"/>
              <a:ext cx="6525921" cy="374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269507" y="2148006"/>
              <a:ext cx="5932655" cy="2055557"/>
            </a:xfrm>
            <a:custGeom>
              <a:avLst/>
              <a:gdLst/>
              <a:ahLst/>
              <a:cxnLst/>
              <a:rect l="0" t="0" r="0" b="0"/>
              <a:pathLst>
                <a:path w="5932655" h="2055557">
                  <a:moveTo>
                    <a:pt x="0" y="0"/>
                  </a:moveTo>
                  <a:lnTo>
                    <a:pt x="1483163" y="222637"/>
                  </a:lnTo>
                  <a:lnTo>
                    <a:pt x="2966327" y="863989"/>
                  </a:lnTo>
                  <a:lnTo>
                    <a:pt x="4449491" y="1899960"/>
                  </a:lnTo>
                  <a:lnTo>
                    <a:pt x="5932655" y="2055557"/>
                  </a:lnTo>
                </a:path>
              </a:pathLst>
            </a:custGeom>
            <a:ln w="13550" cap="flat">
              <a:solidFill>
                <a:srgbClr val="365C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269507" y="2148006"/>
              <a:ext cx="5932655" cy="2669315"/>
            </a:xfrm>
            <a:custGeom>
              <a:avLst/>
              <a:gdLst/>
              <a:ahLst/>
              <a:cxnLst/>
              <a:rect l="0" t="0" r="0" b="0"/>
              <a:pathLst>
                <a:path w="5932655" h="2669315">
                  <a:moveTo>
                    <a:pt x="0" y="0"/>
                  </a:moveTo>
                  <a:lnTo>
                    <a:pt x="1483163" y="359449"/>
                  </a:lnTo>
                  <a:lnTo>
                    <a:pt x="2966327" y="1062478"/>
                  </a:lnTo>
                  <a:lnTo>
                    <a:pt x="4449491" y="2351139"/>
                  </a:lnTo>
                  <a:lnTo>
                    <a:pt x="5932655" y="2669315"/>
                  </a:lnTo>
                </a:path>
              </a:pathLst>
            </a:custGeom>
            <a:ln w="13550" cap="flat">
              <a:solidFill>
                <a:srgbClr val="277F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269507" y="2148006"/>
              <a:ext cx="5932655" cy="1894041"/>
            </a:xfrm>
            <a:custGeom>
              <a:avLst/>
              <a:gdLst/>
              <a:ahLst/>
              <a:cxnLst/>
              <a:rect l="0" t="0" r="0" b="0"/>
              <a:pathLst>
                <a:path w="5932655" h="1894041">
                  <a:moveTo>
                    <a:pt x="0" y="0"/>
                  </a:moveTo>
                  <a:lnTo>
                    <a:pt x="1483163" y="107421"/>
                  </a:lnTo>
                  <a:lnTo>
                    <a:pt x="2966327" y="634880"/>
                  </a:lnTo>
                  <a:lnTo>
                    <a:pt x="4449491" y="1516879"/>
                  </a:lnTo>
                  <a:lnTo>
                    <a:pt x="5932655" y="1894041"/>
                  </a:lnTo>
                </a:path>
              </a:pathLst>
            </a:custGeom>
            <a:ln w="13550" cap="flat">
              <a:solidFill>
                <a:srgbClr val="1FA1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269507" y="2148006"/>
              <a:ext cx="5932655" cy="1933869"/>
            </a:xfrm>
            <a:custGeom>
              <a:avLst/>
              <a:gdLst/>
              <a:ahLst/>
              <a:cxnLst/>
              <a:rect l="0" t="0" r="0" b="0"/>
              <a:pathLst>
                <a:path w="5932655" h="1933869">
                  <a:moveTo>
                    <a:pt x="0" y="0"/>
                  </a:moveTo>
                  <a:lnTo>
                    <a:pt x="1483163" y="582076"/>
                  </a:lnTo>
                  <a:lnTo>
                    <a:pt x="2966327" y="1135001"/>
                  </a:lnTo>
                  <a:lnTo>
                    <a:pt x="4449491" y="1781109"/>
                  </a:lnTo>
                  <a:lnTo>
                    <a:pt x="5932655" y="1933869"/>
                  </a:lnTo>
                </a:path>
              </a:pathLst>
            </a:custGeom>
            <a:ln w="13550" cap="flat">
              <a:solidFill>
                <a:srgbClr val="4AC1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269507" y="2148006"/>
              <a:ext cx="5932655" cy="2534855"/>
            </a:xfrm>
            <a:custGeom>
              <a:avLst/>
              <a:gdLst/>
              <a:ahLst/>
              <a:cxnLst/>
              <a:rect l="0" t="0" r="0" b="0"/>
              <a:pathLst>
                <a:path w="5932655" h="2534855">
                  <a:moveTo>
                    <a:pt x="0" y="0"/>
                  </a:moveTo>
                  <a:lnTo>
                    <a:pt x="1483163" y="389823"/>
                  </a:lnTo>
                  <a:lnTo>
                    <a:pt x="2966327" y="1012254"/>
                  </a:lnTo>
                  <a:lnTo>
                    <a:pt x="4449491" y="2316317"/>
                  </a:lnTo>
                  <a:lnTo>
                    <a:pt x="5932655" y="2534855"/>
                  </a:lnTo>
                </a:path>
              </a:pathLst>
            </a:custGeom>
            <a:ln w="13550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269507" y="2148006"/>
              <a:ext cx="5932655" cy="2078584"/>
            </a:xfrm>
            <a:custGeom>
              <a:avLst/>
              <a:gdLst/>
              <a:ahLst/>
              <a:cxnLst/>
              <a:rect l="0" t="0" r="0" b="0"/>
              <a:pathLst>
                <a:path w="5932655" h="2078584">
                  <a:moveTo>
                    <a:pt x="0" y="0"/>
                  </a:moveTo>
                  <a:lnTo>
                    <a:pt x="1483163" y="484978"/>
                  </a:lnTo>
                  <a:lnTo>
                    <a:pt x="2966327" y="1160456"/>
                  </a:lnTo>
                  <a:lnTo>
                    <a:pt x="4449491" y="1728751"/>
                  </a:lnTo>
                  <a:lnTo>
                    <a:pt x="5932655" y="2078584"/>
                  </a:lnTo>
                </a:path>
              </a:pathLst>
            </a:custGeom>
            <a:ln w="13550" cap="flat">
              <a:solidFill>
                <a:srgbClr val="463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269507" y="2148006"/>
              <a:ext cx="5932655" cy="3327053"/>
            </a:xfrm>
            <a:custGeom>
              <a:avLst/>
              <a:gdLst/>
              <a:ahLst/>
              <a:cxnLst/>
              <a:rect l="0" t="0" r="0" b="0"/>
              <a:pathLst>
                <a:path w="5932655" h="3327053">
                  <a:moveTo>
                    <a:pt x="0" y="0"/>
                  </a:moveTo>
                  <a:lnTo>
                    <a:pt x="1483163" y="1220788"/>
                  </a:lnTo>
                  <a:lnTo>
                    <a:pt x="2966327" y="1907172"/>
                  </a:lnTo>
                  <a:lnTo>
                    <a:pt x="4449491" y="3270032"/>
                  </a:lnTo>
                  <a:lnTo>
                    <a:pt x="5932655" y="3327053"/>
                  </a:lnTo>
                </a:path>
              </a:pathLst>
            </a:custGeom>
            <a:ln w="13550" cap="flat">
              <a:solidFill>
                <a:srgbClr val="9FDA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269507" y="2148006"/>
              <a:ext cx="5932655" cy="3325460"/>
            </a:xfrm>
            <a:custGeom>
              <a:avLst/>
              <a:gdLst/>
              <a:ahLst/>
              <a:cxnLst/>
              <a:rect l="0" t="0" r="0" b="0"/>
              <a:pathLst>
                <a:path w="5932655" h="3325460">
                  <a:moveTo>
                    <a:pt x="0" y="0"/>
                  </a:moveTo>
                  <a:lnTo>
                    <a:pt x="1483163" y="834611"/>
                  </a:lnTo>
                  <a:lnTo>
                    <a:pt x="2966327" y="1552924"/>
                  </a:lnTo>
                  <a:lnTo>
                    <a:pt x="4449491" y="3287611"/>
                  </a:lnTo>
                  <a:lnTo>
                    <a:pt x="5932655" y="3325460"/>
                  </a:lnTo>
                </a:path>
              </a:pathLst>
            </a:custGeom>
            <a:ln w="13550" cap="flat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4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5"/>
            <p:cNvSpPr/>
            <p:nvPr/>
          </p:nvSpPr>
          <p:spPr>
            <a:xfrm>
              <a:off x="4162262" y="3234890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2679098" y="2559412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5645426" y="3803185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7128590" y="415301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5660296" y="3606183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7143460" y="398334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2693968" y="2196725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4177132" y="2724184"/>
              <a:ext cx="117405" cy="117405"/>
            </a:xfrm>
            <a:prstGeom prst="ellipse">
              <a:avLst/>
            </a:prstGeom>
            <a:solidFill>
              <a:srgbClr val="1FA18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693968" y="244875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4177132" y="3151782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7143460" y="4758620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5660296" y="4440443"/>
              <a:ext cx="117405" cy="117405"/>
            </a:xfrm>
            <a:prstGeom prst="ellipse">
              <a:avLst/>
            </a:prstGeom>
            <a:solidFill>
              <a:srgbClr val="277F8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2679098" y="2464257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5645426" y="4390751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7128590" y="4609289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4162262" y="3086688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1195934" y="2074434"/>
              <a:ext cx="147145" cy="147145"/>
            </a:xfrm>
            <a:custGeom>
              <a:avLst/>
              <a:gdLst/>
              <a:ahLst/>
              <a:cxnLst/>
              <a:rect l="0" t="0" r="0" b="0"/>
              <a:pathLst>
                <a:path w="147145" h="147145">
                  <a:moveTo>
                    <a:pt x="73572" y="147145"/>
                  </a:moveTo>
                  <a:lnTo>
                    <a:pt x="147145" y="73572"/>
                  </a:lnTo>
                  <a:lnTo>
                    <a:pt x="73572" y="0"/>
                  </a:lnTo>
                  <a:lnTo>
                    <a:pt x="0" y="73572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5660296" y="537691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4177132" y="3642228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693968" y="2923915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7143460" y="541476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693968" y="3310093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7143460" y="5416358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4177132" y="399647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5660296" y="5359336"/>
              <a:ext cx="117405" cy="117405"/>
            </a:xfrm>
            <a:prstGeom prst="ellipse">
              <a:avLst/>
            </a:prstGeom>
            <a:solidFill>
              <a:srgbClr val="9FDA3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2693968" y="231194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5660296" y="398926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4177132" y="2953293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7143460" y="4144861"/>
              <a:ext cx="117405" cy="117405"/>
            </a:xfrm>
            <a:prstGeom prst="ellipse">
              <a:avLst/>
            </a:prstGeom>
            <a:solidFill>
              <a:srgbClr val="365C8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5660296" y="3870413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7143460" y="402317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693968" y="2671380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4177132" y="3224305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210804" y="2089304"/>
              <a:ext cx="117405" cy="117405"/>
            </a:xfrm>
            <a:prstGeom prst="ellipse">
              <a:avLst/>
            </a:prstGeom>
            <a:solidFill>
              <a:srgbClr val="4AC1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972874" y="1977762"/>
              <a:ext cx="0" cy="3745380"/>
            </a:xfrm>
            <a:custGeom>
              <a:avLst/>
              <a:gdLst/>
              <a:ahLst/>
              <a:cxnLst/>
              <a:rect l="0" t="0" r="0" b="0"/>
              <a:pathLst>
                <a:path h="3745380">
                  <a:moveTo>
                    <a:pt x="0" y="374538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tx55"/>
            <p:cNvSpPr/>
            <p:nvPr/>
          </p:nvSpPr>
          <p:spPr>
            <a:xfrm>
              <a:off x="611560" y="5512847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11560" y="4661624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11560" y="3810401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11560" y="2959178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11560" y="2107956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938079" y="55528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938079" y="47016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938079" y="38504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938079" y="29992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938079" y="21480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972874" y="5723142"/>
              <a:ext cx="6525921" cy="0"/>
            </a:xfrm>
            <a:custGeom>
              <a:avLst/>
              <a:gdLst/>
              <a:ahLst/>
              <a:cxnLst/>
              <a:rect l="0" t="0" r="0" b="0"/>
              <a:pathLst>
                <a:path w="6525921">
                  <a:moveTo>
                    <a:pt x="0" y="0"/>
                  </a:moveTo>
                  <a:lnTo>
                    <a:pt x="6525921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752671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4235834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571899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7202162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2574363" y="5869179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'23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985975" y="5869179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40690" y="5869179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Fall '24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952302" y="5869179"/>
              <a:ext cx="49971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 '25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711655" y="6137094"/>
              <a:ext cx="10483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Monitoring Event</a:t>
              </a:r>
            </a:p>
          </p:txBody>
        </p:sp>
        <p:sp>
          <p:nvSpPr>
            <p:cNvPr id="111" name="tx75">
              <a:extLst>
                <a:ext uri="{FF2B5EF4-FFF2-40B4-BE49-F238E27FC236}">
                  <a16:creationId xmlns:a16="http://schemas.microsoft.com/office/drawing/2014/main" id="{713B5B83-A00E-242F-AFB5-03A7064D977C}"/>
                </a:ext>
              </a:extLst>
            </p:cNvPr>
            <p:cNvSpPr/>
            <p:nvPr/>
          </p:nvSpPr>
          <p:spPr>
            <a:xfrm rot="16200000">
              <a:off x="197203" y="38003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12" name="pl66">
              <a:extLst>
                <a:ext uri="{FF2B5EF4-FFF2-40B4-BE49-F238E27FC236}">
                  <a16:creationId xmlns:a16="http://schemas.microsoft.com/office/drawing/2014/main" id="{392B9185-469B-56C7-CBE4-191609AC1384}"/>
                </a:ext>
              </a:extLst>
            </p:cNvPr>
            <p:cNvSpPr/>
            <p:nvPr/>
          </p:nvSpPr>
          <p:spPr>
            <a:xfrm>
              <a:off x="1259632" y="5720695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tx70">
              <a:extLst>
                <a:ext uri="{FF2B5EF4-FFF2-40B4-BE49-F238E27FC236}">
                  <a16:creationId xmlns:a16="http://schemas.microsoft.com/office/drawing/2014/main" id="{57F79503-52A6-A7FB-F3A8-F48CBA2401D2}"/>
                </a:ext>
              </a:extLst>
            </p:cNvPr>
            <p:cNvSpPr/>
            <p:nvPr/>
          </p:nvSpPr>
          <p:spPr>
            <a:xfrm>
              <a:off x="1119040" y="5869179"/>
              <a:ext cx="35661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Spring</a:t>
              </a: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'23</a:t>
              </a:r>
            </a:p>
          </p:txBody>
        </p:sp>
        <p:sp>
          <p:nvSpPr>
            <p:cNvPr id="114" name="tx77">
              <a:extLst>
                <a:ext uri="{FF2B5EF4-FFF2-40B4-BE49-F238E27FC236}">
                  <a16:creationId xmlns:a16="http://schemas.microsoft.com/office/drawing/2014/main" id="{038498EC-D120-0860-BE36-2405733C7AAE}"/>
                </a:ext>
              </a:extLst>
            </p:cNvPr>
            <p:cNvSpPr/>
            <p:nvPr/>
          </p:nvSpPr>
          <p:spPr>
            <a:xfrm>
              <a:off x="7836397" y="1988840"/>
              <a:ext cx="840059" cy="1275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Broodstock</a:t>
              </a:r>
            </a:p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Group</a:t>
              </a:r>
              <a:endParaRPr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23DAE8C-AA98-7BC6-AEAA-6079DC18ECBC}"/>
                </a:ext>
              </a:extLst>
            </p:cNvPr>
            <p:cNvGrpSpPr/>
            <p:nvPr/>
          </p:nvGrpSpPr>
          <p:grpSpPr>
            <a:xfrm>
              <a:off x="7812301" y="2283818"/>
              <a:ext cx="792147" cy="1755647"/>
              <a:chOff x="7707562" y="2283818"/>
              <a:chExt cx="792147" cy="1755647"/>
            </a:xfrm>
          </p:grpSpPr>
          <p:sp>
            <p:nvSpPr>
              <p:cNvPr id="116" name="rc78">
                <a:extLst>
                  <a:ext uri="{FF2B5EF4-FFF2-40B4-BE49-F238E27FC236}">
                    <a16:creationId xmlns:a16="http://schemas.microsoft.com/office/drawing/2014/main" id="{5A90246B-C8DB-1E56-5907-0465741C3A61}"/>
                  </a:ext>
                </a:extLst>
              </p:cNvPr>
              <p:cNvSpPr/>
              <p:nvPr/>
            </p:nvSpPr>
            <p:spPr>
              <a:xfrm>
                <a:off x="7707562" y="2283818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7" name="pl79">
                <a:extLst>
                  <a:ext uri="{FF2B5EF4-FFF2-40B4-BE49-F238E27FC236}">
                    <a16:creationId xmlns:a16="http://schemas.microsoft.com/office/drawing/2014/main" id="{16F4E658-F44A-E306-8F37-AF86BA83C81E}"/>
                  </a:ext>
                </a:extLst>
              </p:cNvPr>
              <p:cNvSpPr/>
              <p:nvPr/>
            </p:nvSpPr>
            <p:spPr>
              <a:xfrm>
                <a:off x="7729508" y="2393546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365C8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8" name="pt80">
                <a:extLst>
                  <a:ext uri="{FF2B5EF4-FFF2-40B4-BE49-F238E27FC236}">
                    <a16:creationId xmlns:a16="http://schemas.microsoft.com/office/drawing/2014/main" id="{3A9881C6-3BDA-642A-AFFD-8795D6AE0237}"/>
                  </a:ext>
                </a:extLst>
              </p:cNvPr>
              <p:cNvSpPr/>
              <p:nvPr/>
            </p:nvSpPr>
            <p:spPr>
              <a:xfrm>
                <a:off x="7758588" y="2334843"/>
                <a:ext cx="117405" cy="117405"/>
              </a:xfrm>
              <a:prstGeom prst="ellipse">
                <a:avLst/>
              </a:prstGeom>
              <a:solidFill>
                <a:srgbClr val="365C8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9" name="rc81">
                <a:extLst>
                  <a:ext uri="{FF2B5EF4-FFF2-40B4-BE49-F238E27FC236}">
                    <a16:creationId xmlns:a16="http://schemas.microsoft.com/office/drawing/2014/main" id="{51F7F4B7-19AA-02B9-0A25-5B557F62CA0C}"/>
                  </a:ext>
                </a:extLst>
              </p:cNvPr>
              <p:cNvSpPr/>
              <p:nvPr/>
            </p:nvSpPr>
            <p:spPr>
              <a:xfrm>
                <a:off x="7707562" y="2503274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0" name="pl82">
                <a:extLst>
                  <a:ext uri="{FF2B5EF4-FFF2-40B4-BE49-F238E27FC236}">
                    <a16:creationId xmlns:a16="http://schemas.microsoft.com/office/drawing/2014/main" id="{991BCDD2-37BF-7141-8DB5-66D3132ECB19}"/>
                  </a:ext>
                </a:extLst>
              </p:cNvPr>
              <p:cNvSpPr/>
              <p:nvPr/>
            </p:nvSpPr>
            <p:spPr>
              <a:xfrm>
                <a:off x="7729508" y="2613002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277F8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" name="pt83">
                <a:extLst>
                  <a:ext uri="{FF2B5EF4-FFF2-40B4-BE49-F238E27FC236}">
                    <a16:creationId xmlns:a16="http://schemas.microsoft.com/office/drawing/2014/main" id="{D6B35739-1316-54AA-96CC-B90D46CF62E2}"/>
                  </a:ext>
                </a:extLst>
              </p:cNvPr>
              <p:cNvSpPr/>
              <p:nvPr/>
            </p:nvSpPr>
            <p:spPr>
              <a:xfrm>
                <a:off x="7758588" y="2554299"/>
                <a:ext cx="117405" cy="117405"/>
              </a:xfrm>
              <a:prstGeom prst="ellipse">
                <a:avLst/>
              </a:prstGeom>
              <a:solidFill>
                <a:srgbClr val="277F8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" name="rc84">
                <a:extLst>
                  <a:ext uri="{FF2B5EF4-FFF2-40B4-BE49-F238E27FC236}">
                    <a16:creationId xmlns:a16="http://schemas.microsoft.com/office/drawing/2014/main" id="{24FD96BE-ED03-95AF-1775-F40AECD05296}"/>
                  </a:ext>
                </a:extLst>
              </p:cNvPr>
              <p:cNvSpPr/>
              <p:nvPr/>
            </p:nvSpPr>
            <p:spPr>
              <a:xfrm>
                <a:off x="7707562" y="2722730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3" name="pl85">
                <a:extLst>
                  <a:ext uri="{FF2B5EF4-FFF2-40B4-BE49-F238E27FC236}">
                    <a16:creationId xmlns:a16="http://schemas.microsoft.com/office/drawing/2014/main" id="{2447449A-5307-10B7-2CFA-365A4C01D304}"/>
                  </a:ext>
                </a:extLst>
              </p:cNvPr>
              <p:cNvSpPr/>
              <p:nvPr/>
            </p:nvSpPr>
            <p:spPr>
              <a:xfrm>
                <a:off x="7729508" y="2832458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1FA187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" name="pt86">
                <a:extLst>
                  <a:ext uri="{FF2B5EF4-FFF2-40B4-BE49-F238E27FC236}">
                    <a16:creationId xmlns:a16="http://schemas.microsoft.com/office/drawing/2014/main" id="{75EA97FF-3D0A-EC2B-B175-5FD0214C1743}"/>
                  </a:ext>
                </a:extLst>
              </p:cNvPr>
              <p:cNvSpPr/>
              <p:nvPr/>
            </p:nvSpPr>
            <p:spPr>
              <a:xfrm>
                <a:off x="7758588" y="2773755"/>
                <a:ext cx="117405" cy="117405"/>
              </a:xfrm>
              <a:prstGeom prst="ellipse">
                <a:avLst/>
              </a:prstGeom>
              <a:solidFill>
                <a:srgbClr val="1FA187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" name="rc87">
                <a:extLst>
                  <a:ext uri="{FF2B5EF4-FFF2-40B4-BE49-F238E27FC236}">
                    <a16:creationId xmlns:a16="http://schemas.microsoft.com/office/drawing/2014/main" id="{039A693B-D692-A8C4-7DA5-2D9ECA5C25DE}"/>
                  </a:ext>
                </a:extLst>
              </p:cNvPr>
              <p:cNvSpPr/>
              <p:nvPr/>
            </p:nvSpPr>
            <p:spPr>
              <a:xfrm>
                <a:off x="7707562" y="2942186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6" name="pl88">
                <a:extLst>
                  <a:ext uri="{FF2B5EF4-FFF2-40B4-BE49-F238E27FC236}">
                    <a16:creationId xmlns:a16="http://schemas.microsoft.com/office/drawing/2014/main" id="{3F76B66C-2E53-3859-4048-0687D6E8F550}"/>
                  </a:ext>
                </a:extLst>
              </p:cNvPr>
              <p:cNvSpPr/>
              <p:nvPr/>
            </p:nvSpPr>
            <p:spPr>
              <a:xfrm>
                <a:off x="7729508" y="3051914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4AC16D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7" name="pt89">
                <a:extLst>
                  <a:ext uri="{FF2B5EF4-FFF2-40B4-BE49-F238E27FC236}">
                    <a16:creationId xmlns:a16="http://schemas.microsoft.com/office/drawing/2014/main" id="{2F4837CC-2082-372E-45F1-AFA41F2C5D50}"/>
                  </a:ext>
                </a:extLst>
              </p:cNvPr>
              <p:cNvSpPr/>
              <p:nvPr/>
            </p:nvSpPr>
            <p:spPr>
              <a:xfrm>
                <a:off x="7758588" y="2993211"/>
                <a:ext cx="117405" cy="117405"/>
              </a:xfrm>
              <a:prstGeom prst="ellipse">
                <a:avLst/>
              </a:prstGeom>
              <a:solidFill>
                <a:srgbClr val="4AC16D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8" name="rc90">
                <a:extLst>
                  <a:ext uri="{FF2B5EF4-FFF2-40B4-BE49-F238E27FC236}">
                    <a16:creationId xmlns:a16="http://schemas.microsoft.com/office/drawing/2014/main" id="{208F0580-7D42-1D2D-44A7-176A9F7A1408}"/>
                  </a:ext>
                </a:extLst>
              </p:cNvPr>
              <p:cNvSpPr/>
              <p:nvPr/>
            </p:nvSpPr>
            <p:spPr>
              <a:xfrm>
                <a:off x="7707562" y="3161642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9" name="pl91">
                <a:extLst>
                  <a:ext uri="{FF2B5EF4-FFF2-40B4-BE49-F238E27FC236}">
                    <a16:creationId xmlns:a16="http://schemas.microsoft.com/office/drawing/2014/main" id="{692DFA8F-B684-AC60-D3FA-326A0C1F42DD}"/>
                  </a:ext>
                </a:extLst>
              </p:cNvPr>
              <p:cNvSpPr/>
              <p:nvPr/>
            </p:nvSpPr>
            <p:spPr>
              <a:xfrm>
                <a:off x="7729508" y="3271370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44015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0" name="pg92">
                <a:extLst>
                  <a:ext uri="{FF2B5EF4-FFF2-40B4-BE49-F238E27FC236}">
                    <a16:creationId xmlns:a16="http://schemas.microsoft.com/office/drawing/2014/main" id="{502048EF-FE9C-7DFD-E3F5-C77DF7F45D77}"/>
                  </a:ext>
                </a:extLst>
              </p:cNvPr>
              <p:cNvSpPr/>
              <p:nvPr/>
            </p:nvSpPr>
            <p:spPr>
              <a:xfrm>
                <a:off x="7743717" y="3197797"/>
                <a:ext cx="147145" cy="147145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40154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" name="rc93">
                <a:extLst>
                  <a:ext uri="{FF2B5EF4-FFF2-40B4-BE49-F238E27FC236}">
                    <a16:creationId xmlns:a16="http://schemas.microsoft.com/office/drawing/2014/main" id="{BAEC40C4-B8C3-DA52-4761-5CE3D1DAEA9B}"/>
                  </a:ext>
                </a:extLst>
              </p:cNvPr>
              <p:cNvSpPr/>
              <p:nvPr/>
            </p:nvSpPr>
            <p:spPr>
              <a:xfrm>
                <a:off x="7707562" y="3381098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2" name="pl94">
                <a:extLst>
                  <a:ext uri="{FF2B5EF4-FFF2-40B4-BE49-F238E27FC236}">
                    <a16:creationId xmlns:a16="http://schemas.microsoft.com/office/drawing/2014/main" id="{23A4989A-E64F-7693-09D1-5CAA5D0897F0}"/>
                  </a:ext>
                </a:extLst>
              </p:cNvPr>
              <p:cNvSpPr/>
              <p:nvPr/>
            </p:nvSpPr>
            <p:spPr>
              <a:xfrm>
                <a:off x="7729508" y="3490826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46337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3" name="pg95">
                <a:extLst>
                  <a:ext uri="{FF2B5EF4-FFF2-40B4-BE49-F238E27FC236}">
                    <a16:creationId xmlns:a16="http://schemas.microsoft.com/office/drawing/2014/main" id="{75EC0A4C-F14C-3D0F-3B33-2B089F12DF70}"/>
                  </a:ext>
                </a:extLst>
              </p:cNvPr>
              <p:cNvSpPr/>
              <p:nvPr/>
            </p:nvSpPr>
            <p:spPr>
              <a:xfrm>
                <a:off x="7743717" y="3417253"/>
                <a:ext cx="147145" cy="147145"/>
              </a:xfrm>
              <a:custGeom>
                <a:avLst/>
                <a:gdLst/>
                <a:ahLst/>
                <a:cxnLst/>
                <a:rect l="0" t="0" r="0" b="0"/>
                <a:pathLst>
                  <a:path w="147145" h="147145">
                    <a:moveTo>
                      <a:pt x="73572" y="147145"/>
                    </a:moveTo>
                    <a:lnTo>
                      <a:pt x="147145" y="73572"/>
                    </a:lnTo>
                    <a:lnTo>
                      <a:pt x="73572" y="0"/>
                    </a:lnTo>
                    <a:lnTo>
                      <a:pt x="0" y="73572"/>
                    </a:lnTo>
                    <a:close/>
                  </a:path>
                </a:pathLst>
              </a:custGeom>
              <a:solidFill>
                <a:srgbClr val="46337E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4" name="rc96">
                <a:extLst>
                  <a:ext uri="{FF2B5EF4-FFF2-40B4-BE49-F238E27FC236}">
                    <a16:creationId xmlns:a16="http://schemas.microsoft.com/office/drawing/2014/main" id="{41B8D389-15F9-96B6-2571-BF374ABE685D}"/>
                  </a:ext>
                </a:extLst>
              </p:cNvPr>
              <p:cNvSpPr/>
              <p:nvPr/>
            </p:nvSpPr>
            <p:spPr>
              <a:xfrm>
                <a:off x="7707562" y="3600554"/>
                <a:ext cx="219455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5" name="pl97">
                <a:extLst>
                  <a:ext uri="{FF2B5EF4-FFF2-40B4-BE49-F238E27FC236}">
                    <a16:creationId xmlns:a16="http://schemas.microsoft.com/office/drawing/2014/main" id="{B05565B7-FFB4-6955-5FCA-8D539CE55422}"/>
                  </a:ext>
                </a:extLst>
              </p:cNvPr>
              <p:cNvSpPr/>
              <p:nvPr/>
            </p:nvSpPr>
            <p:spPr>
              <a:xfrm>
                <a:off x="7729508" y="3710282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9FDA3A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" name="pt98">
                <a:extLst>
                  <a:ext uri="{FF2B5EF4-FFF2-40B4-BE49-F238E27FC236}">
                    <a16:creationId xmlns:a16="http://schemas.microsoft.com/office/drawing/2014/main" id="{1DDE8E28-F4B3-C54E-FA78-8B15166F151A}"/>
                  </a:ext>
                </a:extLst>
              </p:cNvPr>
              <p:cNvSpPr/>
              <p:nvPr/>
            </p:nvSpPr>
            <p:spPr>
              <a:xfrm>
                <a:off x="7758588" y="3651579"/>
                <a:ext cx="117405" cy="117405"/>
              </a:xfrm>
              <a:prstGeom prst="ellipse">
                <a:avLst/>
              </a:prstGeom>
              <a:solidFill>
                <a:srgbClr val="9FDA3A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" name="rc99">
                <a:extLst>
                  <a:ext uri="{FF2B5EF4-FFF2-40B4-BE49-F238E27FC236}">
                    <a16:creationId xmlns:a16="http://schemas.microsoft.com/office/drawing/2014/main" id="{E61174F2-BDCF-9710-D2DE-F6E721AAA2DC}"/>
                  </a:ext>
                </a:extLst>
              </p:cNvPr>
              <p:cNvSpPr/>
              <p:nvPr/>
            </p:nvSpPr>
            <p:spPr>
              <a:xfrm>
                <a:off x="7707562" y="3820010"/>
                <a:ext cx="219455" cy="21945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8" name="pl100">
                <a:extLst>
                  <a:ext uri="{FF2B5EF4-FFF2-40B4-BE49-F238E27FC236}">
                    <a16:creationId xmlns:a16="http://schemas.microsoft.com/office/drawing/2014/main" id="{D6CD12CB-D3FA-15B7-242F-5B09FB11DE26}"/>
                  </a:ext>
                </a:extLst>
              </p:cNvPr>
              <p:cNvSpPr/>
              <p:nvPr/>
            </p:nvSpPr>
            <p:spPr>
              <a:xfrm>
                <a:off x="7729508" y="3929738"/>
                <a:ext cx="175564" cy="0"/>
              </a:xfrm>
              <a:custGeom>
                <a:avLst/>
                <a:gdLst/>
                <a:ahLst/>
                <a:cxnLst/>
                <a:rect l="0" t="0" r="0" b="0"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13550" cap="flat">
                <a:solidFill>
                  <a:srgbClr val="FDE725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9" name="pt101">
                <a:extLst>
                  <a:ext uri="{FF2B5EF4-FFF2-40B4-BE49-F238E27FC236}">
                    <a16:creationId xmlns:a16="http://schemas.microsoft.com/office/drawing/2014/main" id="{96485890-6DB4-5C04-9E10-FCF50D70B19F}"/>
                  </a:ext>
                </a:extLst>
              </p:cNvPr>
              <p:cNvSpPr/>
              <p:nvPr/>
            </p:nvSpPr>
            <p:spPr>
              <a:xfrm>
                <a:off x="7758588" y="3871035"/>
                <a:ext cx="117405" cy="117405"/>
              </a:xfrm>
              <a:prstGeom prst="ellipse">
                <a:avLst/>
              </a:prstGeom>
              <a:solidFill>
                <a:srgbClr val="FDE725">
                  <a:alpha val="100000"/>
                </a:srgbClr>
              </a:solidFill>
              <a:ln w="9000" cap="rnd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" name="tx102">
                <a:extLst>
                  <a:ext uri="{FF2B5EF4-FFF2-40B4-BE49-F238E27FC236}">
                    <a16:creationId xmlns:a16="http://schemas.microsoft.com/office/drawing/2014/main" id="{10AFAB6C-F7BD-31F8-8CE0-CA18AF998CFF}"/>
                  </a:ext>
                </a:extLst>
              </p:cNvPr>
              <p:cNvSpPr/>
              <p:nvPr/>
            </p:nvSpPr>
            <p:spPr>
              <a:xfrm>
                <a:off x="7995653" y="2353495"/>
                <a:ext cx="372526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W1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TX</a:t>
                </a:r>
              </a:p>
            </p:txBody>
          </p:sp>
          <p:sp>
            <p:nvSpPr>
              <p:cNvPr id="141" name="tx103">
                <a:extLst>
                  <a:ext uri="{FF2B5EF4-FFF2-40B4-BE49-F238E27FC236}">
                    <a16:creationId xmlns:a16="http://schemas.microsoft.com/office/drawing/2014/main" id="{F0FF3D4E-F7CD-D0DA-97A8-71169EA62F33}"/>
                  </a:ext>
                </a:extLst>
              </p:cNvPr>
              <p:cNvSpPr/>
              <p:nvPr/>
            </p:nvSpPr>
            <p:spPr>
              <a:xfrm>
                <a:off x="7995653" y="2572951"/>
                <a:ext cx="366491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W2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LA</a:t>
                </a:r>
              </a:p>
            </p:txBody>
          </p:sp>
          <p:sp>
            <p:nvSpPr>
              <p:cNvPr id="142" name="tx104">
                <a:extLst>
                  <a:ext uri="{FF2B5EF4-FFF2-40B4-BE49-F238E27FC236}">
                    <a16:creationId xmlns:a16="http://schemas.microsoft.com/office/drawing/2014/main" id="{A293E0BA-2F32-A506-5675-CF6E6741E2E5}"/>
                  </a:ext>
                </a:extLst>
              </p:cNvPr>
              <p:cNvSpPr/>
              <p:nvPr/>
            </p:nvSpPr>
            <p:spPr>
              <a:xfrm>
                <a:off x="7996607" y="2792407"/>
                <a:ext cx="36018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W3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FL</a:t>
                </a:r>
              </a:p>
            </p:txBody>
          </p:sp>
          <p:sp>
            <p:nvSpPr>
              <p:cNvPr id="143" name="tx105">
                <a:extLst>
                  <a:ext uri="{FF2B5EF4-FFF2-40B4-BE49-F238E27FC236}">
                    <a16:creationId xmlns:a16="http://schemas.microsoft.com/office/drawing/2014/main" id="{31BD90E6-F113-C77B-34C5-379A5CA5E598}"/>
                  </a:ext>
                </a:extLst>
              </p:cNvPr>
              <p:cNvSpPr/>
              <p:nvPr/>
            </p:nvSpPr>
            <p:spPr>
              <a:xfrm>
                <a:off x="7996607" y="3011863"/>
                <a:ext cx="378835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W4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VA</a:t>
                </a:r>
              </a:p>
            </p:txBody>
          </p:sp>
          <p:sp>
            <p:nvSpPr>
              <p:cNvPr id="144" name="tx106">
                <a:extLst>
                  <a:ext uri="{FF2B5EF4-FFF2-40B4-BE49-F238E27FC236}">
                    <a16:creationId xmlns:a16="http://schemas.microsoft.com/office/drawing/2014/main" id="{1AD634A9-4670-1044-F400-435ADA621009}"/>
                  </a:ext>
                </a:extLst>
              </p:cNvPr>
              <p:cNvSpPr/>
              <p:nvPr/>
            </p:nvSpPr>
            <p:spPr>
              <a:xfrm>
                <a:off x="7996607" y="3231319"/>
                <a:ext cx="484631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S1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LOLA</a:t>
                </a:r>
              </a:p>
            </p:txBody>
          </p:sp>
          <p:sp>
            <p:nvSpPr>
              <p:cNvPr id="145" name="tx107">
                <a:extLst>
                  <a:ext uri="{FF2B5EF4-FFF2-40B4-BE49-F238E27FC236}">
                    <a16:creationId xmlns:a16="http://schemas.microsoft.com/office/drawing/2014/main" id="{D93716ED-9C3E-614F-433A-A89826523A6F}"/>
                  </a:ext>
                </a:extLst>
              </p:cNvPr>
              <p:cNvSpPr/>
              <p:nvPr/>
            </p:nvSpPr>
            <p:spPr>
              <a:xfrm>
                <a:off x="7996607" y="3450775"/>
                <a:ext cx="503102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S2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DEBY</a:t>
                </a:r>
              </a:p>
            </p:txBody>
          </p:sp>
          <p:sp>
            <p:nvSpPr>
              <p:cNvPr id="146" name="tx108">
                <a:extLst>
                  <a:ext uri="{FF2B5EF4-FFF2-40B4-BE49-F238E27FC236}">
                    <a16:creationId xmlns:a16="http://schemas.microsoft.com/office/drawing/2014/main" id="{B7B76DF3-7040-E9F1-4EC2-9FE09DA2F04E}"/>
                  </a:ext>
                </a:extLst>
              </p:cNvPr>
              <p:cNvSpPr/>
              <p:nvPr/>
            </p:nvSpPr>
            <p:spPr>
              <a:xfrm>
                <a:off x="7996607" y="3670231"/>
                <a:ext cx="39108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W5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NH</a:t>
                </a:r>
              </a:p>
            </p:txBody>
          </p:sp>
          <p:sp>
            <p:nvSpPr>
              <p:cNvPr id="147" name="tx109">
                <a:extLst>
                  <a:ext uri="{FF2B5EF4-FFF2-40B4-BE49-F238E27FC236}">
                    <a16:creationId xmlns:a16="http://schemas.microsoft.com/office/drawing/2014/main" id="{85538F53-EC8B-FADB-C0D1-2F66A5A09B94}"/>
                  </a:ext>
                </a:extLst>
              </p:cNvPr>
              <p:cNvSpPr/>
              <p:nvPr/>
            </p:nvSpPr>
            <p:spPr>
              <a:xfrm>
                <a:off x="7996607" y="3889687"/>
                <a:ext cx="397398" cy="8010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W6</a:t>
                </a:r>
                <a:r>
                  <a:rPr lang="en-US"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-</a:t>
                </a:r>
                <a:r>
                  <a:rPr sz="1200" dirty="0">
                    <a:solidFill>
                      <a:srgbClr val="000000">
                        <a:alpha val="100000"/>
                      </a:srgbClr>
                    </a:solidFill>
                    <a:latin typeface="Helvetica"/>
                    <a:cs typeface="Helvetica"/>
                  </a:rPr>
                  <a:t>ME</a:t>
                </a:r>
              </a:p>
            </p:txBody>
          </p:sp>
        </p:grpSp>
        <p:sp>
          <p:nvSpPr>
            <p:cNvPr id="148" name="tx110">
              <a:extLst>
                <a:ext uri="{FF2B5EF4-FFF2-40B4-BE49-F238E27FC236}">
                  <a16:creationId xmlns:a16="http://schemas.microsoft.com/office/drawing/2014/main" id="{0E283CA5-F36C-34F6-0A6D-6D25D22D5F22}"/>
                </a:ext>
              </a:extLst>
            </p:cNvPr>
            <p:cNvSpPr/>
            <p:nvPr/>
          </p:nvSpPr>
          <p:spPr>
            <a:xfrm>
              <a:off x="1043608" y="1628800"/>
              <a:ext cx="4079778" cy="182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ctr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		   (B) York River</a:t>
              </a:r>
              <a:r>
                <a:rPr sz="24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: Oyster Survival thru Time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114</Words>
  <Application>Microsoft Macintosh PowerPoint</Application>
  <PresentationFormat>On-screen Show (4:3)</PresentationFormat>
  <Paragraphs>47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Helvetica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4</cp:revision>
  <dcterms:created xsi:type="dcterms:W3CDTF">2017-02-13T16:18:36Z</dcterms:created>
  <dcterms:modified xsi:type="dcterms:W3CDTF">2026-01-16T00:42:50Z</dcterms:modified>
  <cp:category/>
</cp:coreProperties>
</file>