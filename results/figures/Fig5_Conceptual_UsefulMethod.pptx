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2F1"/>
    <a:srgbClr val="24C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>
      <p:cViewPr>
        <p:scale>
          <a:sx n="178" d="100"/>
          <a:sy n="178" d="100"/>
        </p:scale>
        <p:origin x="-240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5ECE-20A6-F532-04DB-D9C6F8894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A827D-067F-49F7-DE7F-7E2234EEB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B2F84-40AA-29B7-B0B9-E210333B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8DD8D-0298-1B93-23E7-46F69EBA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AF401-728C-C2FF-B552-5427530F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2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16B3-609D-9AB0-D25E-DFE880B8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A2A6-D91F-21C0-7143-DFE9D14C3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AB33D-8FC4-0495-DB3A-03BF9DDA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C28F6-D7F4-C524-13BB-8FE0E7B2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35445-5DB5-EE51-B1D5-988D1ECC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7E81-DB53-9670-157E-530D97A16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F32BB-282D-F657-0531-524F605CE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E85D3-971D-95FE-40C2-102A4C55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077E-9718-E14F-7EB7-23C960A7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9256C-3298-A3CC-1DA7-60DF99C0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3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817C-4835-397C-457B-F3508EC5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F9644-CA5A-AE7D-012E-41B7AC47B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DDD6A-A803-648F-920E-98B3010D4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95A1C-BE6A-C31C-45FC-EE94DB9B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C23E8-5A10-5F90-B40F-6110781B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549FF-7FDA-D8C7-39D8-AFB4EC4D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7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2437-47D1-DE3D-B7C3-132D6C73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00627-B5B7-F101-35D4-3FC8F961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8EA09-F431-F7F1-604A-40E59B41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FAD06-343D-FE40-0B0F-79B064A91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A9B50-C601-D90A-C43F-2114E2ED3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737B6-81DE-AEC6-727A-9B5A185E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A90AC-8840-D66D-CB14-28EC9D23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A0EFD-25EA-FADE-DB7A-D472A136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2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D3C2-4166-FCC6-1EB4-F7347F3F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D2620-5D85-C4BB-0444-03323092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358CB-58E1-EAA0-54B6-082F1B4F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126C0-87B4-CCA9-8008-75D60E9F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83B3E-5263-4FED-E512-C070DA19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E17B3-923A-ED93-2AFE-200E9425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C8A6A-B935-CAC6-9D1D-62A02541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462A-B6FF-C387-53BB-9262BDD3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F5FE5-949C-BBC7-A0DF-AD3BAFAB5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E1558-50EE-332D-369C-12B32EB2E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DB21B-CC6B-C119-05D7-A29AEC93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109FE-BDEC-25FC-A548-09D8AFCC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764DB-A7DD-8B39-80BA-2F67E950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1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68AF0-45C1-32C1-470E-BCEE1A13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3F4AA-2B9A-A6DA-DC32-7C3F019CE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C297-023C-03A1-8533-95CF1AE59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BED4C-9C03-552D-5D42-6165C313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7CD24-C3A3-93E8-9489-F6D7A7DF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44BB6-EA81-D524-E2F7-C3113F42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4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FF78-40C8-943F-A589-2805E1FD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1524D-94A4-0B79-9308-21B384E9A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A26F-FB6D-30BC-7E25-DB5121F05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A9523-C836-85EE-FBAC-D9019A8E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7C89-FDE6-3950-CD5E-F7A22C82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A7A78-D2C6-AF6D-B01F-FC88C0695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C29DB-56FA-C89F-EFDA-EA1364027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AC053-EB19-2260-4221-4112ACBE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90F3A-E122-614C-490C-67ABC506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EF76-6835-F929-E63B-D28E9F58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0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57D73-B840-85EE-E51F-B45EE07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225AA-7D0A-8D89-E3AC-67ED48A17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FCC5C-3F0B-6C78-4E81-06944F367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0FE1D-945B-AB42-80AB-F71E6943DFD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BEA6-B056-A469-9BB6-B740B3408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7D000-9001-A4C5-0E03-006DC694D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C9CC3-9E3B-BB49-B61C-F9C9D22E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5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6EB381F-B671-5987-5E95-2C735F80CA3C}"/>
              </a:ext>
            </a:extLst>
          </p:cNvPr>
          <p:cNvGrpSpPr/>
          <p:nvPr/>
        </p:nvGrpSpPr>
        <p:grpSpPr>
          <a:xfrm>
            <a:off x="1940741" y="2165685"/>
            <a:ext cx="2735178" cy="1888957"/>
            <a:chOff x="1940741" y="2165685"/>
            <a:chExt cx="2735178" cy="18889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7AADD6-7CE5-2B0D-F3CA-B92D3C84D693}"/>
                </a:ext>
              </a:extLst>
            </p:cNvPr>
            <p:cNvCxnSpPr>
              <a:cxnSpLocks/>
            </p:cNvCxnSpPr>
            <p:nvPr/>
          </p:nvCxnSpPr>
          <p:spPr>
            <a:xfrm>
              <a:off x="1949116" y="2165685"/>
              <a:ext cx="0" cy="188895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3F44E4B-29B4-B234-315D-079FFFD31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0741" y="4054642"/>
              <a:ext cx="273517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19702A-DC3A-E6A1-CF1F-8AE088BDB059}"/>
              </a:ext>
            </a:extLst>
          </p:cNvPr>
          <p:cNvGrpSpPr/>
          <p:nvPr/>
        </p:nvGrpSpPr>
        <p:grpSpPr>
          <a:xfrm>
            <a:off x="5621532" y="2165684"/>
            <a:ext cx="2735178" cy="1888957"/>
            <a:chOff x="1940741" y="2165685"/>
            <a:chExt cx="2735178" cy="18889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D1238A1-AD4B-9CC6-FB67-FB8BC2C93D70}"/>
                </a:ext>
              </a:extLst>
            </p:cNvPr>
            <p:cNvCxnSpPr>
              <a:cxnSpLocks/>
            </p:cNvCxnSpPr>
            <p:nvPr/>
          </p:nvCxnSpPr>
          <p:spPr>
            <a:xfrm>
              <a:off x="1949116" y="2165685"/>
              <a:ext cx="0" cy="188895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DC7407D-3890-B235-8BFA-4A140D4D1B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0741" y="4054642"/>
              <a:ext cx="273517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2235E9-55E2-6C6E-1052-191A13820776}"/>
              </a:ext>
            </a:extLst>
          </p:cNvPr>
          <p:cNvSpPr txBox="1"/>
          <p:nvPr/>
        </p:nvSpPr>
        <p:spPr>
          <a:xfrm>
            <a:off x="1949116" y="1711105"/>
            <a:ext cx="2400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 Consistent Method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2860-AA63-6369-F188-CFF5F02462E5}"/>
              </a:ext>
            </a:extLst>
          </p:cNvPr>
          <p:cNvSpPr txBox="1"/>
          <p:nvPr/>
        </p:nvSpPr>
        <p:spPr>
          <a:xfrm>
            <a:off x="5621532" y="1711105"/>
            <a:ext cx="2551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Inconsistent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DE184E-0C34-A188-A53E-8C15AB623991}"/>
              </a:ext>
            </a:extLst>
          </p:cNvPr>
          <p:cNvSpPr txBox="1"/>
          <p:nvPr/>
        </p:nvSpPr>
        <p:spPr>
          <a:xfrm>
            <a:off x="588475" y="2652041"/>
            <a:ext cx="1352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Ground-truth (Fitness from simulation or an experiment)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ABDDC-DE00-4463-0AD7-9C311CDF4361}"/>
              </a:ext>
            </a:extLst>
          </p:cNvPr>
          <p:cNvSpPr txBox="1"/>
          <p:nvPr/>
        </p:nvSpPr>
        <p:spPr>
          <a:xfrm>
            <a:off x="2555787" y="4063694"/>
            <a:ext cx="1352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Prediction</a:t>
            </a:r>
          </a:p>
          <a:p>
            <a:pPr algn="ctr"/>
            <a:r>
              <a:rPr lang="en-US" sz="1200" dirty="0"/>
              <a:t>(Genomic Offset)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F2CDD-348B-8273-C813-783A32BAF890}"/>
              </a:ext>
            </a:extLst>
          </p:cNvPr>
          <p:cNvSpPr txBox="1"/>
          <p:nvPr/>
        </p:nvSpPr>
        <p:spPr>
          <a:xfrm>
            <a:off x="6317177" y="4063694"/>
            <a:ext cx="1352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Prediction</a:t>
            </a:r>
          </a:p>
          <a:p>
            <a:pPr algn="ctr"/>
            <a:r>
              <a:rPr lang="en-US" sz="1200" dirty="0"/>
              <a:t>(Genomic Offset)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F06D8C-64BC-3D02-0545-3C46F888C128}"/>
              </a:ext>
            </a:extLst>
          </p:cNvPr>
          <p:cNvCxnSpPr>
            <a:cxnSpLocks/>
          </p:cNvCxnSpPr>
          <p:nvPr/>
        </p:nvCxnSpPr>
        <p:spPr>
          <a:xfrm>
            <a:off x="3390595" y="3062203"/>
            <a:ext cx="1036161" cy="660046"/>
          </a:xfrm>
          <a:prstGeom prst="line">
            <a:avLst/>
          </a:prstGeom>
          <a:ln w="38100">
            <a:solidFill>
              <a:srgbClr val="428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09BCFB-C455-2AD2-B26B-5180B47B008A}"/>
              </a:ext>
            </a:extLst>
          </p:cNvPr>
          <p:cNvCxnSpPr>
            <a:cxnSpLocks/>
          </p:cNvCxnSpPr>
          <p:nvPr/>
        </p:nvCxnSpPr>
        <p:spPr>
          <a:xfrm>
            <a:off x="2267977" y="2348670"/>
            <a:ext cx="1036161" cy="660046"/>
          </a:xfrm>
          <a:prstGeom prst="line">
            <a:avLst/>
          </a:prstGeom>
          <a:ln w="38100">
            <a:solidFill>
              <a:srgbClr val="24C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DE81E8-E3C9-8653-6C3D-422EDFACE4F4}"/>
              </a:ext>
            </a:extLst>
          </p:cNvPr>
          <p:cNvCxnSpPr>
            <a:cxnSpLocks/>
          </p:cNvCxnSpPr>
          <p:nvPr/>
        </p:nvCxnSpPr>
        <p:spPr>
          <a:xfrm>
            <a:off x="5948767" y="2407493"/>
            <a:ext cx="2158779" cy="1314756"/>
          </a:xfrm>
          <a:prstGeom prst="line">
            <a:avLst/>
          </a:prstGeom>
          <a:ln w="38100">
            <a:solidFill>
              <a:srgbClr val="24C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644BDE-D242-5026-42FC-347111531852}"/>
              </a:ext>
            </a:extLst>
          </p:cNvPr>
          <p:cNvCxnSpPr>
            <a:cxnSpLocks/>
          </p:cNvCxnSpPr>
          <p:nvPr/>
        </p:nvCxnSpPr>
        <p:spPr>
          <a:xfrm>
            <a:off x="5948767" y="3392226"/>
            <a:ext cx="2158779" cy="496219"/>
          </a:xfrm>
          <a:prstGeom prst="line">
            <a:avLst/>
          </a:prstGeom>
          <a:ln w="38100">
            <a:solidFill>
              <a:srgbClr val="4282F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75FFDBB-D8AD-DD7D-FADB-ADE4A3A7CA46}"/>
              </a:ext>
            </a:extLst>
          </p:cNvPr>
          <p:cNvSpPr txBox="1"/>
          <p:nvPr/>
        </p:nvSpPr>
        <p:spPr>
          <a:xfrm>
            <a:off x="2687840" y="2348951"/>
            <a:ext cx="624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24C873"/>
                </a:solidFill>
              </a:rPr>
              <a:t>Site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062503-9B8B-C8EF-33C4-2C09BF58CF28}"/>
              </a:ext>
            </a:extLst>
          </p:cNvPr>
          <p:cNvSpPr txBox="1"/>
          <p:nvPr/>
        </p:nvSpPr>
        <p:spPr>
          <a:xfrm>
            <a:off x="6584895" y="2524804"/>
            <a:ext cx="624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24C873"/>
                </a:solidFill>
              </a:rPr>
              <a:t>Site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35D79C-5462-D390-7BA6-A1C23E7CB444}"/>
              </a:ext>
            </a:extLst>
          </p:cNvPr>
          <p:cNvSpPr txBox="1"/>
          <p:nvPr/>
        </p:nvSpPr>
        <p:spPr>
          <a:xfrm>
            <a:off x="3802079" y="3062203"/>
            <a:ext cx="624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4282F1"/>
                </a:solidFill>
              </a:rPr>
              <a:t>Site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0C4459-739C-C52B-8A27-9E3CC64CDD6F}"/>
              </a:ext>
            </a:extLst>
          </p:cNvPr>
          <p:cNvSpPr txBox="1"/>
          <p:nvPr/>
        </p:nvSpPr>
        <p:spPr>
          <a:xfrm>
            <a:off x="6584895" y="3258188"/>
            <a:ext cx="624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4282F1"/>
                </a:solidFill>
              </a:rPr>
              <a:t>Site 2</a:t>
            </a:r>
          </a:p>
        </p:txBody>
      </p:sp>
    </p:spTree>
    <p:extLst>
      <p:ext uri="{BB962C8B-B14F-4D97-AF65-F5344CB8AC3E}">
        <p14:creationId xmlns:p14="http://schemas.microsoft.com/office/powerpoint/2010/main" val="2472249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Rumberger</dc:creator>
  <cp:lastModifiedBy>Camille Rumberger</cp:lastModifiedBy>
  <cp:revision>1</cp:revision>
  <dcterms:created xsi:type="dcterms:W3CDTF">2026-02-02T22:47:16Z</dcterms:created>
  <dcterms:modified xsi:type="dcterms:W3CDTF">2026-02-02T22:57:58Z</dcterms:modified>
</cp:coreProperties>
</file>