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6858000" type="screen4x3"/>
  <p:notesSz cx="6858000" cy="9144000"/>
  <p:custDataLst>
    <p:tags r:id="rId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50"/>
  </p:normalViewPr>
  <p:slideViewPr>
    <p:cSldViewPr>
      <p:cViewPr>
        <p:scale>
          <a:sx n="121" d="100"/>
          <a:sy n="121" d="100"/>
        </p:scale>
        <p:origin x="144" y="8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1E58B2-EE7F-3547-8CE5-655133CD3875}" type="datetimeFigureOut">
              <a:rPr lang="en-US" smtClean="0"/>
              <a:t>12/17/25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4375A-5209-C746-A47F-BA2D979AB4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82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E4375A-5209-C746-A47F-BA2D979AB4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453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2"/>
            <a:chOff x="457200" y="1600200"/>
            <a:chExt cx="8229600" cy="4525962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599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72874" y="1896563"/>
              <a:ext cx="2845628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1358219" y="3036178"/>
              <a:ext cx="0" cy="48745"/>
            </a:xfrm>
            <a:custGeom>
              <a:avLst/>
              <a:gdLst/>
              <a:ahLst/>
              <a:cxnLst/>
              <a:rect l="0" t="0" r="0" b="0"/>
              <a:pathLst>
                <a:path h="48745">
                  <a:moveTo>
                    <a:pt x="0" y="4874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1358219" y="3342561"/>
              <a:ext cx="0" cy="208890"/>
            </a:xfrm>
            <a:custGeom>
              <a:avLst/>
              <a:gdLst/>
              <a:ahLst/>
              <a:cxnLst/>
              <a:rect l="0" t="0" r="0" b="0"/>
              <a:pathLst>
                <a:path h="208890">
                  <a:moveTo>
                    <a:pt x="0" y="0"/>
                  </a:moveTo>
                  <a:lnTo>
                    <a:pt x="0" y="2088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g8"/>
            <p:cNvSpPr/>
            <p:nvPr/>
          </p:nvSpPr>
          <p:spPr>
            <a:xfrm>
              <a:off x="1247062" y="3084924"/>
              <a:ext cx="222314" cy="257636"/>
            </a:xfrm>
            <a:custGeom>
              <a:avLst/>
              <a:gdLst/>
              <a:ahLst/>
              <a:cxnLst/>
              <a:rect l="0" t="0" r="0" b="0"/>
              <a:pathLst>
                <a:path w="222314" h="257636">
                  <a:moveTo>
                    <a:pt x="0" y="0"/>
                  </a:moveTo>
                  <a:lnTo>
                    <a:pt x="0" y="257636"/>
                  </a:lnTo>
                  <a:lnTo>
                    <a:pt x="222314" y="257636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247062" y="3133670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654639" y="2268988"/>
              <a:ext cx="0" cy="80183"/>
            </a:xfrm>
            <a:custGeom>
              <a:avLst/>
              <a:gdLst/>
              <a:ahLst/>
              <a:cxnLst/>
              <a:rect l="0" t="0" r="0" b="0"/>
              <a:pathLst>
                <a:path h="80183">
                  <a:moveTo>
                    <a:pt x="0" y="801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1654639" y="2678567"/>
              <a:ext cx="0" cy="249211"/>
            </a:xfrm>
            <a:custGeom>
              <a:avLst/>
              <a:gdLst/>
              <a:ahLst/>
              <a:cxnLst/>
              <a:rect l="0" t="0" r="0" b="0"/>
              <a:pathLst>
                <a:path h="249211">
                  <a:moveTo>
                    <a:pt x="0" y="0"/>
                  </a:moveTo>
                  <a:lnTo>
                    <a:pt x="0" y="24921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g12"/>
            <p:cNvSpPr/>
            <p:nvPr/>
          </p:nvSpPr>
          <p:spPr>
            <a:xfrm>
              <a:off x="1543482" y="2349171"/>
              <a:ext cx="222314" cy="329395"/>
            </a:xfrm>
            <a:custGeom>
              <a:avLst/>
              <a:gdLst/>
              <a:ahLst/>
              <a:cxnLst/>
              <a:rect l="0" t="0" r="0" b="0"/>
              <a:pathLst>
                <a:path w="222314" h="329395">
                  <a:moveTo>
                    <a:pt x="0" y="0"/>
                  </a:moveTo>
                  <a:lnTo>
                    <a:pt x="0" y="329395"/>
                  </a:lnTo>
                  <a:lnTo>
                    <a:pt x="222314" y="329395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1543482" y="2429355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951059" y="2645597"/>
              <a:ext cx="0" cy="432850"/>
            </a:xfrm>
            <a:custGeom>
              <a:avLst/>
              <a:gdLst/>
              <a:ahLst/>
              <a:cxnLst/>
              <a:rect l="0" t="0" r="0" b="0"/>
              <a:pathLst>
                <a:path h="432850">
                  <a:moveTo>
                    <a:pt x="0" y="43285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951059" y="3676348"/>
              <a:ext cx="0" cy="165050"/>
            </a:xfrm>
            <a:custGeom>
              <a:avLst/>
              <a:gdLst/>
              <a:ahLst/>
              <a:cxnLst/>
              <a:rect l="0" t="0" r="0" b="0"/>
              <a:pathLst>
                <a:path h="165050">
                  <a:moveTo>
                    <a:pt x="0" y="0"/>
                  </a:moveTo>
                  <a:lnTo>
                    <a:pt x="0" y="16505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1839901" y="3078447"/>
              <a:ext cx="222314" cy="597901"/>
            </a:xfrm>
            <a:custGeom>
              <a:avLst/>
              <a:gdLst/>
              <a:ahLst/>
              <a:cxnLst/>
              <a:rect l="0" t="0" r="0" b="0"/>
              <a:pathLst>
                <a:path w="222314" h="597901">
                  <a:moveTo>
                    <a:pt x="0" y="0"/>
                  </a:moveTo>
                  <a:lnTo>
                    <a:pt x="0" y="597901"/>
                  </a:lnTo>
                  <a:lnTo>
                    <a:pt x="222314" y="597901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839901" y="3511297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247478" y="3616203"/>
              <a:ext cx="0" cy="49433"/>
            </a:xfrm>
            <a:custGeom>
              <a:avLst/>
              <a:gdLst/>
              <a:ahLst/>
              <a:cxnLst/>
              <a:rect l="0" t="0" r="0" b="0"/>
              <a:pathLst>
                <a:path h="49433">
                  <a:moveTo>
                    <a:pt x="0" y="4943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2247478" y="3873902"/>
              <a:ext cx="0" cy="158832"/>
            </a:xfrm>
            <a:custGeom>
              <a:avLst/>
              <a:gdLst/>
              <a:ahLst/>
              <a:cxnLst/>
              <a:rect l="0" t="0" r="0" b="0"/>
              <a:pathLst>
                <a:path h="158832">
                  <a:moveTo>
                    <a:pt x="0" y="0"/>
                  </a:moveTo>
                  <a:lnTo>
                    <a:pt x="0" y="158832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g20"/>
            <p:cNvSpPr/>
            <p:nvPr/>
          </p:nvSpPr>
          <p:spPr>
            <a:xfrm>
              <a:off x="2136321" y="3665636"/>
              <a:ext cx="222314" cy="208265"/>
            </a:xfrm>
            <a:custGeom>
              <a:avLst/>
              <a:gdLst/>
              <a:ahLst/>
              <a:cxnLst/>
              <a:rect l="0" t="0" r="0" b="0"/>
              <a:pathLst>
                <a:path w="222314" h="208265">
                  <a:moveTo>
                    <a:pt x="0" y="0"/>
                  </a:moveTo>
                  <a:lnTo>
                    <a:pt x="0" y="208265"/>
                  </a:lnTo>
                  <a:lnTo>
                    <a:pt x="222314" y="208265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l21"/>
            <p:cNvSpPr/>
            <p:nvPr/>
          </p:nvSpPr>
          <p:spPr>
            <a:xfrm>
              <a:off x="2136321" y="3715069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2543898" y="2964836"/>
              <a:ext cx="0" cy="22419"/>
            </a:xfrm>
            <a:custGeom>
              <a:avLst/>
              <a:gdLst/>
              <a:ahLst/>
              <a:cxnLst/>
              <a:rect l="0" t="0" r="0" b="0"/>
              <a:pathLst>
                <a:path h="22419">
                  <a:moveTo>
                    <a:pt x="0" y="2241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2543898" y="3162009"/>
              <a:ext cx="0" cy="152333"/>
            </a:xfrm>
            <a:custGeom>
              <a:avLst/>
              <a:gdLst/>
              <a:ahLst/>
              <a:cxnLst/>
              <a:rect l="0" t="0" r="0" b="0"/>
              <a:pathLst>
                <a:path h="152333">
                  <a:moveTo>
                    <a:pt x="0" y="0"/>
                  </a:moveTo>
                  <a:lnTo>
                    <a:pt x="0" y="15233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2432741" y="2987255"/>
              <a:ext cx="222314" cy="174753"/>
            </a:xfrm>
            <a:custGeom>
              <a:avLst/>
              <a:gdLst/>
              <a:ahLst/>
              <a:cxnLst/>
              <a:rect l="0" t="0" r="0" b="0"/>
              <a:pathLst>
                <a:path w="222314" h="174753">
                  <a:moveTo>
                    <a:pt x="0" y="0"/>
                  </a:moveTo>
                  <a:lnTo>
                    <a:pt x="0" y="174753"/>
                  </a:lnTo>
                  <a:lnTo>
                    <a:pt x="222314" y="174753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2432741" y="3009675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l26"/>
            <p:cNvSpPr/>
            <p:nvPr/>
          </p:nvSpPr>
          <p:spPr>
            <a:xfrm>
              <a:off x="2840318" y="326983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l27"/>
            <p:cNvSpPr/>
            <p:nvPr/>
          </p:nvSpPr>
          <p:spPr>
            <a:xfrm>
              <a:off x="2840318" y="326983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g28"/>
            <p:cNvSpPr/>
            <p:nvPr/>
          </p:nvSpPr>
          <p:spPr>
            <a:xfrm>
              <a:off x="2729160" y="3269838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l29"/>
            <p:cNvSpPr/>
            <p:nvPr/>
          </p:nvSpPr>
          <p:spPr>
            <a:xfrm>
              <a:off x="2729160" y="3269838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l30"/>
            <p:cNvSpPr/>
            <p:nvPr/>
          </p:nvSpPr>
          <p:spPr>
            <a:xfrm>
              <a:off x="3136737" y="5231030"/>
              <a:ext cx="0" cy="75683"/>
            </a:xfrm>
            <a:custGeom>
              <a:avLst/>
              <a:gdLst/>
              <a:ahLst/>
              <a:cxnLst/>
              <a:rect l="0" t="0" r="0" b="0"/>
              <a:pathLst>
                <a:path h="75683">
                  <a:moveTo>
                    <a:pt x="0" y="756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3136737" y="5422468"/>
              <a:ext cx="0" cy="40071"/>
            </a:xfrm>
            <a:custGeom>
              <a:avLst/>
              <a:gdLst/>
              <a:ahLst/>
              <a:cxnLst/>
              <a:rect l="0" t="0" r="0" b="0"/>
              <a:pathLst>
                <a:path h="40071">
                  <a:moveTo>
                    <a:pt x="0" y="0"/>
                  </a:moveTo>
                  <a:lnTo>
                    <a:pt x="0" y="4007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g32"/>
            <p:cNvSpPr/>
            <p:nvPr/>
          </p:nvSpPr>
          <p:spPr>
            <a:xfrm>
              <a:off x="3025580" y="5306713"/>
              <a:ext cx="222314" cy="115754"/>
            </a:xfrm>
            <a:custGeom>
              <a:avLst/>
              <a:gdLst/>
              <a:ahLst/>
              <a:cxnLst/>
              <a:rect l="0" t="0" r="0" b="0"/>
              <a:pathLst>
                <a:path w="222314" h="115754">
                  <a:moveTo>
                    <a:pt x="0" y="0"/>
                  </a:moveTo>
                  <a:lnTo>
                    <a:pt x="0" y="115754"/>
                  </a:lnTo>
                  <a:lnTo>
                    <a:pt x="222314" y="115754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l33"/>
            <p:cNvSpPr/>
            <p:nvPr/>
          </p:nvSpPr>
          <p:spPr>
            <a:xfrm>
              <a:off x="3025580" y="5382397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3433157" y="4872547"/>
              <a:ext cx="0" cy="137015"/>
            </a:xfrm>
            <a:custGeom>
              <a:avLst/>
              <a:gdLst/>
              <a:ahLst/>
              <a:cxnLst/>
              <a:rect l="0" t="0" r="0" b="0"/>
              <a:pathLst>
                <a:path h="137015">
                  <a:moveTo>
                    <a:pt x="0" y="13701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3433157" y="5202686"/>
              <a:ext cx="0" cy="56107"/>
            </a:xfrm>
            <a:custGeom>
              <a:avLst/>
              <a:gdLst/>
              <a:ahLst/>
              <a:cxnLst/>
              <a:rect l="0" t="0" r="0" b="0"/>
              <a:pathLst>
                <a:path h="56107">
                  <a:moveTo>
                    <a:pt x="0" y="0"/>
                  </a:moveTo>
                  <a:lnTo>
                    <a:pt x="0" y="5610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g36"/>
            <p:cNvSpPr/>
            <p:nvPr/>
          </p:nvSpPr>
          <p:spPr>
            <a:xfrm>
              <a:off x="3321999" y="5009562"/>
              <a:ext cx="222314" cy="193123"/>
            </a:xfrm>
            <a:custGeom>
              <a:avLst/>
              <a:gdLst/>
              <a:ahLst/>
              <a:cxnLst/>
              <a:rect l="0" t="0" r="0" b="0"/>
              <a:pathLst>
                <a:path w="222314" h="193123">
                  <a:moveTo>
                    <a:pt x="0" y="0"/>
                  </a:moveTo>
                  <a:lnTo>
                    <a:pt x="0" y="193123"/>
                  </a:lnTo>
                  <a:lnTo>
                    <a:pt x="222314" y="193123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l37"/>
            <p:cNvSpPr/>
            <p:nvPr/>
          </p:nvSpPr>
          <p:spPr>
            <a:xfrm>
              <a:off x="3321999" y="5146578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tx40"/>
            <p:cNvSpPr/>
            <p:nvPr/>
          </p:nvSpPr>
          <p:spPr>
            <a:xfrm>
              <a:off x="2466174" y="282472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2688801" y="3040750"/>
              <a:ext cx="30303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abcd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1280495" y="282472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15777" y="2104646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877267" y="2464686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2134824" y="3429000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bcd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3078490" y="5056974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3374910" y="4696934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0" name="rc60"/>
            <p:cNvSpPr/>
            <p:nvPr/>
          </p:nvSpPr>
          <p:spPr>
            <a:xfrm>
              <a:off x="4367142" y="1896563"/>
              <a:ext cx="2845628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 dirty="0"/>
            </a:p>
          </p:txBody>
        </p:sp>
        <p:sp>
          <p:nvSpPr>
            <p:cNvPr id="61" name="pl61"/>
            <p:cNvSpPr/>
            <p:nvPr/>
          </p:nvSpPr>
          <p:spPr>
            <a:xfrm>
              <a:off x="4752488" y="3947790"/>
              <a:ext cx="0" cy="167984"/>
            </a:xfrm>
            <a:custGeom>
              <a:avLst/>
              <a:gdLst/>
              <a:ahLst/>
              <a:cxnLst/>
              <a:rect l="0" t="0" r="0" b="0"/>
              <a:pathLst>
                <a:path h="167984">
                  <a:moveTo>
                    <a:pt x="0" y="16798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l62"/>
            <p:cNvSpPr/>
            <p:nvPr/>
          </p:nvSpPr>
          <p:spPr>
            <a:xfrm>
              <a:off x="4752488" y="4310121"/>
              <a:ext cx="0" cy="26361"/>
            </a:xfrm>
            <a:custGeom>
              <a:avLst/>
              <a:gdLst/>
              <a:ahLst/>
              <a:cxnLst/>
              <a:rect l="0" t="0" r="0" b="0"/>
              <a:pathLst>
                <a:path h="26361">
                  <a:moveTo>
                    <a:pt x="0" y="0"/>
                  </a:moveTo>
                  <a:lnTo>
                    <a:pt x="0" y="2636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g63"/>
            <p:cNvSpPr/>
            <p:nvPr/>
          </p:nvSpPr>
          <p:spPr>
            <a:xfrm>
              <a:off x="4641330" y="4115775"/>
              <a:ext cx="222314" cy="194346"/>
            </a:xfrm>
            <a:custGeom>
              <a:avLst/>
              <a:gdLst/>
              <a:ahLst/>
              <a:cxnLst/>
              <a:rect l="0" t="0" r="0" b="0"/>
              <a:pathLst>
                <a:path w="222314" h="194346">
                  <a:moveTo>
                    <a:pt x="0" y="0"/>
                  </a:moveTo>
                  <a:lnTo>
                    <a:pt x="0" y="194346"/>
                  </a:lnTo>
                  <a:lnTo>
                    <a:pt x="222314" y="194346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l64"/>
            <p:cNvSpPr/>
            <p:nvPr/>
          </p:nvSpPr>
          <p:spPr>
            <a:xfrm>
              <a:off x="4641330" y="4283760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l65"/>
            <p:cNvSpPr/>
            <p:nvPr/>
          </p:nvSpPr>
          <p:spPr>
            <a:xfrm>
              <a:off x="5048907" y="4587150"/>
              <a:ext cx="0" cy="83635"/>
            </a:xfrm>
            <a:custGeom>
              <a:avLst/>
              <a:gdLst/>
              <a:ahLst/>
              <a:cxnLst/>
              <a:rect l="0" t="0" r="0" b="0"/>
              <a:pathLst>
                <a:path h="83635">
                  <a:moveTo>
                    <a:pt x="0" y="8363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l66"/>
            <p:cNvSpPr/>
            <p:nvPr/>
          </p:nvSpPr>
          <p:spPr>
            <a:xfrm>
              <a:off x="5048907" y="4838057"/>
              <a:ext cx="0" cy="83635"/>
            </a:xfrm>
            <a:custGeom>
              <a:avLst/>
              <a:gdLst/>
              <a:ahLst/>
              <a:cxnLst/>
              <a:rect l="0" t="0" r="0" b="0"/>
              <a:pathLst>
                <a:path h="83635">
                  <a:moveTo>
                    <a:pt x="0" y="0"/>
                  </a:moveTo>
                  <a:lnTo>
                    <a:pt x="0" y="8363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g67"/>
            <p:cNvSpPr/>
            <p:nvPr/>
          </p:nvSpPr>
          <p:spPr>
            <a:xfrm>
              <a:off x="4937750" y="4670786"/>
              <a:ext cx="222314" cy="167271"/>
            </a:xfrm>
            <a:custGeom>
              <a:avLst/>
              <a:gdLst/>
              <a:ahLst/>
              <a:cxnLst/>
              <a:rect l="0" t="0" r="0" b="0"/>
              <a:pathLst>
                <a:path w="222314" h="167271">
                  <a:moveTo>
                    <a:pt x="0" y="0"/>
                  </a:moveTo>
                  <a:lnTo>
                    <a:pt x="0" y="167271"/>
                  </a:lnTo>
                  <a:lnTo>
                    <a:pt x="222314" y="167271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l68"/>
            <p:cNvSpPr/>
            <p:nvPr/>
          </p:nvSpPr>
          <p:spPr>
            <a:xfrm>
              <a:off x="4937750" y="4754421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l69"/>
            <p:cNvSpPr/>
            <p:nvPr/>
          </p:nvSpPr>
          <p:spPr>
            <a:xfrm>
              <a:off x="5345327" y="3834699"/>
              <a:ext cx="0" cy="102064"/>
            </a:xfrm>
            <a:custGeom>
              <a:avLst/>
              <a:gdLst/>
              <a:ahLst/>
              <a:cxnLst/>
              <a:rect l="0" t="0" r="0" b="0"/>
              <a:pathLst>
                <a:path h="102064">
                  <a:moveTo>
                    <a:pt x="0" y="10206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l70"/>
            <p:cNvSpPr/>
            <p:nvPr/>
          </p:nvSpPr>
          <p:spPr>
            <a:xfrm>
              <a:off x="5345327" y="4116934"/>
              <a:ext cx="0" cy="78106"/>
            </a:xfrm>
            <a:custGeom>
              <a:avLst/>
              <a:gdLst/>
              <a:ahLst/>
              <a:cxnLst/>
              <a:rect l="0" t="0" r="0" b="0"/>
              <a:pathLst>
                <a:path h="78106">
                  <a:moveTo>
                    <a:pt x="0" y="0"/>
                  </a:moveTo>
                  <a:lnTo>
                    <a:pt x="0" y="7810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g71"/>
            <p:cNvSpPr/>
            <p:nvPr/>
          </p:nvSpPr>
          <p:spPr>
            <a:xfrm>
              <a:off x="5234170" y="3936763"/>
              <a:ext cx="222314" cy="180171"/>
            </a:xfrm>
            <a:custGeom>
              <a:avLst/>
              <a:gdLst/>
              <a:ahLst/>
              <a:cxnLst/>
              <a:rect l="0" t="0" r="0" b="0"/>
              <a:pathLst>
                <a:path w="222314" h="180171">
                  <a:moveTo>
                    <a:pt x="0" y="0"/>
                  </a:moveTo>
                  <a:lnTo>
                    <a:pt x="0" y="180171"/>
                  </a:lnTo>
                  <a:lnTo>
                    <a:pt x="222314" y="180171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l72"/>
            <p:cNvSpPr/>
            <p:nvPr/>
          </p:nvSpPr>
          <p:spPr>
            <a:xfrm>
              <a:off x="5234170" y="4038827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l73"/>
            <p:cNvSpPr/>
            <p:nvPr/>
          </p:nvSpPr>
          <p:spPr>
            <a:xfrm>
              <a:off x="5641747" y="3902645"/>
              <a:ext cx="0" cy="119534"/>
            </a:xfrm>
            <a:custGeom>
              <a:avLst/>
              <a:gdLst/>
              <a:ahLst/>
              <a:cxnLst/>
              <a:rect l="0" t="0" r="0" b="0"/>
              <a:pathLst>
                <a:path h="119534">
                  <a:moveTo>
                    <a:pt x="0" y="11953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l74"/>
            <p:cNvSpPr/>
            <p:nvPr/>
          </p:nvSpPr>
          <p:spPr>
            <a:xfrm>
              <a:off x="5641747" y="4144543"/>
              <a:ext cx="0" cy="2829"/>
            </a:xfrm>
            <a:custGeom>
              <a:avLst/>
              <a:gdLst/>
              <a:ahLst/>
              <a:cxnLst/>
              <a:rect l="0" t="0" r="0" b="0"/>
              <a:pathLst>
                <a:path h="2829">
                  <a:moveTo>
                    <a:pt x="0" y="0"/>
                  </a:moveTo>
                  <a:lnTo>
                    <a:pt x="0" y="282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g75"/>
            <p:cNvSpPr/>
            <p:nvPr/>
          </p:nvSpPr>
          <p:spPr>
            <a:xfrm>
              <a:off x="5530589" y="4022179"/>
              <a:ext cx="222314" cy="122363"/>
            </a:xfrm>
            <a:custGeom>
              <a:avLst/>
              <a:gdLst/>
              <a:ahLst/>
              <a:cxnLst/>
              <a:rect l="0" t="0" r="0" b="0"/>
              <a:pathLst>
                <a:path w="222314" h="122363">
                  <a:moveTo>
                    <a:pt x="0" y="0"/>
                  </a:moveTo>
                  <a:lnTo>
                    <a:pt x="0" y="122363"/>
                  </a:lnTo>
                  <a:lnTo>
                    <a:pt x="222314" y="122363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l76"/>
            <p:cNvSpPr/>
            <p:nvPr/>
          </p:nvSpPr>
          <p:spPr>
            <a:xfrm>
              <a:off x="5530589" y="4141714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l77"/>
            <p:cNvSpPr/>
            <p:nvPr/>
          </p:nvSpPr>
          <p:spPr>
            <a:xfrm>
              <a:off x="5938166" y="4574597"/>
              <a:ext cx="0" cy="61141"/>
            </a:xfrm>
            <a:custGeom>
              <a:avLst/>
              <a:gdLst/>
              <a:ahLst/>
              <a:cxnLst/>
              <a:rect l="0" t="0" r="0" b="0"/>
              <a:pathLst>
                <a:path h="61141">
                  <a:moveTo>
                    <a:pt x="0" y="61141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l78"/>
            <p:cNvSpPr/>
            <p:nvPr/>
          </p:nvSpPr>
          <p:spPr>
            <a:xfrm>
              <a:off x="5938166" y="4737802"/>
              <a:ext cx="0" cy="40921"/>
            </a:xfrm>
            <a:custGeom>
              <a:avLst/>
              <a:gdLst/>
              <a:ahLst/>
              <a:cxnLst/>
              <a:rect l="0" t="0" r="0" b="0"/>
              <a:pathLst>
                <a:path h="40921">
                  <a:moveTo>
                    <a:pt x="0" y="0"/>
                  </a:moveTo>
                  <a:lnTo>
                    <a:pt x="0" y="4092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g79"/>
            <p:cNvSpPr/>
            <p:nvPr/>
          </p:nvSpPr>
          <p:spPr>
            <a:xfrm>
              <a:off x="5827009" y="4635739"/>
              <a:ext cx="222314" cy="102062"/>
            </a:xfrm>
            <a:custGeom>
              <a:avLst/>
              <a:gdLst/>
              <a:ahLst/>
              <a:cxnLst/>
              <a:rect l="0" t="0" r="0" b="0"/>
              <a:pathLst>
                <a:path w="222314" h="102062">
                  <a:moveTo>
                    <a:pt x="0" y="0"/>
                  </a:moveTo>
                  <a:lnTo>
                    <a:pt x="0" y="102062"/>
                  </a:lnTo>
                  <a:lnTo>
                    <a:pt x="222314" y="102062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l80"/>
            <p:cNvSpPr/>
            <p:nvPr/>
          </p:nvSpPr>
          <p:spPr>
            <a:xfrm>
              <a:off x="5827009" y="4696880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l81"/>
            <p:cNvSpPr/>
            <p:nvPr/>
          </p:nvSpPr>
          <p:spPr>
            <a:xfrm>
              <a:off x="6234586" y="4053270"/>
              <a:ext cx="0" cy="48822"/>
            </a:xfrm>
            <a:custGeom>
              <a:avLst/>
              <a:gdLst/>
              <a:ahLst/>
              <a:cxnLst/>
              <a:rect l="0" t="0" r="0" b="0"/>
              <a:pathLst>
                <a:path h="48822">
                  <a:moveTo>
                    <a:pt x="0" y="488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l82"/>
            <p:cNvSpPr/>
            <p:nvPr/>
          </p:nvSpPr>
          <p:spPr>
            <a:xfrm>
              <a:off x="6234586" y="4292986"/>
              <a:ext cx="0" cy="142070"/>
            </a:xfrm>
            <a:custGeom>
              <a:avLst/>
              <a:gdLst/>
              <a:ahLst/>
              <a:cxnLst/>
              <a:rect l="0" t="0" r="0" b="0"/>
              <a:pathLst>
                <a:path h="142070">
                  <a:moveTo>
                    <a:pt x="0" y="0"/>
                  </a:moveTo>
                  <a:lnTo>
                    <a:pt x="0" y="14207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g83"/>
            <p:cNvSpPr/>
            <p:nvPr/>
          </p:nvSpPr>
          <p:spPr>
            <a:xfrm>
              <a:off x="6123429" y="4102093"/>
              <a:ext cx="222314" cy="190892"/>
            </a:xfrm>
            <a:custGeom>
              <a:avLst/>
              <a:gdLst/>
              <a:ahLst/>
              <a:cxnLst/>
              <a:rect l="0" t="0" r="0" b="0"/>
              <a:pathLst>
                <a:path w="222314" h="190892">
                  <a:moveTo>
                    <a:pt x="0" y="0"/>
                  </a:moveTo>
                  <a:lnTo>
                    <a:pt x="0" y="190892"/>
                  </a:lnTo>
                  <a:lnTo>
                    <a:pt x="222314" y="190892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l84"/>
            <p:cNvSpPr/>
            <p:nvPr/>
          </p:nvSpPr>
          <p:spPr>
            <a:xfrm>
              <a:off x="6123429" y="4150915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l85"/>
            <p:cNvSpPr/>
            <p:nvPr/>
          </p:nvSpPr>
          <p:spPr>
            <a:xfrm>
              <a:off x="6531006" y="5442824"/>
              <a:ext cx="0" cy="8523"/>
            </a:xfrm>
            <a:custGeom>
              <a:avLst/>
              <a:gdLst/>
              <a:ahLst/>
              <a:cxnLst/>
              <a:rect l="0" t="0" r="0" b="0"/>
              <a:pathLst>
                <a:path h="8523">
                  <a:moveTo>
                    <a:pt x="0" y="852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l86"/>
            <p:cNvSpPr/>
            <p:nvPr/>
          </p:nvSpPr>
          <p:spPr>
            <a:xfrm>
              <a:off x="6531006" y="5468396"/>
              <a:ext cx="0" cy="8523"/>
            </a:xfrm>
            <a:custGeom>
              <a:avLst/>
              <a:gdLst/>
              <a:ahLst/>
              <a:cxnLst/>
              <a:rect l="0" t="0" r="0" b="0"/>
              <a:pathLst>
                <a:path h="8523">
                  <a:moveTo>
                    <a:pt x="0" y="0"/>
                  </a:moveTo>
                  <a:lnTo>
                    <a:pt x="0" y="852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g87"/>
            <p:cNvSpPr/>
            <p:nvPr/>
          </p:nvSpPr>
          <p:spPr>
            <a:xfrm>
              <a:off x="6419848" y="5451348"/>
              <a:ext cx="222314" cy="17047"/>
            </a:xfrm>
            <a:custGeom>
              <a:avLst/>
              <a:gdLst/>
              <a:ahLst/>
              <a:cxnLst/>
              <a:rect l="0" t="0" r="0" b="0"/>
              <a:pathLst>
                <a:path w="222314" h="17047">
                  <a:moveTo>
                    <a:pt x="0" y="0"/>
                  </a:moveTo>
                  <a:lnTo>
                    <a:pt x="0" y="17047"/>
                  </a:lnTo>
                  <a:lnTo>
                    <a:pt x="222314" y="17047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l88"/>
            <p:cNvSpPr/>
            <p:nvPr/>
          </p:nvSpPr>
          <p:spPr>
            <a:xfrm>
              <a:off x="6419848" y="5459872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l89"/>
            <p:cNvSpPr/>
            <p:nvPr/>
          </p:nvSpPr>
          <p:spPr>
            <a:xfrm>
              <a:off x="6827425" y="5439194"/>
              <a:ext cx="0" cy="33722"/>
            </a:xfrm>
            <a:custGeom>
              <a:avLst/>
              <a:gdLst/>
              <a:ahLst/>
              <a:cxnLst/>
              <a:rect l="0" t="0" r="0" b="0"/>
              <a:pathLst>
                <a:path h="33722">
                  <a:moveTo>
                    <a:pt x="0" y="337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l90"/>
            <p:cNvSpPr/>
            <p:nvPr/>
          </p:nvSpPr>
          <p:spPr>
            <a:xfrm>
              <a:off x="6827425" y="5527923"/>
              <a:ext cx="0" cy="21284"/>
            </a:xfrm>
            <a:custGeom>
              <a:avLst/>
              <a:gdLst/>
              <a:ahLst/>
              <a:cxnLst/>
              <a:rect l="0" t="0" r="0" b="0"/>
              <a:pathLst>
                <a:path h="21284">
                  <a:moveTo>
                    <a:pt x="0" y="0"/>
                  </a:moveTo>
                  <a:lnTo>
                    <a:pt x="0" y="21284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g91"/>
            <p:cNvSpPr/>
            <p:nvPr/>
          </p:nvSpPr>
          <p:spPr>
            <a:xfrm>
              <a:off x="6716268" y="5472916"/>
              <a:ext cx="222314" cy="55006"/>
            </a:xfrm>
            <a:custGeom>
              <a:avLst/>
              <a:gdLst/>
              <a:ahLst/>
              <a:cxnLst/>
              <a:rect l="0" t="0" r="0" b="0"/>
              <a:pathLst>
                <a:path w="222314" h="55006">
                  <a:moveTo>
                    <a:pt x="0" y="0"/>
                  </a:moveTo>
                  <a:lnTo>
                    <a:pt x="0" y="55006"/>
                  </a:lnTo>
                  <a:lnTo>
                    <a:pt x="222314" y="55006"/>
                  </a:lnTo>
                  <a:lnTo>
                    <a:pt x="222314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l92"/>
            <p:cNvSpPr/>
            <p:nvPr/>
          </p:nvSpPr>
          <p:spPr>
            <a:xfrm>
              <a:off x="6716268" y="5506639"/>
              <a:ext cx="222314" cy="0"/>
            </a:xfrm>
            <a:custGeom>
              <a:avLst/>
              <a:gdLst/>
              <a:ahLst/>
              <a:cxnLst/>
              <a:rect l="0" t="0" r="0" b="0"/>
              <a:pathLst>
                <a:path w="222314">
                  <a:moveTo>
                    <a:pt x="0" y="0"/>
                  </a:moveTo>
                  <a:lnTo>
                    <a:pt x="222314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tx95"/>
            <p:cNvSpPr/>
            <p:nvPr/>
          </p:nvSpPr>
          <p:spPr>
            <a:xfrm>
              <a:off x="5879919" y="440890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6156862" y="3904846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4674764" y="383283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4951798" y="4437112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5232673" y="3688822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5529093" y="3760830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6472758" y="5272998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6788563" y="5272998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</a:t>
              </a:r>
            </a:p>
          </p:txBody>
        </p:sp>
        <p:sp>
          <p:nvSpPr>
            <p:cNvPr id="115" name="pl115"/>
            <p:cNvSpPr/>
            <p:nvPr/>
          </p:nvSpPr>
          <p:spPr>
            <a:xfrm>
              <a:off x="972874" y="5723141"/>
              <a:ext cx="3383102" cy="45719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l116"/>
            <p:cNvSpPr/>
            <p:nvPr/>
          </p:nvSpPr>
          <p:spPr>
            <a:xfrm>
              <a:off x="2395688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tx117"/>
            <p:cNvSpPr/>
            <p:nvPr/>
          </p:nvSpPr>
          <p:spPr>
            <a:xfrm>
              <a:off x="2159681" y="5869179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118" name="pl118"/>
            <p:cNvSpPr/>
            <p:nvPr/>
          </p:nvSpPr>
          <p:spPr>
            <a:xfrm>
              <a:off x="4367142" y="5723142"/>
              <a:ext cx="2845628" cy="0"/>
            </a:xfrm>
            <a:custGeom>
              <a:avLst/>
              <a:gdLst/>
              <a:ahLst/>
              <a:cxnLst/>
              <a:rect l="0" t="0" r="0" b="0"/>
              <a:pathLst>
                <a:path w="2845628">
                  <a:moveTo>
                    <a:pt x="0" y="0"/>
                  </a:moveTo>
                  <a:lnTo>
                    <a:pt x="2845628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l119"/>
            <p:cNvSpPr/>
            <p:nvPr/>
          </p:nvSpPr>
          <p:spPr>
            <a:xfrm>
              <a:off x="578995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tx120"/>
            <p:cNvSpPr/>
            <p:nvPr/>
          </p:nvSpPr>
          <p:spPr>
            <a:xfrm>
              <a:off x="5544714" y="5869179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121" name="pl121"/>
            <p:cNvSpPr/>
            <p:nvPr/>
          </p:nvSpPr>
          <p:spPr>
            <a:xfrm>
              <a:off x="972874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tx122"/>
            <p:cNvSpPr/>
            <p:nvPr/>
          </p:nvSpPr>
          <p:spPr>
            <a:xfrm>
              <a:off x="692708" y="5540172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0.00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92708" y="4662741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0.25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92708" y="3785310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0.50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692708" y="2907879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0.75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92708" y="2030448"/>
              <a:ext cx="2175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1.00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938079" y="558022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l128"/>
            <p:cNvSpPr/>
            <p:nvPr/>
          </p:nvSpPr>
          <p:spPr>
            <a:xfrm>
              <a:off x="938079" y="4702792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l129"/>
            <p:cNvSpPr/>
            <p:nvPr/>
          </p:nvSpPr>
          <p:spPr>
            <a:xfrm>
              <a:off x="938079" y="382536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l130"/>
            <p:cNvSpPr/>
            <p:nvPr/>
          </p:nvSpPr>
          <p:spPr>
            <a:xfrm>
              <a:off x="938079" y="2947930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l131"/>
            <p:cNvSpPr/>
            <p:nvPr/>
          </p:nvSpPr>
          <p:spPr>
            <a:xfrm>
              <a:off x="938079" y="20704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tx132"/>
            <p:cNvSpPr/>
            <p:nvPr/>
          </p:nvSpPr>
          <p:spPr>
            <a:xfrm>
              <a:off x="3545417" y="5993078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133" name="tx133"/>
            <p:cNvSpPr/>
            <p:nvPr/>
          </p:nvSpPr>
          <p:spPr>
            <a:xfrm rot="-5400000">
              <a:off x="328455" y="3759743"/>
              <a:ext cx="4968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Survival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7351949" y="2762083"/>
              <a:ext cx="1265261" cy="20955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5" name="tx135"/>
            <p:cNvSpPr/>
            <p:nvPr/>
          </p:nvSpPr>
          <p:spPr>
            <a:xfrm>
              <a:off x="7421538" y="2847125"/>
              <a:ext cx="112608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 Group</a:t>
              </a:r>
            </a:p>
          </p:txBody>
        </p:sp>
        <p:sp>
          <p:nvSpPr>
            <p:cNvPr id="136" name="rc136"/>
            <p:cNvSpPr/>
            <p:nvPr/>
          </p:nvSpPr>
          <p:spPr>
            <a:xfrm>
              <a:off x="7421538" y="30323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7" name="pl137"/>
            <p:cNvSpPr/>
            <p:nvPr/>
          </p:nvSpPr>
          <p:spPr>
            <a:xfrm>
              <a:off x="7531266" y="3196978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l138"/>
            <p:cNvSpPr/>
            <p:nvPr/>
          </p:nvSpPr>
          <p:spPr>
            <a:xfrm>
              <a:off x="7531266" y="3054331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rc139"/>
            <p:cNvSpPr/>
            <p:nvPr/>
          </p:nvSpPr>
          <p:spPr>
            <a:xfrm>
              <a:off x="7448970" y="3087250"/>
              <a:ext cx="164592" cy="109727"/>
            </a:xfrm>
            <a:prstGeom prst="rect">
              <a:avLst/>
            </a:pr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l140"/>
            <p:cNvSpPr/>
            <p:nvPr/>
          </p:nvSpPr>
          <p:spPr>
            <a:xfrm>
              <a:off x="7448970" y="3142114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l141"/>
            <p:cNvSpPr/>
            <p:nvPr/>
          </p:nvSpPr>
          <p:spPr>
            <a:xfrm>
              <a:off x="7531266" y="322989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l142"/>
            <p:cNvSpPr/>
            <p:nvPr/>
          </p:nvSpPr>
          <p:spPr>
            <a:xfrm>
              <a:off x="7531266" y="305433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rc143"/>
            <p:cNvSpPr/>
            <p:nvPr/>
          </p:nvSpPr>
          <p:spPr>
            <a:xfrm>
              <a:off x="7421538" y="32518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4" name="pl144"/>
            <p:cNvSpPr/>
            <p:nvPr/>
          </p:nvSpPr>
          <p:spPr>
            <a:xfrm>
              <a:off x="7531266" y="3416434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l145"/>
            <p:cNvSpPr/>
            <p:nvPr/>
          </p:nvSpPr>
          <p:spPr>
            <a:xfrm>
              <a:off x="7531266" y="3273787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rc146"/>
            <p:cNvSpPr/>
            <p:nvPr/>
          </p:nvSpPr>
          <p:spPr>
            <a:xfrm>
              <a:off x="7448970" y="3306706"/>
              <a:ext cx="164592" cy="109727"/>
            </a:xfrm>
            <a:prstGeom prst="rect">
              <a:avLst/>
            </a:pr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l147"/>
            <p:cNvSpPr/>
            <p:nvPr/>
          </p:nvSpPr>
          <p:spPr>
            <a:xfrm>
              <a:off x="7448970" y="3361570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l148"/>
            <p:cNvSpPr/>
            <p:nvPr/>
          </p:nvSpPr>
          <p:spPr>
            <a:xfrm>
              <a:off x="7531266" y="344935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l149"/>
            <p:cNvSpPr/>
            <p:nvPr/>
          </p:nvSpPr>
          <p:spPr>
            <a:xfrm>
              <a:off x="7531266" y="327378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rc150"/>
            <p:cNvSpPr/>
            <p:nvPr/>
          </p:nvSpPr>
          <p:spPr>
            <a:xfrm>
              <a:off x="7421538" y="34712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1" name="pl151"/>
            <p:cNvSpPr/>
            <p:nvPr/>
          </p:nvSpPr>
          <p:spPr>
            <a:xfrm>
              <a:off x="7531266" y="3635890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l152"/>
            <p:cNvSpPr/>
            <p:nvPr/>
          </p:nvSpPr>
          <p:spPr>
            <a:xfrm>
              <a:off x="7531266" y="3493243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rc153"/>
            <p:cNvSpPr/>
            <p:nvPr/>
          </p:nvSpPr>
          <p:spPr>
            <a:xfrm>
              <a:off x="7448970" y="3526162"/>
              <a:ext cx="164592" cy="109727"/>
            </a:xfrm>
            <a:prstGeom prst="rect">
              <a:avLst/>
            </a:pr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l154"/>
            <p:cNvSpPr/>
            <p:nvPr/>
          </p:nvSpPr>
          <p:spPr>
            <a:xfrm>
              <a:off x="7448970" y="3581026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l155"/>
            <p:cNvSpPr/>
            <p:nvPr/>
          </p:nvSpPr>
          <p:spPr>
            <a:xfrm>
              <a:off x="7531266" y="366880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l156"/>
            <p:cNvSpPr/>
            <p:nvPr/>
          </p:nvSpPr>
          <p:spPr>
            <a:xfrm>
              <a:off x="7531266" y="349324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rc157"/>
            <p:cNvSpPr/>
            <p:nvPr/>
          </p:nvSpPr>
          <p:spPr>
            <a:xfrm>
              <a:off x="7421538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8" name="pl158"/>
            <p:cNvSpPr/>
            <p:nvPr/>
          </p:nvSpPr>
          <p:spPr>
            <a:xfrm>
              <a:off x="7531266" y="3855346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l159"/>
            <p:cNvSpPr/>
            <p:nvPr/>
          </p:nvSpPr>
          <p:spPr>
            <a:xfrm>
              <a:off x="7531266" y="3712699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rc160"/>
            <p:cNvSpPr/>
            <p:nvPr/>
          </p:nvSpPr>
          <p:spPr>
            <a:xfrm>
              <a:off x="7448970" y="3745618"/>
              <a:ext cx="164592" cy="109727"/>
            </a:xfrm>
            <a:prstGeom prst="rect">
              <a:avLst/>
            </a:pr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l161"/>
            <p:cNvSpPr/>
            <p:nvPr/>
          </p:nvSpPr>
          <p:spPr>
            <a:xfrm>
              <a:off x="7448970" y="3800482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l162"/>
            <p:cNvSpPr/>
            <p:nvPr/>
          </p:nvSpPr>
          <p:spPr>
            <a:xfrm>
              <a:off x="7531266" y="388826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l163"/>
            <p:cNvSpPr/>
            <p:nvPr/>
          </p:nvSpPr>
          <p:spPr>
            <a:xfrm>
              <a:off x="7531266" y="37126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rc164"/>
            <p:cNvSpPr/>
            <p:nvPr/>
          </p:nvSpPr>
          <p:spPr>
            <a:xfrm>
              <a:off x="7421538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5" name="pl165"/>
            <p:cNvSpPr/>
            <p:nvPr/>
          </p:nvSpPr>
          <p:spPr>
            <a:xfrm>
              <a:off x="7531266" y="4074802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l166"/>
            <p:cNvSpPr/>
            <p:nvPr/>
          </p:nvSpPr>
          <p:spPr>
            <a:xfrm>
              <a:off x="7531266" y="3932155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rc167"/>
            <p:cNvSpPr/>
            <p:nvPr/>
          </p:nvSpPr>
          <p:spPr>
            <a:xfrm>
              <a:off x="7448970" y="396507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l168"/>
            <p:cNvSpPr/>
            <p:nvPr/>
          </p:nvSpPr>
          <p:spPr>
            <a:xfrm>
              <a:off x="7448970" y="4019938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l169"/>
            <p:cNvSpPr/>
            <p:nvPr/>
          </p:nvSpPr>
          <p:spPr>
            <a:xfrm>
              <a:off x="7531266" y="410772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l170"/>
            <p:cNvSpPr/>
            <p:nvPr/>
          </p:nvSpPr>
          <p:spPr>
            <a:xfrm>
              <a:off x="7531266" y="393215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rc171"/>
            <p:cNvSpPr/>
            <p:nvPr/>
          </p:nvSpPr>
          <p:spPr>
            <a:xfrm>
              <a:off x="7421538" y="412966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2" name="pl172"/>
            <p:cNvSpPr/>
            <p:nvPr/>
          </p:nvSpPr>
          <p:spPr>
            <a:xfrm>
              <a:off x="7531266" y="4294258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l173"/>
            <p:cNvSpPr/>
            <p:nvPr/>
          </p:nvSpPr>
          <p:spPr>
            <a:xfrm>
              <a:off x="7531266" y="4151611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rc174"/>
            <p:cNvSpPr/>
            <p:nvPr/>
          </p:nvSpPr>
          <p:spPr>
            <a:xfrm>
              <a:off x="7448970" y="4184530"/>
              <a:ext cx="164592" cy="109727"/>
            </a:xfrm>
            <a:prstGeom prst="rect">
              <a:avLst/>
            </a:pr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l175"/>
            <p:cNvSpPr/>
            <p:nvPr/>
          </p:nvSpPr>
          <p:spPr>
            <a:xfrm>
              <a:off x="7448970" y="4239394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l176"/>
            <p:cNvSpPr/>
            <p:nvPr/>
          </p:nvSpPr>
          <p:spPr>
            <a:xfrm>
              <a:off x="7531266" y="432717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l177"/>
            <p:cNvSpPr/>
            <p:nvPr/>
          </p:nvSpPr>
          <p:spPr>
            <a:xfrm>
              <a:off x="7531266" y="415161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rc178"/>
            <p:cNvSpPr/>
            <p:nvPr/>
          </p:nvSpPr>
          <p:spPr>
            <a:xfrm>
              <a:off x="7421538" y="434912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9" name="pl179"/>
            <p:cNvSpPr/>
            <p:nvPr/>
          </p:nvSpPr>
          <p:spPr>
            <a:xfrm>
              <a:off x="7531266" y="4513714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l180"/>
            <p:cNvSpPr/>
            <p:nvPr/>
          </p:nvSpPr>
          <p:spPr>
            <a:xfrm>
              <a:off x="7531266" y="4371067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rc181"/>
            <p:cNvSpPr/>
            <p:nvPr/>
          </p:nvSpPr>
          <p:spPr>
            <a:xfrm>
              <a:off x="7448970" y="4403986"/>
              <a:ext cx="164592" cy="109727"/>
            </a:xfrm>
            <a:prstGeom prst="rect">
              <a:avLst/>
            </a:pr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l182"/>
            <p:cNvSpPr/>
            <p:nvPr/>
          </p:nvSpPr>
          <p:spPr>
            <a:xfrm>
              <a:off x="7448970" y="4458850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l183"/>
            <p:cNvSpPr/>
            <p:nvPr/>
          </p:nvSpPr>
          <p:spPr>
            <a:xfrm>
              <a:off x="7531266" y="4546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l184"/>
            <p:cNvSpPr/>
            <p:nvPr/>
          </p:nvSpPr>
          <p:spPr>
            <a:xfrm>
              <a:off x="7531266" y="437106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rc185"/>
            <p:cNvSpPr/>
            <p:nvPr/>
          </p:nvSpPr>
          <p:spPr>
            <a:xfrm>
              <a:off x="7421538" y="456857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6" name="pl186"/>
            <p:cNvSpPr/>
            <p:nvPr/>
          </p:nvSpPr>
          <p:spPr>
            <a:xfrm>
              <a:off x="7531266" y="4733170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l187"/>
            <p:cNvSpPr/>
            <p:nvPr/>
          </p:nvSpPr>
          <p:spPr>
            <a:xfrm>
              <a:off x="7531266" y="4590523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rc188"/>
            <p:cNvSpPr/>
            <p:nvPr/>
          </p:nvSpPr>
          <p:spPr>
            <a:xfrm>
              <a:off x="7448970" y="4623442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l189"/>
            <p:cNvSpPr/>
            <p:nvPr/>
          </p:nvSpPr>
          <p:spPr>
            <a:xfrm>
              <a:off x="7448970" y="4678306"/>
              <a:ext cx="164592" cy="0"/>
            </a:xfrm>
            <a:custGeom>
              <a:avLst/>
              <a:gdLst/>
              <a:ahLst/>
              <a:cxnLst/>
              <a:rect l="0" t="0" r="0" b="0"/>
              <a:pathLst>
                <a:path w="164592">
                  <a:moveTo>
                    <a:pt x="0" y="0"/>
                  </a:moveTo>
                  <a:lnTo>
                    <a:pt x="164592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l190"/>
            <p:cNvSpPr/>
            <p:nvPr/>
          </p:nvSpPr>
          <p:spPr>
            <a:xfrm>
              <a:off x="7531266" y="476608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l191"/>
            <p:cNvSpPr/>
            <p:nvPr/>
          </p:nvSpPr>
          <p:spPr>
            <a:xfrm>
              <a:off x="7531266" y="459052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tx192"/>
            <p:cNvSpPr/>
            <p:nvPr/>
          </p:nvSpPr>
          <p:spPr>
            <a:xfrm>
              <a:off x="7710583" y="3102063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7710583" y="3321519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7710583" y="3540975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7710583" y="3760431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7710583" y="3979887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7710583" y="4199343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7710583" y="4418799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7710583" y="4638255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327437" y="1669789"/>
              <a:ext cx="3100547" cy="12015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en-US"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   (A) </a:t>
              </a:r>
              <a:r>
                <a:rPr sz="16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Final Survival at Lewisetta and York River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457200" y="1600200"/>
            <a:ext cx="8229600" cy="4525962"/>
            <a:chOff x="457200" y="1600200"/>
            <a:chExt cx="8229600" cy="4525962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rc5"/>
            <p:cNvSpPr/>
            <p:nvPr/>
          </p:nvSpPr>
          <p:spPr>
            <a:xfrm>
              <a:off x="941876" y="1896563"/>
              <a:ext cx="286112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" name="pt6"/>
            <p:cNvSpPr/>
            <p:nvPr/>
          </p:nvSpPr>
          <p:spPr>
            <a:xfrm>
              <a:off x="1304494" y="4290000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7"/>
            <p:cNvSpPr/>
            <p:nvPr/>
          </p:nvSpPr>
          <p:spPr>
            <a:xfrm>
              <a:off x="1304494" y="207372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t8"/>
            <p:cNvSpPr/>
            <p:nvPr/>
          </p:nvSpPr>
          <p:spPr>
            <a:xfrm>
              <a:off x="1304494" y="471081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329320" y="2294931"/>
              <a:ext cx="0" cy="729406"/>
            </a:xfrm>
            <a:custGeom>
              <a:avLst/>
              <a:gdLst/>
              <a:ahLst/>
              <a:cxnLst/>
              <a:rect l="0" t="0" r="0" b="0"/>
              <a:pathLst>
                <a:path h="729406">
                  <a:moveTo>
                    <a:pt x="0" y="72940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1329320" y="3529312"/>
              <a:ext cx="0" cy="617190"/>
            </a:xfrm>
            <a:custGeom>
              <a:avLst/>
              <a:gdLst/>
              <a:ahLst/>
              <a:cxnLst/>
              <a:rect l="0" t="0" r="0" b="0"/>
              <a:pathLst>
                <a:path h="617190">
                  <a:moveTo>
                    <a:pt x="0" y="0"/>
                  </a:moveTo>
                  <a:lnTo>
                    <a:pt x="0" y="6171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g11"/>
            <p:cNvSpPr/>
            <p:nvPr/>
          </p:nvSpPr>
          <p:spPr>
            <a:xfrm>
              <a:off x="1217557" y="3024338"/>
              <a:ext cx="223525" cy="504973"/>
            </a:xfrm>
            <a:custGeom>
              <a:avLst/>
              <a:gdLst/>
              <a:ahLst/>
              <a:cxnLst/>
              <a:rect l="0" t="0" r="0" b="0"/>
              <a:pathLst>
                <a:path w="223525" h="504973">
                  <a:moveTo>
                    <a:pt x="0" y="0"/>
                  </a:moveTo>
                  <a:lnTo>
                    <a:pt x="0" y="504973"/>
                  </a:lnTo>
                  <a:lnTo>
                    <a:pt x="223525" y="504973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1217557" y="3276825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t13"/>
            <p:cNvSpPr/>
            <p:nvPr/>
          </p:nvSpPr>
          <p:spPr>
            <a:xfrm>
              <a:off x="1602528" y="434610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1627354" y="2154661"/>
              <a:ext cx="0" cy="617190"/>
            </a:xfrm>
            <a:custGeom>
              <a:avLst/>
              <a:gdLst/>
              <a:ahLst/>
              <a:cxnLst/>
              <a:rect l="0" t="0" r="0" b="0"/>
              <a:pathLst>
                <a:path h="617190">
                  <a:moveTo>
                    <a:pt x="0" y="61719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1627354" y="3389041"/>
              <a:ext cx="0" cy="617190"/>
            </a:xfrm>
            <a:custGeom>
              <a:avLst/>
              <a:gdLst/>
              <a:ahLst/>
              <a:cxnLst/>
              <a:rect l="0" t="0" r="0" b="0"/>
              <a:pathLst>
                <a:path h="617190">
                  <a:moveTo>
                    <a:pt x="0" y="0"/>
                  </a:moveTo>
                  <a:lnTo>
                    <a:pt x="0" y="61719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g16"/>
            <p:cNvSpPr/>
            <p:nvPr/>
          </p:nvSpPr>
          <p:spPr>
            <a:xfrm>
              <a:off x="1515591" y="2771851"/>
              <a:ext cx="223525" cy="617190"/>
            </a:xfrm>
            <a:custGeom>
              <a:avLst/>
              <a:gdLst/>
              <a:ahLst/>
              <a:cxnLst/>
              <a:rect l="0" t="0" r="0" b="0"/>
              <a:pathLst>
                <a:path w="223525" h="617190">
                  <a:moveTo>
                    <a:pt x="0" y="0"/>
                  </a:moveTo>
                  <a:lnTo>
                    <a:pt x="0" y="617190"/>
                  </a:lnTo>
                  <a:lnTo>
                    <a:pt x="223525" y="617190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515591" y="3136554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t18"/>
            <p:cNvSpPr/>
            <p:nvPr/>
          </p:nvSpPr>
          <p:spPr>
            <a:xfrm>
              <a:off x="1900562" y="2522592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t19"/>
            <p:cNvSpPr/>
            <p:nvPr/>
          </p:nvSpPr>
          <p:spPr>
            <a:xfrm>
              <a:off x="1900562" y="417778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1900562" y="437416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1900562" y="440221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l22"/>
            <p:cNvSpPr/>
            <p:nvPr/>
          </p:nvSpPr>
          <p:spPr>
            <a:xfrm>
              <a:off x="1925388" y="2912121"/>
              <a:ext cx="0" cy="287554"/>
            </a:xfrm>
            <a:custGeom>
              <a:avLst/>
              <a:gdLst/>
              <a:ahLst/>
              <a:cxnLst/>
              <a:rect l="0" t="0" r="0" b="0"/>
              <a:pathLst>
                <a:path h="287554">
                  <a:moveTo>
                    <a:pt x="0" y="28755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l23"/>
            <p:cNvSpPr/>
            <p:nvPr/>
          </p:nvSpPr>
          <p:spPr>
            <a:xfrm>
              <a:off x="1925388" y="3585420"/>
              <a:ext cx="0" cy="476919"/>
            </a:xfrm>
            <a:custGeom>
              <a:avLst/>
              <a:gdLst/>
              <a:ahLst/>
              <a:cxnLst/>
              <a:rect l="0" t="0" r="0" b="0"/>
              <a:pathLst>
                <a:path h="476919">
                  <a:moveTo>
                    <a:pt x="0" y="0"/>
                  </a:moveTo>
                  <a:lnTo>
                    <a:pt x="0" y="47691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g24"/>
            <p:cNvSpPr/>
            <p:nvPr/>
          </p:nvSpPr>
          <p:spPr>
            <a:xfrm>
              <a:off x="1813626" y="3199676"/>
              <a:ext cx="223525" cy="385743"/>
            </a:xfrm>
            <a:custGeom>
              <a:avLst/>
              <a:gdLst/>
              <a:ahLst/>
              <a:cxnLst/>
              <a:rect l="0" t="0" r="0" b="0"/>
              <a:pathLst>
                <a:path w="223525" h="385743">
                  <a:moveTo>
                    <a:pt x="0" y="0"/>
                  </a:moveTo>
                  <a:lnTo>
                    <a:pt x="0" y="385743"/>
                  </a:lnTo>
                  <a:lnTo>
                    <a:pt x="223525" y="385743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l25"/>
            <p:cNvSpPr/>
            <p:nvPr/>
          </p:nvSpPr>
          <p:spPr>
            <a:xfrm>
              <a:off x="1813626" y="3360987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2198596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198596" y="2213997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198596" y="224205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198596" y="255064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198596" y="4065568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l31"/>
            <p:cNvSpPr/>
            <p:nvPr/>
          </p:nvSpPr>
          <p:spPr>
            <a:xfrm>
              <a:off x="2223422" y="2687689"/>
              <a:ext cx="0" cy="448865"/>
            </a:xfrm>
            <a:custGeom>
              <a:avLst/>
              <a:gdLst/>
              <a:ahLst/>
              <a:cxnLst/>
              <a:rect l="0" t="0" r="0" b="0"/>
              <a:pathLst>
                <a:path h="448865">
                  <a:moveTo>
                    <a:pt x="0" y="44886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l32"/>
            <p:cNvSpPr/>
            <p:nvPr/>
          </p:nvSpPr>
          <p:spPr>
            <a:xfrm>
              <a:off x="2223422" y="3501257"/>
              <a:ext cx="0" cy="252486"/>
            </a:xfrm>
            <a:custGeom>
              <a:avLst/>
              <a:gdLst/>
              <a:ahLst/>
              <a:cxnLst/>
              <a:rect l="0" t="0" r="0" b="0"/>
              <a:pathLst>
                <a:path h="252486">
                  <a:moveTo>
                    <a:pt x="0" y="0"/>
                  </a:moveTo>
                  <a:lnTo>
                    <a:pt x="0" y="25248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g33"/>
            <p:cNvSpPr/>
            <p:nvPr/>
          </p:nvSpPr>
          <p:spPr>
            <a:xfrm>
              <a:off x="2111660" y="3136554"/>
              <a:ext cx="223525" cy="364703"/>
            </a:xfrm>
            <a:custGeom>
              <a:avLst/>
              <a:gdLst/>
              <a:ahLst/>
              <a:cxnLst/>
              <a:rect l="0" t="0" r="0" b="0"/>
              <a:pathLst>
                <a:path w="223525" h="364703">
                  <a:moveTo>
                    <a:pt x="0" y="0"/>
                  </a:moveTo>
                  <a:lnTo>
                    <a:pt x="0" y="364703"/>
                  </a:lnTo>
                  <a:lnTo>
                    <a:pt x="223525" y="364703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l34"/>
            <p:cNvSpPr/>
            <p:nvPr/>
          </p:nvSpPr>
          <p:spPr>
            <a:xfrm>
              <a:off x="2111660" y="3304879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l35"/>
            <p:cNvSpPr/>
            <p:nvPr/>
          </p:nvSpPr>
          <p:spPr>
            <a:xfrm>
              <a:off x="2521457" y="2070498"/>
              <a:ext cx="0" cy="589136"/>
            </a:xfrm>
            <a:custGeom>
              <a:avLst/>
              <a:gdLst/>
              <a:ahLst/>
              <a:cxnLst/>
              <a:rect l="0" t="0" r="0" b="0"/>
              <a:pathLst>
                <a:path h="589136">
                  <a:moveTo>
                    <a:pt x="0" y="58913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l36"/>
            <p:cNvSpPr/>
            <p:nvPr/>
          </p:nvSpPr>
          <p:spPr>
            <a:xfrm>
              <a:off x="2521457" y="3276825"/>
              <a:ext cx="0" cy="364703"/>
            </a:xfrm>
            <a:custGeom>
              <a:avLst/>
              <a:gdLst/>
              <a:ahLst/>
              <a:cxnLst/>
              <a:rect l="0" t="0" r="0" b="0"/>
              <a:pathLst>
                <a:path h="364703">
                  <a:moveTo>
                    <a:pt x="0" y="0"/>
                  </a:moveTo>
                  <a:lnTo>
                    <a:pt x="0" y="364703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g37"/>
            <p:cNvSpPr/>
            <p:nvPr/>
          </p:nvSpPr>
          <p:spPr>
            <a:xfrm>
              <a:off x="2409694" y="2659634"/>
              <a:ext cx="223525" cy="617190"/>
            </a:xfrm>
            <a:custGeom>
              <a:avLst/>
              <a:gdLst/>
              <a:ahLst/>
              <a:cxnLst/>
              <a:rect l="0" t="0" r="0" b="0"/>
              <a:pathLst>
                <a:path w="223525" h="617190">
                  <a:moveTo>
                    <a:pt x="0" y="0"/>
                  </a:moveTo>
                  <a:lnTo>
                    <a:pt x="0" y="617190"/>
                  </a:lnTo>
                  <a:lnTo>
                    <a:pt x="223525" y="617190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l38"/>
            <p:cNvSpPr/>
            <p:nvPr/>
          </p:nvSpPr>
          <p:spPr>
            <a:xfrm>
              <a:off x="2409694" y="2968230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794665" y="4177784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2794665" y="398140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2794665" y="4121676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2794665" y="448637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l43"/>
            <p:cNvSpPr/>
            <p:nvPr/>
          </p:nvSpPr>
          <p:spPr>
            <a:xfrm>
              <a:off x="2819491" y="2351039"/>
              <a:ext cx="0" cy="582122"/>
            </a:xfrm>
            <a:custGeom>
              <a:avLst/>
              <a:gdLst/>
              <a:ahLst/>
              <a:cxnLst/>
              <a:rect l="0" t="0" r="0" b="0"/>
              <a:pathLst>
                <a:path h="582122">
                  <a:moveTo>
                    <a:pt x="0" y="5821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l44"/>
            <p:cNvSpPr/>
            <p:nvPr/>
          </p:nvSpPr>
          <p:spPr>
            <a:xfrm>
              <a:off x="2819491" y="3339946"/>
              <a:ext cx="0" cy="610176"/>
            </a:xfrm>
            <a:custGeom>
              <a:avLst/>
              <a:gdLst/>
              <a:ahLst/>
              <a:cxnLst/>
              <a:rect l="0" t="0" r="0" b="0"/>
              <a:pathLst>
                <a:path h="610176">
                  <a:moveTo>
                    <a:pt x="0" y="0"/>
                  </a:moveTo>
                  <a:lnTo>
                    <a:pt x="0" y="61017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g45"/>
            <p:cNvSpPr/>
            <p:nvPr/>
          </p:nvSpPr>
          <p:spPr>
            <a:xfrm>
              <a:off x="2707728" y="2933162"/>
              <a:ext cx="223525" cy="406784"/>
            </a:xfrm>
            <a:custGeom>
              <a:avLst/>
              <a:gdLst/>
              <a:ahLst/>
              <a:cxnLst/>
              <a:rect l="0" t="0" r="0" b="0"/>
              <a:pathLst>
                <a:path w="223525" h="406784">
                  <a:moveTo>
                    <a:pt x="0" y="0"/>
                  </a:moveTo>
                  <a:lnTo>
                    <a:pt x="0" y="406784"/>
                  </a:lnTo>
                  <a:lnTo>
                    <a:pt x="223525" y="406784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l46"/>
            <p:cNvSpPr/>
            <p:nvPr/>
          </p:nvSpPr>
          <p:spPr>
            <a:xfrm>
              <a:off x="2707728" y="3136554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l47"/>
            <p:cNvSpPr/>
            <p:nvPr/>
          </p:nvSpPr>
          <p:spPr>
            <a:xfrm>
              <a:off x="3117525" y="3473203"/>
              <a:ext cx="0" cy="336649"/>
            </a:xfrm>
            <a:custGeom>
              <a:avLst/>
              <a:gdLst/>
              <a:ahLst/>
              <a:cxnLst/>
              <a:rect l="0" t="0" r="0" b="0"/>
              <a:pathLst>
                <a:path h="336649">
                  <a:moveTo>
                    <a:pt x="0" y="3366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l48"/>
            <p:cNvSpPr/>
            <p:nvPr/>
          </p:nvSpPr>
          <p:spPr>
            <a:xfrm>
              <a:off x="3117525" y="4441070"/>
              <a:ext cx="0" cy="350676"/>
            </a:xfrm>
            <a:custGeom>
              <a:avLst/>
              <a:gdLst/>
              <a:ahLst/>
              <a:cxnLst/>
              <a:rect l="0" t="0" r="0" b="0"/>
              <a:pathLst>
                <a:path h="350676">
                  <a:moveTo>
                    <a:pt x="0" y="0"/>
                  </a:moveTo>
                  <a:lnTo>
                    <a:pt x="0" y="350676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g49"/>
            <p:cNvSpPr/>
            <p:nvPr/>
          </p:nvSpPr>
          <p:spPr>
            <a:xfrm>
              <a:off x="3005762" y="3809853"/>
              <a:ext cx="223525" cy="631217"/>
            </a:xfrm>
            <a:custGeom>
              <a:avLst/>
              <a:gdLst/>
              <a:ahLst/>
              <a:cxnLst/>
              <a:rect l="0" t="0" r="0" b="0"/>
              <a:pathLst>
                <a:path w="223525" h="631217">
                  <a:moveTo>
                    <a:pt x="0" y="0"/>
                  </a:moveTo>
                  <a:lnTo>
                    <a:pt x="0" y="631217"/>
                  </a:lnTo>
                  <a:lnTo>
                    <a:pt x="223525" y="631217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l50"/>
            <p:cNvSpPr/>
            <p:nvPr/>
          </p:nvSpPr>
          <p:spPr>
            <a:xfrm>
              <a:off x="3005762" y="3964150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3390733" y="445832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3390733" y="4374163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3390733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l54"/>
            <p:cNvSpPr/>
            <p:nvPr/>
          </p:nvSpPr>
          <p:spPr>
            <a:xfrm>
              <a:off x="3415559" y="2884067"/>
              <a:ext cx="0" cy="322622"/>
            </a:xfrm>
            <a:custGeom>
              <a:avLst/>
              <a:gdLst/>
              <a:ahLst/>
              <a:cxnLst/>
              <a:rect l="0" t="0" r="0" b="0"/>
              <a:pathLst>
                <a:path h="322622">
                  <a:moveTo>
                    <a:pt x="0" y="32262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l55"/>
            <p:cNvSpPr/>
            <p:nvPr/>
          </p:nvSpPr>
          <p:spPr>
            <a:xfrm>
              <a:off x="3415559" y="3641528"/>
              <a:ext cx="0" cy="448865"/>
            </a:xfrm>
            <a:custGeom>
              <a:avLst/>
              <a:gdLst/>
              <a:ahLst/>
              <a:cxnLst/>
              <a:rect l="0" t="0" r="0" b="0"/>
              <a:pathLst>
                <a:path h="448865">
                  <a:moveTo>
                    <a:pt x="0" y="0"/>
                  </a:moveTo>
                  <a:lnTo>
                    <a:pt x="0" y="448865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g56"/>
            <p:cNvSpPr/>
            <p:nvPr/>
          </p:nvSpPr>
          <p:spPr>
            <a:xfrm>
              <a:off x="3303796" y="3206689"/>
              <a:ext cx="223525" cy="434838"/>
            </a:xfrm>
            <a:custGeom>
              <a:avLst/>
              <a:gdLst/>
              <a:ahLst/>
              <a:cxnLst/>
              <a:rect l="0" t="0" r="0" b="0"/>
              <a:pathLst>
                <a:path w="223525" h="434838">
                  <a:moveTo>
                    <a:pt x="0" y="0"/>
                  </a:moveTo>
                  <a:lnTo>
                    <a:pt x="0" y="434838"/>
                  </a:lnTo>
                  <a:lnTo>
                    <a:pt x="223525" y="434838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l57"/>
            <p:cNvSpPr/>
            <p:nvPr/>
          </p:nvSpPr>
          <p:spPr>
            <a:xfrm>
              <a:off x="3303796" y="3501257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tx5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0" name="tx6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1" name="tx6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7" name="tx6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0" name="tx9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1" name="tx9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2" name="tx9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3" name="tx9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7" name="tx9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8" name="tx9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6" name="tx10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7" name="tx10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8" name="tx10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09" name="tx10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0" name="tx11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3" name="tx11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4" name="tx11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5" name="tx11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6" name="tx11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7" name="tx11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7" name="tx12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8" name="tx12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29" name="tx12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0" name="tx13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1" name="tx131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2" name="tx132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3" name="tx133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4" name="tx134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5" name="tx135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6" name="tx136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7" name="tx137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8" name="tx138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2745699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2745699" y="2204864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bc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8" name="tx14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49" name="tx14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0" name="tx15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1" name="tx15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2" name="tx15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3" name="tx15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4" name="tx15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5" name="tx15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6" name="tx15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7" name="tx15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8" name="tx15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59" name="tx15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0" name="tx16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1" name="tx16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2" name="tx16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3" name="tx16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4" name="tx16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4" name="tx17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5" name="tx17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6" name="tx17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79" name="tx17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1" name="tx18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2" name="tx18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3" name="tx18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4" name="tx18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8" name="tx19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199" name="tx19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0" name="tx20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1" name="tx20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2" name="tx20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3" name="tx20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6" name="tx20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8" name="tx20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09" name="tx20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0" name="tx21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6" name="tx21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7" name="tx21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3" name="tx223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4" name="tx224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5" name="tx225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6" name="tx226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7" name="tx227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8" name="tx228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29" name="tx229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30" name="tx230"/>
            <p:cNvSpPr/>
            <p:nvPr/>
          </p:nvSpPr>
          <p:spPr>
            <a:xfrm>
              <a:off x="1828279" y="5398879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31" name="tx231"/>
            <p:cNvSpPr/>
            <p:nvPr/>
          </p:nvSpPr>
          <p:spPr>
            <a:xfrm>
              <a:off x="1828279" y="2348880"/>
              <a:ext cx="19421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</a:t>
              </a:r>
            </a:p>
          </p:txBody>
        </p:sp>
        <p:sp>
          <p:nvSpPr>
            <p:cNvPr id="232" name="tx23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3" name="tx23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4" name="tx23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3" name="tx24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4" name="tx24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5" name="tx24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6" name="tx24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7" name="tx24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8" name="tx24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49" name="tx24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0" name="tx25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1" name="tx25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2" name="tx25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3" name="tx25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4" name="tx25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5" name="tx25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6" name="tx25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7" name="tx25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8" name="tx25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59" name="tx25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0" name="tx26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1" name="tx26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2" name="tx26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3" name="tx26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4" name="tx26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5" name="tx26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6" name="tx26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7" name="tx26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8" name="tx26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69" name="tx26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0" name="tx27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1" name="tx27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2" name="tx27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3" name="tx27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4" name="tx27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5" name="tx27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6" name="tx27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7" name="tx27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8" name="tx27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79" name="tx27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0" name="tx28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1" name="tx28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2" name="tx28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3" name="tx28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4" name="tx28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5" name="tx28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6" name="tx28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7" name="tx28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8" name="tx28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89" name="tx28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0" name="tx29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1" name="tx29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2" name="tx29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3" name="tx29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4" name="tx29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5" name="tx29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6" name="tx29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7" name="tx29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8" name="tx29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299" name="tx29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0" name="tx30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1" name="tx30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2" name="tx30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3" name="tx30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4" name="tx30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5" name="tx30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6" name="tx30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7" name="tx30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8" name="tx30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09" name="tx30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0" name="tx31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1" name="tx31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2" name="tx31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3" name="tx31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4" name="tx31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5" name="tx31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6" name="tx31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7" name="tx31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8" name="tx318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19" name="tx319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0" name="tx320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1" name="tx321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2" name="tx322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3" name="tx323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4" name="tx324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5" name="tx325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6" name="tx326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7" name="tx327"/>
            <p:cNvSpPr/>
            <p:nvPr/>
          </p:nvSpPr>
          <p:spPr>
            <a:xfrm>
              <a:off x="154963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8" name="tx328"/>
            <p:cNvSpPr/>
            <p:nvPr/>
          </p:nvSpPr>
          <p:spPr>
            <a:xfrm>
              <a:off x="1549630" y="1888622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ab</a:t>
              </a:r>
            </a:p>
          </p:txBody>
        </p:sp>
        <p:sp>
          <p:nvSpPr>
            <p:cNvPr id="329" name="tx32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0" name="tx33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1" name="tx33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2" name="tx33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3" name="tx33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4" name="tx33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5" name="tx33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6" name="tx33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7" name="tx33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8" name="tx33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39" name="tx33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0" name="tx34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1" name="tx34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2" name="tx34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3" name="tx34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4" name="tx34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5" name="tx34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6" name="tx34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7" name="tx34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8" name="tx34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49" name="tx34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0" name="tx35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1" name="tx35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2" name="tx35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3" name="tx35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4" name="tx35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5" name="tx35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6" name="tx35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7" name="tx35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8" name="tx35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59" name="tx35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0" name="tx36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1" name="tx36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7" name="tx36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8" name="tx36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69" name="tx36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0" name="tx37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1" name="tx37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2" name="tx37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3" name="tx37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4" name="tx37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5" name="tx37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6" name="tx37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7" name="tx37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8" name="tx37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79" name="tx37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0" name="tx38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1" name="tx38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2" name="tx38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4" name="tx39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5" name="tx39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6" name="tx39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7" name="tx39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8" name="tx39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399" name="tx39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0" name="tx40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1" name="tx40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2" name="tx402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3" name="tx403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4" name="tx404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5" name="tx405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6" name="tx406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7" name="tx407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8" name="tx408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09" name="tx409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10" name="tx410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11" name="tx411"/>
            <p:cNvSpPr/>
            <p:nvPr/>
          </p:nvSpPr>
          <p:spPr>
            <a:xfrm>
              <a:off x="2482595" y="5398879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12" name="tx412"/>
            <p:cNvSpPr/>
            <p:nvPr/>
          </p:nvSpPr>
          <p:spPr>
            <a:xfrm>
              <a:off x="2482595" y="1916832"/>
              <a:ext cx="7772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</a:t>
              </a:r>
            </a:p>
          </p:txBody>
        </p:sp>
        <p:sp>
          <p:nvSpPr>
            <p:cNvPr id="413" name="tx413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4" name="tx414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5" name="tx415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6" name="tx416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7" name="tx417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8" name="tx418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19" name="tx419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0" name="tx420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1" name="tx421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2" name="tx422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6" name="tx426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7" name="tx427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8" name="tx428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29" name="tx429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0" name="tx430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1" name="tx431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2" name="tx432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3" name="tx433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7" name="tx437"/>
            <p:cNvSpPr/>
            <p:nvPr/>
          </p:nvSpPr>
          <p:spPr>
            <a:xfrm>
              <a:off x="3279588" y="5398879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8" name="tx438"/>
            <p:cNvSpPr/>
            <p:nvPr/>
          </p:nvSpPr>
          <p:spPr>
            <a:xfrm>
              <a:off x="3279588" y="2708920"/>
              <a:ext cx="27194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defg</a:t>
              </a:r>
            </a:p>
          </p:txBody>
        </p:sp>
        <p:sp>
          <p:nvSpPr>
            <p:cNvPr id="439" name="tx439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0" name="tx440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1" name="tx441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2" name="tx442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3" name="tx443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4" name="tx444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5" name="tx445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6" name="tx446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7" name="tx447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8" name="tx448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49" name="tx449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0" name="tx450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1" name="tx451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2" name="tx452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3" name="tx453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4" name="tx454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5" name="tx455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6" name="tx456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7" name="tx457"/>
            <p:cNvSpPr/>
            <p:nvPr/>
          </p:nvSpPr>
          <p:spPr>
            <a:xfrm>
              <a:off x="3102026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8" name="tx458"/>
            <p:cNvSpPr/>
            <p:nvPr/>
          </p:nvSpPr>
          <p:spPr>
            <a:xfrm>
              <a:off x="3102026" y="328498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459" name="tx45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0" name="tx46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1" name="tx46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2" name="tx46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3" name="tx46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4" name="tx46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5" name="tx46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6" name="tx46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7" name="tx46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8" name="tx46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69" name="tx46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0" name="tx47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1" name="tx47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2" name="tx47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3" name="tx47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4" name="tx47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5" name="tx47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6" name="tx47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7" name="tx47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8" name="tx47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79" name="tx47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0" name="tx48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1" name="tx48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2" name="tx48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3" name="tx48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4" name="tx48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5" name="tx48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6" name="tx48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7" name="tx48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6" name="tx49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8" name="tx49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499" name="tx49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0" name="tx50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1" name="tx50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2" name="tx50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3" name="tx50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4" name="tx50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5" name="tx50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6" name="tx50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7" name="tx50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8" name="tx50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09" name="tx50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0" name="tx51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1" name="tx51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2" name="tx51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3" name="tx51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4" name="tx51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5" name="tx51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6" name="tx51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7" name="tx51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8" name="tx51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19" name="tx51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0" name="tx52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4" name="tx52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5" name="tx52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6" name="tx52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7" name="tx52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8" name="tx52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29" name="tx52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0" name="tx53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1" name="tx531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2" name="tx532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3" name="tx533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4" name="tx534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40" name="tx540"/>
            <p:cNvSpPr/>
            <p:nvPr/>
          </p:nvSpPr>
          <p:spPr>
            <a:xfrm>
              <a:off x="1255528" y="5398879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41" name="tx541"/>
            <p:cNvSpPr/>
            <p:nvPr/>
          </p:nvSpPr>
          <p:spPr>
            <a:xfrm>
              <a:off x="1259632" y="1916832"/>
              <a:ext cx="14758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</a:t>
              </a:r>
            </a:p>
          </p:txBody>
        </p:sp>
        <p:sp>
          <p:nvSpPr>
            <p:cNvPr id="542" name="tx54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3" name="tx54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4" name="tx54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5" name="tx54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6" name="tx54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7" name="tx54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8" name="tx54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49" name="tx54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0" name="tx55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1" name="tx55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2" name="tx55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3" name="tx55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4" name="tx55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5" name="tx55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6" name="tx55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7" name="tx55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8" name="tx55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59" name="tx55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0" name="tx56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1" name="tx56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2" name="tx56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3" name="tx56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4" name="tx56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5" name="tx56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6" name="tx56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7" name="tx56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8" name="tx56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69" name="tx56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0" name="tx57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1" name="tx57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2" name="tx57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3" name="tx57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4" name="tx57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5" name="tx57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6" name="tx57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7" name="tx57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8" name="tx57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79" name="tx57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0" name="tx58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1" name="tx58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2" name="tx58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3" name="tx58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4" name="tx58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5" name="tx58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6" name="tx58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7" name="tx58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8" name="tx58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89" name="tx58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0" name="tx59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1" name="tx59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2" name="tx59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3" name="tx59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4" name="tx59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5" name="tx59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6" name="tx59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7" name="tx59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8" name="tx59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599" name="tx59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0" name="tx60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1" name="tx60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2" name="tx60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3" name="tx60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4" name="tx60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5" name="tx60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6" name="tx60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7" name="tx60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8" name="tx60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09" name="tx60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0" name="tx61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1" name="tx61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2" name="tx61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3" name="tx61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4" name="tx61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5" name="tx61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6" name="tx616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7" name="tx617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8" name="tx618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19" name="tx619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0" name="tx620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1" name="tx621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2" name="tx622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3" name="tx623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4" name="tx624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5" name="tx625"/>
            <p:cNvSpPr/>
            <p:nvPr/>
          </p:nvSpPr>
          <p:spPr>
            <a:xfrm>
              <a:off x="2110768" y="5398879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6" name="tx626"/>
            <p:cNvSpPr/>
            <p:nvPr/>
          </p:nvSpPr>
          <p:spPr>
            <a:xfrm>
              <a:off x="2110768" y="2060848"/>
              <a:ext cx="22530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cde</a:t>
              </a:r>
            </a:p>
          </p:txBody>
        </p:sp>
        <p:sp>
          <p:nvSpPr>
            <p:cNvPr id="627" name="rc627"/>
            <p:cNvSpPr/>
            <p:nvPr/>
          </p:nvSpPr>
          <p:spPr>
            <a:xfrm>
              <a:off x="4351643" y="1896563"/>
              <a:ext cx="2861127" cy="382657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8" name="pl628"/>
            <p:cNvSpPr/>
            <p:nvPr/>
          </p:nvSpPr>
          <p:spPr>
            <a:xfrm>
              <a:off x="4739088" y="3753744"/>
              <a:ext cx="0" cy="154297"/>
            </a:xfrm>
            <a:custGeom>
              <a:avLst/>
              <a:gdLst/>
              <a:ahLst/>
              <a:cxnLst/>
              <a:rect l="0" t="0" r="0" b="0"/>
              <a:pathLst>
                <a:path h="154297">
                  <a:moveTo>
                    <a:pt x="0" y="15429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l629"/>
            <p:cNvSpPr/>
            <p:nvPr/>
          </p:nvSpPr>
          <p:spPr>
            <a:xfrm>
              <a:off x="4739088" y="4160529"/>
              <a:ext cx="0" cy="238459"/>
            </a:xfrm>
            <a:custGeom>
              <a:avLst/>
              <a:gdLst/>
              <a:ahLst/>
              <a:cxnLst/>
              <a:rect l="0" t="0" r="0" b="0"/>
              <a:pathLst>
                <a:path h="238459">
                  <a:moveTo>
                    <a:pt x="0" y="0"/>
                  </a:moveTo>
                  <a:lnTo>
                    <a:pt x="0" y="23845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g630"/>
            <p:cNvSpPr/>
            <p:nvPr/>
          </p:nvSpPr>
          <p:spPr>
            <a:xfrm>
              <a:off x="4627325" y="3908042"/>
              <a:ext cx="223525" cy="252486"/>
            </a:xfrm>
            <a:custGeom>
              <a:avLst/>
              <a:gdLst/>
              <a:ahLst/>
              <a:cxnLst/>
              <a:rect l="0" t="0" r="0" b="0"/>
              <a:pathLst>
                <a:path w="223525" h="252486">
                  <a:moveTo>
                    <a:pt x="0" y="0"/>
                  </a:moveTo>
                  <a:lnTo>
                    <a:pt x="0" y="252486"/>
                  </a:lnTo>
                  <a:lnTo>
                    <a:pt x="223525" y="252486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l631"/>
            <p:cNvSpPr/>
            <p:nvPr/>
          </p:nvSpPr>
          <p:spPr>
            <a:xfrm>
              <a:off x="4627325" y="4062339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5012296" y="336421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l633"/>
            <p:cNvSpPr/>
            <p:nvPr/>
          </p:nvSpPr>
          <p:spPr>
            <a:xfrm>
              <a:off x="5037122" y="3669582"/>
              <a:ext cx="0" cy="224432"/>
            </a:xfrm>
            <a:custGeom>
              <a:avLst/>
              <a:gdLst/>
              <a:ahLst/>
              <a:cxnLst/>
              <a:rect l="0" t="0" r="0" b="0"/>
              <a:pathLst>
                <a:path h="224432">
                  <a:moveTo>
                    <a:pt x="0" y="224432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l634"/>
            <p:cNvSpPr/>
            <p:nvPr/>
          </p:nvSpPr>
          <p:spPr>
            <a:xfrm>
              <a:off x="5037122" y="4139488"/>
              <a:ext cx="0" cy="259500"/>
            </a:xfrm>
            <a:custGeom>
              <a:avLst/>
              <a:gdLst/>
              <a:ahLst/>
              <a:cxnLst/>
              <a:rect l="0" t="0" r="0" b="0"/>
              <a:pathLst>
                <a:path h="259500">
                  <a:moveTo>
                    <a:pt x="0" y="0"/>
                  </a:moveTo>
                  <a:lnTo>
                    <a:pt x="0" y="25950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g635"/>
            <p:cNvSpPr/>
            <p:nvPr/>
          </p:nvSpPr>
          <p:spPr>
            <a:xfrm>
              <a:off x="4925359" y="3894015"/>
              <a:ext cx="223525" cy="245473"/>
            </a:xfrm>
            <a:custGeom>
              <a:avLst/>
              <a:gdLst/>
              <a:ahLst/>
              <a:cxnLst/>
              <a:rect l="0" t="0" r="0" b="0"/>
              <a:pathLst>
                <a:path w="223525" h="245473">
                  <a:moveTo>
                    <a:pt x="0" y="0"/>
                  </a:moveTo>
                  <a:lnTo>
                    <a:pt x="0" y="245473"/>
                  </a:lnTo>
                  <a:lnTo>
                    <a:pt x="223525" y="245473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l636"/>
            <p:cNvSpPr/>
            <p:nvPr/>
          </p:nvSpPr>
          <p:spPr>
            <a:xfrm>
              <a:off x="4925359" y="4006231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l637"/>
            <p:cNvSpPr/>
            <p:nvPr/>
          </p:nvSpPr>
          <p:spPr>
            <a:xfrm>
              <a:off x="5335156" y="3360987"/>
              <a:ext cx="0" cy="252486"/>
            </a:xfrm>
            <a:custGeom>
              <a:avLst/>
              <a:gdLst/>
              <a:ahLst/>
              <a:cxnLst/>
              <a:rect l="0" t="0" r="0" b="0"/>
              <a:pathLst>
                <a:path h="252486">
                  <a:moveTo>
                    <a:pt x="0" y="252486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l638"/>
            <p:cNvSpPr/>
            <p:nvPr/>
          </p:nvSpPr>
          <p:spPr>
            <a:xfrm>
              <a:off x="5335156" y="4062339"/>
              <a:ext cx="0" cy="561081"/>
            </a:xfrm>
            <a:custGeom>
              <a:avLst/>
              <a:gdLst/>
              <a:ahLst/>
              <a:cxnLst/>
              <a:rect l="0" t="0" r="0" b="0"/>
              <a:pathLst>
                <a:path h="561081">
                  <a:moveTo>
                    <a:pt x="0" y="0"/>
                  </a:moveTo>
                  <a:lnTo>
                    <a:pt x="0" y="561081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g639"/>
            <p:cNvSpPr/>
            <p:nvPr/>
          </p:nvSpPr>
          <p:spPr>
            <a:xfrm>
              <a:off x="5223393" y="3613474"/>
              <a:ext cx="223525" cy="448865"/>
            </a:xfrm>
            <a:custGeom>
              <a:avLst/>
              <a:gdLst/>
              <a:ahLst/>
              <a:cxnLst/>
              <a:rect l="0" t="0" r="0" b="0"/>
              <a:pathLst>
                <a:path w="223525" h="448865">
                  <a:moveTo>
                    <a:pt x="0" y="0"/>
                  </a:moveTo>
                  <a:lnTo>
                    <a:pt x="0" y="448865"/>
                  </a:lnTo>
                  <a:lnTo>
                    <a:pt x="223525" y="448865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l640"/>
            <p:cNvSpPr/>
            <p:nvPr/>
          </p:nvSpPr>
          <p:spPr>
            <a:xfrm>
              <a:off x="5223393" y="3809853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5608364" y="457054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5608364" y="431805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5608364" y="3364215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l644"/>
            <p:cNvSpPr/>
            <p:nvPr/>
          </p:nvSpPr>
          <p:spPr>
            <a:xfrm>
              <a:off x="5633190" y="3417095"/>
              <a:ext cx="0" cy="336649"/>
            </a:xfrm>
            <a:custGeom>
              <a:avLst/>
              <a:gdLst/>
              <a:ahLst/>
              <a:cxnLst/>
              <a:rect l="0" t="0" r="0" b="0"/>
              <a:pathLst>
                <a:path h="336649">
                  <a:moveTo>
                    <a:pt x="0" y="336649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l645"/>
            <p:cNvSpPr/>
            <p:nvPr/>
          </p:nvSpPr>
          <p:spPr>
            <a:xfrm>
              <a:off x="5633190" y="3978177"/>
              <a:ext cx="0" cy="280540"/>
            </a:xfrm>
            <a:custGeom>
              <a:avLst/>
              <a:gdLst/>
              <a:ahLst/>
              <a:cxnLst/>
              <a:rect l="0" t="0" r="0" b="0"/>
              <a:pathLst>
                <a:path h="280540">
                  <a:moveTo>
                    <a:pt x="0" y="0"/>
                  </a:moveTo>
                  <a:lnTo>
                    <a:pt x="0" y="28054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g646"/>
            <p:cNvSpPr/>
            <p:nvPr/>
          </p:nvSpPr>
          <p:spPr>
            <a:xfrm>
              <a:off x="5521427" y="3753744"/>
              <a:ext cx="223525" cy="224432"/>
            </a:xfrm>
            <a:custGeom>
              <a:avLst/>
              <a:gdLst/>
              <a:ahLst/>
              <a:cxnLst/>
              <a:rect l="0" t="0" r="0" b="0"/>
              <a:pathLst>
                <a:path w="223525" h="224432">
                  <a:moveTo>
                    <a:pt x="0" y="0"/>
                  </a:moveTo>
                  <a:lnTo>
                    <a:pt x="0" y="224432"/>
                  </a:lnTo>
                  <a:lnTo>
                    <a:pt x="223525" y="224432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l647"/>
            <p:cNvSpPr/>
            <p:nvPr/>
          </p:nvSpPr>
          <p:spPr>
            <a:xfrm>
              <a:off x="5521427" y="3865961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l648"/>
            <p:cNvSpPr/>
            <p:nvPr/>
          </p:nvSpPr>
          <p:spPr>
            <a:xfrm>
              <a:off x="5931224" y="3304879"/>
              <a:ext cx="0" cy="210405"/>
            </a:xfrm>
            <a:custGeom>
              <a:avLst/>
              <a:gdLst/>
              <a:ahLst/>
              <a:cxnLst/>
              <a:rect l="0" t="0" r="0" b="0"/>
              <a:pathLst>
                <a:path h="210405">
                  <a:moveTo>
                    <a:pt x="0" y="210405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l649"/>
            <p:cNvSpPr/>
            <p:nvPr/>
          </p:nvSpPr>
          <p:spPr>
            <a:xfrm>
              <a:off x="5931224" y="3865961"/>
              <a:ext cx="0" cy="280540"/>
            </a:xfrm>
            <a:custGeom>
              <a:avLst/>
              <a:gdLst/>
              <a:ahLst/>
              <a:cxnLst/>
              <a:rect l="0" t="0" r="0" b="0"/>
              <a:pathLst>
                <a:path h="280540">
                  <a:moveTo>
                    <a:pt x="0" y="0"/>
                  </a:moveTo>
                  <a:lnTo>
                    <a:pt x="0" y="28054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g650"/>
            <p:cNvSpPr/>
            <p:nvPr/>
          </p:nvSpPr>
          <p:spPr>
            <a:xfrm>
              <a:off x="5819461" y="3515285"/>
              <a:ext cx="223525" cy="350676"/>
            </a:xfrm>
            <a:custGeom>
              <a:avLst/>
              <a:gdLst/>
              <a:ahLst/>
              <a:cxnLst/>
              <a:rect l="0" t="0" r="0" b="0"/>
              <a:pathLst>
                <a:path w="223525" h="350676">
                  <a:moveTo>
                    <a:pt x="0" y="0"/>
                  </a:moveTo>
                  <a:lnTo>
                    <a:pt x="0" y="350676"/>
                  </a:lnTo>
                  <a:lnTo>
                    <a:pt x="223525" y="350676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l651"/>
            <p:cNvSpPr/>
            <p:nvPr/>
          </p:nvSpPr>
          <p:spPr>
            <a:xfrm>
              <a:off x="5819461" y="3697636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6204432" y="2775079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l653"/>
            <p:cNvSpPr/>
            <p:nvPr/>
          </p:nvSpPr>
          <p:spPr>
            <a:xfrm>
              <a:off x="6229258" y="2968230"/>
              <a:ext cx="0" cy="483933"/>
            </a:xfrm>
            <a:custGeom>
              <a:avLst/>
              <a:gdLst/>
              <a:ahLst/>
              <a:cxnLst/>
              <a:rect l="0" t="0" r="0" b="0"/>
              <a:pathLst>
                <a:path h="483933">
                  <a:moveTo>
                    <a:pt x="0" y="48393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l654"/>
            <p:cNvSpPr/>
            <p:nvPr/>
          </p:nvSpPr>
          <p:spPr>
            <a:xfrm>
              <a:off x="6229258" y="3781798"/>
              <a:ext cx="0" cy="336649"/>
            </a:xfrm>
            <a:custGeom>
              <a:avLst/>
              <a:gdLst/>
              <a:ahLst/>
              <a:cxnLst/>
              <a:rect l="0" t="0" r="0" b="0"/>
              <a:pathLst>
                <a:path h="336649">
                  <a:moveTo>
                    <a:pt x="0" y="0"/>
                  </a:moveTo>
                  <a:lnTo>
                    <a:pt x="0" y="336649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g655"/>
            <p:cNvSpPr/>
            <p:nvPr/>
          </p:nvSpPr>
          <p:spPr>
            <a:xfrm>
              <a:off x="6117495" y="3452163"/>
              <a:ext cx="223525" cy="329635"/>
            </a:xfrm>
            <a:custGeom>
              <a:avLst/>
              <a:gdLst/>
              <a:ahLst/>
              <a:cxnLst/>
              <a:rect l="0" t="0" r="0" b="0"/>
              <a:pathLst>
                <a:path w="223525" h="329635">
                  <a:moveTo>
                    <a:pt x="0" y="0"/>
                  </a:moveTo>
                  <a:lnTo>
                    <a:pt x="0" y="329635"/>
                  </a:lnTo>
                  <a:lnTo>
                    <a:pt x="223525" y="329635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l656"/>
            <p:cNvSpPr/>
            <p:nvPr/>
          </p:nvSpPr>
          <p:spPr>
            <a:xfrm>
              <a:off x="6117495" y="3669582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6502466" y="3813081"/>
              <a:ext cx="49651" cy="4965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900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l658"/>
            <p:cNvSpPr/>
            <p:nvPr/>
          </p:nvSpPr>
          <p:spPr>
            <a:xfrm>
              <a:off x="6527292" y="4174556"/>
              <a:ext cx="0" cy="56108"/>
            </a:xfrm>
            <a:custGeom>
              <a:avLst/>
              <a:gdLst/>
              <a:ahLst/>
              <a:cxnLst/>
              <a:rect l="0" t="0" r="0" b="0"/>
              <a:pathLst>
                <a:path h="56108">
                  <a:moveTo>
                    <a:pt x="0" y="5610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l659"/>
            <p:cNvSpPr/>
            <p:nvPr/>
          </p:nvSpPr>
          <p:spPr>
            <a:xfrm>
              <a:off x="6527292" y="4476137"/>
              <a:ext cx="0" cy="35067"/>
            </a:xfrm>
            <a:custGeom>
              <a:avLst/>
              <a:gdLst/>
              <a:ahLst/>
              <a:cxnLst/>
              <a:rect l="0" t="0" r="0" b="0"/>
              <a:pathLst>
                <a:path h="35067">
                  <a:moveTo>
                    <a:pt x="0" y="0"/>
                  </a:moveTo>
                  <a:lnTo>
                    <a:pt x="0" y="3506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g660"/>
            <p:cNvSpPr/>
            <p:nvPr/>
          </p:nvSpPr>
          <p:spPr>
            <a:xfrm>
              <a:off x="6415529" y="4230664"/>
              <a:ext cx="223525" cy="245473"/>
            </a:xfrm>
            <a:custGeom>
              <a:avLst/>
              <a:gdLst/>
              <a:ahLst/>
              <a:cxnLst/>
              <a:rect l="0" t="0" r="0" b="0"/>
              <a:pathLst>
                <a:path w="223525" h="245473">
                  <a:moveTo>
                    <a:pt x="0" y="0"/>
                  </a:moveTo>
                  <a:lnTo>
                    <a:pt x="0" y="245473"/>
                  </a:lnTo>
                  <a:lnTo>
                    <a:pt x="223525" y="245473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l661"/>
            <p:cNvSpPr/>
            <p:nvPr/>
          </p:nvSpPr>
          <p:spPr>
            <a:xfrm>
              <a:off x="6415529" y="4427043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l662"/>
            <p:cNvSpPr/>
            <p:nvPr/>
          </p:nvSpPr>
          <p:spPr>
            <a:xfrm>
              <a:off x="6825326" y="3894015"/>
              <a:ext cx="0" cy="14027"/>
            </a:xfrm>
            <a:custGeom>
              <a:avLst/>
              <a:gdLst/>
              <a:ahLst/>
              <a:cxnLst/>
              <a:rect l="0" t="0" r="0" b="0"/>
              <a:pathLst>
                <a:path h="14027">
                  <a:moveTo>
                    <a:pt x="0" y="14027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l663"/>
            <p:cNvSpPr/>
            <p:nvPr/>
          </p:nvSpPr>
          <p:spPr>
            <a:xfrm>
              <a:off x="6825326" y="4076367"/>
              <a:ext cx="0" cy="154297"/>
            </a:xfrm>
            <a:custGeom>
              <a:avLst/>
              <a:gdLst/>
              <a:ahLst/>
              <a:cxnLst/>
              <a:rect l="0" t="0" r="0" b="0"/>
              <a:pathLst>
                <a:path h="154297">
                  <a:moveTo>
                    <a:pt x="0" y="0"/>
                  </a:moveTo>
                  <a:lnTo>
                    <a:pt x="0" y="154297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g664"/>
            <p:cNvSpPr/>
            <p:nvPr/>
          </p:nvSpPr>
          <p:spPr>
            <a:xfrm>
              <a:off x="6713564" y="3908042"/>
              <a:ext cx="223525" cy="168324"/>
            </a:xfrm>
            <a:custGeom>
              <a:avLst/>
              <a:gdLst/>
              <a:ahLst/>
              <a:cxnLst/>
              <a:rect l="0" t="0" r="0" b="0"/>
              <a:pathLst>
                <a:path w="223525" h="168324">
                  <a:moveTo>
                    <a:pt x="0" y="0"/>
                  </a:moveTo>
                  <a:lnTo>
                    <a:pt x="0" y="168324"/>
                  </a:lnTo>
                  <a:lnTo>
                    <a:pt x="223525" y="168324"/>
                  </a:lnTo>
                  <a:lnTo>
                    <a:pt x="223525" y="0"/>
                  </a:lnTo>
                  <a:close/>
                </a:path>
              </a:pathLst>
            </a:cu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l665"/>
            <p:cNvSpPr/>
            <p:nvPr/>
          </p:nvSpPr>
          <p:spPr>
            <a:xfrm>
              <a:off x="6713564" y="3922069"/>
              <a:ext cx="223525" cy="0"/>
            </a:xfrm>
            <a:custGeom>
              <a:avLst/>
              <a:gdLst/>
              <a:ahLst/>
              <a:cxnLst/>
              <a:rect l="0" t="0" r="0" b="0"/>
              <a:pathLst>
                <a:path w="223525">
                  <a:moveTo>
                    <a:pt x="0" y="0"/>
                  </a:moveTo>
                  <a:lnTo>
                    <a:pt x="223525" y="0"/>
                  </a:lnTo>
                </a:path>
              </a:pathLst>
            </a:custGeom>
            <a:ln w="27101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tx66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67" name="tx66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68" name="tx66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69" name="tx66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0" name="tx67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1" name="tx67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2" name="tx67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3" name="tx673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4" name="tx674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5" name="tx675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6" name="tx67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7" name="tx67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1" name="tx69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2" name="tx69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3" name="tx693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4" name="tx694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5" name="tx695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6" name="tx69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7" name="tx69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8" name="tx69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699" name="tx69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0" name="tx70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1" name="tx70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2" name="tx70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3" name="tx703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4" name="tx704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5" name="tx705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6" name="tx70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7" name="tx70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8" name="tx70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09" name="tx70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0" name="tx71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1" name="tx71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2" name="tx71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3" name="tx713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4" name="tx714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5" name="tx715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6" name="tx716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7" name="tx717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8" name="tx718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19" name="tx719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0" name="tx720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1" name="tx721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2" name="tx722"/>
            <p:cNvSpPr/>
            <p:nvPr/>
          </p:nvSpPr>
          <p:spPr>
            <a:xfrm>
              <a:off x="6171011" y="5398879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3" name="tx723"/>
            <p:cNvSpPr/>
            <p:nvPr/>
          </p:nvSpPr>
          <p:spPr>
            <a:xfrm>
              <a:off x="6171011" y="2608702"/>
              <a:ext cx="116494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724" name="tx724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25" name="tx725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26" name="tx726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27" name="tx727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28" name="tx728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29" name="tx729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0" name="tx730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1" name="tx731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2" name="tx732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3" name="tx733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4" name="tx734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5" name="tx735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6" name="tx736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7" name="tx737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8" name="tx738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39" name="tx739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0" name="tx740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1" name="tx741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2" name="tx742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3" name="tx743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4" name="tx744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5" name="tx745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6" name="tx746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7" name="tx747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8" name="tx748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49" name="tx749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0" name="tx750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1" name="tx751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2" name="tx752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3" name="tx753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4" name="tx754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5" name="tx755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6" name="tx756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7" name="tx757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8" name="tx758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59" name="tx759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0" name="tx760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1" name="tx761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2" name="tx762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3" name="tx763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4" name="tx764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5" name="tx765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6" name="tx766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7" name="tx767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8" name="tx768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69" name="tx769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0" name="tx770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1" name="tx771"/>
            <p:cNvSpPr/>
            <p:nvPr/>
          </p:nvSpPr>
          <p:spPr>
            <a:xfrm>
              <a:off x="5280795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2" name="tx772"/>
            <p:cNvSpPr/>
            <p:nvPr/>
          </p:nvSpPr>
          <p:spPr>
            <a:xfrm>
              <a:off x="5280795" y="3184766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3" name="tx773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4" name="tx774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5" name="tx775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6" name="tx776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7" name="tx777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8" name="tx778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79" name="tx779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0" name="tx780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1" name="tx781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2" name="tx782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3" name="tx783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4" name="tx784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5" name="tx785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6" name="tx786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7" name="tx787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8" name="tx788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89" name="tx789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0" name="tx790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1" name="tx791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2" name="tx792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3" name="tx793"/>
            <p:cNvSpPr/>
            <p:nvPr/>
          </p:nvSpPr>
          <p:spPr>
            <a:xfrm>
              <a:off x="4982761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4" name="tx794"/>
            <p:cNvSpPr/>
            <p:nvPr/>
          </p:nvSpPr>
          <p:spPr>
            <a:xfrm>
              <a:off x="4982761" y="3184766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797" name="tx797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798" name="tx798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799" name="tx799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0" name="tx800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1" name="tx801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2" name="tx802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3" name="tx803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4" name="tx804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09" name="tx809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0" name="tx810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5853500" y="5398879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5853500" y="3140968"/>
              <a:ext cx="15544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gh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6673856" y="5398879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6673856" y="5398879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6673856" y="3717032"/>
              <a:ext cx="302940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efghi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6511793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6511793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6511793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6511793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511793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511793" y="3645024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6" name="tx836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7" name="tx837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8" name="tx838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39" name="tx839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0" name="tx840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1" name="tx841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2" name="tx842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3" name="tx843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4" name="tx844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5" name="tx845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6" name="tx846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7" name="tx847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8" name="tx848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49" name="tx849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0" name="tx850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1" name="tx851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2" name="tx852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3" name="tx853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4" name="tx854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5" name="tx855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6" name="tx856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7" name="tx857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8" name="tx858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59" name="tx859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0" name="tx860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1" name="tx861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2" name="tx862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3" name="tx863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4" name="tx864"/>
            <p:cNvSpPr/>
            <p:nvPr/>
          </p:nvSpPr>
          <p:spPr>
            <a:xfrm>
              <a:off x="4723588" y="5398879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5" name="tx865"/>
            <p:cNvSpPr/>
            <p:nvPr/>
          </p:nvSpPr>
          <p:spPr>
            <a:xfrm>
              <a:off x="4723588" y="3573016"/>
              <a:ext cx="30998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</a:t>
              </a:r>
            </a:p>
          </p:txBody>
        </p:sp>
        <p:sp>
          <p:nvSpPr>
            <p:cNvPr id="866" name="tx866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7" name="tx867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8" name="tx868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69" name="tx869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0" name="tx870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1" name="tx871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2" name="tx872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3" name="tx873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4" name="tx874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5" name="tx875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6" name="tx876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7" name="tx877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8" name="tx878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79" name="tx879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0" name="tx880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1" name="tx881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2" name="tx882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3" name="tx883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4" name="tx884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5" name="tx885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6" name="tx886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7" name="tx887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8" name="tx888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89" name="tx889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0" name="tx890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1" name="tx891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2" name="tx892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3" name="tx893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4" name="tx894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5" name="tx895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6" name="tx896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7" name="tx897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8" name="tx898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5578829" y="5398879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5578829" y="3184766"/>
              <a:ext cx="108722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hi</a:t>
              </a:r>
            </a:p>
          </p:txBody>
        </p:sp>
        <p:sp>
          <p:nvSpPr>
            <p:cNvPr id="917" name="pl917"/>
            <p:cNvSpPr/>
            <p:nvPr/>
          </p:nvSpPr>
          <p:spPr>
            <a:xfrm>
              <a:off x="941876" y="5723141"/>
              <a:ext cx="3414100" cy="45719"/>
            </a:xfrm>
            <a:custGeom>
              <a:avLst/>
              <a:gdLst/>
              <a:ahLst/>
              <a:cxnLst/>
              <a:rect l="0" t="0" r="0" b="0"/>
              <a:pathLst>
                <a:path w="2861127">
                  <a:moveTo>
                    <a:pt x="0" y="0"/>
                  </a:moveTo>
                  <a:lnTo>
                    <a:pt x="286112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l918"/>
            <p:cNvSpPr/>
            <p:nvPr/>
          </p:nvSpPr>
          <p:spPr>
            <a:xfrm>
              <a:off x="2372439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tx919"/>
            <p:cNvSpPr/>
            <p:nvPr/>
          </p:nvSpPr>
          <p:spPr>
            <a:xfrm>
              <a:off x="2136433" y="5869179"/>
              <a:ext cx="472013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Lewisetta</a:t>
              </a:r>
            </a:p>
          </p:txBody>
        </p:sp>
        <p:sp>
          <p:nvSpPr>
            <p:cNvPr id="920" name="pl920"/>
            <p:cNvSpPr/>
            <p:nvPr/>
          </p:nvSpPr>
          <p:spPr>
            <a:xfrm>
              <a:off x="4351643" y="5723142"/>
              <a:ext cx="2861127" cy="0"/>
            </a:xfrm>
            <a:custGeom>
              <a:avLst/>
              <a:gdLst/>
              <a:ahLst/>
              <a:cxnLst/>
              <a:rect l="0" t="0" r="0" b="0"/>
              <a:pathLst>
                <a:path w="2861127">
                  <a:moveTo>
                    <a:pt x="0" y="0"/>
                  </a:moveTo>
                  <a:lnTo>
                    <a:pt x="286112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l921"/>
            <p:cNvSpPr/>
            <p:nvPr/>
          </p:nvSpPr>
          <p:spPr>
            <a:xfrm>
              <a:off x="5782207" y="5723142"/>
              <a:ext cx="0" cy="34794"/>
            </a:xfrm>
            <a:custGeom>
              <a:avLst/>
              <a:gdLst/>
              <a:ahLst/>
              <a:cxnLst/>
              <a:rect l="0" t="0" r="0" b="0"/>
              <a:pathLst>
                <a:path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tx922"/>
            <p:cNvSpPr/>
            <p:nvPr/>
          </p:nvSpPr>
          <p:spPr>
            <a:xfrm>
              <a:off x="5536965" y="5869179"/>
              <a:ext cx="490484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York</a:t>
              </a:r>
              <a:r>
                <a:rPr lang="en-US"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 </a:t>
              </a: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River</a:t>
              </a:r>
            </a:p>
          </p:txBody>
        </p:sp>
        <p:sp>
          <p:nvSpPr>
            <p:cNvPr id="923" name="pl923"/>
            <p:cNvSpPr/>
            <p:nvPr/>
          </p:nvSpPr>
          <p:spPr>
            <a:xfrm>
              <a:off x="941876" y="1896563"/>
              <a:ext cx="0" cy="3826579"/>
            </a:xfrm>
            <a:custGeom>
              <a:avLst/>
              <a:gdLst/>
              <a:ahLst/>
              <a:cxnLst/>
              <a:rect l="0" t="0" r="0" b="0"/>
              <a:pathLst>
                <a:path h="3826579">
                  <a:moveTo>
                    <a:pt x="0" y="382657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tx924"/>
            <p:cNvSpPr/>
            <p:nvPr/>
          </p:nvSpPr>
          <p:spPr>
            <a:xfrm>
              <a:off x="817066" y="5537210"/>
              <a:ext cx="62179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25" name="tx925"/>
            <p:cNvSpPr/>
            <p:nvPr/>
          </p:nvSpPr>
          <p:spPr>
            <a:xfrm>
              <a:off x="754887" y="4835858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926" name="tx926"/>
            <p:cNvSpPr/>
            <p:nvPr/>
          </p:nvSpPr>
          <p:spPr>
            <a:xfrm>
              <a:off x="754887" y="4134505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27" name="tx927"/>
            <p:cNvSpPr/>
            <p:nvPr/>
          </p:nvSpPr>
          <p:spPr>
            <a:xfrm>
              <a:off x="754887" y="3433153"/>
              <a:ext cx="12435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928" name="tx928"/>
            <p:cNvSpPr/>
            <p:nvPr/>
          </p:nvSpPr>
          <p:spPr>
            <a:xfrm>
              <a:off x="692708" y="2731800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29" name="tx92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125</a:t>
              </a:r>
            </a:p>
          </p:txBody>
        </p:sp>
        <p:sp>
          <p:nvSpPr>
            <p:cNvPr id="930" name="pl930"/>
            <p:cNvSpPr/>
            <p:nvPr/>
          </p:nvSpPr>
          <p:spPr>
            <a:xfrm>
              <a:off x="907081" y="557726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l931"/>
            <p:cNvSpPr/>
            <p:nvPr/>
          </p:nvSpPr>
          <p:spPr>
            <a:xfrm>
              <a:off x="907081" y="487590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l932"/>
            <p:cNvSpPr/>
            <p:nvPr/>
          </p:nvSpPr>
          <p:spPr>
            <a:xfrm>
              <a:off x="907081" y="4174556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l933"/>
            <p:cNvSpPr/>
            <p:nvPr/>
          </p:nvSpPr>
          <p:spPr>
            <a:xfrm>
              <a:off x="907081" y="3473203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l934"/>
            <p:cNvSpPr/>
            <p:nvPr/>
          </p:nvSpPr>
          <p:spPr>
            <a:xfrm>
              <a:off x="907081" y="2771851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l935"/>
            <p:cNvSpPr/>
            <p:nvPr/>
          </p:nvSpPr>
          <p:spPr>
            <a:xfrm>
              <a:off x="907081" y="2070498"/>
              <a:ext cx="34794" cy="0"/>
            </a:xfrm>
            <a:custGeom>
              <a:avLst/>
              <a:gdLst/>
              <a:ahLst/>
              <a:cxnLst/>
              <a:rect l="0" t="0" r="0" b="0"/>
              <a:pathLst>
                <a:path w="34794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tx936"/>
            <p:cNvSpPr/>
            <p:nvPr/>
          </p:nvSpPr>
          <p:spPr>
            <a:xfrm>
              <a:off x="3529918" y="5993078"/>
              <a:ext cx="1094811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Experimental Site</a:t>
              </a:r>
            </a:p>
          </p:txBody>
        </p:sp>
        <p:sp>
          <p:nvSpPr>
            <p:cNvPr id="937" name="tx937"/>
            <p:cNvSpPr/>
            <p:nvPr/>
          </p:nvSpPr>
          <p:spPr>
            <a:xfrm rot="-5400000">
              <a:off x="180871" y="3759743"/>
              <a:ext cx="79205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Length (mm)</a:t>
              </a:r>
            </a:p>
          </p:txBody>
        </p:sp>
        <p:sp>
          <p:nvSpPr>
            <p:cNvPr id="938" name="rc938"/>
            <p:cNvSpPr/>
            <p:nvPr/>
          </p:nvSpPr>
          <p:spPr>
            <a:xfrm>
              <a:off x="7351949" y="2762083"/>
              <a:ext cx="1265261" cy="209554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9" name="tx939"/>
            <p:cNvSpPr/>
            <p:nvPr/>
          </p:nvSpPr>
          <p:spPr>
            <a:xfrm>
              <a:off x="7421538" y="2847125"/>
              <a:ext cx="1126083" cy="1002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dirty="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Broodstock Group</a:t>
              </a:r>
            </a:p>
          </p:txBody>
        </p:sp>
        <p:sp>
          <p:nvSpPr>
            <p:cNvPr id="940" name="rc940"/>
            <p:cNvSpPr/>
            <p:nvPr/>
          </p:nvSpPr>
          <p:spPr>
            <a:xfrm>
              <a:off x="7421538" y="3032386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1" name="pl941"/>
            <p:cNvSpPr/>
            <p:nvPr/>
          </p:nvSpPr>
          <p:spPr>
            <a:xfrm>
              <a:off x="7531266" y="3196978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l942"/>
            <p:cNvSpPr/>
            <p:nvPr/>
          </p:nvSpPr>
          <p:spPr>
            <a:xfrm>
              <a:off x="7531266" y="3054331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rc943"/>
            <p:cNvSpPr/>
            <p:nvPr/>
          </p:nvSpPr>
          <p:spPr>
            <a:xfrm>
              <a:off x="7448970" y="3087250"/>
              <a:ext cx="164592" cy="109727"/>
            </a:xfrm>
            <a:prstGeom prst="rect">
              <a:avLst/>
            </a:prstGeom>
            <a:solidFill>
              <a:srgbClr val="365C8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l944"/>
            <p:cNvSpPr/>
            <p:nvPr/>
          </p:nvSpPr>
          <p:spPr>
            <a:xfrm>
              <a:off x="7448970" y="3142114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l945"/>
            <p:cNvSpPr/>
            <p:nvPr/>
          </p:nvSpPr>
          <p:spPr>
            <a:xfrm>
              <a:off x="7531266" y="322989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l946"/>
            <p:cNvSpPr/>
            <p:nvPr/>
          </p:nvSpPr>
          <p:spPr>
            <a:xfrm>
              <a:off x="7531266" y="305433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rc947"/>
            <p:cNvSpPr/>
            <p:nvPr/>
          </p:nvSpPr>
          <p:spPr>
            <a:xfrm>
              <a:off x="7421538" y="325184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8" name="pl948"/>
            <p:cNvSpPr/>
            <p:nvPr/>
          </p:nvSpPr>
          <p:spPr>
            <a:xfrm>
              <a:off x="7531266" y="3416434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l949"/>
            <p:cNvSpPr/>
            <p:nvPr/>
          </p:nvSpPr>
          <p:spPr>
            <a:xfrm>
              <a:off x="7531266" y="3273787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rc950"/>
            <p:cNvSpPr/>
            <p:nvPr/>
          </p:nvSpPr>
          <p:spPr>
            <a:xfrm>
              <a:off x="7448970" y="3306706"/>
              <a:ext cx="164592" cy="109727"/>
            </a:xfrm>
            <a:prstGeom prst="rect">
              <a:avLst/>
            </a:prstGeom>
            <a:solidFill>
              <a:srgbClr val="277F8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l951"/>
            <p:cNvSpPr/>
            <p:nvPr/>
          </p:nvSpPr>
          <p:spPr>
            <a:xfrm>
              <a:off x="7448970" y="3361570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l952"/>
            <p:cNvSpPr/>
            <p:nvPr/>
          </p:nvSpPr>
          <p:spPr>
            <a:xfrm>
              <a:off x="7531266" y="344935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l953"/>
            <p:cNvSpPr/>
            <p:nvPr/>
          </p:nvSpPr>
          <p:spPr>
            <a:xfrm>
              <a:off x="7531266" y="327378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rc954"/>
            <p:cNvSpPr/>
            <p:nvPr/>
          </p:nvSpPr>
          <p:spPr>
            <a:xfrm>
              <a:off x="7421538" y="347129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5" name="pl955"/>
            <p:cNvSpPr/>
            <p:nvPr/>
          </p:nvSpPr>
          <p:spPr>
            <a:xfrm>
              <a:off x="7531266" y="3635890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l956"/>
            <p:cNvSpPr/>
            <p:nvPr/>
          </p:nvSpPr>
          <p:spPr>
            <a:xfrm>
              <a:off x="7531266" y="3493243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rc957"/>
            <p:cNvSpPr/>
            <p:nvPr/>
          </p:nvSpPr>
          <p:spPr>
            <a:xfrm>
              <a:off x="7448970" y="3526162"/>
              <a:ext cx="164592" cy="109727"/>
            </a:xfrm>
            <a:prstGeom prst="rect">
              <a:avLst/>
            </a:prstGeom>
            <a:solidFill>
              <a:srgbClr val="1FA187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l958"/>
            <p:cNvSpPr/>
            <p:nvPr/>
          </p:nvSpPr>
          <p:spPr>
            <a:xfrm>
              <a:off x="7448970" y="3581026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l959"/>
            <p:cNvSpPr/>
            <p:nvPr/>
          </p:nvSpPr>
          <p:spPr>
            <a:xfrm>
              <a:off x="7531266" y="366880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l960"/>
            <p:cNvSpPr/>
            <p:nvPr/>
          </p:nvSpPr>
          <p:spPr>
            <a:xfrm>
              <a:off x="7531266" y="349324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rc961"/>
            <p:cNvSpPr/>
            <p:nvPr/>
          </p:nvSpPr>
          <p:spPr>
            <a:xfrm>
              <a:off x="7421538" y="3690754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2" name="pl962"/>
            <p:cNvSpPr/>
            <p:nvPr/>
          </p:nvSpPr>
          <p:spPr>
            <a:xfrm>
              <a:off x="7531266" y="3855346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l963"/>
            <p:cNvSpPr/>
            <p:nvPr/>
          </p:nvSpPr>
          <p:spPr>
            <a:xfrm>
              <a:off x="7531266" y="3712699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rc964"/>
            <p:cNvSpPr/>
            <p:nvPr/>
          </p:nvSpPr>
          <p:spPr>
            <a:xfrm>
              <a:off x="7448970" y="3745618"/>
              <a:ext cx="164592" cy="109727"/>
            </a:xfrm>
            <a:prstGeom prst="rect">
              <a:avLst/>
            </a:prstGeom>
            <a:solidFill>
              <a:srgbClr val="4AC16D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7448970" y="3800482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7531266" y="3888264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7531266" y="3712699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rc968"/>
            <p:cNvSpPr/>
            <p:nvPr/>
          </p:nvSpPr>
          <p:spPr>
            <a:xfrm>
              <a:off x="7421538" y="3910210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7531266" y="4074802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7531266" y="3932155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rc971"/>
            <p:cNvSpPr/>
            <p:nvPr/>
          </p:nvSpPr>
          <p:spPr>
            <a:xfrm>
              <a:off x="7448970" y="3965074"/>
              <a:ext cx="164592" cy="109727"/>
            </a:xfrm>
            <a:prstGeom prst="rect">
              <a:avLst/>
            </a:prstGeom>
            <a:solidFill>
              <a:srgbClr val="440154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7448970" y="4019938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7531266" y="4107720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7531266" y="3932155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rc975"/>
            <p:cNvSpPr/>
            <p:nvPr/>
          </p:nvSpPr>
          <p:spPr>
            <a:xfrm>
              <a:off x="7421538" y="412966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7531266" y="4294258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l977"/>
            <p:cNvSpPr/>
            <p:nvPr/>
          </p:nvSpPr>
          <p:spPr>
            <a:xfrm>
              <a:off x="7531266" y="4151611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rc978"/>
            <p:cNvSpPr/>
            <p:nvPr/>
          </p:nvSpPr>
          <p:spPr>
            <a:xfrm>
              <a:off x="7448970" y="4184530"/>
              <a:ext cx="164592" cy="109727"/>
            </a:xfrm>
            <a:prstGeom prst="rect">
              <a:avLst/>
            </a:prstGeom>
            <a:solidFill>
              <a:srgbClr val="46337E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l979"/>
            <p:cNvSpPr/>
            <p:nvPr/>
          </p:nvSpPr>
          <p:spPr>
            <a:xfrm>
              <a:off x="7448970" y="4239394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l980"/>
            <p:cNvSpPr/>
            <p:nvPr/>
          </p:nvSpPr>
          <p:spPr>
            <a:xfrm>
              <a:off x="7531266" y="4327176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l981"/>
            <p:cNvSpPr/>
            <p:nvPr/>
          </p:nvSpPr>
          <p:spPr>
            <a:xfrm>
              <a:off x="7531266" y="4151611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rc982"/>
            <p:cNvSpPr/>
            <p:nvPr/>
          </p:nvSpPr>
          <p:spPr>
            <a:xfrm>
              <a:off x="7421538" y="4349122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3" name="pl983"/>
            <p:cNvSpPr/>
            <p:nvPr/>
          </p:nvSpPr>
          <p:spPr>
            <a:xfrm>
              <a:off x="7531266" y="4513714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l984"/>
            <p:cNvSpPr/>
            <p:nvPr/>
          </p:nvSpPr>
          <p:spPr>
            <a:xfrm>
              <a:off x="7531266" y="4371067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rc985"/>
            <p:cNvSpPr/>
            <p:nvPr/>
          </p:nvSpPr>
          <p:spPr>
            <a:xfrm>
              <a:off x="7448970" y="4403986"/>
              <a:ext cx="164592" cy="109727"/>
            </a:xfrm>
            <a:prstGeom prst="rect">
              <a:avLst/>
            </a:prstGeom>
            <a:solidFill>
              <a:srgbClr val="9FDA3A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l986"/>
            <p:cNvSpPr/>
            <p:nvPr/>
          </p:nvSpPr>
          <p:spPr>
            <a:xfrm>
              <a:off x="7448970" y="4458850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l987"/>
            <p:cNvSpPr/>
            <p:nvPr/>
          </p:nvSpPr>
          <p:spPr>
            <a:xfrm>
              <a:off x="7531266" y="4546632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l988"/>
            <p:cNvSpPr/>
            <p:nvPr/>
          </p:nvSpPr>
          <p:spPr>
            <a:xfrm>
              <a:off x="7531266" y="437106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rc989"/>
            <p:cNvSpPr/>
            <p:nvPr/>
          </p:nvSpPr>
          <p:spPr>
            <a:xfrm>
              <a:off x="7421538" y="4568578"/>
              <a:ext cx="219455" cy="21945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90" name="pl990"/>
            <p:cNvSpPr/>
            <p:nvPr/>
          </p:nvSpPr>
          <p:spPr>
            <a:xfrm>
              <a:off x="7531266" y="4733170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l991"/>
            <p:cNvSpPr/>
            <p:nvPr/>
          </p:nvSpPr>
          <p:spPr>
            <a:xfrm>
              <a:off x="7531266" y="4590523"/>
              <a:ext cx="0" cy="32918"/>
            </a:xfrm>
            <a:custGeom>
              <a:avLst/>
              <a:gdLst/>
              <a:ahLst/>
              <a:cxnLst/>
              <a:rect l="0" t="0" r="0" b="0"/>
              <a:pathLst>
                <a:path h="32918">
                  <a:moveTo>
                    <a:pt x="0" y="32918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rc992"/>
            <p:cNvSpPr/>
            <p:nvPr/>
          </p:nvSpPr>
          <p:spPr>
            <a:xfrm>
              <a:off x="7448970" y="4623442"/>
              <a:ext cx="164592" cy="109727"/>
            </a:xfrm>
            <a:prstGeom prst="rect">
              <a:avLst/>
            </a:prstGeom>
            <a:solidFill>
              <a:srgbClr val="FDE725">
                <a:alpha val="100000"/>
              </a:srgbClr>
            </a:solidFill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l993"/>
            <p:cNvSpPr/>
            <p:nvPr/>
          </p:nvSpPr>
          <p:spPr>
            <a:xfrm>
              <a:off x="7448970" y="4678306"/>
              <a:ext cx="164591" cy="0"/>
            </a:xfrm>
            <a:custGeom>
              <a:avLst/>
              <a:gdLst/>
              <a:ahLst/>
              <a:cxnLst/>
              <a:rect l="0" t="0" r="0" b="0"/>
              <a:pathLst>
                <a:path w="164591">
                  <a:moveTo>
                    <a:pt x="0" y="0"/>
                  </a:moveTo>
                  <a:lnTo>
                    <a:pt x="164591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l994"/>
            <p:cNvSpPr/>
            <p:nvPr/>
          </p:nvSpPr>
          <p:spPr>
            <a:xfrm>
              <a:off x="7531266" y="4766088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l995"/>
            <p:cNvSpPr/>
            <p:nvPr/>
          </p:nvSpPr>
          <p:spPr>
            <a:xfrm>
              <a:off x="7531266" y="4590523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tx996"/>
            <p:cNvSpPr/>
            <p:nvPr/>
          </p:nvSpPr>
          <p:spPr>
            <a:xfrm>
              <a:off x="7710583" y="3102063"/>
              <a:ext cx="372526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W1_TX</a:t>
              </a:r>
            </a:p>
          </p:txBody>
        </p:sp>
        <p:sp>
          <p:nvSpPr>
            <p:cNvPr id="997" name="tx997"/>
            <p:cNvSpPr/>
            <p:nvPr/>
          </p:nvSpPr>
          <p:spPr>
            <a:xfrm>
              <a:off x="7710583" y="3321519"/>
              <a:ext cx="36649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W2_LA</a:t>
              </a:r>
            </a:p>
          </p:txBody>
        </p:sp>
        <p:sp>
          <p:nvSpPr>
            <p:cNvPr id="998" name="tx998"/>
            <p:cNvSpPr/>
            <p:nvPr/>
          </p:nvSpPr>
          <p:spPr>
            <a:xfrm>
              <a:off x="7710583" y="3540975"/>
              <a:ext cx="36018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W3_FL</a:t>
              </a:r>
            </a:p>
          </p:txBody>
        </p:sp>
        <p:sp>
          <p:nvSpPr>
            <p:cNvPr id="999" name="tx999"/>
            <p:cNvSpPr/>
            <p:nvPr/>
          </p:nvSpPr>
          <p:spPr>
            <a:xfrm>
              <a:off x="7710583" y="3760431"/>
              <a:ext cx="378835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W4_VA</a:t>
              </a:r>
            </a:p>
          </p:txBody>
        </p:sp>
        <p:sp>
          <p:nvSpPr>
            <p:cNvPr id="1000" name="tx1000"/>
            <p:cNvSpPr/>
            <p:nvPr/>
          </p:nvSpPr>
          <p:spPr>
            <a:xfrm>
              <a:off x="7710583" y="3979887"/>
              <a:ext cx="484631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S1_LOLA</a:t>
              </a:r>
            </a:p>
          </p:txBody>
        </p:sp>
        <p:sp>
          <p:nvSpPr>
            <p:cNvPr id="1001" name="tx1001"/>
            <p:cNvSpPr/>
            <p:nvPr/>
          </p:nvSpPr>
          <p:spPr>
            <a:xfrm>
              <a:off x="7710583" y="4199343"/>
              <a:ext cx="503102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S2_DEBY</a:t>
              </a:r>
            </a:p>
          </p:txBody>
        </p:sp>
        <p:sp>
          <p:nvSpPr>
            <p:cNvPr id="1002" name="tx1002"/>
            <p:cNvSpPr/>
            <p:nvPr/>
          </p:nvSpPr>
          <p:spPr>
            <a:xfrm>
              <a:off x="7710583" y="4418799"/>
              <a:ext cx="39108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W5_NH</a:t>
              </a:r>
            </a:p>
          </p:txBody>
        </p:sp>
        <p:sp>
          <p:nvSpPr>
            <p:cNvPr id="1003" name="tx1003"/>
            <p:cNvSpPr/>
            <p:nvPr/>
          </p:nvSpPr>
          <p:spPr>
            <a:xfrm>
              <a:off x="7710583" y="4638255"/>
              <a:ext cx="397398" cy="8010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W6_ME</a:t>
              </a:r>
            </a:p>
          </p:txBody>
        </p:sp>
      </p:grpSp>
      <p:sp>
        <p:nvSpPr>
          <p:cNvPr id="1005" name="Rectangle 1004">
            <a:extLst>
              <a:ext uri="{FF2B5EF4-FFF2-40B4-BE49-F238E27FC236}">
                <a16:creationId xmlns:a16="http://schemas.microsoft.com/office/drawing/2014/main" id="{8D31B875-30A3-4161-0ABB-306555A9D023}"/>
              </a:ext>
            </a:extLst>
          </p:cNvPr>
          <p:cNvSpPr/>
          <p:nvPr/>
        </p:nvSpPr>
        <p:spPr>
          <a:xfrm>
            <a:off x="1115616" y="5229200"/>
            <a:ext cx="5976664" cy="4103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7" name="tx200">
            <a:extLst>
              <a:ext uri="{FF2B5EF4-FFF2-40B4-BE49-F238E27FC236}">
                <a16:creationId xmlns:a16="http://schemas.microsoft.com/office/drawing/2014/main" id="{159DAC7B-F8D6-812C-240E-F0723E426990}"/>
              </a:ext>
            </a:extLst>
          </p:cNvPr>
          <p:cNvSpPr/>
          <p:nvPr/>
        </p:nvSpPr>
        <p:spPr>
          <a:xfrm>
            <a:off x="1259632" y="1669789"/>
            <a:ext cx="3100547" cy="12015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   (B) </a:t>
            </a:r>
            <a:r>
              <a:rPr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Final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Length</a:t>
            </a:r>
            <a:r>
              <a:rPr sz="1600" dirty="0">
                <a:solidFill>
                  <a:srgbClr val="000000">
                    <a:alpha val="100000"/>
                  </a:srgbClr>
                </a:solidFill>
                <a:latin typeface="Helvetica"/>
                <a:cs typeface="Helvetica"/>
              </a:rPr>
              <a:t> at Lewisetta and York River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number of different colored boxes&#10;&#10;AI-generated content may be incorrect.">
            <a:extLst>
              <a:ext uri="{FF2B5EF4-FFF2-40B4-BE49-F238E27FC236}">
                <a16:creationId xmlns:a16="http://schemas.microsoft.com/office/drawing/2014/main" id="{EB05B808-E7CE-50EC-92F4-ECED2EC71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632"/>
            <a:ext cx="4914124" cy="3312368"/>
          </a:xfrm>
          <a:prstGeom prst="rect">
            <a:avLst/>
          </a:prstGeom>
        </p:spPr>
      </p:pic>
      <p:pic>
        <p:nvPicPr>
          <p:cNvPr id="7" name="Picture 6" descr="A graph of different colored and black text&#10;&#10;AI-generated content may be incorrect.">
            <a:extLst>
              <a:ext uri="{FF2B5EF4-FFF2-40B4-BE49-F238E27FC236}">
                <a16:creationId xmlns:a16="http://schemas.microsoft.com/office/drawing/2014/main" id="{F023B033-4C94-1D61-6D76-642453962D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77" y="3545632"/>
            <a:ext cx="5015873" cy="3312368"/>
          </a:xfrm>
          <a:prstGeom prst="rect">
            <a:avLst/>
          </a:prstGeom>
        </p:spPr>
      </p:pic>
      <p:pic>
        <p:nvPicPr>
          <p:cNvPr id="9" name="Picture 8" descr="A chart of a number of numbers&#10;&#10;AI-generated content may be incorrect.">
            <a:extLst>
              <a:ext uri="{FF2B5EF4-FFF2-40B4-BE49-F238E27FC236}">
                <a16:creationId xmlns:a16="http://schemas.microsoft.com/office/drawing/2014/main" id="{D65F789C-8F22-7F30-00B0-ED90318B9E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124" y="332656"/>
            <a:ext cx="1053268" cy="15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8463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937</Words>
  <Application>Microsoft Macintosh PowerPoint</Application>
  <PresentationFormat>On-screen Show (4:3)</PresentationFormat>
  <Paragraphs>876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Helvetica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Camille Rumberger</cp:lastModifiedBy>
  <cp:revision>4</cp:revision>
  <dcterms:created xsi:type="dcterms:W3CDTF">2017-02-13T16:18:36Z</dcterms:created>
  <dcterms:modified xsi:type="dcterms:W3CDTF">2025-12-17T13:29:30Z</dcterms:modified>
  <cp:category/>
</cp:coreProperties>
</file>