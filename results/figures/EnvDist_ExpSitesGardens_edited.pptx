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>
      <p:cViewPr>
        <p:scale>
          <a:sx n="115" d="100"/>
          <a:sy n="115" d="100"/>
        </p:scale>
        <p:origin x="1368" y="-4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2061C-5EA3-3241-8D5D-56661743BD60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67557-A291-B541-A6C5-5BE2B79CE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0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67557-A291-B541-A6C5-5BE2B79CE4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58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57200" y="1600200"/>
            <a:ext cx="627504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258441" y="1953896"/>
              <a:ext cx="6250320" cy="3769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4996378" y="2360383"/>
              <a:ext cx="612776" cy="369533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2545272" y="2360383"/>
              <a:ext cx="612776" cy="369533"/>
            </a:xfrm>
            <a:prstGeom prst="rect">
              <a:avLst/>
            </a:prstGeom>
            <a:solidFill>
              <a:srgbClr val="60C06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5609155" y="2360383"/>
              <a:ext cx="612776" cy="369533"/>
            </a:xfrm>
            <a:prstGeom prst="rect">
              <a:avLst/>
            </a:prstGeom>
            <a:solidFill>
              <a:srgbClr val="52B8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6834708" y="2360383"/>
              <a:ext cx="612776" cy="369533"/>
            </a:xfrm>
            <a:prstGeom prst="rect">
              <a:avLst/>
            </a:prstGeom>
            <a:solidFill>
              <a:srgbClr val="2B91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3158048" y="2360383"/>
              <a:ext cx="612776" cy="369533"/>
            </a:xfrm>
            <a:prstGeom prst="rect">
              <a:avLst/>
            </a:prstGeom>
            <a:solidFill>
              <a:srgbClr val="5FBF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6221931" y="2360383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1319719" y="2360383"/>
              <a:ext cx="612776" cy="369533"/>
            </a:xfrm>
            <a:prstGeom prst="rect">
              <a:avLst/>
            </a:prstGeom>
            <a:solidFill>
              <a:srgbClr val="289B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3770825" y="2360383"/>
              <a:ext cx="612776" cy="369533"/>
            </a:xfrm>
            <a:prstGeom prst="rect">
              <a:avLst/>
            </a:prstGeom>
            <a:solidFill>
              <a:srgbClr val="45135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4383602" y="2360383"/>
              <a:ext cx="612776" cy="369533"/>
            </a:xfrm>
            <a:prstGeom prst="rect">
              <a:avLst/>
            </a:prstGeom>
            <a:solidFill>
              <a:srgbClr val="2B8C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1932495" y="2360383"/>
              <a:ext cx="612776" cy="369533"/>
            </a:xfrm>
            <a:prstGeom prst="rect">
              <a:avLst/>
            </a:prstGeom>
            <a:solidFill>
              <a:srgbClr val="346C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3158048" y="3838519"/>
              <a:ext cx="612776" cy="369533"/>
            </a:xfrm>
            <a:prstGeom prst="rect">
              <a:avLst/>
            </a:prstGeom>
            <a:solidFill>
              <a:srgbClr val="60C0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1932495" y="3838519"/>
              <a:ext cx="612776" cy="369533"/>
            </a:xfrm>
            <a:prstGeom prst="rect">
              <a:avLst/>
            </a:prstGeom>
            <a:solidFill>
              <a:srgbClr val="2E73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6221931" y="3838519"/>
              <a:ext cx="612776" cy="369533"/>
            </a:xfrm>
            <a:prstGeom prst="rect">
              <a:avLst/>
            </a:prstGeom>
            <a:solidFill>
              <a:srgbClr val="45135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770825" y="3838519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6834708" y="3838519"/>
              <a:ext cx="612776" cy="369533"/>
            </a:xfrm>
            <a:prstGeom prst="rect">
              <a:avLst/>
            </a:prstGeom>
            <a:solidFill>
              <a:srgbClr val="2B9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5609155" y="3838519"/>
              <a:ext cx="612776" cy="369533"/>
            </a:xfrm>
            <a:prstGeom prst="rect">
              <a:avLst/>
            </a:prstGeom>
            <a:solidFill>
              <a:srgbClr val="50B7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319719" y="3838519"/>
              <a:ext cx="612776" cy="369533"/>
            </a:xfrm>
            <a:prstGeom prst="rect">
              <a:avLst/>
            </a:prstGeom>
            <a:solidFill>
              <a:srgbClr val="27A0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4383602" y="3838519"/>
              <a:ext cx="612776" cy="369533"/>
            </a:xfrm>
            <a:prstGeom prst="rect">
              <a:avLst/>
            </a:prstGeom>
            <a:solidFill>
              <a:srgbClr val="2B8D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2545272" y="3838519"/>
              <a:ext cx="612776" cy="369533"/>
            </a:xfrm>
            <a:prstGeom prst="rect">
              <a:avLst/>
            </a:prstGeom>
            <a:solidFill>
              <a:srgbClr val="67C46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4996378" y="3838519"/>
              <a:ext cx="612776" cy="369533"/>
            </a:xfrm>
            <a:prstGeom prst="rect">
              <a:avLst/>
            </a:prstGeom>
            <a:solidFill>
              <a:srgbClr val="2999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158048" y="3468985"/>
              <a:ext cx="612776" cy="369533"/>
            </a:xfrm>
            <a:prstGeom prst="rect">
              <a:avLst/>
            </a:prstGeom>
            <a:solidFill>
              <a:srgbClr val="3C5B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4383602" y="3468985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6834708" y="3468985"/>
              <a:ext cx="612776" cy="369533"/>
            </a:xfrm>
            <a:prstGeom prst="rect">
              <a:avLst/>
            </a:prstGeom>
            <a:solidFill>
              <a:srgbClr val="461F6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3770825" y="3468985"/>
              <a:ext cx="612776" cy="369533"/>
            </a:xfrm>
            <a:prstGeom prst="rect">
              <a:avLst/>
            </a:prstGeom>
            <a:solidFill>
              <a:srgbClr val="2B8D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5609155" y="3468985"/>
              <a:ext cx="612776" cy="369533"/>
            </a:xfrm>
            <a:prstGeom prst="rect">
              <a:avLst/>
            </a:prstGeom>
            <a:solidFill>
              <a:srgbClr val="62C16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319719" y="3468985"/>
              <a:ext cx="612776" cy="369533"/>
            </a:xfrm>
            <a:prstGeom prst="rect">
              <a:avLst/>
            </a:prstGeom>
            <a:solidFill>
              <a:srgbClr val="31AB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6221931" y="3468985"/>
              <a:ext cx="612776" cy="369533"/>
            </a:xfrm>
            <a:prstGeom prst="rect">
              <a:avLst/>
            </a:prstGeom>
            <a:solidFill>
              <a:srgbClr val="2B8C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2545272" y="3468985"/>
              <a:ext cx="612776" cy="369533"/>
            </a:xfrm>
            <a:prstGeom prst="rect">
              <a:avLst/>
            </a:prstGeom>
            <a:solidFill>
              <a:srgbClr val="51B8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932495" y="3468985"/>
              <a:ext cx="612776" cy="369533"/>
            </a:xfrm>
            <a:prstGeom prst="rect">
              <a:avLst/>
            </a:prstGeom>
            <a:solidFill>
              <a:srgbClr val="25A3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4996378" y="3468985"/>
              <a:ext cx="612776" cy="369533"/>
            </a:xfrm>
            <a:prstGeom prst="rect">
              <a:avLst/>
            </a:prstGeom>
            <a:solidFill>
              <a:srgbClr val="26A2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5609155" y="5316655"/>
              <a:ext cx="612776" cy="369533"/>
            </a:xfrm>
            <a:prstGeom prst="rect">
              <a:avLst/>
            </a:prstGeom>
            <a:solidFill>
              <a:srgbClr val="6AC66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932495" y="5316655"/>
              <a:ext cx="612776" cy="369533"/>
            </a:xfrm>
            <a:prstGeom prst="rect">
              <a:avLst/>
            </a:prstGeom>
            <a:solidFill>
              <a:srgbClr val="2E74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6221931" y="5316655"/>
              <a:ext cx="612776" cy="369533"/>
            </a:xfrm>
            <a:prstGeom prst="rect">
              <a:avLst/>
            </a:prstGeom>
            <a:solidFill>
              <a:srgbClr val="289B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4383602" y="5316655"/>
              <a:ext cx="612776" cy="369533"/>
            </a:xfrm>
            <a:prstGeom prst="rect">
              <a:avLst/>
            </a:prstGeom>
            <a:solidFill>
              <a:srgbClr val="31AB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319719" y="5316655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3158048" y="5316655"/>
              <a:ext cx="612776" cy="369533"/>
            </a:xfrm>
            <a:prstGeom prst="rect">
              <a:avLst/>
            </a:prstGeom>
            <a:solidFill>
              <a:srgbClr val="82D24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6834708" y="5316655"/>
              <a:ext cx="612776" cy="369533"/>
            </a:xfrm>
            <a:prstGeom prst="rect">
              <a:avLst/>
            </a:prstGeom>
            <a:solidFill>
              <a:srgbClr val="26A9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3770825" y="5316655"/>
              <a:ext cx="612776" cy="369533"/>
            </a:xfrm>
            <a:prstGeom prst="rect">
              <a:avLst/>
            </a:prstGeom>
            <a:solidFill>
              <a:srgbClr val="27A0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2545272" y="5316655"/>
              <a:ext cx="612776" cy="369533"/>
            </a:xfrm>
            <a:prstGeom prst="rect">
              <a:avLst/>
            </a:prstGeom>
            <a:solidFill>
              <a:srgbClr val="2A7A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4996378" y="5316655"/>
              <a:ext cx="612776" cy="369533"/>
            </a:xfrm>
            <a:prstGeom prst="rect">
              <a:avLst/>
            </a:prstGeom>
            <a:solidFill>
              <a:srgbClr val="2B91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4996378" y="4947121"/>
              <a:ext cx="612776" cy="369533"/>
            </a:xfrm>
            <a:prstGeom prst="rect">
              <a:avLst/>
            </a:prstGeom>
            <a:solidFill>
              <a:srgbClr val="279E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319719" y="4947121"/>
              <a:ext cx="612776" cy="369533"/>
            </a:xfrm>
            <a:prstGeom prst="rect">
              <a:avLst/>
            </a:prstGeom>
            <a:solidFill>
              <a:srgbClr val="2E74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6834708" y="4947121"/>
              <a:ext cx="612776" cy="369533"/>
            </a:xfrm>
            <a:prstGeom prst="rect">
              <a:avLst/>
            </a:prstGeom>
            <a:solidFill>
              <a:srgbClr val="26A1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3770825" y="4947121"/>
              <a:ext cx="612776" cy="369533"/>
            </a:xfrm>
            <a:prstGeom prst="rect">
              <a:avLst/>
            </a:prstGeom>
            <a:solidFill>
              <a:srgbClr val="2E73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932495" y="4947121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4383602" y="4947121"/>
              <a:ext cx="612776" cy="369533"/>
            </a:xfrm>
            <a:prstGeom prst="rect">
              <a:avLst/>
            </a:prstGeom>
            <a:solidFill>
              <a:srgbClr val="25A3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3158048" y="4947121"/>
              <a:ext cx="612776" cy="369533"/>
            </a:xfrm>
            <a:prstGeom prst="rect">
              <a:avLst/>
            </a:prstGeom>
            <a:solidFill>
              <a:srgbClr val="75CE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2545272" y="4947121"/>
              <a:ext cx="612776" cy="369533"/>
            </a:xfrm>
            <a:prstGeom prst="rect">
              <a:avLst/>
            </a:prstGeom>
            <a:solidFill>
              <a:srgbClr val="28A9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4"/>
            <p:cNvSpPr/>
            <p:nvPr/>
          </p:nvSpPr>
          <p:spPr>
            <a:xfrm>
              <a:off x="5609155" y="4947121"/>
              <a:ext cx="612776" cy="369533"/>
            </a:xfrm>
            <a:prstGeom prst="rect">
              <a:avLst/>
            </a:prstGeom>
            <a:solidFill>
              <a:srgbClr val="70CA5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5"/>
            <p:cNvSpPr/>
            <p:nvPr/>
          </p:nvSpPr>
          <p:spPr>
            <a:xfrm>
              <a:off x="6221931" y="4947121"/>
              <a:ext cx="612776" cy="369533"/>
            </a:xfrm>
            <a:prstGeom prst="rect">
              <a:avLst/>
            </a:prstGeom>
            <a:solidFill>
              <a:srgbClr val="346C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1319719" y="4577587"/>
              <a:ext cx="612776" cy="369533"/>
            </a:xfrm>
            <a:prstGeom prst="rect">
              <a:avLst/>
            </a:prstGeom>
            <a:solidFill>
              <a:srgbClr val="2A7A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6221931" y="4577587"/>
              <a:ext cx="612776" cy="369533"/>
            </a:xfrm>
            <a:prstGeom prst="rect">
              <a:avLst/>
            </a:prstGeom>
            <a:solidFill>
              <a:srgbClr val="60C06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rc58"/>
            <p:cNvSpPr/>
            <p:nvPr/>
          </p:nvSpPr>
          <p:spPr>
            <a:xfrm>
              <a:off x="1932495" y="4577587"/>
              <a:ext cx="612776" cy="369533"/>
            </a:xfrm>
            <a:prstGeom prst="rect">
              <a:avLst/>
            </a:prstGeom>
            <a:solidFill>
              <a:srgbClr val="28A9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9"/>
            <p:cNvSpPr/>
            <p:nvPr/>
          </p:nvSpPr>
          <p:spPr>
            <a:xfrm>
              <a:off x="6834708" y="4577587"/>
              <a:ext cx="612776" cy="369533"/>
            </a:xfrm>
            <a:prstGeom prst="rect">
              <a:avLst/>
            </a:prstGeom>
            <a:solidFill>
              <a:srgbClr val="41B17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c60"/>
            <p:cNvSpPr/>
            <p:nvPr/>
          </p:nvSpPr>
          <p:spPr>
            <a:xfrm>
              <a:off x="3770825" y="4577587"/>
              <a:ext cx="612776" cy="369533"/>
            </a:xfrm>
            <a:prstGeom prst="rect">
              <a:avLst/>
            </a:prstGeom>
            <a:solidFill>
              <a:srgbClr val="67C46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rc61"/>
            <p:cNvSpPr/>
            <p:nvPr/>
          </p:nvSpPr>
          <p:spPr>
            <a:xfrm>
              <a:off x="3158048" y="4577587"/>
              <a:ext cx="612776" cy="369533"/>
            </a:xfrm>
            <a:prstGeom prst="rect">
              <a:avLst/>
            </a:prstGeom>
            <a:solidFill>
              <a:srgbClr val="A4D84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62"/>
            <p:cNvSpPr/>
            <p:nvPr/>
          </p:nvSpPr>
          <p:spPr>
            <a:xfrm>
              <a:off x="4996378" y="4577587"/>
              <a:ext cx="612776" cy="369533"/>
            </a:xfrm>
            <a:prstGeom prst="rect">
              <a:avLst/>
            </a:prstGeom>
            <a:solidFill>
              <a:srgbClr val="2A94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3"/>
            <p:cNvSpPr/>
            <p:nvPr/>
          </p:nvSpPr>
          <p:spPr>
            <a:xfrm>
              <a:off x="5609155" y="4577587"/>
              <a:ext cx="612776" cy="369533"/>
            </a:xfrm>
            <a:prstGeom prst="rect">
              <a:avLst/>
            </a:prstGeom>
            <a:solidFill>
              <a:srgbClr val="4CB6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4"/>
            <p:cNvSpPr/>
            <p:nvPr/>
          </p:nvSpPr>
          <p:spPr>
            <a:xfrm>
              <a:off x="4383602" y="4577587"/>
              <a:ext cx="612776" cy="369533"/>
            </a:xfrm>
            <a:prstGeom prst="rect">
              <a:avLst/>
            </a:prstGeom>
            <a:solidFill>
              <a:srgbClr val="51B8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5"/>
            <p:cNvSpPr/>
            <p:nvPr/>
          </p:nvSpPr>
          <p:spPr>
            <a:xfrm>
              <a:off x="2545272" y="4577587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2545272" y="4208053"/>
              <a:ext cx="612776" cy="369533"/>
            </a:xfrm>
            <a:prstGeom prst="rect">
              <a:avLst/>
            </a:prstGeom>
            <a:solidFill>
              <a:srgbClr val="A4D84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1932495" y="4208053"/>
              <a:ext cx="612776" cy="369533"/>
            </a:xfrm>
            <a:prstGeom prst="rect">
              <a:avLst/>
            </a:prstGeom>
            <a:solidFill>
              <a:srgbClr val="75CE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4996378" y="4208053"/>
              <a:ext cx="612776" cy="369533"/>
            </a:xfrm>
            <a:prstGeom prst="rect">
              <a:avLst/>
            </a:prstGeom>
            <a:solidFill>
              <a:srgbClr val="6CC75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3770825" y="4208053"/>
              <a:ext cx="612776" cy="369533"/>
            </a:xfrm>
            <a:prstGeom prst="rect">
              <a:avLst/>
            </a:prstGeom>
            <a:solidFill>
              <a:srgbClr val="60C0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3158048" y="4208053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6834708" y="4208053"/>
              <a:ext cx="612776" cy="369533"/>
            </a:xfrm>
            <a:prstGeom prst="rect">
              <a:avLst/>
            </a:prstGeom>
            <a:solidFill>
              <a:srgbClr val="3A61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6221931" y="4208053"/>
              <a:ext cx="612776" cy="369533"/>
            </a:xfrm>
            <a:prstGeom prst="rect">
              <a:avLst/>
            </a:prstGeom>
            <a:solidFill>
              <a:srgbClr val="5FBF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5609155" y="4208053"/>
              <a:ext cx="612776" cy="369533"/>
            </a:xfrm>
            <a:prstGeom prst="rect">
              <a:avLst/>
            </a:prstGeom>
            <a:solidFill>
              <a:srgbClr val="F2E5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4383602" y="4208053"/>
              <a:ext cx="612776" cy="369533"/>
            </a:xfrm>
            <a:prstGeom prst="rect">
              <a:avLst/>
            </a:prstGeom>
            <a:solidFill>
              <a:srgbClr val="3C5B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1319719" y="4208053"/>
              <a:ext cx="612776" cy="369533"/>
            </a:xfrm>
            <a:prstGeom prst="rect">
              <a:avLst/>
            </a:prstGeom>
            <a:solidFill>
              <a:srgbClr val="82D24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6834708" y="3099451"/>
              <a:ext cx="612776" cy="369533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1319719" y="3099451"/>
              <a:ext cx="612776" cy="369533"/>
            </a:xfrm>
            <a:prstGeom prst="rect">
              <a:avLst/>
            </a:prstGeom>
            <a:solidFill>
              <a:srgbClr val="2B91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1932495" y="3099451"/>
              <a:ext cx="612776" cy="369533"/>
            </a:xfrm>
            <a:prstGeom prst="rect">
              <a:avLst/>
            </a:prstGeom>
            <a:solidFill>
              <a:srgbClr val="279E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6221931" y="3099451"/>
              <a:ext cx="612776" cy="369533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3158048" y="3099451"/>
              <a:ext cx="612776" cy="369533"/>
            </a:xfrm>
            <a:prstGeom prst="rect">
              <a:avLst/>
            </a:prstGeom>
            <a:solidFill>
              <a:srgbClr val="6CC75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3770825" y="3099451"/>
              <a:ext cx="612776" cy="369533"/>
            </a:xfrm>
            <a:prstGeom prst="rect">
              <a:avLst/>
            </a:prstGeom>
            <a:solidFill>
              <a:srgbClr val="2999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545272" y="3099451"/>
              <a:ext cx="612776" cy="369533"/>
            </a:xfrm>
            <a:prstGeom prst="rect">
              <a:avLst/>
            </a:prstGeom>
            <a:solidFill>
              <a:srgbClr val="2A94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4383602" y="3099451"/>
              <a:ext cx="612776" cy="369533"/>
            </a:xfrm>
            <a:prstGeom prst="rect">
              <a:avLst/>
            </a:prstGeom>
            <a:solidFill>
              <a:srgbClr val="26A2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4996378" y="3099451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5609155" y="3099451"/>
              <a:ext cx="612776" cy="369533"/>
            </a:xfrm>
            <a:prstGeom prst="rect">
              <a:avLst/>
            </a:prstGeom>
            <a:solidFill>
              <a:srgbClr val="25A9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4383602" y="2729917"/>
              <a:ext cx="612776" cy="369533"/>
            </a:xfrm>
            <a:prstGeom prst="rect">
              <a:avLst/>
            </a:prstGeom>
            <a:solidFill>
              <a:srgbClr val="62C16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1932495" y="2729917"/>
              <a:ext cx="612776" cy="369533"/>
            </a:xfrm>
            <a:prstGeom prst="rect">
              <a:avLst/>
            </a:prstGeom>
            <a:solidFill>
              <a:srgbClr val="70CA5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3158048" y="2729917"/>
              <a:ext cx="612776" cy="369533"/>
            </a:xfrm>
            <a:prstGeom prst="rect">
              <a:avLst/>
            </a:prstGeom>
            <a:solidFill>
              <a:srgbClr val="F2E5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319719" y="2729917"/>
              <a:ext cx="612776" cy="369533"/>
            </a:xfrm>
            <a:prstGeom prst="rect">
              <a:avLst/>
            </a:prstGeom>
            <a:solidFill>
              <a:srgbClr val="6AC66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3770825" y="2729917"/>
              <a:ext cx="612776" cy="369533"/>
            </a:xfrm>
            <a:prstGeom prst="rect">
              <a:avLst/>
            </a:prstGeom>
            <a:solidFill>
              <a:srgbClr val="50B7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6221931" y="2729917"/>
              <a:ext cx="612776" cy="369533"/>
            </a:xfrm>
            <a:prstGeom prst="rect">
              <a:avLst/>
            </a:prstGeom>
            <a:solidFill>
              <a:srgbClr val="52B8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6834708" y="2729917"/>
              <a:ext cx="612776" cy="369533"/>
            </a:xfrm>
            <a:prstGeom prst="rect">
              <a:avLst/>
            </a:prstGeom>
            <a:solidFill>
              <a:srgbClr val="58BB6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4996378" y="2729917"/>
              <a:ext cx="612776" cy="369533"/>
            </a:xfrm>
            <a:prstGeom prst="rect">
              <a:avLst/>
            </a:prstGeom>
            <a:solidFill>
              <a:srgbClr val="25A9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5609155" y="2729917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2545272" y="2729917"/>
              <a:ext cx="612776" cy="369533"/>
            </a:xfrm>
            <a:prstGeom prst="rect">
              <a:avLst/>
            </a:prstGeom>
            <a:solidFill>
              <a:srgbClr val="4CB6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1932495" y="1990849"/>
              <a:ext cx="612776" cy="369533"/>
            </a:xfrm>
            <a:prstGeom prst="rect">
              <a:avLst/>
            </a:prstGeom>
            <a:solidFill>
              <a:srgbClr val="26A1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3770825" y="1990849"/>
              <a:ext cx="612776" cy="369533"/>
            </a:xfrm>
            <a:prstGeom prst="rect">
              <a:avLst/>
            </a:prstGeom>
            <a:solidFill>
              <a:srgbClr val="2B92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1319719" y="1990849"/>
              <a:ext cx="612776" cy="369533"/>
            </a:xfrm>
            <a:prstGeom prst="rect">
              <a:avLst/>
            </a:prstGeom>
            <a:solidFill>
              <a:srgbClr val="26A9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2545272" y="1990849"/>
              <a:ext cx="612776" cy="369533"/>
            </a:xfrm>
            <a:prstGeom prst="rect">
              <a:avLst/>
            </a:prstGeom>
            <a:solidFill>
              <a:srgbClr val="41B17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4383602" y="1990849"/>
              <a:ext cx="612776" cy="369533"/>
            </a:xfrm>
            <a:prstGeom prst="rect">
              <a:avLst/>
            </a:prstGeom>
            <a:solidFill>
              <a:srgbClr val="461F6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3158048" y="1990849"/>
              <a:ext cx="612776" cy="369533"/>
            </a:xfrm>
            <a:prstGeom prst="rect">
              <a:avLst/>
            </a:prstGeom>
            <a:solidFill>
              <a:srgbClr val="3A61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102"/>
            <p:cNvSpPr/>
            <p:nvPr/>
          </p:nvSpPr>
          <p:spPr>
            <a:xfrm>
              <a:off x="5609155" y="1990849"/>
              <a:ext cx="612776" cy="369533"/>
            </a:xfrm>
            <a:prstGeom prst="rect">
              <a:avLst/>
            </a:prstGeom>
            <a:solidFill>
              <a:srgbClr val="58BB6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4996378" y="1990849"/>
              <a:ext cx="612776" cy="369533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4"/>
            <p:cNvSpPr/>
            <p:nvPr/>
          </p:nvSpPr>
          <p:spPr>
            <a:xfrm>
              <a:off x="6221931" y="1990849"/>
              <a:ext cx="612776" cy="369533"/>
            </a:xfrm>
            <a:prstGeom prst="rect">
              <a:avLst/>
            </a:prstGeom>
            <a:solidFill>
              <a:srgbClr val="2B91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5"/>
            <p:cNvSpPr/>
            <p:nvPr/>
          </p:nvSpPr>
          <p:spPr>
            <a:xfrm>
              <a:off x="6834708" y="1990849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1258441" y="1953896"/>
              <a:ext cx="0" cy="3769246"/>
            </a:xfrm>
            <a:custGeom>
              <a:avLst/>
              <a:gdLst/>
              <a:ahLst/>
              <a:cxnLst/>
              <a:rect l="0" t="0" r="0" b="0"/>
              <a:pathLst>
                <a:path h="3769246">
                  <a:moveTo>
                    <a:pt x="0" y="376924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tx107"/>
            <p:cNvSpPr/>
            <p:nvPr/>
          </p:nvSpPr>
          <p:spPr>
            <a:xfrm>
              <a:off x="823284" y="5461371"/>
              <a:ext cx="37252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829319" y="5091837"/>
              <a:ext cx="36649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35629" y="4722303"/>
              <a:ext cx="3601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16975" y="4352769"/>
              <a:ext cx="3788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11179" y="3983235"/>
              <a:ext cx="48463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92708" y="3613701"/>
              <a:ext cx="50310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04722" y="3244167"/>
              <a:ext cx="39108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98413" y="2874633"/>
              <a:ext cx="39739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23798" y="2505099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05327" y="2135565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117" name="pl117"/>
            <p:cNvSpPr/>
            <p:nvPr/>
          </p:nvSpPr>
          <p:spPr>
            <a:xfrm>
              <a:off x="1223647" y="550142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1223647" y="513188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1223647" y="476235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1223647" y="439282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1223647" y="402328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1223647" y="36537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1223647" y="328421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1223647" y="291468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1223647" y="254515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1223647" y="21756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1258441" y="5723142"/>
              <a:ext cx="6250320" cy="0"/>
            </a:xfrm>
            <a:custGeom>
              <a:avLst/>
              <a:gdLst/>
              <a:ahLst/>
              <a:cxnLst/>
              <a:rect l="0" t="0" r="0" b="0"/>
              <a:pathLst>
                <a:path w="6250320">
                  <a:moveTo>
                    <a:pt x="0" y="0"/>
                  </a:moveTo>
                  <a:lnTo>
                    <a:pt x="62503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1626107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223888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130"/>
            <p:cNvSpPr/>
            <p:nvPr/>
          </p:nvSpPr>
          <p:spPr>
            <a:xfrm>
              <a:off x="2851660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131"/>
            <p:cNvSpPr/>
            <p:nvPr/>
          </p:nvSpPr>
          <p:spPr>
            <a:xfrm>
              <a:off x="3464437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132"/>
            <p:cNvSpPr/>
            <p:nvPr/>
          </p:nvSpPr>
          <p:spPr>
            <a:xfrm>
              <a:off x="4077213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4689990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134"/>
            <p:cNvSpPr/>
            <p:nvPr/>
          </p:nvSpPr>
          <p:spPr>
            <a:xfrm>
              <a:off x="5302766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5915543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6528319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7141096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tx138"/>
            <p:cNvSpPr/>
            <p:nvPr/>
          </p:nvSpPr>
          <p:spPr>
            <a:xfrm>
              <a:off x="1439844" y="5785772"/>
              <a:ext cx="37252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055638" y="5785772"/>
              <a:ext cx="36649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671569" y="5785772"/>
              <a:ext cx="3601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3275019" y="5785772"/>
              <a:ext cx="3788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3834897" y="5785772"/>
              <a:ext cx="48463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4438438" y="5785772"/>
              <a:ext cx="50310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107222" y="5785772"/>
              <a:ext cx="39108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716844" y="5785772"/>
              <a:ext cx="39739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292313" y="5785772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895854" y="5785772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148" name="rc148"/>
            <p:cNvSpPr/>
            <p:nvPr/>
          </p:nvSpPr>
          <p:spPr>
            <a:xfrm>
              <a:off x="7647940" y="1953896"/>
              <a:ext cx="969270" cy="16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9" name="tx149"/>
            <p:cNvSpPr/>
            <p:nvPr/>
          </p:nvSpPr>
          <p:spPr>
            <a:xfrm>
              <a:off x="7717529" y="2043144"/>
              <a:ext cx="830092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Euclidean 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7717529" y="2235168"/>
              <a:ext cx="691560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Distance</a:t>
              </a:r>
            </a:p>
          </p:txBody>
        </p:sp>
        <p:pic>
          <p:nvPicPr>
            <p:cNvPr id="151" name="pic1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29" y="2451976"/>
              <a:ext cx="219455" cy="1097280"/>
            </a:xfrm>
            <a:prstGeom prst="rect">
              <a:avLst/>
            </a:prstGeom>
          </p:spPr>
        </p:pic>
        <p:sp>
          <p:nvSpPr>
            <p:cNvPr id="152" name="pl152"/>
            <p:cNvSpPr/>
            <p:nvPr/>
          </p:nvSpPr>
          <p:spPr>
            <a:xfrm>
              <a:off x="7893094" y="354742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7893094" y="32349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7893094" y="292250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7893094" y="261003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7717529" y="354742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7717529" y="32349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7717529" y="292250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7717529" y="261003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tx160"/>
            <p:cNvSpPr/>
            <p:nvPr/>
          </p:nvSpPr>
          <p:spPr>
            <a:xfrm>
              <a:off x="8006574" y="350737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8006574" y="3194913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8006574" y="2882449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8006574" y="256998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1258441" y="1669789"/>
              <a:ext cx="3913174" cy="163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between Sites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258441" y="1953896"/>
              <a:ext cx="6250320" cy="3769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542547" y="2459526"/>
              <a:ext cx="2841054" cy="459664"/>
            </a:xfrm>
            <a:prstGeom prst="rect">
              <a:avLst/>
            </a:prstGeom>
            <a:solidFill>
              <a:srgbClr val="57BB6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542547" y="4298183"/>
              <a:ext cx="2841054" cy="459664"/>
            </a:xfrm>
            <a:prstGeom prst="rect">
              <a:avLst/>
            </a:prstGeom>
            <a:solidFill>
              <a:srgbClr val="C9DE3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1542547" y="1999862"/>
              <a:ext cx="2841054" cy="459664"/>
            </a:xfrm>
            <a:prstGeom prst="rect">
              <a:avLst/>
            </a:prstGeom>
            <a:solidFill>
              <a:srgbClr val="ABD94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1542547" y="3838519"/>
              <a:ext cx="2841054" cy="459664"/>
            </a:xfrm>
            <a:prstGeom prst="rect">
              <a:avLst/>
            </a:prstGeom>
            <a:solidFill>
              <a:srgbClr val="C7DE3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1542547" y="5217512"/>
              <a:ext cx="2841054" cy="459664"/>
            </a:xfrm>
            <a:prstGeom prst="rect">
              <a:avLst/>
            </a:prstGeom>
            <a:solidFill>
              <a:srgbClr val="58BB6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1542547" y="3378855"/>
              <a:ext cx="2841054" cy="459664"/>
            </a:xfrm>
            <a:prstGeom prst="rect">
              <a:avLst/>
            </a:prstGeom>
            <a:solidFill>
              <a:srgbClr val="4517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1542547" y="2919191"/>
              <a:ext cx="2841054" cy="459664"/>
            </a:xfrm>
            <a:prstGeom prst="rect">
              <a:avLst/>
            </a:prstGeom>
            <a:solidFill>
              <a:srgbClr val="30AB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1542547" y="4757847"/>
              <a:ext cx="2841054" cy="459664"/>
            </a:xfrm>
            <a:prstGeom prst="rect">
              <a:avLst/>
            </a:prstGeom>
            <a:solidFill>
              <a:srgbClr val="2C8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4383602" y="4757847"/>
              <a:ext cx="2841054" cy="459664"/>
            </a:xfrm>
            <a:prstGeom prst="rect">
              <a:avLst/>
            </a:prstGeom>
            <a:solidFill>
              <a:srgbClr val="63C26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4383602" y="3378855"/>
              <a:ext cx="2841054" cy="459664"/>
            </a:xfrm>
            <a:prstGeom prst="rect">
              <a:avLst/>
            </a:prstGeom>
            <a:solidFill>
              <a:srgbClr val="42B17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4383602" y="5217512"/>
              <a:ext cx="2841054" cy="459664"/>
            </a:xfrm>
            <a:prstGeom prst="rect">
              <a:avLst/>
            </a:prstGeom>
            <a:solidFill>
              <a:srgbClr val="71CB5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4383602" y="4298183"/>
              <a:ext cx="2841054" cy="459664"/>
            </a:xfrm>
            <a:prstGeom prst="rect">
              <a:avLst/>
            </a:prstGeom>
            <a:solidFill>
              <a:srgbClr val="8AD34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4383602" y="2919191"/>
              <a:ext cx="2841054" cy="459664"/>
            </a:xfrm>
            <a:prstGeom prst="rect">
              <a:avLst/>
            </a:prstGeom>
            <a:solidFill>
              <a:srgbClr val="4626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4383602" y="3838519"/>
              <a:ext cx="2841054" cy="459664"/>
            </a:xfrm>
            <a:prstGeom prst="rect">
              <a:avLst/>
            </a:prstGeom>
            <a:solidFill>
              <a:srgbClr val="2C76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4383602" y="1999862"/>
              <a:ext cx="2841054" cy="459664"/>
            </a:xfrm>
            <a:prstGeom prst="rect">
              <a:avLst/>
            </a:prstGeom>
            <a:solidFill>
              <a:srgbClr val="B7DB4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4383602" y="2459526"/>
              <a:ext cx="2841054" cy="459664"/>
            </a:xfrm>
            <a:prstGeom prst="rect">
              <a:avLst/>
            </a:prstGeom>
            <a:solidFill>
              <a:srgbClr val="56BA6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258441" y="1953896"/>
              <a:ext cx="0" cy="3769246"/>
            </a:xfrm>
            <a:custGeom>
              <a:avLst/>
              <a:gdLst/>
              <a:ahLst/>
              <a:cxnLst/>
              <a:rect l="0" t="0" r="0" b="0"/>
              <a:pathLst>
                <a:path h="3769246">
                  <a:moveTo>
                    <a:pt x="0" y="376924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tx23"/>
            <p:cNvSpPr/>
            <p:nvPr/>
          </p:nvSpPr>
          <p:spPr>
            <a:xfrm>
              <a:off x="823284" y="5407293"/>
              <a:ext cx="37252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29319" y="4947629"/>
              <a:ext cx="36649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835629" y="4487965"/>
              <a:ext cx="3601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816975" y="4028300"/>
              <a:ext cx="3788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1179" y="3568636"/>
              <a:ext cx="48463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108972"/>
              <a:ext cx="50310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04722" y="2649308"/>
              <a:ext cx="39108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98413" y="2189644"/>
              <a:ext cx="39739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1223647" y="54473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1223647" y="49876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1223647" y="452801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1223647" y="40683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1223647" y="360868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1223647" y="31490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1223647" y="268935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1223647" y="222969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1258441" y="5723142"/>
              <a:ext cx="6250320" cy="0"/>
            </a:xfrm>
            <a:custGeom>
              <a:avLst/>
              <a:gdLst/>
              <a:ahLst/>
              <a:cxnLst/>
              <a:rect l="0" t="0" r="0" b="0"/>
              <a:pathLst>
                <a:path w="6250320">
                  <a:moveTo>
                    <a:pt x="0" y="0"/>
                  </a:moveTo>
                  <a:lnTo>
                    <a:pt x="62503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296307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5804129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x42"/>
            <p:cNvSpPr/>
            <p:nvPr/>
          </p:nvSpPr>
          <p:spPr>
            <a:xfrm>
              <a:off x="2727067" y="5785772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558887" y="5785772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7647940" y="1953896"/>
              <a:ext cx="969270" cy="16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x45"/>
            <p:cNvSpPr/>
            <p:nvPr/>
          </p:nvSpPr>
          <p:spPr>
            <a:xfrm>
              <a:off x="7717529" y="2043144"/>
              <a:ext cx="830092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Euclidean 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717529" y="2235168"/>
              <a:ext cx="691560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Distance</a:t>
              </a:r>
            </a:p>
          </p:txBody>
        </p:sp>
        <p:pic>
          <p:nvPicPr>
            <p:cNvPr id="47" name="pic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29" y="2451976"/>
              <a:ext cx="219455" cy="1097280"/>
            </a:xfrm>
            <a:prstGeom prst="rect">
              <a:avLst/>
            </a:prstGeom>
          </p:spPr>
        </p:pic>
        <p:sp>
          <p:nvSpPr>
            <p:cNvPr id="48" name="pl48"/>
            <p:cNvSpPr/>
            <p:nvPr/>
          </p:nvSpPr>
          <p:spPr>
            <a:xfrm>
              <a:off x="7893094" y="354742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7893094" y="33485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7893094" y="314974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7893094" y="295090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7893094" y="275206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7893094" y="255322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7717529" y="354742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7717529" y="33485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7717529" y="314974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7717529" y="295090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7717529" y="275206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7717529" y="255322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60"/>
            <p:cNvSpPr/>
            <p:nvPr/>
          </p:nvSpPr>
          <p:spPr>
            <a:xfrm>
              <a:off x="8006574" y="350737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006574" y="330853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006574" y="310969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006574" y="2910855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006574" y="2712015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006574" y="2513174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258441" y="1669789"/>
              <a:ext cx="3913174" cy="163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between Sites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57200" y="1600200"/>
            <a:ext cx="627504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258441" y="1953896"/>
              <a:ext cx="6250320" cy="3769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4996378" y="2360383"/>
              <a:ext cx="612776" cy="369533"/>
            </a:xfrm>
            <a:prstGeom prst="rect">
              <a:avLst/>
            </a:prstGeom>
            <a:solidFill>
              <a:srgbClr val="2D75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2545272" y="2360383"/>
              <a:ext cx="612776" cy="369533"/>
            </a:xfrm>
            <a:prstGeom prst="rect">
              <a:avLst/>
            </a:prstGeom>
            <a:solidFill>
              <a:srgbClr val="6AC66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5609155" y="2360383"/>
              <a:ext cx="612776" cy="369533"/>
            </a:xfrm>
            <a:prstGeom prst="rect">
              <a:avLst/>
            </a:prstGeom>
            <a:solidFill>
              <a:srgbClr val="71CB5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6834708" y="2360383"/>
              <a:ext cx="612776" cy="369533"/>
            </a:xfrm>
            <a:prstGeom prst="rect">
              <a:avLst/>
            </a:prstGeom>
            <a:solidFill>
              <a:srgbClr val="404B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3158048" y="2360383"/>
              <a:ext cx="612776" cy="369533"/>
            </a:xfrm>
            <a:prstGeom prst="rect">
              <a:avLst/>
            </a:prstGeom>
            <a:solidFill>
              <a:srgbClr val="4626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6221931" y="2360383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1319719" y="2360383"/>
              <a:ext cx="612776" cy="369533"/>
            </a:xfrm>
            <a:prstGeom prst="rect">
              <a:avLst/>
            </a:prstGeom>
            <a:solidFill>
              <a:srgbClr val="47B3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3770825" y="2360383"/>
              <a:ext cx="612776" cy="369533"/>
            </a:xfrm>
            <a:prstGeom prst="rect">
              <a:avLst/>
            </a:prstGeom>
            <a:solidFill>
              <a:srgbClr val="4517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4383602" y="2360383"/>
              <a:ext cx="612776" cy="369533"/>
            </a:xfrm>
            <a:prstGeom prst="rect">
              <a:avLst/>
            </a:prstGeom>
            <a:solidFill>
              <a:srgbClr val="4145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1932495" y="2360383"/>
              <a:ext cx="612776" cy="369533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3158048" y="3838519"/>
              <a:ext cx="612776" cy="369533"/>
            </a:xfrm>
            <a:prstGeom prst="rect">
              <a:avLst/>
            </a:prstGeom>
            <a:solidFill>
              <a:srgbClr val="452C7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1932495" y="3838519"/>
              <a:ext cx="612776" cy="369533"/>
            </a:xfrm>
            <a:prstGeom prst="rect">
              <a:avLst/>
            </a:prstGeom>
            <a:solidFill>
              <a:srgbClr val="2C87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6221931" y="3838519"/>
              <a:ext cx="612776" cy="369533"/>
            </a:xfrm>
            <a:prstGeom prst="rect">
              <a:avLst/>
            </a:prstGeom>
            <a:solidFill>
              <a:srgbClr val="4517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770825" y="3838519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6834708" y="3838519"/>
              <a:ext cx="612776" cy="369533"/>
            </a:xfrm>
            <a:prstGeom prst="rect">
              <a:avLst/>
            </a:prstGeom>
            <a:solidFill>
              <a:srgbClr val="3F4E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5609155" y="3838519"/>
              <a:ext cx="612776" cy="369533"/>
            </a:xfrm>
            <a:prstGeom prst="rect">
              <a:avLst/>
            </a:prstGeom>
            <a:solidFill>
              <a:srgbClr val="6FC95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319719" y="3838519"/>
              <a:ext cx="612776" cy="369533"/>
            </a:xfrm>
            <a:prstGeom prst="rect">
              <a:avLst/>
            </a:prstGeom>
            <a:solidFill>
              <a:srgbClr val="53B97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4383602" y="3838519"/>
              <a:ext cx="612776" cy="369533"/>
            </a:xfrm>
            <a:prstGeom prst="rect">
              <a:avLst/>
            </a:prstGeom>
            <a:solidFill>
              <a:srgbClr val="4148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2545272" y="3838519"/>
              <a:ext cx="612776" cy="369533"/>
            </a:xfrm>
            <a:prstGeom prst="rect">
              <a:avLst/>
            </a:prstGeom>
            <a:solidFill>
              <a:srgbClr val="73CC5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4996378" y="3838519"/>
              <a:ext cx="612776" cy="369533"/>
            </a:xfrm>
            <a:prstGeom prst="rect">
              <a:avLst/>
            </a:prstGeom>
            <a:solidFill>
              <a:srgbClr val="3071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158048" y="3468985"/>
              <a:ext cx="612776" cy="369533"/>
            </a:xfrm>
            <a:prstGeom prst="rect">
              <a:avLst/>
            </a:prstGeom>
            <a:solidFill>
              <a:srgbClr val="452B7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4383602" y="3468985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6834708" y="3468985"/>
              <a:ext cx="612776" cy="369533"/>
            </a:xfrm>
            <a:prstGeom prst="rect">
              <a:avLst/>
            </a:prstGeom>
            <a:solidFill>
              <a:srgbClr val="45155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3770825" y="3468985"/>
              <a:ext cx="612776" cy="369533"/>
            </a:xfrm>
            <a:prstGeom prst="rect">
              <a:avLst/>
            </a:prstGeom>
            <a:solidFill>
              <a:srgbClr val="4148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5609155" y="3468985"/>
              <a:ext cx="612776" cy="369533"/>
            </a:xfrm>
            <a:prstGeom prst="rect">
              <a:avLst/>
            </a:prstGeom>
            <a:solidFill>
              <a:srgbClr val="23A88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319719" y="3468985"/>
              <a:ext cx="612776" cy="369533"/>
            </a:xfrm>
            <a:prstGeom prst="rect">
              <a:avLst/>
            </a:prstGeom>
            <a:solidFill>
              <a:srgbClr val="26A0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6221931" y="3468985"/>
              <a:ext cx="612776" cy="369533"/>
            </a:xfrm>
            <a:prstGeom prst="rect">
              <a:avLst/>
            </a:prstGeom>
            <a:solidFill>
              <a:srgbClr val="4145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2545272" y="3468985"/>
              <a:ext cx="612776" cy="369533"/>
            </a:xfrm>
            <a:prstGeom prst="rect">
              <a:avLst/>
            </a:prstGeom>
            <a:solidFill>
              <a:srgbClr val="24A4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932495" y="3468985"/>
              <a:ext cx="612776" cy="369533"/>
            </a:xfrm>
            <a:prstGeom prst="rect">
              <a:avLst/>
            </a:prstGeom>
            <a:solidFill>
              <a:srgbClr val="2C88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4996378" y="3468985"/>
              <a:ext cx="612776" cy="369533"/>
            </a:xfrm>
            <a:prstGeom prst="rect">
              <a:avLst/>
            </a:prstGeom>
            <a:solidFill>
              <a:srgbClr val="3A5F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5609155" y="5316655"/>
              <a:ext cx="612776" cy="369533"/>
            </a:xfrm>
            <a:prstGeom prst="rect">
              <a:avLst/>
            </a:prstGeom>
            <a:solidFill>
              <a:srgbClr val="9DD74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932495" y="5316655"/>
              <a:ext cx="612776" cy="369533"/>
            </a:xfrm>
            <a:prstGeom prst="rect">
              <a:avLst/>
            </a:prstGeom>
            <a:solidFill>
              <a:srgbClr val="2C85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6221931" y="5316655"/>
              <a:ext cx="612776" cy="369533"/>
            </a:xfrm>
            <a:prstGeom prst="rect">
              <a:avLst/>
            </a:prstGeom>
            <a:solidFill>
              <a:srgbClr val="47B3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4383602" y="5316655"/>
              <a:ext cx="612776" cy="369533"/>
            </a:xfrm>
            <a:prstGeom prst="rect">
              <a:avLst/>
            </a:prstGeom>
            <a:solidFill>
              <a:srgbClr val="26A0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319719" y="5316655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3158048" y="5316655"/>
              <a:ext cx="612776" cy="369533"/>
            </a:xfrm>
            <a:prstGeom prst="rect">
              <a:avLst/>
            </a:prstGeom>
            <a:solidFill>
              <a:srgbClr val="28A9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6834708" y="5316655"/>
              <a:ext cx="612776" cy="369533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3770825" y="5316655"/>
              <a:ext cx="612776" cy="369533"/>
            </a:xfrm>
            <a:prstGeom prst="rect">
              <a:avLst/>
            </a:prstGeom>
            <a:solidFill>
              <a:srgbClr val="53B97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2545272" y="5316655"/>
              <a:ext cx="612776" cy="369533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4996378" y="5316655"/>
              <a:ext cx="612776" cy="369533"/>
            </a:xfrm>
            <a:prstGeom prst="rect">
              <a:avLst/>
            </a:prstGeom>
            <a:solidFill>
              <a:srgbClr val="2A97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4996378" y="4947121"/>
              <a:ext cx="612776" cy="369533"/>
            </a:xfrm>
            <a:prstGeom prst="rect">
              <a:avLst/>
            </a:prstGeom>
            <a:solidFill>
              <a:srgbClr val="299B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319719" y="4947121"/>
              <a:ext cx="612776" cy="369533"/>
            </a:xfrm>
            <a:prstGeom prst="rect">
              <a:avLst/>
            </a:prstGeom>
            <a:solidFill>
              <a:srgbClr val="2C85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6834708" y="4947121"/>
              <a:ext cx="612776" cy="369533"/>
            </a:xfrm>
            <a:prstGeom prst="rect">
              <a:avLst/>
            </a:prstGeom>
            <a:solidFill>
              <a:srgbClr val="2C8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3770825" y="4947121"/>
              <a:ext cx="612776" cy="369533"/>
            </a:xfrm>
            <a:prstGeom prst="rect">
              <a:avLst/>
            </a:prstGeom>
            <a:solidFill>
              <a:srgbClr val="2C87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932495" y="4947121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4383602" y="4947121"/>
              <a:ext cx="612776" cy="369533"/>
            </a:xfrm>
            <a:prstGeom prst="rect">
              <a:avLst/>
            </a:prstGeom>
            <a:solidFill>
              <a:srgbClr val="2C88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3158048" y="4947121"/>
              <a:ext cx="612776" cy="369533"/>
            </a:xfrm>
            <a:prstGeom prst="rect">
              <a:avLst/>
            </a:prstGeom>
            <a:solidFill>
              <a:srgbClr val="2B7F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2545272" y="4947121"/>
              <a:ext cx="612776" cy="369533"/>
            </a:xfrm>
            <a:prstGeom prst="rect">
              <a:avLst/>
            </a:prstGeom>
            <a:solidFill>
              <a:srgbClr val="43B27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4"/>
            <p:cNvSpPr/>
            <p:nvPr/>
          </p:nvSpPr>
          <p:spPr>
            <a:xfrm>
              <a:off x="5609155" y="4947121"/>
              <a:ext cx="612776" cy="369533"/>
            </a:xfrm>
            <a:prstGeom prst="rect">
              <a:avLst/>
            </a:prstGeom>
            <a:solidFill>
              <a:srgbClr val="D6E13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5"/>
            <p:cNvSpPr/>
            <p:nvPr/>
          </p:nvSpPr>
          <p:spPr>
            <a:xfrm>
              <a:off x="6221931" y="4947121"/>
              <a:ext cx="612776" cy="369533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1319719" y="4577587"/>
              <a:ext cx="612776" cy="369533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6221931" y="4577587"/>
              <a:ext cx="612776" cy="369533"/>
            </a:xfrm>
            <a:prstGeom prst="rect">
              <a:avLst/>
            </a:prstGeom>
            <a:solidFill>
              <a:srgbClr val="6AC66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rc58"/>
            <p:cNvSpPr/>
            <p:nvPr/>
          </p:nvSpPr>
          <p:spPr>
            <a:xfrm>
              <a:off x="1932495" y="4577587"/>
              <a:ext cx="612776" cy="369533"/>
            </a:xfrm>
            <a:prstGeom prst="rect">
              <a:avLst/>
            </a:prstGeom>
            <a:solidFill>
              <a:srgbClr val="43B27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9"/>
            <p:cNvSpPr/>
            <p:nvPr/>
          </p:nvSpPr>
          <p:spPr>
            <a:xfrm>
              <a:off x="6834708" y="4577587"/>
              <a:ext cx="612776" cy="369533"/>
            </a:xfrm>
            <a:prstGeom prst="rect">
              <a:avLst/>
            </a:prstGeom>
            <a:solidFill>
              <a:srgbClr val="289D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c60"/>
            <p:cNvSpPr/>
            <p:nvPr/>
          </p:nvSpPr>
          <p:spPr>
            <a:xfrm>
              <a:off x="3770825" y="4577587"/>
              <a:ext cx="612776" cy="369533"/>
            </a:xfrm>
            <a:prstGeom prst="rect">
              <a:avLst/>
            </a:prstGeom>
            <a:solidFill>
              <a:srgbClr val="73CC5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rc61"/>
            <p:cNvSpPr/>
            <p:nvPr/>
          </p:nvSpPr>
          <p:spPr>
            <a:xfrm>
              <a:off x="3158048" y="4577587"/>
              <a:ext cx="612776" cy="369533"/>
            </a:xfrm>
            <a:prstGeom prst="rect">
              <a:avLst/>
            </a:prstGeom>
            <a:solidFill>
              <a:srgbClr val="4CB5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62"/>
            <p:cNvSpPr/>
            <p:nvPr/>
          </p:nvSpPr>
          <p:spPr>
            <a:xfrm>
              <a:off x="4996378" y="4577587"/>
              <a:ext cx="612776" cy="369533"/>
            </a:xfrm>
            <a:prstGeom prst="rect">
              <a:avLst/>
            </a:prstGeom>
            <a:solidFill>
              <a:srgbClr val="46B3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3"/>
            <p:cNvSpPr/>
            <p:nvPr/>
          </p:nvSpPr>
          <p:spPr>
            <a:xfrm>
              <a:off x="5609155" y="4577587"/>
              <a:ext cx="612776" cy="369533"/>
            </a:xfrm>
            <a:prstGeom prst="rect">
              <a:avLst/>
            </a:prstGeom>
            <a:solidFill>
              <a:srgbClr val="4AB5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4"/>
            <p:cNvSpPr/>
            <p:nvPr/>
          </p:nvSpPr>
          <p:spPr>
            <a:xfrm>
              <a:off x="4383602" y="4577587"/>
              <a:ext cx="612776" cy="369533"/>
            </a:xfrm>
            <a:prstGeom prst="rect">
              <a:avLst/>
            </a:prstGeom>
            <a:solidFill>
              <a:srgbClr val="24A4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5"/>
            <p:cNvSpPr/>
            <p:nvPr/>
          </p:nvSpPr>
          <p:spPr>
            <a:xfrm>
              <a:off x="2545272" y="4577587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2545272" y="4208053"/>
              <a:ext cx="612776" cy="369533"/>
            </a:xfrm>
            <a:prstGeom prst="rect">
              <a:avLst/>
            </a:prstGeom>
            <a:solidFill>
              <a:srgbClr val="4CB5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1932495" y="4208053"/>
              <a:ext cx="612776" cy="369533"/>
            </a:xfrm>
            <a:prstGeom prst="rect">
              <a:avLst/>
            </a:prstGeom>
            <a:solidFill>
              <a:srgbClr val="2B7F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4996378" y="4208053"/>
              <a:ext cx="612776" cy="369533"/>
            </a:xfrm>
            <a:prstGeom prst="rect">
              <a:avLst/>
            </a:prstGeom>
            <a:solidFill>
              <a:srgbClr val="356A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3770825" y="4208053"/>
              <a:ext cx="612776" cy="369533"/>
            </a:xfrm>
            <a:prstGeom prst="rect">
              <a:avLst/>
            </a:prstGeom>
            <a:solidFill>
              <a:srgbClr val="452C7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3158048" y="4208053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6834708" y="4208053"/>
              <a:ext cx="612776" cy="369533"/>
            </a:xfrm>
            <a:prstGeom prst="rect">
              <a:avLst/>
            </a:prstGeom>
            <a:solidFill>
              <a:srgbClr val="4533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6221931" y="4208053"/>
              <a:ext cx="612776" cy="369533"/>
            </a:xfrm>
            <a:prstGeom prst="rect">
              <a:avLst/>
            </a:prstGeom>
            <a:solidFill>
              <a:srgbClr val="4626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5609155" y="4208053"/>
              <a:ext cx="612776" cy="369533"/>
            </a:xfrm>
            <a:prstGeom prst="rect">
              <a:avLst/>
            </a:prstGeom>
            <a:solidFill>
              <a:srgbClr val="59BC6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4383602" y="4208053"/>
              <a:ext cx="612776" cy="369533"/>
            </a:xfrm>
            <a:prstGeom prst="rect">
              <a:avLst/>
            </a:prstGeom>
            <a:solidFill>
              <a:srgbClr val="452B7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1319719" y="4208053"/>
              <a:ext cx="612776" cy="369533"/>
            </a:xfrm>
            <a:prstGeom prst="rect">
              <a:avLst/>
            </a:prstGeom>
            <a:solidFill>
              <a:srgbClr val="28A9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6834708" y="3099451"/>
              <a:ext cx="612776" cy="369533"/>
            </a:xfrm>
            <a:prstGeom prst="rect">
              <a:avLst/>
            </a:prstGeom>
            <a:solidFill>
              <a:srgbClr val="3C5B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1319719" y="3099451"/>
              <a:ext cx="612776" cy="369533"/>
            </a:xfrm>
            <a:prstGeom prst="rect">
              <a:avLst/>
            </a:prstGeom>
            <a:solidFill>
              <a:srgbClr val="2A97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1932495" y="3099451"/>
              <a:ext cx="612776" cy="369533"/>
            </a:xfrm>
            <a:prstGeom prst="rect">
              <a:avLst/>
            </a:prstGeom>
            <a:solidFill>
              <a:srgbClr val="299B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6221931" y="3099451"/>
              <a:ext cx="612776" cy="369533"/>
            </a:xfrm>
            <a:prstGeom prst="rect">
              <a:avLst/>
            </a:prstGeom>
            <a:solidFill>
              <a:srgbClr val="2D75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3158048" y="3099451"/>
              <a:ext cx="612776" cy="369533"/>
            </a:xfrm>
            <a:prstGeom prst="rect">
              <a:avLst/>
            </a:prstGeom>
            <a:solidFill>
              <a:srgbClr val="356A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3770825" y="3099451"/>
              <a:ext cx="612776" cy="369533"/>
            </a:xfrm>
            <a:prstGeom prst="rect">
              <a:avLst/>
            </a:prstGeom>
            <a:solidFill>
              <a:srgbClr val="3071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545272" y="3099451"/>
              <a:ext cx="612776" cy="369533"/>
            </a:xfrm>
            <a:prstGeom prst="rect">
              <a:avLst/>
            </a:prstGeom>
            <a:solidFill>
              <a:srgbClr val="46B3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4383602" y="3099451"/>
              <a:ext cx="612776" cy="369533"/>
            </a:xfrm>
            <a:prstGeom prst="rect">
              <a:avLst/>
            </a:prstGeom>
            <a:solidFill>
              <a:srgbClr val="3A5F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4996378" y="3099451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5609155" y="3099451"/>
              <a:ext cx="612776" cy="369533"/>
            </a:xfrm>
            <a:prstGeom prst="rect">
              <a:avLst/>
            </a:prstGeom>
            <a:solidFill>
              <a:srgbClr val="289D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4383602" y="2729917"/>
              <a:ext cx="612776" cy="369533"/>
            </a:xfrm>
            <a:prstGeom prst="rect">
              <a:avLst/>
            </a:prstGeom>
            <a:solidFill>
              <a:srgbClr val="23A88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1932495" y="2729917"/>
              <a:ext cx="612776" cy="369533"/>
            </a:xfrm>
            <a:prstGeom prst="rect">
              <a:avLst/>
            </a:prstGeom>
            <a:solidFill>
              <a:srgbClr val="D6E13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3158048" y="2729917"/>
              <a:ext cx="612776" cy="369533"/>
            </a:xfrm>
            <a:prstGeom prst="rect">
              <a:avLst/>
            </a:prstGeom>
            <a:solidFill>
              <a:srgbClr val="59BC6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319719" y="2729917"/>
              <a:ext cx="612776" cy="369533"/>
            </a:xfrm>
            <a:prstGeom prst="rect">
              <a:avLst/>
            </a:prstGeom>
            <a:solidFill>
              <a:srgbClr val="9DD74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3770825" y="2729917"/>
              <a:ext cx="612776" cy="369533"/>
            </a:xfrm>
            <a:prstGeom prst="rect">
              <a:avLst/>
            </a:prstGeom>
            <a:solidFill>
              <a:srgbClr val="6FC95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6221931" y="2729917"/>
              <a:ext cx="612776" cy="369533"/>
            </a:xfrm>
            <a:prstGeom prst="rect">
              <a:avLst/>
            </a:prstGeom>
            <a:solidFill>
              <a:srgbClr val="71CB5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6834708" y="2729917"/>
              <a:ext cx="612776" cy="369533"/>
            </a:xfrm>
            <a:prstGeom prst="rect">
              <a:avLst/>
            </a:prstGeom>
            <a:solidFill>
              <a:srgbClr val="25A3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4996378" y="2729917"/>
              <a:ext cx="612776" cy="369533"/>
            </a:xfrm>
            <a:prstGeom prst="rect">
              <a:avLst/>
            </a:prstGeom>
            <a:solidFill>
              <a:srgbClr val="289D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5609155" y="2729917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2545272" y="2729917"/>
              <a:ext cx="612776" cy="369533"/>
            </a:xfrm>
            <a:prstGeom prst="rect">
              <a:avLst/>
            </a:prstGeom>
            <a:solidFill>
              <a:srgbClr val="4AB5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1932495" y="1990849"/>
              <a:ext cx="612776" cy="369533"/>
            </a:xfrm>
            <a:prstGeom prst="rect">
              <a:avLst/>
            </a:prstGeom>
            <a:solidFill>
              <a:srgbClr val="2C8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3770825" y="1990849"/>
              <a:ext cx="612776" cy="369533"/>
            </a:xfrm>
            <a:prstGeom prst="rect">
              <a:avLst/>
            </a:prstGeom>
            <a:solidFill>
              <a:srgbClr val="3F4E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1319719" y="1990849"/>
              <a:ext cx="612776" cy="369533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2545272" y="1990849"/>
              <a:ext cx="612776" cy="369533"/>
            </a:xfrm>
            <a:prstGeom prst="rect">
              <a:avLst/>
            </a:prstGeom>
            <a:solidFill>
              <a:srgbClr val="289D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4383602" y="1990849"/>
              <a:ext cx="612776" cy="369533"/>
            </a:xfrm>
            <a:prstGeom prst="rect">
              <a:avLst/>
            </a:prstGeom>
            <a:solidFill>
              <a:srgbClr val="45155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3158048" y="1990849"/>
              <a:ext cx="612776" cy="369533"/>
            </a:xfrm>
            <a:prstGeom prst="rect">
              <a:avLst/>
            </a:prstGeom>
            <a:solidFill>
              <a:srgbClr val="4533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102"/>
            <p:cNvSpPr/>
            <p:nvPr/>
          </p:nvSpPr>
          <p:spPr>
            <a:xfrm>
              <a:off x="5609155" y="1990849"/>
              <a:ext cx="612776" cy="369533"/>
            </a:xfrm>
            <a:prstGeom prst="rect">
              <a:avLst/>
            </a:prstGeom>
            <a:solidFill>
              <a:srgbClr val="25A3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4996378" y="1990849"/>
              <a:ext cx="612776" cy="369533"/>
            </a:xfrm>
            <a:prstGeom prst="rect">
              <a:avLst/>
            </a:prstGeom>
            <a:solidFill>
              <a:srgbClr val="3C5B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4"/>
            <p:cNvSpPr/>
            <p:nvPr/>
          </p:nvSpPr>
          <p:spPr>
            <a:xfrm>
              <a:off x="6221931" y="1990849"/>
              <a:ext cx="612776" cy="369533"/>
            </a:xfrm>
            <a:prstGeom prst="rect">
              <a:avLst/>
            </a:prstGeom>
            <a:solidFill>
              <a:srgbClr val="404B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5"/>
            <p:cNvSpPr/>
            <p:nvPr/>
          </p:nvSpPr>
          <p:spPr>
            <a:xfrm>
              <a:off x="6834708" y="1990849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1258441" y="1953896"/>
              <a:ext cx="0" cy="3769246"/>
            </a:xfrm>
            <a:custGeom>
              <a:avLst/>
              <a:gdLst/>
              <a:ahLst/>
              <a:cxnLst/>
              <a:rect l="0" t="0" r="0" b="0"/>
              <a:pathLst>
                <a:path h="3769246">
                  <a:moveTo>
                    <a:pt x="0" y="376924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tx107"/>
            <p:cNvSpPr/>
            <p:nvPr/>
          </p:nvSpPr>
          <p:spPr>
            <a:xfrm>
              <a:off x="823284" y="5461371"/>
              <a:ext cx="37252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829319" y="5091837"/>
              <a:ext cx="36649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35629" y="4722303"/>
              <a:ext cx="3601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16975" y="4352769"/>
              <a:ext cx="3788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11179" y="3983235"/>
              <a:ext cx="48463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92708" y="3613701"/>
              <a:ext cx="50310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04722" y="3244167"/>
              <a:ext cx="39108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98413" y="2874633"/>
              <a:ext cx="39739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23798" y="2505099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05327" y="2135565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117" name="pl117"/>
            <p:cNvSpPr/>
            <p:nvPr/>
          </p:nvSpPr>
          <p:spPr>
            <a:xfrm>
              <a:off x="1223647" y="550142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1223647" y="513188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1223647" y="476235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1223647" y="439282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1223647" y="402328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1223647" y="36537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1223647" y="328421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1223647" y="291468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1223647" y="254515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1223647" y="21756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1258441" y="5723142"/>
              <a:ext cx="6250320" cy="0"/>
            </a:xfrm>
            <a:custGeom>
              <a:avLst/>
              <a:gdLst/>
              <a:ahLst/>
              <a:cxnLst/>
              <a:rect l="0" t="0" r="0" b="0"/>
              <a:pathLst>
                <a:path w="6250320">
                  <a:moveTo>
                    <a:pt x="0" y="0"/>
                  </a:moveTo>
                  <a:lnTo>
                    <a:pt x="62503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1626107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223888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130"/>
            <p:cNvSpPr/>
            <p:nvPr/>
          </p:nvSpPr>
          <p:spPr>
            <a:xfrm>
              <a:off x="2851660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131"/>
            <p:cNvSpPr/>
            <p:nvPr/>
          </p:nvSpPr>
          <p:spPr>
            <a:xfrm>
              <a:off x="3464437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132"/>
            <p:cNvSpPr/>
            <p:nvPr/>
          </p:nvSpPr>
          <p:spPr>
            <a:xfrm>
              <a:off x="4077213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4689990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134"/>
            <p:cNvSpPr/>
            <p:nvPr/>
          </p:nvSpPr>
          <p:spPr>
            <a:xfrm>
              <a:off x="5302766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5915543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6528319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7141096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tx138"/>
            <p:cNvSpPr/>
            <p:nvPr/>
          </p:nvSpPr>
          <p:spPr>
            <a:xfrm>
              <a:off x="1439844" y="5785772"/>
              <a:ext cx="37252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055638" y="5785772"/>
              <a:ext cx="36649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671569" y="5785772"/>
              <a:ext cx="3601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3275019" y="5785772"/>
              <a:ext cx="3788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3834897" y="5785772"/>
              <a:ext cx="48463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4438438" y="5785772"/>
              <a:ext cx="50310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107222" y="5785772"/>
              <a:ext cx="39108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716844" y="5785772"/>
              <a:ext cx="39739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292313" y="5785772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895854" y="5785772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148" name="rc148"/>
            <p:cNvSpPr/>
            <p:nvPr/>
          </p:nvSpPr>
          <p:spPr>
            <a:xfrm>
              <a:off x="7647940" y="1953896"/>
              <a:ext cx="969270" cy="16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9" name="tx149"/>
            <p:cNvSpPr/>
            <p:nvPr/>
          </p:nvSpPr>
          <p:spPr>
            <a:xfrm>
              <a:off x="7717529" y="2043144"/>
              <a:ext cx="830092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Euclidean 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7717529" y="2235168"/>
              <a:ext cx="691560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Distance</a:t>
              </a:r>
            </a:p>
          </p:txBody>
        </p:sp>
        <p:pic>
          <p:nvPicPr>
            <p:cNvPr id="151" name="pic1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29" y="2451976"/>
              <a:ext cx="219455" cy="1097280"/>
            </a:xfrm>
            <a:prstGeom prst="rect">
              <a:avLst/>
            </a:prstGeom>
          </p:spPr>
        </p:pic>
        <p:sp>
          <p:nvSpPr>
            <p:cNvPr id="152" name="pl152"/>
            <p:cNvSpPr/>
            <p:nvPr/>
          </p:nvSpPr>
          <p:spPr>
            <a:xfrm>
              <a:off x="7893094" y="354742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7893094" y="33485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7893094" y="314974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7893094" y="295090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7893094" y="275206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7893094" y="255322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7717529" y="354742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7717529" y="33485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7717529" y="314974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7717529" y="295090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7717529" y="275206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7717529" y="255322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tx164"/>
            <p:cNvSpPr/>
            <p:nvPr/>
          </p:nvSpPr>
          <p:spPr>
            <a:xfrm>
              <a:off x="8006574" y="350737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8006574" y="330853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8006574" y="310969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8006574" y="2910855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8006574" y="2712015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006574" y="2513174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1258441" y="1669789"/>
              <a:ext cx="5348599" cy="163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(Abiotic Only) between Sites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258441" y="1953896"/>
              <a:ext cx="6250320" cy="3769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542547" y="2459526"/>
              <a:ext cx="2841054" cy="459664"/>
            </a:xfrm>
            <a:prstGeom prst="rect">
              <a:avLst/>
            </a:prstGeom>
            <a:solidFill>
              <a:srgbClr val="2D75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542547" y="4298183"/>
              <a:ext cx="2841054" cy="459664"/>
            </a:xfrm>
            <a:prstGeom prst="rect">
              <a:avLst/>
            </a:prstGeom>
            <a:solidFill>
              <a:srgbClr val="6AC66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1542547" y="1999862"/>
              <a:ext cx="2841054" cy="459664"/>
            </a:xfrm>
            <a:prstGeom prst="rect">
              <a:avLst/>
            </a:prstGeom>
            <a:solidFill>
              <a:srgbClr val="71CB5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1542547" y="3838519"/>
              <a:ext cx="2841054" cy="459664"/>
            </a:xfrm>
            <a:prstGeom prst="rect">
              <a:avLst/>
            </a:prstGeom>
            <a:solidFill>
              <a:srgbClr val="4626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1542547" y="5217512"/>
              <a:ext cx="2841054" cy="459664"/>
            </a:xfrm>
            <a:prstGeom prst="rect">
              <a:avLst/>
            </a:prstGeom>
            <a:solidFill>
              <a:srgbClr val="47B3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1542547" y="3378855"/>
              <a:ext cx="2841054" cy="459664"/>
            </a:xfrm>
            <a:prstGeom prst="rect">
              <a:avLst/>
            </a:prstGeom>
            <a:solidFill>
              <a:srgbClr val="4517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1542547" y="2919191"/>
              <a:ext cx="2841054" cy="459664"/>
            </a:xfrm>
            <a:prstGeom prst="rect">
              <a:avLst/>
            </a:prstGeom>
            <a:solidFill>
              <a:srgbClr val="4145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1542547" y="4757847"/>
              <a:ext cx="2841054" cy="459664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4383602" y="4757847"/>
              <a:ext cx="2841054" cy="459664"/>
            </a:xfrm>
            <a:prstGeom prst="rect">
              <a:avLst/>
            </a:prstGeom>
            <a:solidFill>
              <a:srgbClr val="2C8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4383602" y="3378855"/>
              <a:ext cx="2841054" cy="459664"/>
            </a:xfrm>
            <a:prstGeom prst="rect">
              <a:avLst/>
            </a:prstGeom>
            <a:solidFill>
              <a:srgbClr val="3F4E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4383602" y="5217512"/>
              <a:ext cx="2841054" cy="459664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4383602" y="4298183"/>
              <a:ext cx="2841054" cy="459664"/>
            </a:xfrm>
            <a:prstGeom prst="rect">
              <a:avLst/>
            </a:prstGeom>
            <a:solidFill>
              <a:srgbClr val="289D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4383602" y="2919191"/>
              <a:ext cx="2841054" cy="459664"/>
            </a:xfrm>
            <a:prstGeom prst="rect">
              <a:avLst/>
            </a:prstGeom>
            <a:solidFill>
              <a:srgbClr val="45155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4383602" y="3838519"/>
              <a:ext cx="2841054" cy="459664"/>
            </a:xfrm>
            <a:prstGeom prst="rect">
              <a:avLst/>
            </a:prstGeom>
            <a:solidFill>
              <a:srgbClr val="4533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4383602" y="1999862"/>
              <a:ext cx="2841054" cy="459664"/>
            </a:xfrm>
            <a:prstGeom prst="rect">
              <a:avLst/>
            </a:prstGeom>
            <a:solidFill>
              <a:srgbClr val="25A3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4383602" y="2459526"/>
              <a:ext cx="2841054" cy="459664"/>
            </a:xfrm>
            <a:prstGeom prst="rect">
              <a:avLst/>
            </a:prstGeom>
            <a:solidFill>
              <a:srgbClr val="3C5B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258441" y="1953896"/>
              <a:ext cx="0" cy="3769246"/>
            </a:xfrm>
            <a:custGeom>
              <a:avLst/>
              <a:gdLst/>
              <a:ahLst/>
              <a:cxnLst/>
              <a:rect l="0" t="0" r="0" b="0"/>
              <a:pathLst>
                <a:path h="3769246">
                  <a:moveTo>
                    <a:pt x="0" y="376924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tx23"/>
            <p:cNvSpPr/>
            <p:nvPr/>
          </p:nvSpPr>
          <p:spPr>
            <a:xfrm>
              <a:off x="823284" y="5407293"/>
              <a:ext cx="37252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29319" y="4947629"/>
              <a:ext cx="36649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835629" y="4487965"/>
              <a:ext cx="3601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816975" y="4028300"/>
              <a:ext cx="3788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1179" y="3568636"/>
              <a:ext cx="48463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108972"/>
              <a:ext cx="50310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04722" y="2649308"/>
              <a:ext cx="39108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98413" y="2189644"/>
              <a:ext cx="39739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1223647" y="54473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1223647" y="49876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1223647" y="452801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1223647" y="40683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1223647" y="360868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1223647" y="31490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1223647" y="268935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1223647" y="222969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1258441" y="5723142"/>
              <a:ext cx="6250320" cy="0"/>
            </a:xfrm>
            <a:custGeom>
              <a:avLst/>
              <a:gdLst/>
              <a:ahLst/>
              <a:cxnLst/>
              <a:rect l="0" t="0" r="0" b="0"/>
              <a:pathLst>
                <a:path w="6250320">
                  <a:moveTo>
                    <a:pt x="0" y="0"/>
                  </a:moveTo>
                  <a:lnTo>
                    <a:pt x="62503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296307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5804129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x42"/>
            <p:cNvSpPr/>
            <p:nvPr/>
          </p:nvSpPr>
          <p:spPr>
            <a:xfrm>
              <a:off x="2727067" y="5785772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558887" y="5785772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7647940" y="1953896"/>
              <a:ext cx="969270" cy="16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x45"/>
            <p:cNvSpPr/>
            <p:nvPr/>
          </p:nvSpPr>
          <p:spPr>
            <a:xfrm>
              <a:off x="7717529" y="2043144"/>
              <a:ext cx="830092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Euclidean 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717529" y="2235168"/>
              <a:ext cx="691560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Distance</a:t>
              </a:r>
            </a:p>
          </p:txBody>
        </p:sp>
        <p:pic>
          <p:nvPicPr>
            <p:cNvPr id="47" name="pic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29" y="2451976"/>
              <a:ext cx="219455" cy="1097280"/>
            </a:xfrm>
            <a:prstGeom prst="rect">
              <a:avLst/>
            </a:prstGeom>
          </p:spPr>
        </p:pic>
        <p:sp>
          <p:nvSpPr>
            <p:cNvPr id="48" name="pl48"/>
            <p:cNvSpPr/>
            <p:nvPr/>
          </p:nvSpPr>
          <p:spPr>
            <a:xfrm>
              <a:off x="7893094" y="354742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7893094" y="33485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7893094" y="314974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7893094" y="295090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7893094" y="275206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7893094" y="255322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7717529" y="354742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7717529" y="33485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7717529" y="314974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7717529" y="295090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7717529" y="275206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7717529" y="255322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60"/>
            <p:cNvSpPr/>
            <p:nvPr/>
          </p:nvSpPr>
          <p:spPr>
            <a:xfrm>
              <a:off x="8006574" y="350737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006574" y="330853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006574" y="3109696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006574" y="2910855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006574" y="2712015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006574" y="2513174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258441" y="1669789"/>
              <a:ext cx="5348599" cy="163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(Abiotic Only) between Sites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91BA-B295-E89C-1377-703D9199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A24CB2CD-6B4B-ED47-224F-2844CB596AB1}"/>
              </a:ext>
            </a:extLst>
          </p:cNvPr>
          <p:cNvGrpSpPr/>
          <p:nvPr/>
        </p:nvGrpSpPr>
        <p:grpSpPr>
          <a:xfrm>
            <a:off x="1542549" y="1999862"/>
            <a:ext cx="969270" cy="3517370"/>
            <a:chOff x="1542547" y="1999862"/>
            <a:chExt cx="5682109" cy="3677314"/>
          </a:xfrm>
        </p:grpSpPr>
        <p:sp>
          <p:nvSpPr>
            <p:cNvPr id="6" name="rc6">
              <a:extLst>
                <a:ext uri="{FF2B5EF4-FFF2-40B4-BE49-F238E27FC236}">
                  <a16:creationId xmlns:a16="http://schemas.microsoft.com/office/drawing/2014/main" id="{277065A2-997A-404E-0B44-37BDB5B7D8B5}"/>
                </a:ext>
              </a:extLst>
            </p:cNvPr>
            <p:cNvSpPr/>
            <p:nvPr/>
          </p:nvSpPr>
          <p:spPr>
            <a:xfrm>
              <a:off x="1542547" y="2459526"/>
              <a:ext cx="2841054" cy="459664"/>
            </a:xfrm>
            <a:prstGeom prst="rect">
              <a:avLst/>
            </a:prstGeom>
            <a:solidFill>
              <a:srgbClr val="57BB6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>
              <a:extLst>
                <a:ext uri="{FF2B5EF4-FFF2-40B4-BE49-F238E27FC236}">
                  <a16:creationId xmlns:a16="http://schemas.microsoft.com/office/drawing/2014/main" id="{4C4D46A4-024C-3DC6-D010-03485580774D}"/>
                </a:ext>
              </a:extLst>
            </p:cNvPr>
            <p:cNvSpPr/>
            <p:nvPr/>
          </p:nvSpPr>
          <p:spPr>
            <a:xfrm>
              <a:off x="1542547" y="4298183"/>
              <a:ext cx="2841054" cy="459664"/>
            </a:xfrm>
            <a:prstGeom prst="rect">
              <a:avLst/>
            </a:prstGeom>
            <a:solidFill>
              <a:srgbClr val="C9DE3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>
              <a:extLst>
                <a:ext uri="{FF2B5EF4-FFF2-40B4-BE49-F238E27FC236}">
                  <a16:creationId xmlns:a16="http://schemas.microsoft.com/office/drawing/2014/main" id="{DAA4779C-2819-A960-F0CB-E16EB055F5B2}"/>
                </a:ext>
              </a:extLst>
            </p:cNvPr>
            <p:cNvSpPr/>
            <p:nvPr/>
          </p:nvSpPr>
          <p:spPr>
            <a:xfrm>
              <a:off x="1542547" y="1999862"/>
              <a:ext cx="2841054" cy="459664"/>
            </a:xfrm>
            <a:prstGeom prst="rect">
              <a:avLst/>
            </a:prstGeom>
            <a:solidFill>
              <a:srgbClr val="ABD94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>
              <a:extLst>
                <a:ext uri="{FF2B5EF4-FFF2-40B4-BE49-F238E27FC236}">
                  <a16:creationId xmlns:a16="http://schemas.microsoft.com/office/drawing/2014/main" id="{E5501F78-AA80-EF20-1DC8-E61C1D251F7F}"/>
                </a:ext>
              </a:extLst>
            </p:cNvPr>
            <p:cNvSpPr/>
            <p:nvPr/>
          </p:nvSpPr>
          <p:spPr>
            <a:xfrm>
              <a:off x="1542547" y="3838519"/>
              <a:ext cx="2841054" cy="459664"/>
            </a:xfrm>
            <a:prstGeom prst="rect">
              <a:avLst/>
            </a:prstGeom>
            <a:solidFill>
              <a:srgbClr val="C7DE3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>
              <a:extLst>
                <a:ext uri="{FF2B5EF4-FFF2-40B4-BE49-F238E27FC236}">
                  <a16:creationId xmlns:a16="http://schemas.microsoft.com/office/drawing/2014/main" id="{F80FCF91-E541-6099-FEFD-237AB5DC082C}"/>
                </a:ext>
              </a:extLst>
            </p:cNvPr>
            <p:cNvSpPr/>
            <p:nvPr/>
          </p:nvSpPr>
          <p:spPr>
            <a:xfrm>
              <a:off x="1542547" y="5217512"/>
              <a:ext cx="2841054" cy="459664"/>
            </a:xfrm>
            <a:prstGeom prst="rect">
              <a:avLst/>
            </a:prstGeom>
            <a:solidFill>
              <a:srgbClr val="58BB6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>
              <a:extLst>
                <a:ext uri="{FF2B5EF4-FFF2-40B4-BE49-F238E27FC236}">
                  <a16:creationId xmlns:a16="http://schemas.microsoft.com/office/drawing/2014/main" id="{B807693E-EF80-5ED5-3837-7922B80A8C7F}"/>
                </a:ext>
              </a:extLst>
            </p:cNvPr>
            <p:cNvSpPr/>
            <p:nvPr/>
          </p:nvSpPr>
          <p:spPr>
            <a:xfrm>
              <a:off x="1542547" y="3378855"/>
              <a:ext cx="2841054" cy="459664"/>
            </a:xfrm>
            <a:prstGeom prst="rect">
              <a:avLst/>
            </a:prstGeom>
            <a:solidFill>
              <a:srgbClr val="4517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>
              <a:extLst>
                <a:ext uri="{FF2B5EF4-FFF2-40B4-BE49-F238E27FC236}">
                  <a16:creationId xmlns:a16="http://schemas.microsoft.com/office/drawing/2014/main" id="{62BFEECB-20C6-A501-1040-7CA18E5B5C01}"/>
                </a:ext>
              </a:extLst>
            </p:cNvPr>
            <p:cNvSpPr/>
            <p:nvPr/>
          </p:nvSpPr>
          <p:spPr>
            <a:xfrm>
              <a:off x="1542547" y="2919191"/>
              <a:ext cx="2841054" cy="459664"/>
            </a:xfrm>
            <a:prstGeom prst="rect">
              <a:avLst/>
            </a:prstGeom>
            <a:solidFill>
              <a:srgbClr val="30AB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>
              <a:extLst>
                <a:ext uri="{FF2B5EF4-FFF2-40B4-BE49-F238E27FC236}">
                  <a16:creationId xmlns:a16="http://schemas.microsoft.com/office/drawing/2014/main" id="{32A32A89-A007-C703-55E4-35C142DC7E1E}"/>
                </a:ext>
              </a:extLst>
            </p:cNvPr>
            <p:cNvSpPr/>
            <p:nvPr/>
          </p:nvSpPr>
          <p:spPr>
            <a:xfrm>
              <a:off x="1542547" y="4757847"/>
              <a:ext cx="2841054" cy="459664"/>
            </a:xfrm>
            <a:prstGeom prst="rect">
              <a:avLst/>
            </a:prstGeom>
            <a:solidFill>
              <a:srgbClr val="2C8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>
              <a:extLst>
                <a:ext uri="{FF2B5EF4-FFF2-40B4-BE49-F238E27FC236}">
                  <a16:creationId xmlns:a16="http://schemas.microsoft.com/office/drawing/2014/main" id="{FABDC83F-1021-C378-2907-12716E9E0F45}"/>
                </a:ext>
              </a:extLst>
            </p:cNvPr>
            <p:cNvSpPr/>
            <p:nvPr/>
          </p:nvSpPr>
          <p:spPr>
            <a:xfrm>
              <a:off x="4383602" y="4757847"/>
              <a:ext cx="2841054" cy="459664"/>
            </a:xfrm>
            <a:prstGeom prst="rect">
              <a:avLst/>
            </a:prstGeom>
            <a:solidFill>
              <a:srgbClr val="63C26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>
              <a:extLst>
                <a:ext uri="{FF2B5EF4-FFF2-40B4-BE49-F238E27FC236}">
                  <a16:creationId xmlns:a16="http://schemas.microsoft.com/office/drawing/2014/main" id="{07F2AB12-F56F-CCF3-6372-EE402AF2F923}"/>
                </a:ext>
              </a:extLst>
            </p:cNvPr>
            <p:cNvSpPr/>
            <p:nvPr/>
          </p:nvSpPr>
          <p:spPr>
            <a:xfrm>
              <a:off x="4383602" y="3378855"/>
              <a:ext cx="2841054" cy="459664"/>
            </a:xfrm>
            <a:prstGeom prst="rect">
              <a:avLst/>
            </a:prstGeom>
            <a:solidFill>
              <a:srgbClr val="42B17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>
              <a:extLst>
                <a:ext uri="{FF2B5EF4-FFF2-40B4-BE49-F238E27FC236}">
                  <a16:creationId xmlns:a16="http://schemas.microsoft.com/office/drawing/2014/main" id="{5BB78C26-62C2-BFCF-2476-543C9A7EC296}"/>
                </a:ext>
              </a:extLst>
            </p:cNvPr>
            <p:cNvSpPr/>
            <p:nvPr/>
          </p:nvSpPr>
          <p:spPr>
            <a:xfrm>
              <a:off x="4383602" y="5217512"/>
              <a:ext cx="2841054" cy="459664"/>
            </a:xfrm>
            <a:prstGeom prst="rect">
              <a:avLst/>
            </a:prstGeom>
            <a:solidFill>
              <a:srgbClr val="71CB5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>
              <a:extLst>
                <a:ext uri="{FF2B5EF4-FFF2-40B4-BE49-F238E27FC236}">
                  <a16:creationId xmlns:a16="http://schemas.microsoft.com/office/drawing/2014/main" id="{815FF835-E915-C391-A524-67F605CA6D27}"/>
                </a:ext>
              </a:extLst>
            </p:cNvPr>
            <p:cNvSpPr/>
            <p:nvPr/>
          </p:nvSpPr>
          <p:spPr>
            <a:xfrm>
              <a:off x="4383602" y="4298183"/>
              <a:ext cx="2841054" cy="459664"/>
            </a:xfrm>
            <a:prstGeom prst="rect">
              <a:avLst/>
            </a:prstGeom>
            <a:solidFill>
              <a:srgbClr val="8AD34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>
              <a:extLst>
                <a:ext uri="{FF2B5EF4-FFF2-40B4-BE49-F238E27FC236}">
                  <a16:creationId xmlns:a16="http://schemas.microsoft.com/office/drawing/2014/main" id="{48648BC0-6F8B-4A85-B5BA-E49AB86334F5}"/>
                </a:ext>
              </a:extLst>
            </p:cNvPr>
            <p:cNvSpPr/>
            <p:nvPr/>
          </p:nvSpPr>
          <p:spPr>
            <a:xfrm>
              <a:off x="4383602" y="2919191"/>
              <a:ext cx="2841054" cy="459664"/>
            </a:xfrm>
            <a:prstGeom prst="rect">
              <a:avLst/>
            </a:prstGeom>
            <a:solidFill>
              <a:srgbClr val="4626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>
              <a:extLst>
                <a:ext uri="{FF2B5EF4-FFF2-40B4-BE49-F238E27FC236}">
                  <a16:creationId xmlns:a16="http://schemas.microsoft.com/office/drawing/2014/main" id="{8B15FBF5-31A7-FDCE-E9C1-E19B7CC1A765}"/>
                </a:ext>
              </a:extLst>
            </p:cNvPr>
            <p:cNvSpPr/>
            <p:nvPr/>
          </p:nvSpPr>
          <p:spPr>
            <a:xfrm>
              <a:off x="4383602" y="3838519"/>
              <a:ext cx="2841054" cy="459664"/>
            </a:xfrm>
            <a:prstGeom prst="rect">
              <a:avLst/>
            </a:prstGeom>
            <a:solidFill>
              <a:srgbClr val="2C76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>
              <a:extLst>
                <a:ext uri="{FF2B5EF4-FFF2-40B4-BE49-F238E27FC236}">
                  <a16:creationId xmlns:a16="http://schemas.microsoft.com/office/drawing/2014/main" id="{9854182F-5A54-EDFC-E6C1-0A553DF37F80}"/>
                </a:ext>
              </a:extLst>
            </p:cNvPr>
            <p:cNvSpPr/>
            <p:nvPr/>
          </p:nvSpPr>
          <p:spPr>
            <a:xfrm>
              <a:off x="4383602" y="1999862"/>
              <a:ext cx="2841054" cy="459664"/>
            </a:xfrm>
            <a:prstGeom prst="rect">
              <a:avLst/>
            </a:prstGeom>
            <a:solidFill>
              <a:srgbClr val="B7DB4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>
              <a:extLst>
                <a:ext uri="{FF2B5EF4-FFF2-40B4-BE49-F238E27FC236}">
                  <a16:creationId xmlns:a16="http://schemas.microsoft.com/office/drawing/2014/main" id="{14F47095-7E58-7186-5982-3C868970FCBA}"/>
                </a:ext>
              </a:extLst>
            </p:cNvPr>
            <p:cNvSpPr/>
            <p:nvPr/>
          </p:nvSpPr>
          <p:spPr>
            <a:xfrm>
              <a:off x="4383602" y="2459526"/>
              <a:ext cx="2841054" cy="459664"/>
            </a:xfrm>
            <a:prstGeom prst="rect">
              <a:avLst/>
            </a:prstGeom>
            <a:solidFill>
              <a:srgbClr val="56BA6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22" name="pl22">
            <a:extLst>
              <a:ext uri="{FF2B5EF4-FFF2-40B4-BE49-F238E27FC236}">
                <a16:creationId xmlns:a16="http://schemas.microsoft.com/office/drawing/2014/main" id="{DFFA4832-4F33-16B8-8EB7-C1EAAD4B2114}"/>
              </a:ext>
            </a:extLst>
          </p:cNvPr>
          <p:cNvSpPr/>
          <p:nvPr/>
        </p:nvSpPr>
        <p:spPr>
          <a:xfrm>
            <a:off x="1258440" y="1953896"/>
            <a:ext cx="45719" cy="3995384"/>
          </a:xfrm>
          <a:custGeom>
            <a:avLst/>
            <a:gdLst/>
            <a:ahLst/>
            <a:cxnLst/>
            <a:rect l="0" t="0" r="0" b="0"/>
            <a:pathLst>
              <a:path h="3769246">
                <a:moveTo>
                  <a:pt x="0" y="3769246"/>
                </a:moveTo>
                <a:lnTo>
                  <a:pt x="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" name="tx23">
            <a:extLst>
              <a:ext uri="{FF2B5EF4-FFF2-40B4-BE49-F238E27FC236}">
                <a16:creationId xmlns:a16="http://schemas.microsoft.com/office/drawing/2014/main" id="{B6556840-C70C-1D5D-8F2A-9B389486F209}"/>
              </a:ext>
            </a:extLst>
          </p:cNvPr>
          <p:cNvSpPr/>
          <p:nvPr/>
        </p:nvSpPr>
        <p:spPr>
          <a:xfrm>
            <a:off x="742136" y="5229200"/>
            <a:ext cx="372526" cy="766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W1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-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TX</a:t>
            </a:r>
          </a:p>
        </p:txBody>
      </p:sp>
      <p:sp>
        <p:nvSpPr>
          <p:cNvPr id="24" name="tx24">
            <a:extLst>
              <a:ext uri="{FF2B5EF4-FFF2-40B4-BE49-F238E27FC236}">
                <a16:creationId xmlns:a16="http://schemas.microsoft.com/office/drawing/2014/main" id="{82B5B0C8-875C-A210-9E26-9EA032C12166}"/>
              </a:ext>
            </a:extLst>
          </p:cNvPr>
          <p:cNvSpPr/>
          <p:nvPr/>
        </p:nvSpPr>
        <p:spPr>
          <a:xfrm>
            <a:off x="748171" y="4797152"/>
            <a:ext cx="366491" cy="766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W2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-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LA</a:t>
            </a:r>
          </a:p>
        </p:txBody>
      </p:sp>
      <p:sp>
        <p:nvSpPr>
          <p:cNvPr id="25" name="tx25">
            <a:extLst>
              <a:ext uri="{FF2B5EF4-FFF2-40B4-BE49-F238E27FC236}">
                <a16:creationId xmlns:a16="http://schemas.microsoft.com/office/drawing/2014/main" id="{E2CDEDCA-C271-5451-73AD-AF8E8BE75D58}"/>
              </a:ext>
            </a:extLst>
          </p:cNvPr>
          <p:cNvSpPr/>
          <p:nvPr/>
        </p:nvSpPr>
        <p:spPr>
          <a:xfrm>
            <a:off x="754481" y="4365104"/>
            <a:ext cx="360182" cy="766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W3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-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FL</a:t>
            </a:r>
          </a:p>
        </p:txBody>
      </p:sp>
      <p:sp>
        <p:nvSpPr>
          <p:cNvPr id="26" name="tx26">
            <a:extLst>
              <a:ext uri="{FF2B5EF4-FFF2-40B4-BE49-F238E27FC236}">
                <a16:creationId xmlns:a16="http://schemas.microsoft.com/office/drawing/2014/main" id="{0EE99F72-65D9-83DB-EC50-8DA26DCB70BA}"/>
              </a:ext>
            </a:extLst>
          </p:cNvPr>
          <p:cNvSpPr/>
          <p:nvPr/>
        </p:nvSpPr>
        <p:spPr>
          <a:xfrm>
            <a:off x="735827" y="3933056"/>
            <a:ext cx="378835" cy="766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W4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-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VA</a:t>
            </a:r>
          </a:p>
        </p:txBody>
      </p:sp>
      <p:sp>
        <p:nvSpPr>
          <p:cNvPr id="27" name="tx27">
            <a:extLst>
              <a:ext uri="{FF2B5EF4-FFF2-40B4-BE49-F238E27FC236}">
                <a16:creationId xmlns:a16="http://schemas.microsoft.com/office/drawing/2014/main" id="{A53D911D-CCE8-0683-0514-8404763E6ABB}"/>
              </a:ext>
            </a:extLst>
          </p:cNvPr>
          <p:cNvSpPr/>
          <p:nvPr/>
        </p:nvSpPr>
        <p:spPr>
          <a:xfrm>
            <a:off x="630031" y="3501008"/>
            <a:ext cx="484631" cy="766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S1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-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LOLA</a:t>
            </a:r>
          </a:p>
        </p:txBody>
      </p:sp>
      <p:sp>
        <p:nvSpPr>
          <p:cNvPr id="28" name="tx28">
            <a:extLst>
              <a:ext uri="{FF2B5EF4-FFF2-40B4-BE49-F238E27FC236}">
                <a16:creationId xmlns:a16="http://schemas.microsoft.com/office/drawing/2014/main" id="{A78EFA7E-42EB-4622-AA00-F0CF74066C4E}"/>
              </a:ext>
            </a:extLst>
          </p:cNvPr>
          <p:cNvSpPr/>
          <p:nvPr/>
        </p:nvSpPr>
        <p:spPr>
          <a:xfrm>
            <a:off x="611560" y="3068960"/>
            <a:ext cx="503102" cy="766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S2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-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DEBY</a:t>
            </a:r>
          </a:p>
        </p:txBody>
      </p:sp>
      <p:sp>
        <p:nvSpPr>
          <p:cNvPr id="29" name="tx29">
            <a:extLst>
              <a:ext uri="{FF2B5EF4-FFF2-40B4-BE49-F238E27FC236}">
                <a16:creationId xmlns:a16="http://schemas.microsoft.com/office/drawing/2014/main" id="{C35932CF-0063-372F-059A-05402E43A70A}"/>
              </a:ext>
            </a:extLst>
          </p:cNvPr>
          <p:cNvSpPr/>
          <p:nvPr/>
        </p:nvSpPr>
        <p:spPr>
          <a:xfrm>
            <a:off x="723574" y="2636912"/>
            <a:ext cx="391088" cy="766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W5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-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NH</a:t>
            </a:r>
          </a:p>
        </p:txBody>
      </p:sp>
      <p:sp>
        <p:nvSpPr>
          <p:cNvPr id="30" name="tx30">
            <a:extLst>
              <a:ext uri="{FF2B5EF4-FFF2-40B4-BE49-F238E27FC236}">
                <a16:creationId xmlns:a16="http://schemas.microsoft.com/office/drawing/2014/main" id="{BFB94C9A-085C-E8B5-8EC6-FE7F9504E83E}"/>
              </a:ext>
            </a:extLst>
          </p:cNvPr>
          <p:cNvSpPr/>
          <p:nvPr/>
        </p:nvSpPr>
        <p:spPr>
          <a:xfrm>
            <a:off x="717265" y="2189644"/>
            <a:ext cx="397398" cy="766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W6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-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ME</a:t>
            </a:r>
          </a:p>
        </p:txBody>
      </p:sp>
      <p:sp>
        <p:nvSpPr>
          <p:cNvPr id="31" name="pl31">
            <a:extLst>
              <a:ext uri="{FF2B5EF4-FFF2-40B4-BE49-F238E27FC236}">
                <a16:creationId xmlns:a16="http://schemas.microsoft.com/office/drawing/2014/main" id="{1681C8FB-EAA2-306A-8ABB-4A100F3F34BA}"/>
              </a:ext>
            </a:extLst>
          </p:cNvPr>
          <p:cNvSpPr/>
          <p:nvPr/>
        </p:nvSpPr>
        <p:spPr>
          <a:xfrm>
            <a:off x="1223647" y="5229200"/>
            <a:ext cx="34794" cy="45719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2" name="pl32">
            <a:extLst>
              <a:ext uri="{FF2B5EF4-FFF2-40B4-BE49-F238E27FC236}">
                <a16:creationId xmlns:a16="http://schemas.microsoft.com/office/drawing/2014/main" id="{6F794EE1-A2C5-1D53-A4A4-0EE925C56832}"/>
              </a:ext>
            </a:extLst>
          </p:cNvPr>
          <p:cNvSpPr/>
          <p:nvPr/>
        </p:nvSpPr>
        <p:spPr>
          <a:xfrm>
            <a:off x="1223647" y="4823441"/>
            <a:ext cx="34794" cy="45719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3" name="pl33">
            <a:extLst>
              <a:ext uri="{FF2B5EF4-FFF2-40B4-BE49-F238E27FC236}">
                <a16:creationId xmlns:a16="http://schemas.microsoft.com/office/drawing/2014/main" id="{9B690A21-39D2-09C3-7A0A-AE39571FC10C}"/>
              </a:ext>
            </a:extLst>
          </p:cNvPr>
          <p:cNvSpPr/>
          <p:nvPr/>
        </p:nvSpPr>
        <p:spPr>
          <a:xfrm>
            <a:off x="1223647" y="4391393"/>
            <a:ext cx="34794" cy="45719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4" name="pl34">
            <a:extLst>
              <a:ext uri="{FF2B5EF4-FFF2-40B4-BE49-F238E27FC236}">
                <a16:creationId xmlns:a16="http://schemas.microsoft.com/office/drawing/2014/main" id="{B2CA76E7-3C2A-F0FA-896D-A4FE7D8E4289}"/>
              </a:ext>
            </a:extLst>
          </p:cNvPr>
          <p:cNvSpPr/>
          <p:nvPr/>
        </p:nvSpPr>
        <p:spPr>
          <a:xfrm>
            <a:off x="1223647" y="3959345"/>
            <a:ext cx="34794" cy="45719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5" name="pl35">
            <a:extLst>
              <a:ext uri="{FF2B5EF4-FFF2-40B4-BE49-F238E27FC236}">
                <a16:creationId xmlns:a16="http://schemas.microsoft.com/office/drawing/2014/main" id="{56910875-316B-4830-3C65-0173ECA7682D}"/>
              </a:ext>
            </a:extLst>
          </p:cNvPr>
          <p:cNvSpPr/>
          <p:nvPr/>
        </p:nvSpPr>
        <p:spPr>
          <a:xfrm>
            <a:off x="1223647" y="3501008"/>
            <a:ext cx="34794" cy="45719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6" name="pl36">
            <a:extLst>
              <a:ext uri="{FF2B5EF4-FFF2-40B4-BE49-F238E27FC236}">
                <a16:creationId xmlns:a16="http://schemas.microsoft.com/office/drawing/2014/main" id="{268FF319-EB98-BBA2-39E9-580CA4B6210A}"/>
              </a:ext>
            </a:extLst>
          </p:cNvPr>
          <p:cNvSpPr/>
          <p:nvPr/>
        </p:nvSpPr>
        <p:spPr>
          <a:xfrm>
            <a:off x="1223647" y="3068960"/>
            <a:ext cx="34794" cy="45719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7" name="pl37">
            <a:extLst>
              <a:ext uri="{FF2B5EF4-FFF2-40B4-BE49-F238E27FC236}">
                <a16:creationId xmlns:a16="http://schemas.microsoft.com/office/drawing/2014/main" id="{8C98A110-20B6-3A5C-44FB-B54AD49DFC43}"/>
              </a:ext>
            </a:extLst>
          </p:cNvPr>
          <p:cNvSpPr/>
          <p:nvPr/>
        </p:nvSpPr>
        <p:spPr>
          <a:xfrm>
            <a:off x="1223647" y="2663201"/>
            <a:ext cx="34794" cy="45719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8" name="pl38">
            <a:extLst>
              <a:ext uri="{FF2B5EF4-FFF2-40B4-BE49-F238E27FC236}">
                <a16:creationId xmlns:a16="http://schemas.microsoft.com/office/drawing/2014/main" id="{937BFD05-2734-350A-D94A-ABD831DCBF8D}"/>
              </a:ext>
            </a:extLst>
          </p:cNvPr>
          <p:cNvSpPr/>
          <p:nvPr/>
        </p:nvSpPr>
        <p:spPr>
          <a:xfrm>
            <a:off x="1223647" y="2229693"/>
            <a:ext cx="34794" cy="45719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4" name="rc44">
            <a:extLst>
              <a:ext uri="{FF2B5EF4-FFF2-40B4-BE49-F238E27FC236}">
                <a16:creationId xmlns:a16="http://schemas.microsoft.com/office/drawing/2014/main" id="{9B5C3AC8-20DE-4F43-043D-70F976E3EEC5}"/>
              </a:ext>
            </a:extLst>
          </p:cNvPr>
          <p:cNvSpPr/>
          <p:nvPr/>
        </p:nvSpPr>
        <p:spPr>
          <a:xfrm>
            <a:off x="4765369" y="1962202"/>
            <a:ext cx="969270" cy="166494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" name="tx45">
            <a:extLst>
              <a:ext uri="{FF2B5EF4-FFF2-40B4-BE49-F238E27FC236}">
                <a16:creationId xmlns:a16="http://schemas.microsoft.com/office/drawing/2014/main" id="{8C8BC4A2-5AD4-882D-8937-EFE027AE2A5C}"/>
              </a:ext>
            </a:extLst>
          </p:cNvPr>
          <p:cNvSpPr/>
          <p:nvPr/>
        </p:nvSpPr>
        <p:spPr>
          <a:xfrm>
            <a:off x="4834958" y="2051450"/>
            <a:ext cx="830092" cy="12755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Euclidean </a:t>
            </a:r>
          </a:p>
        </p:txBody>
      </p:sp>
      <p:sp>
        <p:nvSpPr>
          <p:cNvPr id="46" name="tx46">
            <a:extLst>
              <a:ext uri="{FF2B5EF4-FFF2-40B4-BE49-F238E27FC236}">
                <a16:creationId xmlns:a16="http://schemas.microsoft.com/office/drawing/2014/main" id="{5AA69DA9-AEFE-2A91-41A5-848E1A59D0C5}"/>
              </a:ext>
            </a:extLst>
          </p:cNvPr>
          <p:cNvSpPr/>
          <p:nvPr/>
        </p:nvSpPr>
        <p:spPr>
          <a:xfrm>
            <a:off x="4834958" y="2243474"/>
            <a:ext cx="691560" cy="12755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Distance</a:t>
            </a:r>
          </a:p>
        </p:txBody>
      </p:sp>
      <p:pic>
        <p:nvPicPr>
          <p:cNvPr id="47" name="pic47">
            <a:extLst>
              <a:ext uri="{FF2B5EF4-FFF2-40B4-BE49-F238E27FC236}">
                <a16:creationId xmlns:a16="http://schemas.microsoft.com/office/drawing/2014/main" id="{5AD13E2E-E4BB-FCC0-BC1F-1AA73AEB46A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4958" y="2460282"/>
            <a:ext cx="219455" cy="1097280"/>
          </a:xfrm>
          <a:prstGeom prst="rect">
            <a:avLst/>
          </a:prstGeom>
        </p:spPr>
      </p:pic>
      <p:sp>
        <p:nvSpPr>
          <p:cNvPr id="48" name="pl48">
            <a:extLst>
              <a:ext uri="{FF2B5EF4-FFF2-40B4-BE49-F238E27FC236}">
                <a16:creationId xmlns:a16="http://schemas.microsoft.com/office/drawing/2014/main" id="{C4174EB0-F324-868D-9BFE-E2E8AA9D21C8}"/>
              </a:ext>
            </a:extLst>
          </p:cNvPr>
          <p:cNvSpPr/>
          <p:nvPr/>
        </p:nvSpPr>
        <p:spPr>
          <a:xfrm>
            <a:off x="5010523" y="3555733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9" name="pl49">
            <a:extLst>
              <a:ext uri="{FF2B5EF4-FFF2-40B4-BE49-F238E27FC236}">
                <a16:creationId xmlns:a16="http://schemas.microsoft.com/office/drawing/2014/main" id="{1EE6636E-C50A-815D-FC09-B24F804EE779}"/>
              </a:ext>
            </a:extLst>
          </p:cNvPr>
          <p:cNvSpPr/>
          <p:nvPr/>
        </p:nvSpPr>
        <p:spPr>
          <a:xfrm>
            <a:off x="5010523" y="3356893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0" name="pl50">
            <a:extLst>
              <a:ext uri="{FF2B5EF4-FFF2-40B4-BE49-F238E27FC236}">
                <a16:creationId xmlns:a16="http://schemas.microsoft.com/office/drawing/2014/main" id="{BD82837F-50AC-9E4A-C70F-4A1D6B682AE3}"/>
              </a:ext>
            </a:extLst>
          </p:cNvPr>
          <p:cNvSpPr/>
          <p:nvPr/>
        </p:nvSpPr>
        <p:spPr>
          <a:xfrm>
            <a:off x="5010523" y="3158052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1" name="pl51">
            <a:extLst>
              <a:ext uri="{FF2B5EF4-FFF2-40B4-BE49-F238E27FC236}">
                <a16:creationId xmlns:a16="http://schemas.microsoft.com/office/drawing/2014/main" id="{AF1BB01D-01B1-145A-27E9-63DB76DFFEB9}"/>
              </a:ext>
            </a:extLst>
          </p:cNvPr>
          <p:cNvSpPr/>
          <p:nvPr/>
        </p:nvSpPr>
        <p:spPr>
          <a:xfrm>
            <a:off x="5010523" y="2959212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2" name="pl52">
            <a:extLst>
              <a:ext uri="{FF2B5EF4-FFF2-40B4-BE49-F238E27FC236}">
                <a16:creationId xmlns:a16="http://schemas.microsoft.com/office/drawing/2014/main" id="{600041A6-BF8B-9B74-7B4E-C2D19D375DC9}"/>
              </a:ext>
            </a:extLst>
          </p:cNvPr>
          <p:cNvSpPr/>
          <p:nvPr/>
        </p:nvSpPr>
        <p:spPr>
          <a:xfrm>
            <a:off x="5010523" y="276037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3" name="pl53">
            <a:extLst>
              <a:ext uri="{FF2B5EF4-FFF2-40B4-BE49-F238E27FC236}">
                <a16:creationId xmlns:a16="http://schemas.microsoft.com/office/drawing/2014/main" id="{1AB1D074-5EFD-0C20-BBB9-DA65B11E1F69}"/>
              </a:ext>
            </a:extLst>
          </p:cNvPr>
          <p:cNvSpPr/>
          <p:nvPr/>
        </p:nvSpPr>
        <p:spPr>
          <a:xfrm>
            <a:off x="5010523" y="256153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4" name="pl54">
            <a:extLst>
              <a:ext uri="{FF2B5EF4-FFF2-40B4-BE49-F238E27FC236}">
                <a16:creationId xmlns:a16="http://schemas.microsoft.com/office/drawing/2014/main" id="{CB834FBF-F5AE-F793-1BD5-1100F05525B4}"/>
              </a:ext>
            </a:extLst>
          </p:cNvPr>
          <p:cNvSpPr/>
          <p:nvPr/>
        </p:nvSpPr>
        <p:spPr>
          <a:xfrm>
            <a:off x="4834958" y="3555733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l55">
            <a:extLst>
              <a:ext uri="{FF2B5EF4-FFF2-40B4-BE49-F238E27FC236}">
                <a16:creationId xmlns:a16="http://schemas.microsoft.com/office/drawing/2014/main" id="{E63382B0-6FE4-49D3-161D-6652897617BE}"/>
              </a:ext>
            </a:extLst>
          </p:cNvPr>
          <p:cNvSpPr/>
          <p:nvPr/>
        </p:nvSpPr>
        <p:spPr>
          <a:xfrm>
            <a:off x="4834958" y="3356893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l56">
            <a:extLst>
              <a:ext uri="{FF2B5EF4-FFF2-40B4-BE49-F238E27FC236}">
                <a16:creationId xmlns:a16="http://schemas.microsoft.com/office/drawing/2014/main" id="{E822E580-3E4C-0426-BD43-084E2718996C}"/>
              </a:ext>
            </a:extLst>
          </p:cNvPr>
          <p:cNvSpPr/>
          <p:nvPr/>
        </p:nvSpPr>
        <p:spPr>
          <a:xfrm>
            <a:off x="4834958" y="3158052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l57">
            <a:extLst>
              <a:ext uri="{FF2B5EF4-FFF2-40B4-BE49-F238E27FC236}">
                <a16:creationId xmlns:a16="http://schemas.microsoft.com/office/drawing/2014/main" id="{785EDA4E-1C43-B2F4-162E-E0FB659DE5AB}"/>
              </a:ext>
            </a:extLst>
          </p:cNvPr>
          <p:cNvSpPr/>
          <p:nvPr/>
        </p:nvSpPr>
        <p:spPr>
          <a:xfrm>
            <a:off x="4834958" y="2959212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l58">
            <a:extLst>
              <a:ext uri="{FF2B5EF4-FFF2-40B4-BE49-F238E27FC236}">
                <a16:creationId xmlns:a16="http://schemas.microsoft.com/office/drawing/2014/main" id="{468082EC-1A0E-F10D-C04B-66DE2612D844}"/>
              </a:ext>
            </a:extLst>
          </p:cNvPr>
          <p:cNvSpPr/>
          <p:nvPr/>
        </p:nvSpPr>
        <p:spPr>
          <a:xfrm>
            <a:off x="4834958" y="276037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l59">
            <a:extLst>
              <a:ext uri="{FF2B5EF4-FFF2-40B4-BE49-F238E27FC236}">
                <a16:creationId xmlns:a16="http://schemas.microsoft.com/office/drawing/2014/main" id="{04C0E7C0-7D84-224A-B6CA-D206B447417F}"/>
              </a:ext>
            </a:extLst>
          </p:cNvPr>
          <p:cNvSpPr/>
          <p:nvPr/>
        </p:nvSpPr>
        <p:spPr>
          <a:xfrm>
            <a:off x="4834958" y="256153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tx60">
            <a:extLst>
              <a:ext uri="{FF2B5EF4-FFF2-40B4-BE49-F238E27FC236}">
                <a16:creationId xmlns:a16="http://schemas.microsoft.com/office/drawing/2014/main" id="{E819B38C-1F6D-9DEC-C571-BD0F5AF7B8DF}"/>
              </a:ext>
            </a:extLst>
          </p:cNvPr>
          <p:cNvSpPr/>
          <p:nvPr/>
        </p:nvSpPr>
        <p:spPr>
          <a:xfrm>
            <a:off x="5124003" y="3515682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</a:t>
            </a:r>
          </a:p>
        </p:txBody>
      </p:sp>
      <p:sp>
        <p:nvSpPr>
          <p:cNvPr id="61" name="tx61">
            <a:extLst>
              <a:ext uri="{FF2B5EF4-FFF2-40B4-BE49-F238E27FC236}">
                <a16:creationId xmlns:a16="http://schemas.microsoft.com/office/drawing/2014/main" id="{C233B00E-C551-1B91-219A-BFF9AB9AAF50}"/>
              </a:ext>
            </a:extLst>
          </p:cNvPr>
          <p:cNvSpPr/>
          <p:nvPr/>
        </p:nvSpPr>
        <p:spPr>
          <a:xfrm>
            <a:off x="5124003" y="3316842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62" name="tx62">
            <a:extLst>
              <a:ext uri="{FF2B5EF4-FFF2-40B4-BE49-F238E27FC236}">
                <a16:creationId xmlns:a16="http://schemas.microsoft.com/office/drawing/2014/main" id="{56ED2335-BFBE-44E6-1BBE-3C5ABCA93EAA}"/>
              </a:ext>
            </a:extLst>
          </p:cNvPr>
          <p:cNvSpPr/>
          <p:nvPr/>
        </p:nvSpPr>
        <p:spPr>
          <a:xfrm>
            <a:off x="5124003" y="3118002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63" name="tx63">
            <a:extLst>
              <a:ext uri="{FF2B5EF4-FFF2-40B4-BE49-F238E27FC236}">
                <a16:creationId xmlns:a16="http://schemas.microsoft.com/office/drawing/2014/main" id="{A2827F45-AC32-F22E-2F66-F3C4FA6E66A6}"/>
              </a:ext>
            </a:extLst>
          </p:cNvPr>
          <p:cNvSpPr/>
          <p:nvPr/>
        </p:nvSpPr>
        <p:spPr>
          <a:xfrm>
            <a:off x="5124003" y="2919161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3</a:t>
            </a:r>
          </a:p>
        </p:txBody>
      </p:sp>
      <p:sp>
        <p:nvSpPr>
          <p:cNvPr id="64" name="tx64">
            <a:extLst>
              <a:ext uri="{FF2B5EF4-FFF2-40B4-BE49-F238E27FC236}">
                <a16:creationId xmlns:a16="http://schemas.microsoft.com/office/drawing/2014/main" id="{AC48D20D-7D5D-B914-F78A-2FE4DD9BC648}"/>
              </a:ext>
            </a:extLst>
          </p:cNvPr>
          <p:cNvSpPr/>
          <p:nvPr/>
        </p:nvSpPr>
        <p:spPr>
          <a:xfrm>
            <a:off x="5124003" y="2720321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65" name="tx65">
            <a:extLst>
              <a:ext uri="{FF2B5EF4-FFF2-40B4-BE49-F238E27FC236}">
                <a16:creationId xmlns:a16="http://schemas.microsoft.com/office/drawing/2014/main" id="{55808597-9BC2-997D-17E7-9CEC357AF24F}"/>
              </a:ext>
            </a:extLst>
          </p:cNvPr>
          <p:cNvSpPr/>
          <p:nvPr/>
        </p:nvSpPr>
        <p:spPr>
          <a:xfrm>
            <a:off x="5124003" y="2521480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5</a:t>
            </a:r>
          </a:p>
        </p:txBody>
      </p:sp>
      <p:sp>
        <p:nvSpPr>
          <p:cNvPr id="66" name="tx66">
            <a:extLst>
              <a:ext uri="{FF2B5EF4-FFF2-40B4-BE49-F238E27FC236}">
                <a16:creationId xmlns:a16="http://schemas.microsoft.com/office/drawing/2014/main" id="{EA6B9518-F4FA-D675-914B-25DD4A298432}"/>
              </a:ext>
            </a:extLst>
          </p:cNvPr>
          <p:cNvSpPr/>
          <p:nvPr/>
        </p:nvSpPr>
        <p:spPr>
          <a:xfrm>
            <a:off x="1232717" y="1511880"/>
            <a:ext cx="3913174" cy="16395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Environmental Distance between</a:t>
            </a:r>
            <a:endParaRPr lang="en-US" sz="1800" dirty="0">
              <a:solidFill>
                <a:srgbClr val="000000">
                  <a:alpha val="100000"/>
                </a:srgbClr>
              </a:solidFill>
              <a:latin typeface="Helvetica"/>
              <a:cs typeface="Helvetica"/>
            </a:endParaRPr>
          </a:p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Source </a:t>
            </a:r>
            <a:r>
              <a:rPr sz="18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Sites</a:t>
            </a: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and Common Gardens</a:t>
            </a:r>
            <a:endParaRPr sz="1800" dirty="0">
              <a:solidFill>
                <a:srgbClr val="000000">
                  <a:alpha val="100000"/>
                </a:srgbClr>
              </a:solidFill>
              <a:latin typeface="Helvetica"/>
              <a:cs typeface="Helvetica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3FAD5E1-89C8-E931-8F3F-627B69F54EDF}"/>
              </a:ext>
            </a:extLst>
          </p:cNvPr>
          <p:cNvGrpSpPr/>
          <p:nvPr/>
        </p:nvGrpSpPr>
        <p:grpSpPr>
          <a:xfrm>
            <a:off x="3311482" y="1999862"/>
            <a:ext cx="969258" cy="3517370"/>
            <a:chOff x="1542547" y="1999862"/>
            <a:chExt cx="5682109" cy="3677314"/>
          </a:xfrm>
        </p:grpSpPr>
        <p:sp>
          <p:nvSpPr>
            <p:cNvPr id="69" name="rc6">
              <a:extLst>
                <a:ext uri="{FF2B5EF4-FFF2-40B4-BE49-F238E27FC236}">
                  <a16:creationId xmlns:a16="http://schemas.microsoft.com/office/drawing/2014/main" id="{1F594585-0A25-9761-A944-B7D278142DEF}"/>
                </a:ext>
              </a:extLst>
            </p:cNvPr>
            <p:cNvSpPr/>
            <p:nvPr/>
          </p:nvSpPr>
          <p:spPr>
            <a:xfrm>
              <a:off x="1542547" y="2459526"/>
              <a:ext cx="2841054" cy="459664"/>
            </a:xfrm>
            <a:prstGeom prst="rect">
              <a:avLst/>
            </a:prstGeom>
            <a:solidFill>
              <a:srgbClr val="2D75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">
              <a:extLst>
                <a:ext uri="{FF2B5EF4-FFF2-40B4-BE49-F238E27FC236}">
                  <a16:creationId xmlns:a16="http://schemas.microsoft.com/office/drawing/2014/main" id="{F32C6222-25BB-49B2-22F3-6D98244C51B0}"/>
                </a:ext>
              </a:extLst>
            </p:cNvPr>
            <p:cNvSpPr/>
            <p:nvPr/>
          </p:nvSpPr>
          <p:spPr>
            <a:xfrm>
              <a:off x="1542547" y="4298183"/>
              <a:ext cx="2841054" cy="459664"/>
            </a:xfrm>
            <a:prstGeom prst="rect">
              <a:avLst/>
            </a:prstGeom>
            <a:solidFill>
              <a:srgbClr val="6AC66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8">
              <a:extLst>
                <a:ext uri="{FF2B5EF4-FFF2-40B4-BE49-F238E27FC236}">
                  <a16:creationId xmlns:a16="http://schemas.microsoft.com/office/drawing/2014/main" id="{67234FA6-BD8E-46D5-5EED-D52F43C24D06}"/>
                </a:ext>
              </a:extLst>
            </p:cNvPr>
            <p:cNvSpPr/>
            <p:nvPr/>
          </p:nvSpPr>
          <p:spPr>
            <a:xfrm>
              <a:off x="1542547" y="1999862"/>
              <a:ext cx="2841054" cy="459664"/>
            </a:xfrm>
            <a:prstGeom prst="rect">
              <a:avLst/>
            </a:prstGeom>
            <a:solidFill>
              <a:srgbClr val="71CB5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9">
              <a:extLst>
                <a:ext uri="{FF2B5EF4-FFF2-40B4-BE49-F238E27FC236}">
                  <a16:creationId xmlns:a16="http://schemas.microsoft.com/office/drawing/2014/main" id="{84BE318A-8B1E-2E1D-E910-3A91F2F15E72}"/>
                </a:ext>
              </a:extLst>
            </p:cNvPr>
            <p:cNvSpPr/>
            <p:nvPr/>
          </p:nvSpPr>
          <p:spPr>
            <a:xfrm>
              <a:off x="1542547" y="3838519"/>
              <a:ext cx="2841054" cy="459664"/>
            </a:xfrm>
            <a:prstGeom prst="rect">
              <a:avLst/>
            </a:prstGeom>
            <a:solidFill>
              <a:srgbClr val="4626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10">
              <a:extLst>
                <a:ext uri="{FF2B5EF4-FFF2-40B4-BE49-F238E27FC236}">
                  <a16:creationId xmlns:a16="http://schemas.microsoft.com/office/drawing/2014/main" id="{09943765-A590-F601-8626-4F3F5746191D}"/>
                </a:ext>
              </a:extLst>
            </p:cNvPr>
            <p:cNvSpPr/>
            <p:nvPr/>
          </p:nvSpPr>
          <p:spPr>
            <a:xfrm>
              <a:off x="1542547" y="5217512"/>
              <a:ext cx="2841054" cy="459664"/>
            </a:xfrm>
            <a:prstGeom prst="rect">
              <a:avLst/>
            </a:prstGeom>
            <a:solidFill>
              <a:srgbClr val="47B3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11">
              <a:extLst>
                <a:ext uri="{FF2B5EF4-FFF2-40B4-BE49-F238E27FC236}">
                  <a16:creationId xmlns:a16="http://schemas.microsoft.com/office/drawing/2014/main" id="{FA42FA4E-F1A9-9EAA-1ED4-554C4D542312}"/>
                </a:ext>
              </a:extLst>
            </p:cNvPr>
            <p:cNvSpPr/>
            <p:nvPr/>
          </p:nvSpPr>
          <p:spPr>
            <a:xfrm>
              <a:off x="1542547" y="3378855"/>
              <a:ext cx="2841054" cy="459664"/>
            </a:xfrm>
            <a:prstGeom prst="rect">
              <a:avLst/>
            </a:prstGeom>
            <a:solidFill>
              <a:srgbClr val="4517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12">
              <a:extLst>
                <a:ext uri="{FF2B5EF4-FFF2-40B4-BE49-F238E27FC236}">
                  <a16:creationId xmlns:a16="http://schemas.microsoft.com/office/drawing/2014/main" id="{7B8A4653-38A6-4056-8277-A8FBFB328DF8}"/>
                </a:ext>
              </a:extLst>
            </p:cNvPr>
            <p:cNvSpPr/>
            <p:nvPr/>
          </p:nvSpPr>
          <p:spPr>
            <a:xfrm>
              <a:off x="1542547" y="2919191"/>
              <a:ext cx="2841054" cy="459664"/>
            </a:xfrm>
            <a:prstGeom prst="rect">
              <a:avLst/>
            </a:prstGeom>
            <a:solidFill>
              <a:srgbClr val="4145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13">
              <a:extLst>
                <a:ext uri="{FF2B5EF4-FFF2-40B4-BE49-F238E27FC236}">
                  <a16:creationId xmlns:a16="http://schemas.microsoft.com/office/drawing/2014/main" id="{710F8D16-164A-C3E5-D3F9-2046C20342F2}"/>
                </a:ext>
              </a:extLst>
            </p:cNvPr>
            <p:cNvSpPr/>
            <p:nvPr/>
          </p:nvSpPr>
          <p:spPr>
            <a:xfrm>
              <a:off x="1542547" y="4757847"/>
              <a:ext cx="2841054" cy="459664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14">
              <a:extLst>
                <a:ext uri="{FF2B5EF4-FFF2-40B4-BE49-F238E27FC236}">
                  <a16:creationId xmlns:a16="http://schemas.microsoft.com/office/drawing/2014/main" id="{EA3B7504-E1C6-D1B5-95BF-8919E0951BF0}"/>
                </a:ext>
              </a:extLst>
            </p:cNvPr>
            <p:cNvSpPr/>
            <p:nvPr/>
          </p:nvSpPr>
          <p:spPr>
            <a:xfrm>
              <a:off x="4383602" y="4757847"/>
              <a:ext cx="2841054" cy="459664"/>
            </a:xfrm>
            <a:prstGeom prst="rect">
              <a:avLst/>
            </a:prstGeom>
            <a:solidFill>
              <a:srgbClr val="2C8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15">
              <a:extLst>
                <a:ext uri="{FF2B5EF4-FFF2-40B4-BE49-F238E27FC236}">
                  <a16:creationId xmlns:a16="http://schemas.microsoft.com/office/drawing/2014/main" id="{389E9D12-76C4-E51C-68EF-4E9165840077}"/>
                </a:ext>
              </a:extLst>
            </p:cNvPr>
            <p:cNvSpPr/>
            <p:nvPr/>
          </p:nvSpPr>
          <p:spPr>
            <a:xfrm>
              <a:off x="4383602" y="3378855"/>
              <a:ext cx="2841054" cy="459664"/>
            </a:xfrm>
            <a:prstGeom prst="rect">
              <a:avLst/>
            </a:prstGeom>
            <a:solidFill>
              <a:srgbClr val="3F4E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16">
              <a:extLst>
                <a:ext uri="{FF2B5EF4-FFF2-40B4-BE49-F238E27FC236}">
                  <a16:creationId xmlns:a16="http://schemas.microsoft.com/office/drawing/2014/main" id="{A29ADE0D-5D39-DCAF-FCE7-1FCA7DC42433}"/>
                </a:ext>
              </a:extLst>
            </p:cNvPr>
            <p:cNvSpPr/>
            <p:nvPr/>
          </p:nvSpPr>
          <p:spPr>
            <a:xfrm>
              <a:off x="4383602" y="5217512"/>
              <a:ext cx="2841054" cy="459664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17">
              <a:extLst>
                <a:ext uri="{FF2B5EF4-FFF2-40B4-BE49-F238E27FC236}">
                  <a16:creationId xmlns:a16="http://schemas.microsoft.com/office/drawing/2014/main" id="{0BA3A927-3417-A9B1-C591-8470328276B6}"/>
                </a:ext>
              </a:extLst>
            </p:cNvPr>
            <p:cNvSpPr/>
            <p:nvPr/>
          </p:nvSpPr>
          <p:spPr>
            <a:xfrm>
              <a:off x="4383602" y="4298183"/>
              <a:ext cx="2841054" cy="459664"/>
            </a:xfrm>
            <a:prstGeom prst="rect">
              <a:avLst/>
            </a:prstGeom>
            <a:solidFill>
              <a:srgbClr val="289D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18">
              <a:extLst>
                <a:ext uri="{FF2B5EF4-FFF2-40B4-BE49-F238E27FC236}">
                  <a16:creationId xmlns:a16="http://schemas.microsoft.com/office/drawing/2014/main" id="{B8AE9298-E8DA-47CF-8AB7-6C24F165F3FA}"/>
                </a:ext>
              </a:extLst>
            </p:cNvPr>
            <p:cNvSpPr/>
            <p:nvPr/>
          </p:nvSpPr>
          <p:spPr>
            <a:xfrm>
              <a:off x="4383602" y="2919191"/>
              <a:ext cx="2841054" cy="459664"/>
            </a:xfrm>
            <a:prstGeom prst="rect">
              <a:avLst/>
            </a:prstGeom>
            <a:solidFill>
              <a:srgbClr val="45155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19">
              <a:extLst>
                <a:ext uri="{FF2B5EF4-FFF2-40B4-BE49-F238E27FC236}">
                  <a16:creationId xmlns:a16="http://schemas.microsoft.com/office/drawing/2014/main" id="{B9AF2439-9FCB-56AB-67A5-A518EB93DF3D}"/>
                </a:ext>
              </a:extLst>
            </p:cNvPr>
            <p:cNvSpPr/>
            <p:nvPr/>
          </p:nvSpPr>
          <p:spPr>
            <a:xfrm>
              <a:off x="4383602" y="3838519"/>
              <a:ext cx="2841054" cy="459664"/>
            </a:xfrm>
            <a:prstGeom prst="rect">
              <a:avLst/>
            </a:prstGeom>
            <a:solidFill>
              <a:srgbClr val="4533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20">
              <a:extLst>
                <a:ext uri="{FF2B5EF4-FFF2-40B4-BE49-F238E27FC236}">
                  <a16:creationId xmlns:a16="http://schemas.microsoft.com/office/drawing/2014/main" id="{B452F363-DE1D-2026-9C1A-A9BB01FDDE84}"/>
                </a:ext>
              </a:extLst>
            </p:cNvPr>
            <p:cNvSpPr/>
            <p:nvPr/>
          </p:nvSpPr>
          <p:spPr>
            <a:xfrm>
              <a:off x="4383602" y="1999862"/>
              <a:ext cx="2841054" cy="459664"/>
            </a:xfrm>
            <a:prstGeom prst="rect">
              <a:avLst/>
            </a:prstGeom>
            <a:solidFill>
              <a:srgbClr val="25A3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21">
              <a:extLst>
                <a:ext uri="{FF2B5EF4-FFF2-40B4-BE49-F238E27FC236}">
                  <a16:creationId xmlns:a16="http://schemas.microsoft.com/office/drawing/2014/main" id="{19FC4130-4AB7-C596-28A0-0AEDC1257D0F}"/>
                </a:ext>
              </a:extLst>
            </p:cNvPr>
            <p:cNvSpPr/>
            <p:nvPr/>
          </p:nvSpPr>
          <p:spPr>
            <a:xfrm>
              <a:off x="4383602" y="2459526"/>
              <a:ext cx="2841054" cy="459664"/>
            </a:xfrm>
            <a:prstGeom prst="rect">
              <a:avLst/>
            </a:prstGeom>
            <a:solidFill>
              <a:srgbClr val="3C5B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18EC423-DDF7-5469-CC7F-6DA701DE3D0A}"/>
              </a:ext>
            </a:extLst>
          </p:cNvPr>
          <p:cNvGrpSpPr/>
          <p:nvPr/>
        </p:nvGrpSpPr>
        <p:grpSpPr>
          <a:xfrm>
            <a:off x="1258441" y="5949280"/>
            <a:ext cx="3209171" cy="367029"/>
            <a:chOff x="1258441" y="5723141"/>
            <a:chExt cx="3209171" cy="367029"/>
          </a:xfrm>
        </p:grpSpPr>
        <p:sp>
          <p:nvSpPr>
            <p:cNvPr id="39" name="pl39">
              <a:extLst>
                <a:ext uri="{FF2B5EF4-FFF2-40B4-BE49-F238E27FC236}">
                  <a16:creationId xmlns:a16="http://schemas.microsoft.com/office/drawing/2014/main" id="{B84F8991-5557-8B83-3EEE-A82D2840D6DB}"/>
                </a:ext>
              </a:extLst>
            </p:cNvPr>
            <p:cNvSpPr/>
            <p:nvPr/>
          </p:nvSpPr>
          <p:spPr>
            <a:xfrm>
              <a:off x="1258441" y="5723141"/>
              <a:ext cx="3209171" cy="45719"/>
            </a:xfrm>
            <a:custGeom>
              <a:avLst/>
              <a:gdLst/>
              <a:ahLst/>
              <a:cxnLst/>
              <a:rect l="0" t="0" r="0" b="0"/>
              <a:pathLst>
                <a:path w="6250320">
                  <a:moveTo>
                    <a:pt x="0" y="0"/>
                  </a:moveTo>
                  <a:lnTo>
                    <a:pt x="62503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>
              <a:extLst>
                <a:ext uri="{FF2B5EF4-FFF2-40B4-BE49-F238E27FC236}">
                  <a16:creationId xmlns:a16="http://schemas.microsoft.com/office/drawing/2014/main" id="{39C9D6A5-08D2-CBB0-1999-A4D4D137B914}"/>
                </a:ext>
              </a:extLst>
            </p:cNvPr>
            <p:cNvSpPr/>
            <p:nvPr/>
          </p:nvSpPr>
          <p:spPr>
            <a:xfrm>
              <a:off x="1798538" y="572683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>
              <a:extLst>
                <a:ext uri="{FF2B5EF4-FFF2-40B4-BE49-F238E27FC236}">
                  <a16:creationId xmlns:a16="http://schemas.microsoft.com/office/drawing/2014/main" id="{E9944194-DDA9-8273-991F-B0CF3D12CF46}"/>
                </a:ext>
              </a:extLst>
            </p:cNvPr>
            <p:cNvSpPr/>
            <p:nvPr/>
          </p:nvSpPr>
          <p:spPr>
            <a:xfrm>
              <a:off x="2294562" y="572683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x42">
              <a:extLst>
                <a:ext uri="{FF2B5EF4-FFF2-40B4-BE49-F238E27FC236}">
                  <a16:creationId xmlns:a16="http://schemas.microsoft.com/office/drawing/2014/main" id="{41F9FB99-CA4B-01E2-737F-C85B86F9E024}"/>
                </a:ext>
              </a:extLst>
            </p:cNvPr>
            <p:cNvSpPr/>
            <p:nvPr/>
          </p:nvSpPr>
          <p:spPr>
            <a:xfrm rot="19253098">
              <a:off x="1351279" y="6007073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43" name="tx43">
              <a:extLst>
                <a:ext uri="{FF2B5EF4-FFF2-40B4-BE49-F238E27FC236}">
                  <a16:creationId xmlns:a16="http://schemas.microsoft.com/office/drawing/2014/main" id="{23DED456-4C73-BE41-EA01-914AA0980E60}"/>
                </a:ext>
              </a:extLst>
            </p:cNvPr>
            <p:cNvSpPr/>
            <p:nvPr/>
          </p:nvSpPr>
          <p:spPr>
            <a:xfrm rot="19206501">
              <a:off x="1804304" y="6010069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</a:t>
              </a: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</a:t>
              </a: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River</a:t>
              </a:r>
            </a:p>
          </p:txBody>
        </p:sp>
        <p:sp>
          <p:nvSpPr>
            <p:cNvPr id="86" name="pl40">
              <a:extLst>
                <a:ext uri="{FF2B5EF4-FFF2-40B4-BE49-F238E27FC236}">
                  <a16:creationId xmlns:a16="http://schemas.microsoft.com/office/drawing/2014/main" id="{DAF6A2AF-00D8-3B60-49FD-295A3A58442A}"/>
                </a:ext>
              </a:extLst>
            </p:cNvPr>
            <p:cNvSpPr/>
            <p:nvPr/>
          </p:nvSpPr>
          <p:spPr>
            <a:xfrm>
              <a:off x="3550316" y="572683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41">
              <a:extLst>
                <a:ext uri="{FF2B5EF4-FFF2-40B4-BE49-F238E27FC236}">
                  <a16:creationId xmlns:a16="http://schemas.microsoft.com/office/drawing/2014/main" id="{21FFD170-0A79-1E4A-9A6C-4B0AE2C939EE}"/>
                </a:ext>
              </a:extLst>
            </p:cNvPr>
            <p:cNvSpPr/>
            <p:nvPr/>
          </p:nvSpPr>
          <p:spPr>
            <a:xfrm>
              <a:off x="4046340" y="572683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91" name="pl39">
            <a:extLst>
              <a:ext uri="{FF2B5EF4-FFF2-40B4-BE49-F238E27FC236}">
                <a16:creationId xmlns:a16="http://schemas.microsoft.com/office/drawing/2014/main" id="{56E48C28-B9A7-86C2-2114-933A7EC584A3}"/>
              </a:ext>
            </a:extLst>
          </p:cNvPr>
          <p:cNvSpPr/>
          <p:nvPr/>
        </p:nvSpPr>
        <p:spPr>
          <a:xfrm flipV="1">
            <a:off x="1563624" y="5517232"/>
            <a:ext cx="938524" cy="88183"/>
          </a:xfrm>
          <a:custGeom>
            <a:avLst/>
            <a:gdLst/>
            <a:ahLst/>
            <a:cxnLst/>
            <a:rect l="0" t="0" r="0" b="0"/>
            <a:pathLst>
              <a:path w="6250320">
                <a:moveTo>
                  <a:pt x="0" y="0"/>
                </a:moveTo>
                <a:lnTo>
                  <a:pt x="625032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" name="pl39">
            <a:extLst>
              <a:ext uri="{FF2B5EF4-FFF2-40B4-BE49-F238E27FC236}">
                <a16:creationId xmlns:a16="http://schemas.microsoft.com/office/drawing/2014/main" id="{ED94F39D-D229-2F55-8C5A-0A6DE23483FD}"/>
              </a:ext>
            </a:extLst>
          </p:cNvPr>
          <p:cNvSpPr/>
          <p:nvPr/>
        </p:nvSpPr>
        <p:spPr>
          <a:xfrm flipV="1">
            <a:off x="3328416" y="5517232"/>
            <a:ext cx="938524" cy="88183"/>
          </a:xfrm>
          <a:custGeom>
            <a:avLst/>
            <a:gdLst/>
            <a:ahLst/>
            <a:cxnLst/>
            <a:rect l="0" t="0" r="0" b="0"/>
            <a:pathLst>
              <a:path w="6250320">
                <a:moveTo>
                  <a:pt x="0" y="0"/>
                </a:moveTo>
                <a:lnTo>
                  <a:pt x="625032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" name="tx42">
            <a:extLst>
              <a:ext uri="{FF2B5EF4-FFF2-40B4-BE49-F238E27FC236}">
                <a16:creationId xmlns:a16="http://schemas.microsoft.com/office/drawing/2014/main" id="{C9209F99-4960-FBE7-8C98-56460B3DA7D0}"/>
              </a:ext>
            </a:extLst>
          </p:cNvPr>
          <p:cNvSpPr/>
          <p:nvPr/>
        </p:nvSpPr>
        <p:spPr>
          <a:xfrm rot="19253098">
            <a:off x="3092410" y="6236208"/>
            <a:ext cx="472013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Lewisetta</a:t>
            </a:r>
          </a:p>
        </p:txBody>
      </p:sp>
      <p:sp>
        <p:nvSpPr>
          <p:cNvPr id="94" name="tx43">
            <a:extLst>
              <a:ext uri="{FF2B5EF4-FFF2-40B4-BE49-F238E27FC236}">
                <a16:creationId xmlns:a16="http://schemas.microsoft.com/office/drawing/2014/main" id="{D0A01BFB-5107-7B99-8142-B82F06A32B82}"/>
              </a:ext>
            </a:extLst>
          </p:cNvPr>
          <p:cNvSpPr/>
          <p:nvPr/>
        </p:nvSpPr>
        <p:spPr>
          <a:xfrm rot="19206501">
            <a:off x="3552436" y="6236208"/>
            <a:ext cx="490484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York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River</a:t>
            </a:r>
          </a:p>
        </p:txBody>
      </p:sp>
      <p:sp>
        <p:nvSpPr>
          <p:cNvPr id="95" name="tx23">
            <a:extLst>
              <a:ext uri="{FF2B5EF4-FFF2-40B4-BE49-F238E27FC236}">
                <a16:creationId xmlns:a16="http://schemas.microsoft.com/office/drawing/2014/main" id="{118E91AC-40DA-EF00-6C1A-E5D67BCA64E4}"/>
              </a:ext>
            </a:extLst>
          </p:cNvPr>
          <p:cNvSpPr/>
          <p:nvPr/>
        </p:nvSpPr>
        <p:spPr>
          <a:xfrm>
            <a:off x="1823210" y="5728647"/>
            <a:ext cx="372526" cy="766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Biotic &amp; </a:t>
            </a:r>
          </a:p>
          <a:p>
            <a:pPr marL="0" marR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Abiotic</a:t>
            </a:r>
            <a:endParaRPr sz="1100" dirty="0">
              <a:solidFill>
                <a:srgbClr val="000000">
                  <a:alpha val="100000"/>
                </a:srgbClr>
              </a:solidFill>
              <a:latin typeface="Helvetica"/>
              <a:cs typeface="Helvetica"/>
            </a:endParaRPr>
          </a:p>
        </p:txBody>
      </p:sp>
      <p:sp>
        <p:nvSpPr>
          <p:cNvPr id="96" name="tx23">
            <a:extLst>
              <a:ext uri="{FF2B5EF4-FFF2-40B4-BE49-F238E27FC236}">
                <a16:creationId xmlns:a16="http://schemas.microsoft.com/office/drawing/2014/main" id="{9DE1BE4D-F61A-D582-E483-380F46A88DEE}"/>
              </a:ext>
            </a:extLst>
          </p:cNvPr>
          <p:cNvSpPr/>
          <p:nvPr/>
        </p:nvSpPr>
        <p:spPr>
          <a:xfrm>
            <a:off x="3635896" y="5728647"/>
            <a:ext cx="372526" cy="766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Abiotic</a:t>
            </a:r>
          </a:p>
          <a:p>
            <a:pPr marL="0" marR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Only</a:t>
            </a:r>
            <a:endParaRPr sz="1100" dirty="0">
              <a:solidFill>
                <a:srgbClr val="000000">
                  <a:alpha val="100000"/>
                </a:srgb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767937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262</Words>
  <Application>Microsoft Macintosh PowerPoint</Application>
  <PresentationFormat>On-screen Show (4:3)</PresentationFormat>
  <Paragraphs>121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5</cp:revision>
  <dcterms:created xsi:type="dcterms:W3CDTF">2017-02-13T16:18:36Z</dcterms:created>
  <dcterms:modified xsi:type="dcterms:W3CDTF">2025-12-19T04:00:27Z</dcterms:modified>
  <cp:category/>
</cp:coreProperties>
</file>