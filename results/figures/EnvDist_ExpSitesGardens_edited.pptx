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6858000" type="screen4x3"/>
  <p:notesSz cx="6858000" cy="9144000"/>
  <p:custDataLst>
    <p:tags r:id="rId8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381"/>
    <p:restoredTop sz="94617"/>
  </p:normalViewPr>
  <p:slideViewPr>
    <p:cSldViewPr>
      <p:cViewPr varScale="1">
        <p:scale>
          <a:sx n="123" d="100"/>
          <a:sy n="123" d="100"/>
        </p:scale>
        <p:origin x="1304" y="17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12061C-5EA3-3241-8D5D-56661743BD60}" type="datetimeFigureOut">
              <a:rPr lang="en-US" smtClean="0"/>
              <a:t>2/10/26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467557-A291-B541-A6C5-5BE2B79CE4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80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467557-A291-B541-A6C5-5BE2B79CE49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4581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10/02/2026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10/02/2026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10/02/2026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10/02/2026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10/02/2026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10/02/2026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10/02/2026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10/02/2026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1258441" y="1953896"/>
              <a:ext cx="6250320" cy="376924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rc6"/>
            <p:cNvSpPr/>
            <p:nvPr/>
          </p:nvSpPr>
          <p:spPr>
            <a:xfrm>
              <a:off x="4996378" y="2360383"/>
              <a:ext cx="612776" cy="369533"/>
            </a:xfrm>
            <a:prstGeom prst="rect">
              <a:avLst/>
            </a:prstGeom>
            <a:solidFill>
              <a:srgbClr val="3DAF7C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rc7"/>
            <p:cNvSpPr/>
            <p:nvPr/>
          </p:nvSpPr>
          <p:spPr>
            <a:xfrm>
              <a:off x="3158048" y="2360383"/>
              <a:ext cx="612776" cy="369533"/>
            </a:xfrm>
            <a:prstGeom prst="rect">
              <a:avLst/>
            </a:prstGeom>
            <a:solidFill>
              <a:srgbClr val="452F7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rc8"/>
            <p:cNvSpPr/>
            <p:nvPr/>
          </p:nvSpPr>
          <p:spPr>
            <a:xfrm>
              <a:off x="5609155" y="2360383"/>
              <a:ext cx="612776" cy="369533"/>
            </a:xfrm>
            <a:prstGeom prst="rect">
              <a:avLst/>
            </a:prstGeom>
            <a:solidFill>
              <a:srgbClr val="68C46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rc9"/>
            <p:cNvSpPr/>
            <p:nvPr/>
          </p:nvSpPr>
          <p:spPr>
            <a:xfrm>
              <a:off x="4383602" y="2360383"/>
              <a:ext cx="612776" cy="369533"/>
            </a:xfrm>
            <a:prstGeom prst="rect">
              <a:avLst/>
            </a:prstGeom>
            <a:solidFill>
              <a:srgbClr val="3A608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rc10"/>
            <p:cNvSpPr/>
            <p:nvPr/>
          </p:nvSpPr>
          <p:spPr>
            <a:xfrm>
              <a:off x="6221931" y="2360383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rc11"/>
            <p:cNvSpPr/>
            <p:nvPr/>
          </p:nvSpPr>
          <p:spPr>
            <a:xfrm>
              <a:off x="2545272" y="2360383"/>
              <a:ext cx="612776" cy="369533"/>
            </a:xfrm>
            <a:prstGeom prst="rect">
              <a:avLst/>
            </a:prstGeom>
            <a:solidFill>
              <a:srgbClr val="72CB5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rc12"/>
            <p:cNvSpPr/>
            <p:nvPr/>
          </p:nvSpPr>
          <p:spPr>
            <a:xfrm>
              <a:off x="1932495" y="2360383"/>
              <a:ext cx="612776" cy="369533"/>
            </a:xfrm>
            <a:prstGeom prst="rect">
              <a:avLst/>
            </a:prstGeom>
            <a:solidFill>
              <a:srgbClr val="2C76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rc13"/>
            <p:cNvSpPr/>
            <p:nvPr/>
          </p:nvSpPr>
          <p:spPr>
            <a:xfrm>
              <a:off x="6834708" y="2360383"/>
              <a:ext cx="612776" cy="369533"/>
            </a:xfrm>
            <a:prstGeom prst="rect">
              <a:avLst/>
            </a:prstGeom>
            <a:solidFill>
              <a:srgbClr val="2B7D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rc14"/>
            <p:cNvSpPr/>
            <p:nvPr/>
          </p:nvSpPr>
          <p:spPr>
            <a:xfrm>
              <a:off x="1319719" y="2360383"/>
              <a:ext cx="612776" cy="369533"/>
            </a:xfrm>
            <a:prstGeom prst="rect">
              <a:avLst/>
            </a:prstGeom>
            <a:solidFill>
              <a:srgbClr val="39AE7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rc15"/>
            <p:cNvSpPr/>
            <p:nvPr/>
          </p:nvSpPr>
          <p:spPr>
            <a:xfrm>
              <a:off x="3770825" y="2360383"/>
              <a:ext cx="612776" cy="369533"/>
            </a:xfrm>
            <a:prstGeom prst="rect">
              <a:avLst/>
            </a:prstGeom>
            <a:solidFill>
              <a:srgbClr val="45165F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rc16"/>
            <p:cNvSpPr/>
            <p:nvPr/>
          </p:nvSpPr>
          <p:spPr>
            <a:xfrm>
              <a:off x="6834708" y="3838519"/>
              <a:ext cx="612776" cy="369533"/>
            </a:xfrm>
            <a:prstGeom prst="rect">
              <a:avLst/>
            </a:prstGeom>
            <a:solidFill>
              <a:srgbClr val="2B7E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rc17"/>
            <p:cNvSpPr/>
            <p:nvPr/>
          </p:nvSpPr>
          <p:spPr>
            <a:xfrm>
              <a:off x="5609155" y="3838519"/>
              <a:ext cx="612776" cy="369533"/>
            </a:xfrm>
            <a:prstGeom prst="rect">
              <a:avLst/>
            </a:prstGeom>
            <a:solidFill>
              <a:srgbClr val="65C36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rc18"/>
            <p:cNvSpPr/>
            <p:nvPr/>
          </p:nvSpPr>
          <p:spPr>
            <a:xfrm>
              <a:off x="6221931" y="3838519"/>
              <a:ext cx="612776" cy="369533"/>
            </a:xfrm>
            <a:prstGeom prst="rect">
              <a:avLst/>
            </a:prstGeom>
            <a:solidFill>
              <a:srgbClr val="45165F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rc19"/>
            <p:cNvSpPr/>
            <p:nvPr/>
          </p:nvSpPr>
          <p:spPr>
            <a:xfrm>
              <a:off x="1932495" y="3838519"/>
              <a:ext cx="612776" cy="369533"/>
            </a:xfrm>
            <a:prstGeom prst="rect">
              <a:avLst/>
            </a:prstGeom>
            <a:solidFill>
              <a:srgbClr val="2B7E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rc20"/>
            <p:cNvSpPr/>
            <p:nvPr/>
          </p:nvSpPr>
          <p:spPr>
            <a:xfrm>
              <a:off x="4996378" y="3838519"/>
              <a:ext cx="612776" cy="369533"/>
            </a:xfrm>
            <a:prstGeom prst="rect">
              <a:avLst/>
            </a:prstGeom>
            <a:solidFill>
              <a:srgbClr val="39AE7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rc21"/>
            <p:cNvSpPr/>
            <p:nvPr/>
          </p:nvSpPr>
          <p:spPr>
            <a:xfrm>
              <a:off x="4383602" y="3838519"/>
              <a:ext cx="612776" cy="369533"/>
            </a:xfrm>
            <a:prstGeom prst="rect">
              <a:avLst/>
            </a:prstGeom>
            <a:solidFill>
              <a:srgbClr val="39628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rc22"/>
            <p:cNvSpPr/>
            <p:nvPr/>
          </p:nvSpPr>
          <p:spPr>
            <a:xfrm>
              <a:off x="2545272" y="3838519"/>
              <a:ext cx="612776" cy="369533"/>
            </a:xfrm>
            <a:prstGeom prst="rect">
              <a:avLst/>
            </a:prstGeom>
            <a:solidFill>
              <a:srgbClr val="79D05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rc23"/>
            <p:cNvSpPr/>
            <p:nvPr/>
          </p:nvSpPr>
          <p:spPr>
            <a:xfrm>
              <a:off x="1319719" y="3838519"/>
              <a:ext cx="612776" cy="369533"/>
            </a:xfrm>
            <a:prstGeom prst="rect">
              <a:avLst/>
            </a:prstGeom>
            <a:solidFill>
              <a:srgbClr val="45B37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rc24"/>
            <p:cNvSpPr/>
            <p:nvPr/>
          </p:nvSpPr>
          <p:spPr>
            <a:xfrm>
              <a:off x="3770825" y="3838519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rc25"/>
            <p:cNvSpPr/>
            <p:nvPr/>
          </p:nvSpPr>
          <p:spPr>
            <a:xfrm>
              <a:off x="3158048" y="3838519"/>
              <a:ext cx="612776" cy="369533"/>
            </a:xfrm>
            <a:prstGeom prst="rect">
              <a:avLst/>
            </a:prstGeom>
            <a:solidFill>
              <a:srgbClr val="45337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rc26"/>
            <p:cNvSpPr/>
            <p:nvPr/>
          </p:nvSpPr>
          <p:spPr>
            <a:xfrm>
              <a:off x="4383602" y="3468985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rc27"/>
            <p:cNvSpPr/>
            <p:nvPr/>
          </p:nvSpPr>
          <p:spPr>
            <a:xfrm>
              <a:off x="6221931" y="3468985"/>
              <a:ext cx="612776" cy="369533"/>
            </a:xfrm>
            <a:prstGeom prst="rect">
              <a:avLst/>
            </a:prstGeom>
            <a:solidFill>
              <a:srgbClr val="3A608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rc28"/>
            <p:cNvSpPr/>
            <p:nvPr/>
          </p:nvSpPr>
          <p:spPr>
            <a:xfrm>
              <a:off x="2545272" y="3468985"/>
              <a:ext cx="612776" cy="369533"/>
            </a:xfrm>
            <a:prstGeom prst="rect">
              <a:avLst/>
            </a:prstGeom>
            <a:solidFill>
              <a:srgbClr val="24A58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rc29"/>
            <p:cNvSpPr/>
            <p:nvPr/>
          </p:nvSpPr>
          <p:spPr>
            <a:xfrm>
              <a:off x="1319719" y="3468985"/>
              <a:ext cx="612776" cy="369533"/>
            </a:xfrm>
            <a:prstGeom prst="rect">
              <a:avLst/>
            </a:prstGeom>
            <a:solidFill>
              <a:srgbClr val="289B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rc30"/>
            <p:cNvSpPr/>
            <p:nvPr/>
          </p:nvSpPr>
          <p:spPr>
            <a:xfrm>
              <a:off x="4996378" y="3468985"/>
              <a:ext cx="612776" cy="369533"/>
            </a:xfrm>
            <a:prstGeom prst="rect">
              <a:avLst/>
            </a:prstGeom>
            <a:solidFill>
              <a:srgbClr val="2A78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rc31"/>
            <p:cNvSpPr/>
            <p:nvPr/>
          </p:nvSpPr>
          <p:spPr>
            <a:xfrm>
              <a:off x="3158048" y="3468985"/>
              <a:ext cx="612776" cy="369533"/>
            </a:xfrm>
            <a:prstGeom prst="rect">
              <a:avLst/>
            </a:prstGeom>
            <a:solidFill>
              <a:srgbClr val="423F8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rc32"/>
            <p:cNvSpPr/>
            <p:nvPr/>
          </p:nvSpPr>
          <p:spPr>
            <a:xfrm>
              <a:off x="5609155" y="3468985"/>
              <a:ext cx="612776" cy="369533"/>
            </a:xfrm>
            <a:prstGeom prst="rect">
              <a:avLst/>
            </a:prstGeom>
            <a:solidFill>
              <a:srgbClr val="3CAF7C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rc33"/>
            <p:cNvSpPr/>
            <p:nvPr/>
          </p:nvSpPr>
          <p:spPr>
            <a:xfrm>
              <a:off x="3770825" y="3468985"/>
              <a:ext cx="612776" cy="369533"/>
            </a:xfrm>
            <a:prstGeom prst="rect">
              <a:avLst/>
            </a:prstGeom>
            <a:solidFill>
              <a:srgbClr val="39628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rc34"/>
            <p:cNvSpPr/>
            <p:nvPr/>
          </p:nvSpPr>
          <p:spPr>
            <a:xfrm>
              <a:off x="1932495" y="3468985"/>
              <a:ext cx="612776" cy="369533"/>
            </a:xfrm>
            <a:prstGeom prst="rect">
              <a:avLst/>
            </a:prstGeom>
            <a:solidFill>
              <a:srgbClr val="2B8D8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rc35"/>
            <p:cNvSpPr/>
            <p:nvPr/>
          </p:nvSpPr>
          <p:spPr>
            <a:xfrm>
              <a:off x="6834708" y="3468985"/>
              <a:ext cx="612776" cy="369533"/>
            </a:xfrm>
            <a:prstGeom prst="rect">
              <a:avLst/>
            </a:prstGeom>
            <a:solidFill>
              <a:srgbClr val="44387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rc36"/>
            <p:cNvSpPr/>
            <p:nvPr/>
          </p:nvSpPr>
          <p:spPr>
            <a:xfrm>
              <a:off x="4996378" y="5316655"/>
              <a:ext cx="612776" cy="369533"/>
            </a:xfrm>
            <a:prstGeom prst="rect">
              <a:avLst/>
            </a:prstGeom>
            <a:solidFill>
              <a:srgbClr val="43B27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rc37"/>
            <p:cNvSpPr/>
            <p:nvPr/>
          </p:nvSpPr>
          <p:spPr>
            <a:xfrm>
              <a:off x="3770825" y="5316655"/>
              <a:ext cx="612776" cy="369533"/>
            </a:xfrm>
            <a:prstGeom prst="rect">
              <a:avLst/>
            </a:prstGeom>
            <a:solidFill>
              <a:srgbClr val="45B37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rc38"/>
            <p:cNvSpPr/>
            <p:nvPr/>
          </p:nvSpPr>
          <p:spPr>
            <a:xfrm>
              <a:off x="1932495" y="5316655"/>
              <a:ext cx="612776" cy="369533"/>
            </a:xfrm>
            <a:prstGeom prst="rect">
              <a:avLst/>
            </a:prstGeom>
            <a:solidFill>
              <a:srgbClr val="2C838C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rc39"/>
            <p:cNvSpPr/>
            <p:nvPr/>
          </p:nvSpPr>
          <p:spPr>
            <a:xfrm>
              <a:off x="3158048" y="5316655"/>
              <a:ext cx="612776" cy="369533"/>
            </a:xfrm>
            <a:prstGeom prst="rect">
              <a:avLst/>
            </a:prstGeom>
            <a:solidFill>
              <a:srgbClr val="26A18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rc40"/>
            <p:cNvSpPr/>
            <p:nvPr/>
          </p:nvSpPr>
          <p:spPr>
            <a:xfrm>
              <a:off x="1319719" y="5316655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rc41"/>
            <p:cNvSpPr/>
            <p:nvPr/>
          </p:nvSpPr>
          <p:spPr>
            <a:xfrm>
              <a:off x="4383602" y="5316655"/>
              <a:ext cx="612776" cy="369533"/>
            </a:xfrm>
            <a:prstGeom prst="rect">
              <a:avLst/>
            </a:prstGeom>
            <a:solidFill>
              <a:srgbClr val="289B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rc42"/>
            <p:cNvSpPr/>
            <p:nvPr/>
          </p:nvSpPr>
          <p:spPr>
            <a:xfrm>
              <a:off x="6221931" y="5316655"/>
              <a:ext cx="612776" cy="369533"/>
            </a:xfrm>
            <a:prstGeom prst="rect">
              <a:avLst/>
            </a:prstGeom>
            <a:solidFill>
              <a:srgbClr val="39AE7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rc43"/>
            <p:cNvSpPr/>
            <p:nvPr/>
          </p:nvSpPr>
          <p:spPr>
            <a:xfrm>
              <a:off x="5609155" y="5316655"/>
              <a:ext cx="612776" cy="369533"/>
            </a:xfrm>
            <a:prstGeom prst="rect">
              <a:avLst/>
            </a:prstGeom>
            <a:solidFill>
              <a:srgbClr val="A5D84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rc44"/>
            <p:cNvSpPr/>
            <p:nvPr/>
          </p:nvSpPr>
          <p:spPr>
            <a:xfrm>
              <a:off x="6834708" y="5316655"/>
              <a:ext cx="612776" cy="369533"/>
            </a:xfrm>
            <a:prstGeom prst="rect">
              <a:avLst/>
            </a:prstGeom>
            <a:solidFill>
              <a:srgbClr val="23A68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rc45"/>
            <p:cNvSpPr/>
            <p:nvPr/>
          </p:nvSpPr>
          <p:spPr>
            <a:xfrm>
              <a:off x="2545272" y="5316655"/>
              <a:ext cx="612776" cy="369533"/>
            </a:xfrm>
            <a:prstGeom prst="rect">
              <a:avLst/>
            </a:prstGeom>
            <a:solidFill>
              <a:srgbClr val="2B7D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rc46"/>
            <p:cNvSpPr/>
            <p:nvPr/>
          </p:nvSpPr>
          <p:spPr>
            <a:xfrm>
              <a:off x="2545272" y="4947121"/>
              <a:ext cx="612776" cy="369533"/>
            </a:xfrm>
            <a:prstGeom prst="rect">
              <a:avLst/>
            </a:prstGeom>
            <a:solidFill>
              <a:srgbClr val="52B872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rc47"/>
            <p:cNvSpPr/>
            <p:nvPr/>
          </p:nvSpPr>
          <p:spPr>
            <a:xfrm>
              <a:off x="4996378" y="4947121"/>
              <a:ext cx="612776" cy="369533"/>
            </a:xfrm>
            <a:prstGeom prst="rect">
              <a:avLst/>
            </a:prstGeom>
            <a:solidFill>
              <a:srgbClr val="60C06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rc48"/>
            <p:cNvSpPr/>
            <p:nvPr/>
          </p:nvSpPr>
          <p:spPr>
            <a:xfrm>
              <a:off x="3158048" y="4947121"/>
              <a:ext cx="612776" cy="369533"/>
            </a:xfrm>
            <a:prstGeom prst="rect">
              <a:avLst/>
            </a:prstGeom>
            <a:solidFill>
              <a:srgbClr val="2A78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rc49"/>
            <p:cNvSpPr/>
            <p:nvPr/>
          </p:nvSpPr>
          <p:spPr>
            <a:xfrm>
              <a:off x="3770825" y="4947121"/>
              <a:ext cx="612776" cy="369533"/>
            </a:xfrm>
            <a:prstGeom prst="rect">
              <a:avLst/>
            </a:prstGeom>
            <a:solidFill>
              <a:srgbClr val="2B7E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rc50"/>
            <p:cNvSpPr/>
            <p:nvPr/>
          </p:nvSpPr>
          <p:spPr>
            <a:xfrm>
              <a:off x="1319719" y="4947121"/>
              <a:ext cx="612776" cy="369533"/>
            </a:xfrm>
            <a:prstGeom prst="rect">
              <a:avLst/>
            </a:prstGeom>
            <a:solidFill>
              <a:srgbClr val="2C838C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rc51"/>
            <p:cNvSpPr/>
            <p:nvPr/>
          </p:nvSpPr>
          <p:spPr>
            <a:xfrm>
              <a:off x="1932495" y="4947121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rc52"/>
            <p:cNvSpPr/>
            <p:nvPr/>
          </p:nvSpPr>
          <p:spPr>
            <a:xfrm>
              <a:off x="6221931" y="4947121"/>
              <a:ext cx="612776" cy="369533"/>
            </a:xfrm>
            <a:prstGeom prst="rect">
              <a:avLst/>
            </a:prstGeom>
            <a:solidFill>
              <a:srgbClr val="2C76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rc53"/>
            <p:cNvSpPr/>
            <p:nvPr/>
          </p:nvSpPr>
          <p:spPr>
            <a:xfrm>
              <a:off x="6834708" y="4947121"/>
              <a:ext cx="612776" cy="369533"/>
            </a:xfrm>
            <a:prstGeom prst="rect">
              <a:avLst/>
            </a:prstGeom>
            <a:solidFill>
              <a:srgbClr val="299B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rc54"/>
            <p:cNvSpPr/>
            <p:nvPr/>
          </p:nvSpPr>
          <p:spPr>
            <a:xfrm>
              <a:off x="5609155" y="4947121"/>
              <a:ext cx="612776" cy="369533"/>
            </a:xfrm>
            <a:prstGeom prst="rect">
              <a:avLst/>
            </a:prstGeom>
            <a:solidFill>
              <a:srgbClr val="B8DB42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rc55"/>
            <p:cNvSpPr/>
            <p:nvPr/>
          </p:nvSpPr>
          <p:spPr>
            <a:xfrm>
              <a:off x="4383602" y="4947121"/>
              <a:ext cx="612776" cy="369533"/>
            </a:xfrm>
            <a:prstGeom prst="rect">
              <a:avLst/>
            </a:prstGeom>
            <a:solidFill>
              <a:srgbClr val="2B8D8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rc56"/>
            <p:cNvSpPr/>
            <p:nvPr/>
          </p:nvSpPr>
          <p:spPr>
            <a:xfrm>
              <a:off x="3158048" y="4577587"/>
              <a:ext cx="612776" cy="369533"/>
            </a:xfrm>
            <a:prstGeom prst="rect">
              <a:avLst/>
            </a:prstGeom>
            <a:solidFill>
              <a:srgbClr val="51B872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rc57"/>
            <p:cNvSpPr/>
            <p:nvPr/>
          </p:nvSpPr>
          <p:spPr>
            <a:xfrm>
              <a:off x="4383602" y="4577587"/>
              <a:ext cx="612776" cy="369533"/>
            </a:xfrm>
            <a:prstGeom prst="rect">
              <a:avLst/>
            </a:prstGeom>
            <a:solidFill>
              <a:srgbClr val="24A58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rc58"/>
            <p:cNvSpPr/>
            <p:nvPr/>
          </p:nvSpPr>
          <p:spPr>
            <a:xfrm>
              <a:off x="6834708" y="4577587"/>
              <a:ext cx="612776" cy="369533"/>
            </a:xfrm>
            <a:prstGeom prst="rect">
              <a:avLst/>
            </a:prstGeom>
            <a:solidFill>
              <a:srgbClr val="36AD7F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rc59"/>
            <p:cNvSpPr/>
            <p:nvPr/>
          </p:nvSpPr>
          <p:spPr>
            <a:xfrm>
              <a:off x="1319719" y="4577587"/>
              <a:ext cx="612776" cy="369533"/>
            </a:xfrm>
            <a:prstGeom prst="rect">
              <a:avLst/>
            </a:prstGeom>
            <a:solidFill>
              <a:srgbClr val="2B7D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rc60"/>
            <p:cNvSpPr/>
            <p:nvPr/>
          </p:nvSpPr>
          <p:spPr>
            <a:xfrm>
              <a:off x="5609155" y="4577587"/>
              <a:ext cx="612776" cy="369533"/>
            </a:xfrm>
            <a:prstGeom prst="rect">
              <a:avLst/>
            </a:prstGeom>
            <a:solidFill>
              <a:srgbClr val="79D152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rc61"/>
            <p:cNvSpPr/>
            <p:nvPr/>
          </p:nvSpPr>
          <p:spPr>
            <a:xfrm>
              <a:off x="1932495" y="4577587"/>
              <a:ext cx="612776" cy="369533"/>
            </a:xfrm>
            <a:prstGeom prst="rect">
              <a:avLst/>
            </a:prstGeom>
            <a:solidFill>
              <a:srgbClr val="52B872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rc62"/>
            <p:cNvSpPr/>
            <p:nvPr/>
          </p:nvSpPr>
          <p:spPr>
            <a:xfrm>
              <a:off x="2545272" y="4577587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rc63"/>
            <p:cNvSpPr/>
            <p:nvPr/>
          </p:nvSpPr>
          <p:spPr>
            <a:xfrm>
              <a:off x="3770825" y="4577587"/>
              <a:ext cx="612776" cy="369533"/>
            </a:xfrm>
            <a:prstGeom prst="rect">
              <a:avLst/>
            </a:prstGeom>
            <a:solidFill>
              <a:srgbClr val="79D05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rc64"/>
            <p:cNvSpPr/>
            <p:nvPr/>
          </p:nvSpPr>
          <p:spPr>
            <a:xfrm>
              <a:off x="6221931" y="4577587"/>
              <a:ext cx="612776" cy="369533"/>
            </a:xfrm>
            <a:prstGeom prst="rect">
              <a:avLst/>
            </a:prstGeom>
            <a:solidFill>
              <a:srgbClr val="72CB5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rc65"/>
            <p:cNvSpPr/>
            <p:nvPr/>
          </p:nvSpPr>
          <p:spPr>
            <a:xfrm>
              <a:off x="4996378" y="4577587"/>
              <a:ext cx="612776" cy="369533"/>
            </a:xfrm>
            <a:prstGeom prst="rect">
              <a:avLst/>
            </a:prstGeom>
            <a:solidFill>
              <a:srgbClr val="61C06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rc66"/>
            <p:cNvSpPr/>
            <p:nvPr/>
          </p:nvSpPr>
          <p:spPr>
            <a:xfrm>
              <a:off x="2545272" y="4208053"/>
              <a:ext cx="612776" cy="369533"/>
            </a:xfrm>
            <a:prstGeom prst="rect">
              <a:avLst/>
            </a:prstGeom>
            <a:solidFill>
              <a:srgbClr val="51B872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rc67"/>
            <p:cNvSpPr/>
            <p:nvPr/>
          </p:nvSpPr>
          <p:spPr>
            <a:xfrm>
              <a:off x="3770825" y="4208053"/>
              <a:ext cx="612776" cy="369533"/>
            </a:xfrm>
            <a:prstGeom prst="rect">
              <a:avLst/>
            </a:prstGeom>
            <a:solidFill>
              <a:srgbClr val="45337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rc68"/>
            <p:cNvSpPr/>
            <p:nvPr/>
          </p:nvSpPr>
          <p:spPr>
            <a:xfrm>
              <a:off x="5609155" y="4208053"/>
              <a:ext cx="612776" cy="369533"/>
            </a:xfrm>
            <a:prstGeom prst="rect">
              <a:avLst/>
            </a:prstGeom>
            <a:solidFill>
              <a:srgbClr val="51B872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rc69"/>
            <p:cNvSpPr/>
            <p:nvPr/>
          </p:nvSpPr>
          <p:spPr>
            <a:xfrm>
              <a:off x="6221931" y="4208053"/>
              <a:ext cx="612776" cy="369533"/>
            </a:xfrm>
            <a:prstGeom prst="rect">
              <a:avLst/>
            </a:prstGeom>
            <a:solidFill>
              <a:srgbClr val="452F7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rc70"/>
            <p:cNvSpPr/>
            <p:nvPr/>
          </p:nvSpPr>
          <p:spPr>
            <a:xfrm>
              <a:off x="4996378" y="4208053"/>
              <a:ext cx="612776" cy="369533"/>
            </a:xfrm>
            <a:prstGeom prst="rect">
              <a:avLst/>
            </a:prstGeom>
            <a:solidFill>
              <a:srgbClr val="2999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rc71"/>
            <p:cNvSpPr/>
            <p:nvPr/>
          </p:nvSpPr>
          <p:spPr>
            <a:xfrm>
              <a:off x="3158048" y="4208053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rc72"/>
            <p:cNvSpPr/>
            <p:nvPr/>
          </p:nvSpPr>
          <p:spPr>
            <a:xfrm>
              <a:off x="1932495" y="4208053"/>
              <a:ext cx="612776" cy="369533"/>
            </a:xfrm>
            <a:prstGeom prst="rect">
              <a:avLst/>
            </a:prstGeom>
            <a:solidFill>
              <a:srgbClr val="2A78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rc73"/>
            <p:cNvSpPr/>
            <p:nvPr/>
          </p:nvSpPr>
          <p:spPr>
            <a:xfrm>
              <a:off x="6834708" y="4208053"/>
              <a:ext cx="612776" cy="369533"/>
            </a:xfrm>
            <a:prstGeom prst="rect">
              <a:avLst/>
            </a:prstGeom>
            <a:solidFill>
              <a:srgbClr val="3A5F8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rc74"/>
            <p:cNvSpPr/>
            <p:nvPr/>
          </p:nvSpPr>
          <p:spPr>
            <a:xfrm>
              <a:off x="1319719" y="4208053"/>
              <a:ext cx="612776" cy="369533"/>
            </a:xfrm>
            <a:prstGeom prst="rect">
              <a:avLst/>
            </a:prstGeom>
            <a:solidFill>
              <a:srgbClr val="26A18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rc75"/>
            <p:cNvSpPr/>
            <p:nvPr/>
          </p:nvSpPr>
          <p:spPr>
            <a:xfrm>
              <a:off x="4383602" y="4208053"/>
              <a:ext cx="612776" cy="369533"/>
            </a:xfrm>
            <a:prstGeom prst="rect">
              <a:avLst/>
            </a:prstGeom>
            <a:solidFill>
              <a:srgbClr val="423F8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rc76"/>
            <p:cNvSpPr/>
            <p:nvPr/>
          </p:nvSpPr>
          <p:spPr>
            <a:xfrm>
              <a:off x="1932495" y="3099451"/>
              <a:ext cx="612776" cy="369533"/>
            </a:xfrm>
            <a:prstGeom prst="rect">
              <a:avLst/>
            </a:prstGeom>
            <a:solidFill>
              <a:srgbClr val="60C06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rc77"/>
            <p:cNvSpPr/>
            <p:nvPr/>
          </p:nvSpPr>
          <p:spPr>
            <a:xfrm>
              <a:off x="3158048" y="3099451"/>
              <a:ext cx="612776" cy="369533"/>
            </a:xfrm>
            <a:prstGeom prst="rect">
              <a:avLst/>
            </a:prstGeom>
            <a:solidFill>
              <a:srgbClr val="2999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rc78"/>
            <p:cNvSpPr/>
            <p:nvPr/>
          </p:nvSpPr>
          <p:spPr>
            <a:xfrm>
              <a:off x="4996378" y="3099451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rc79"/>
            <p:cNvSpPr/>
            <p:nvPr/>
          </p:nvSpPr>
          <p:spPr>
            <a:xfrm>
              <a:off x="2545272" y="3099451"/>
              <a:ext cx="612776" cy="369533"/>
            </a:xfrm>
            <a:prstGeom prst="rect">
              <a:avLst/>
            </a:prstGeom>
            <a:solidFill>
              <a:srgbClr val="61C06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rc80"/>
            <p:cNvSpPr/>
            <p:nvPr/>
          </p:nvSpPr>
          <p:spPr>
            <a:xfrm>
              <a:off x="6834708" y="3099451"/>
              <a:ext cx="612776" cy="369533"/>
            </a:xfrm>
            <a:prstGeom prst="rect">
              <a:avLst/>
            </a:prstGeom>
            <a:solidFill>
              <a:srgbClr val="38648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rc81"/>
            <p:cNvSpPr/>
            <p:nvPr/>
          </p:nvSpPr>
          <p:spPr>
            <a:xfrm>
              <a:off x="5609155" y="3099451"/>
              <a:ext cx="612776" cy="369533"/>
            </a:xfrm>
            <a:prstGeom prst="rect">
              <a:avLst/>
            </a:prstGeom>
            <a:solidFill>
              <a:srgbClr val="67C46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rc82"/>
            <p:cNvSpPr/>
            <p:nvPr/>
          </p:nvSpPr>
          <p:spPr>
            <a:xfrm>
              <a:off x="4383602" y="3099451"/>
              <a:ext cx="612776" cy="369533"/>
            </a:xfrm>
            <a:prstGeom prst="rect">
              <a:avLst/>
            </a:prstGeom>
            <a:solidFill>
              <a:srgbClr val="2A78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rc83"/>
            <p:cNvSpPr/>
            <p:nvPr/>
          </p:nvSpPr>
          <p:spPr>
            <a:xfrm>
              <a:off x="3770825" y="3099451"/>
              <a:ext cx="612776" cy="369533"/>
            </a:xfrm>
            <a:prstGeom prst="rect">
              <a:avLst/>
            </a:prstGeom>
            <a:solidFill>
              <a:srgbClr val="39AE7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rc84"/>
            <p:cNvSpPr/>
            <p:nvPr/>
          </p:nvSpPr>
          <p:spPr>
            <a:xfrm>
              <a:off x="6221931" y="3099451"/>
              <a:ext cx="612776" cy="369533"/>
            </a:xfrm>
            <a:prstGeom prst="rect">
              <a:avLst/>
            </a:prstGeom>
            <a:solidFill>
              <a:srgbClr val="3DAF7C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rc85"/>
            <p:cNvSpPr/>
            <p:nvPr/>
          </p:nvSpPr>
          <p:spPr>
            <a:xfrm>
              <a:off x="1319719" y="3099451"/>
              <a:ext cx="612776" cy="369533"/>
            </a:xfrm>
            <a:prstGeom prst="rect">
              <a:avLst/>
            </a:prstGeom>
            <a:solidFill>
              <a:srgbClr val="43B27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rc86"/>
            <p:cNvSpPr/>
            <p:nvPr/>
          </p:nvSpPr>
          <p:spPr>
            <a:xfrm>
              <a:off x="2545272" y="2729917"/>
              <a:ext cx="612776" cy="369533"/>
            </a:xfrm>
            <a:prstGeom prst="rect">
              <a:avLst/>
            </a:prstGeom>
            <a:solidFill>
              <a:srgbClr val="79D152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rc87"/>
            <p:cNvSpPr/>
            <p:nvPr/>
          </p:nvSpPr>
          <p:spPr>
            <a:xfrm>
              <a:off x="3770825" y="2729917"/>
              <a:ext cx="612776" cy="369533"/>
            </a:xfrm>
            <a:prstGeom prst="rect">
              <a:avLst/>
            </a:prstGeom>
            <a:solidFill>
              <a:srgbClr val="65C36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rc88"/>
            <p:cNvSpPr/>
            <p:nvPr/>
          </p:nvSpPr>
          <p:spPr>
            <a:xfrm>
              <a:off x="4383602" y="2729917"/>
              <a:ext cx="612776" cy="369533"/>
            </a:xfrm>
            <a:prstGeom prst="rect">
              <a:avLst/>
            </a:prstGeom>
            <a:solidFill>
              <a:srgbClr val="3CAF7C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rc89"/>
            <p:cNvSpPr/>
            <p:nvPr/>
          </p:nvSpPr>
          <p:spPr>
            <a:xfrm>
              <a:off x="6221931" y="2729917"/>
              <a:ext cx="612776" cy="369533"/>
            </a:xfrm>
            <a:prstGeom prst="rect">
              <a:avLst/>
            </a:prstGeom>
            <a:solidFill>
              <a:srgbClr val="68C46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rc90"/>
            <p:cNvSpPr/>
            <p:nvPr/>
          </p:nvSpPr>
          <p:spPr>
            <a:xfrm>
              <a:off x="6834708" y="2729917"/>
              <a:ext cx="612776" cy="369533"/>
            </a:xfrm>
            <a:prstGeom prst="rect">
              <a:avLst/>
            </a:prstGeom>
            <a:solidFill>
              <a:srgbClr val="3BAF7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rc91"/>
            <p:cNvSpPr/>
            <p:nvPr/>
          </p:nvSpPr>
          <p:spPr>
            <a:xfrm>
              <a:off x="4996378" y="2729917"/>
              <a:ext cx="612776" cy="369533"/>
            </a:xfrm>
            <a:prstGeom prst="rect">
              <a:avLst/>
            </a:prstGeom>
            <a:solidFill>
              <a:srgbClr val="67C46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rc92"/>
            <p:cNvSpPr/>
            <p:nvPr/>
          </p:nvSpPr>
          <p:spPr>
            <a:xfrm>
              <a:off x="1319719" y="2729917"/>
              <a:ext cx="612776" cy="369533"/>
            </a:xfrm>
            <a:prstGeom prst="rect">
              <a:avLst/>
            </a:prstGeom>
            <a:solidFill>
              <a:srgbClr val="A5D84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rc93"/>
            <p:cNvSpPr/>
            <p:nvPr/>
          </p:nvSpPr>
          <p:spPr>
            <a:xfrm>
              <a:off x="5609155" y="2729917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rc94"/>
            <p:cNvSpPr/>
            <p:nvPr/>
          </p:nvSpPr>
          <p:spPr>
            <a:xfrm>
              <a:off x="3158048" y="2729917"/>
              <a:ext cx="612776" cy="369533"/>
            </a:xfrm>
            <a:prstGeom prst="rect">
              <a:avLst/>
            </a:prstGeom>
            <a:solidFill>
              <a:srgbClr val="51B872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rc95"/>
            <p:cNvSpPr/>
            <p:nvPr/>
          </p:nvSpPr>
          <p:spPr>
            <a:xfrm>
              <a:off x="1932495" y="2729917"/>
              <a:ext cx="612776" cy="369533"/>
            </a:xfrm>
            <a:prstGeom prst="rect">
              <a:avLst/>
            </a:prstGeom>
            <a:solidFill>
              <a:srgbClr val="B8DB42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rc96"/>
            <p:cNvSpPr/>
            <p:nvPr/>
          </p:nvSpPr>
          <p:spPr>
            <a:xfrm>
              <a:off x="2545272" y="1990849"/>
              <a:ext cx="612776" cy="369533"/>
            </a:xfrm>
            <a:prstGeom prst="rect">
              <a:avLst/>
            </a:prstGeom>
            <a:solidFill>
              <a:srgbClr val="36AD7F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rc97"/>
            <p:cNvSpPr/>
            <p:nvPr/>
          </p:nvSpPr>
          <p:spPr>
            <a:xfrm>
              <a:off x="4383602" y="1990849"/>
              <a:ext cx="612776" cy="369533"/>
            </a:xfrm>
            <a:prstGeom prst="rect">
              <a:avLst/>
            </a:prstGeom>
            <a:solidFill>
              <a:srgbClr val="44387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rc98"/>
            <p:cNvSpPr/>
            <p:nvPr/>
          </p:nvSpPr>
          <p:spPr>
            <a:xfrm>
              <a:off x="3770825" y="1990849"/>
              <a:ext cx="612776" cy="369533"/>
            </a:xfrm>
            <a:prstGeom prst="rect">
              <a:avLst/>
            </a:prstGeom>
            <a:solidFill>
              <a:srgbClr val="2B7E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rc99"/>
            <p:cNvSpPr/>
            <p:nvPr/>
          </p:nvSpPr>
          <p:spPr>
            <a:xfrm>
              <a:off x="1319719" y="1990849"/>
              <a:ext cx="612776" cy="369533"/>
            </a:xfrm>
            <a:prstGeom prst="rect">
              <a:avLst/>
            </a:prstGeom>
            <a:solidFill>
              <a:srgbClr val="23A68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rc100"/>
            <p:cNvSpPr/>
            <p:nvPr/>
          </p:nvSpPr>
          <p:spPr>
            <a:xfrm>
              <a:off x="3158048" y="1990849"/>
              <a:ext cx="612776" cy="369533"/>
            </a:xfrm>
            <a:prstGeom prst="rect">
              <a:avLst/>
            </a:prstGeom>
            <a:solidFill>
              <a:srgbClr val="3A5F8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rc101"/>
            <p:cNvSpPr/>
            <p:nvPr/>
          </p:nvSpPr>
          <p:spPr>
            <a:xfrm>
              <a:off x="1932495" y="1990849"/>
              <a:ext cx="612776" cy="369533"/>
            </a:xfrm>
            <a:prstGeom prst="rect">
              <a:avLst/>
            </a:prstGeom>
            <a:solidFill>
              <a:srgbClr val="299B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rc102"/>
            <p:cNvSpPr/>
            <p:nvPr/>
          </p:nvSpPr>
          <p:spPr>
            <a:xfrm>
              <a:off x="5609155" y="1990849"/>
              <a:ext cx="612776" cy="369533"/>
            </a:xfrm>
            <a:prstGeom prst="rect">
              <a:avLst/>
            </a:prstGeom>
            <a:solidFill>
              <a:srgbClr val="3BAF7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rc103"/>
            <p:cNvSpPr/>
            <p:nvPr/>
          </p:nvSpPr>
          <p:spPr>
            <a:xfrm>
              <a:off x="4996378" y="1990849"/>
              <a:ext cx="612776" cy="369533"/>
            </a:xfrm>
            <a:prstGeom prst="rect">
              <a:avLst/>
            </a:prstGeom>
            <a:solidFill>
              <a:srgbClr val="38648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rc104"/>
            <p:cNvSpPr/>
            <p:nvPr/>
          </p:nvSpPr>
          <p:spPr>
            <a:xfrm>
              <a:off x="6221931" y="1990849"/>
              <a:ext cx="612776" cy="369533"/>
            </a:xfrm>
            <a:prstGeom prst="rect">
              <a:avLst/>
            </a:prstGeom>
            <a:solidFill>
              <a:srgbClr val="2B7D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rc105"/>
            <p:cNvSpPr/>
            <p:nvPr/>
          </p:nvSpPr>
          <p:spPr>
            <a:xfrm>
              <a:off x="6834708" y="1990849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l106"/>
            <p:cNvSpPr/>
            <p:nvPr/>
          </p:nvSpPr>
          <p:spPr>
            <a:xfrm>
              <a:off x="1258441" y="1953896"/>
              <a:ext cx="0" cy="3769246"/>
            </a:xfrm>
            <a:custGeom>
              <a:avLst/>
              <a:gdLst/>
              <a:ahLst/>
              <a:cxnLst/>
              <a:rect l="0" t="0" r="0" b="0"/>
              <a:pathLst>
                <a:path h="3769246">
                  <a:moveTo>
                    <a:pt x="0" y="376924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tx107"/>
            <p:cNvSpPr/>
            <p:nvPr/>
          </p:nvSpPr>
          <p:spPr>
            <a:xfrm>
              <a:off x="823284" y="5461371"/>
              <a:ext cx="37252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829319" y="5091837"/>
              <a:ext cx="36649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835629" y="4722303"/>
              <a:ext cx="36018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816975" y="4352769"/>
              <a:ext cx="3788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711179" y="3983235"/>
              <a:ext cx="48463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692708" y="3613701"/>
              <a:ext cx="50310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804722" y="3244167"/>
              <a:ext cx="39108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798413" y="2874633"/>
              <a:ext cx="39739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723798" y="2505099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705327" y="2135565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117" name="pl117"/>
            <p:cNvSpPr/>
            <p:nvPr/>
          </p:nvSpPr>
          <p:spPr>
            <a:xfrm>
              <a:off x="1223647" y="550142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l118"/>
            <p:cNvSpPr/>
            <p:nvPr/>
          </p:nvSpPr>
          <p:spPr>
            <a:xfrm>
              <a:off x="1223647" y="513188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pl119"/>
            <p:cNvSpPr/>
            <p:nvPr/>
          </p:nvSpPr>
          <p:spPr>
            <a:xfrm>
              <a:off x="1223647" y="476235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pl120"/>
            <p:cNvSpPr/>
            <p:nvPr/>
          </p:nvSpPr>
          <p:spPr>
            <a:xfrm>
              <a:off x="1223647" y="439282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pl121"/>
            <p:cNvSpPr/>
            <p:nvPr/>
          </p:nvSpPr>
          <p:spPr>
            <a:xfrm>
              <a:off x="1223647" y="402328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pl122"/>
            <p:cNvSpPr/>
            <p:nvPr/>
          </p:nvSpPr>
          <p:spPr>
            <a:xfrm>
              <a:off x="1223647" y="365375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l123"/>
            <p:cNvSpPr/>
            <p:nvPr/>
          </p:nvSpPr>
          <p:spPr>
            <a:xfrm>
              <a:off x="1223647" y="328421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l124"/>
            <p:cNvSpPr/>
            <p:nvPr/>
          </p:nvSpPr>
          <p:spPr>
            <a:xfrm>
              <a:off x="1223647" y="291468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l125"/>
            <p:cNvSpPr/>
            <p:nvPr/>
          </p:nvSpPr>
          <p:spPr>
            <a:xfrm>
              <a:off x="1223647" y="254515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l126"/>
            <p:cNvSpPr/>
            <p:nvPr/>
          </p:nvSpPr>
          <p:spPr>
            <a:xfrm>
              <a:off x="1223647" y="217561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l127"/>
            <p:cNvSpPr/>
            <p:nvPr/>
          </p:nvSpPr>
          <p:spPr>
            <a:xfrm>
              <a:off x="1258441" y="5723142"/>
              <a:ext cx="6250320" cy="0"/>
            </a:xfrm>
            <a:custGeom>
              <a:avLst/>
              <a:gdLst/>
              <a:ahLst/>
              <a:cxnLst/>
              <a:rect l="0" t="0" r="0" b="0"/>
              <a:pathLst>
                <a:path w="6250320">
                  <a:moveTo>
                    <a:pt x="0" y="0"/>
                  </a:moveTo>
                  <a:lnTo>
                    <a:pt x="625032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l128"/>
            <p:cNvSpPr/>
            <p:nvPr/>
          </p:nvSpPr>
          <p:spPr>
            <a:xfrm>
              <a:off x="1626107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l129"/>
            <p:cNvSpPr/>
            <p:nvPr/>
          </p:nvSpPr>
          <p:spPr>
            <a:xfrm>
              <a:off x="2238884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l130"/>
            <p:cNvSpPr/>
            <p:nvPr/>
          </p:nvSpPr>
          <p:spPr>
            <a:xfrm>
              <a:off x="2851660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l131"/>
            <p:cNvSpPr/>
            <p:nvPr/>
          </p:nvSpPr>
          <p:spPr>
            <a:xfrm>
              <a:off x="3464437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l132"/>
            <p:cNvSpPr/>
            <p:nvPr/>
          </p:nvSpPr>
          <p:spPr>
            <a:xfrm>
              <a:off x="4077213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l133"/>
            <p:cNvSpPr/>
            <p:nvPr/>
          </p:nvSpPr>
          <p:spPr>
            <a:xfrm>
              <a:off x="4689990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pl134"/>
            <p:cNvSpPr/>
            <p:nvPr/>
          </p:nvSpPr>
          <p:spPr>
            <a:xfrm>
              <a:off x="5302766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pl135"/>
            <p:cNvSpPr/>
            <p:nvPr/>
          </p:nvSpPr>
          <p:spPr>
            <a:xfrm>
              <a:off x="5915543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pl136"/>
            <p:cNvSpPr/>
            <p:nvPr/>
          </p:nvSpPr>
          <p:spPr>
            <a:xfrm>
              <a:off x="6528319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pl137"/>
            <p:cNvSpPr/>
            <p:nvPr/>
          </p:nvSpPr>
          <p:spPr>
            <a:xfrm>
              <a:off x="7141096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tx138"/>
            <p:cNvSpPr/>
            <p:nvPr/>
          </p:nvSpPr>
          <p:spPr>
            <a:xfrm>
              <a:off x="1439844" y="5785772"/>
              <a:ext cx="37252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139" name="tx139"/>
            <p:cNvSpPr/>
            <p:nvPr/>
          </p:nvSpPr>
          <p:spPr>
            <a:xfrm>
              <a:off x="2055638" y="5785772"/>
              <a:ext cx="36649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140" name="tx140"/>
            <p:cNvSpPr/>
            <p:nvPr/>
          </p:nvSpPr>
          <p:spPr>
            <a:xfrm>
              <a:off x="2671569" y="5785772"/>
              <a:ext cx="36018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141" name="tx141"/>
            <p:cNvSpPr/>
            <p:nvPr/>
          </p:nvSpPr>
          <p:spPr>
            <a:xfrm>
              <a:off x="3275019" y="5785772"/>
              <a:ext cx="3788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3834897" y="5785772"/>
              <a:ext cx="48463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4438438" y="5785772"/>
              <a:ext cx="50310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144" name="tx144"/>
            <p:cNvSpPr/>
            <p:nvPr/>
          </p:nvSpPr>
          <p:spPr>
            <a:xfrm>
              <a:off x="5107222" y="5785772"/>
              <a:ext cx="39108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5716844" y="5785772"/>
              <a:ext cx="39739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6292313" y="5785772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6895854" y="5785772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148" name="rc148"/>
            <p:cNvSpPr/>
            <p:nvPr/>
          </p:nvSpPr>
          <p:spPr>
            <a:xfrm>
              <a:off x="7647940" y="1953896"/>
              <a:ext cx="969270" cy="166494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9" name="tx149"/>
            <p:cNvSpPr/>
            <p:nvPr/>
          </p:nvSpPr>
          <p:spPr>
            <a:xfrm>
              <a:off x="7717529" y="2043144"/>
              <a:ext cx="830092" cy="12755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Euclidean 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7717529" y="2235168"/>
              <a:ext cx="691560" cy="12755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Distance</a:t>
              </a:r>
            </a:p>
          </p:txBody>
        </p:sp>
        <p:pic>
          <p:nvPicPr>
            <p:cNvPr id="151" name="pic15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717529" y="2451976"/>
              <a:ext cx="219455" cy="1097280"/>
            </a:xfrm>
            <a:prstGeom prst="rect">
              <a:avLst/>
            </a:prstGeom>
          </p:spPr>
        </p:pic>
        <p:sp>
          <p:nvSpPr>
            <p:cNvPr id="152" name="pl152"/>
            <p:cNvSpPr/>
            <p:nvPr/>
          </p:nvSpPr>
          <p:spPr>
            <a:xfrm>
              <a:off x="7893094" y="354742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pl153"/>
            <p:cNvSpPr/>
            <p:nvPr/>
          </p:nvSpPr>
          <p:spPr>
            <a:xfrm>
              <a:off x="7893094" y="336515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pl154"/>
            <p:cNvSpPr/>
            <p:nvPr/>
          </p:nvSpPr>
          <p:spPr>
            <a:xfrm>
              <a:off x="7893094" y="318288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pl155"/>
            <p:cNvSpPr/>
            <p:nvPr/>
          </p:nvSpPr>
          <p:spPr>
            <a:xfrm>
              <a:off x="7893094" y="300061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pl156"/>
            <p:cNvSpPr/>
            <p:nvPr/>
          </p:nvSpPr>
          <p:spPr>
            <a:xfrm>
              <a:off x="7893094" y="281834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pl157"/>
            <p:cNvSpPr/>
            <p:nvPr/>
          </p:nvSpPr>
          <p:spPr>
            <a:xfrm>
              <a:off x="7893094" y="263607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pl158"/>
            <p:cNvSpPr/>
            <p:nvPr/>
          </p:nvSpPr>
          <p:spPr>
            <a:xfrm>
              <a:off x="7893094" y="245380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pl159"/>
            <p:cNvSpPr/>
            <p:nvPr/>
          </p:nvSpPr>
          <p:spPr>
            <a:xfrm>
              <a:off x="7717529" y="354742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pl160"/>
            <p:cNvSpPr/>
            <p:nvPr/>
          </p:nvSpPr>
          <p:spPr>
            <a:xfrm>
              <a:off x="7717529" y="336515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pl161"/>
            <p:cNvSpPr/>
            <p:nvPr/>
          </p:nvSpPr>
          <p:spPr>
            <a:xfrm>
              <a:off x="7717529" y="318288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pl162"/>
            <p:cNvSpPr/>
            <p:nvPr/>
          </p:nvSpPr>
          <p:spPr>
            <a:xfrm>
              <a:off x="7717529" y="300061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pl163"/>
            <p:cNvSpPr/>
            <p:nvPr/>
          </p:nvSpPr>
          <p:spPr>
            <a:xfrm>
              <a:off x="7717529" y="281834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pl164"/>
            <p:cNvSpPr/>
            <p:nvPr/>
          </p:nvSpPr>
          <p:spPr>
            <a:xfrm>
              <a:off x="7717529" y="263607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pl165"/>
            <p:cNvSpPr/>
            <p:nvPr/>
          </p:nvSpPr>
          <p:spPr>
            <a:xfrm>
              <a:off x="7717529" y="245380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tx166"/>
            <p:cNvSpPr/>
            <p:nvPr/>
          </p:nvSpPr>
          <p:spPr>
            <a:xfrm>
              <a:off x="8006574" y="3507376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8006574" y="3325106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8006574" y="3142836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8006574" y="2960565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8006574" y="2778295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8006574" y="2596024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8006574" y="2413754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1258441" y="1669789"/>
              <a:ext cx="3913174" cy="16395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 between Sites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Group 66">
            <a:extLst>
              <a:ext uri="{FF2B5EF4-FFF2-40B4-BE49-F238E27FC236}">
                <a16:creationId xmlns:a16="http://schemas.microsoft.com/office/drawing/2014/main" id="{55AA3E9E-23AD-B676-8E1D-97B32CBB33CC}"/>
              </a:ext>
            </a:extLst>
          </p:cNvPr>
          <p:cNvGrpSpPr/>
          <p:nvPr/>
        </p:nvGrpSpPr>
        <p:grpSpPr>
          <a:xfrm>
            <a:off x="1542547" y="1999862"/>
            <a:ext cx="5682109" cy="3677314"/>
            <a:chOff x="1542547" y="1999862"/>
            <a:chExt cx="5682109" cy="3677314"/>
          </a:xfrm>
        </p:grpSpPr>
        <p:sp>
          <p:nvSpPr>
            <p:cNvPr id="6" name="rc6"/>
            <p:cNvSpPr/>
            <p:nvPr/>
          </p:nvSpPr>
          <p:spPr>
            <a:xfrm>
              <a:off x="1542547" y="2459526"/>
              <a:ext cx="2841054" cy="459664"/>
            </a:xfrm>
            <a:prstGeom prst="rect">
              <a:avLst/>
            </a:prstGeom>
            <a:solidFill>
              <a:srgbClr val="3A3360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rc7"/>
            <p:cNvSpPr/>
            <p:nvPr/>
          </p:nvSpPr>
          <p:spPr>
            <a:xfrm>
              <a:off x="1542547" y="3838519"/>
              <a:ext cx="2841054" cy="459664"/>
            </a:xfrm>
            <a:prstGeom prst="rect">
              <a:avLst/>
            </a:prstGeom>
            <a:solidFill>
              <a:srgbClr val="83D8B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rc8"/>
            <p:cNvSpPr/>
            <p:nvPr/>
          </p:nvSpPr>
          <p:spPr>
            <a:xfrm>
              <a:off x="1542547" y="1999862"/>
              <a:ext cx="2841054" cy="459664"/>
            </a:xfrm>
            <a:prstGeom prst="rect">
              <a:avLst/>
            </a:prstGeom>
            <a:solidFill>
              <a:srgbClr val="251C32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rc9"/>
            <p:cNvSpPr/>
            <p:nvPr/>
          </p:nvSpPr>
          <p:spPr>
            <a:xfrm>
              <a:off x="1542547" y="2919191"/>
              <a:ext cx="2841054" cy="459664"/>
            </a:xfrm>
            <a:prstGeom prst="rect">
              <a:avLst/>
            </a:prstGeom>
            <a:solidFill>
              <a:srgbClr val="3D9FA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rc10"/>
            <p:cNvSpPr/>
            <p:nvPr/>
          </p:nvSpPr>
          <p:spPr>
            <a:xfrm>
              <a:off x="1542547" y="4298183"/>
              <a:ext cx="2841054" cy="459664"/>
            </a:xfrm>
            <a:prstGeom prst="rect">
              <a:avLst/>
            </a:prstGeom>
            <a:solidFill>
              <a:srgbClr val="1D162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rc11"/>
            <p:cNvSpPr/>
            <p:nvPr/>
          </p:nvSpPr>
          <p:spPr>
            <a:xfrm>
              <a:off x="1542547" y="4757847"/>
              <a:ext cx="2841054" cy="459664"/>
            </a:xfrm>
            <a:prstGeom prst="rect">
              <a:avLst/>
            </a:prstGeom>
            <a:solidFill>
              <a:srgbClr val="3983A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rc12"/>
            <p:cNvSpPr/>
            <p:nvPr/>
          </p:nvSpPr>
          <p:spPr>
            <a:xfrm>
              <a:off x="1542547" y="5217512"/>
              <a:ext cx="2841054" cy="459664"/>
            </a:xfrm>
            <a:prstGeom prst="rect">
              <a:avLst/>
            </a:prstGeom>
            <a:solidFill>
              <a:srgbClr val="3A356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rc13"/>
            <p:cNvSpPr/>
            <p:nvPr/>
          </p:nvSpPr>
          <p:spPr>
            <a:xfrm>
              <a:off x="1542547" y="3378855"/>
              <a:ext cx="2841054" cy="459664"/>
            </a:xfrm>
            <a:prstGeom prst="rect">
              <a:avLst/>
            </a:prstGeom>
            <a:solidFill>
              <a:srgbClr val="BFEBD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rc14"/>
            <p:cNvSpPr/>
            <p:nvPr/>
          </p:nvSpPr>
          <p:spPr>
            <a:xfrm>
              <a:off x="4383602" y="4298183"/>
              <a:ext cx="2841054" cy="459664"/>
            </a:xfrm>
            <a:prstGeom prst="rect">
              <a:avLst/>
            </a:prstGeom>
            <a:solidFill>
              <a:srgbClr val="3B376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rc15"/>
            <p:cNvSpPr/>
            <p:nvPr/>
          </p:nvSpPr>
          <p:spPr>
            <a:xfrm>
              <a:off x="4383602" y="2919191"/>
              <a:ext cx="2841054" cy="459664"/>
            </a:xfrm>
            <a:prstGeom prst="rect">
              <a:avLst/>
            </a:prstGeom>
            <a:solidFill>
              <a:srgbClr val="6AD1B0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rc16"/>
            <p:cNvSpPr/>
            <p:nvPr/>
          </p:nvSpPr>
          <p:spPr>
            <a:xfrm>
              <a:off x="4383602" y="3378855"/>
              <a:ext cx="2841054" cy="459664"/>
            </a:xfrm>
            <a:prstGeom prst="rect">
              <a:avLst/>
            </a:prstGeom>
            <a:solidFill>
              <a:srgbClr val="3A77A2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rc17"/>
            <p:cNvSpPr/>
            <p:nvPr/>
          </p:nvSpPr>
          <p:spPr>
            <a:xfrm>
              <a:off x="4383602" y="5217512"/>
              <a:ext cx="2841054" cy="459664"/>
            </a:xfrm>
            <a:prstGeom prst="rect">
              <a:avLst/>
            </a:prstGeom>
            <a:solidFill>
              <a:srgbClr val="3C417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rc18"/>
            <p:cNvSpPr/>
            <p:nvPr/>
          </p:nvSpPr>
          <p:spPr>
            <a:xfrm>
              <a:off x="4383602" y="3838519"/>
              <a:ext cx="2841054" cy="459664"/>
            </a:xfrm>
            <a:prstGeom prst="rect">
              <a:avLst/>
            </a:prstGeom>
            <a:solidFill>
              <a:srgbClr val="3EA1A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rc19"/>
            <p:cNvSpPr/>
            <p:nvPr/>
          </p:nvSpPr>
          <p:spPr>
            <a:xfrm>
              <a:off x="4383602" y="4757847"/>
              <a:ext cx="2841054" cy="459664"/>
            </a:xfrm>
            <a:prstGeom prst="rect">
              <a:avLst/>
            </a:prstGeom>
            <a:solidFill>
              <a:srgbClr val="3B4F8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rc20"/>
            <p:cNvSpPr/>
            <p:nvPr/>
          </p:nvSpPr>
          <p:spPr>
            <a:xfrm>
              <a:off x="4383602" y="1999862"/>
              <a:ext cx="2841054" cy="459664"/>
            </a:xfrm>
            <a:prstGeom prst="rect">
              <a:avLst/>
            </a:prstGeom>
            <a:solidFill>
              <a:srgbClr val="3A3462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rc21"/>
            <p:cNvSpPr/>
            <p:nvPr/>
          </p:nvSpPr>
          <p:spPr>
            <a:xfrm>
              <a:off x="4383602" y="2459526"/>
              <a:ext cx="2841054" cy="459664"/>
            </a:xfrm>
            <a:prstGeom prst="rect">
              <a:avLst/>
            </a:prstGeom>
            <a:solidFill>
              <a:srgbClr val="389AA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sp>
        <p:nvSpPr>
          <p:cNvPr id="22" name="pl22"/>
          <p:cNvSpPr/>
          <p:nvPr/>
        </p:nvSpPr>
        <p:spPr>
          <a:xfrm>
            <a:off x="1258441" y="1953896"/>
            <a:ext cx="0" cy="3769246"/>
          </a:xfrm>
          <a:custGeom>
            <a:avLst/>
            <a:gdLst/>
            <a:ahLst/>
            <a:cxnLst/>
            <a:rect l="0" t="0" r="0" b="0"/>
            <a:pathLst>
              <a:path h="3769246">
                <a:moveTo>
                  <a:pt x="0" y="3769246"/>
                </a:moveTo>
                <a:lnTo>
                  <a:pt x="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3" name="tx23"/>
          <p:cNvSpPr/>
          <p:nvPr/>
        </p:nvSpPr>
        <p:spPr>
          <a:xfrm>
            <a:off x="823284" y="5407293"/>
            <a:ext cx="372526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W1_TX</a:t>
            </a:r>
          </a:p>
        </p:txBody>
      </p:sp>
      <p:sp>
        <p:nvSpPr>
          <p:cNvPr id="24" name="tx24"/>
          <p:cNvSpPr/>
          <p:nvPr/>
        </p:nvSpPr>
        <p:spPr>
          <a:xfrm>
            <a:off x="829319" y="4947629"/>
            <a:ext cx="366491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W2_LA</a:t>
            </a:r>
          </a:p>
        </p:txBody>
      </p:sp>
      <p:sp>
        <p:nvSpPr>
          <p:cNvPr id="25" name="tx25"/>
          <p:cNvSpPr/>
          <p:nvPr/>
        </p:nvSpPr>
        <p:spPr>
          <a:xfrm>
            <a:off x="835629" y="4487965"/>
            <a:ext cx="360182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W3_FL</a:t>
            </a:r>
          </a:p>
        </p:txBody>
      </p:sp>
      <p:sp>
        <p:nvSpPr>
          <p:cNvPr id="26" name="tx26"/>
          <p:cNvSpPr/>
          <p:nvPr/>
        </p:nvSpPr>
        <p:spPr>
          <a:xfrm>
            <a:off x="816975" y="4028300"/>
            <a:ext cx="3788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W4_VA</a:t>
            </a:r>
          </a:p>
        </p:txBody>
      </p:sp>
      <p:sp>
        <p:nvSpPr>
          <p:cNvPr id="27" name="tx27"/>
          <p:cNvSpPr/>
          <p:nvPr/>
        </p:nvSpPr>
        <p:spPr>
          <a:xfrm>
            <a:off x="711179" y="3568636"/>
            <a:ext cx="484631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S1_LOLA</a:t>
            </a:r>
          </a:p>
        </p:txBody>
      </p:sp>
      <p:sp>
        <p:nvSpPr>
          <p:cNvPr id="28" name="tx28"/>
          <p:cNvSpPr/>
          <p:nvPr/>
        </p:nvSpPr>
        <p:spPr>
          <a:xfrm>
            <a:off x="692708" y="3108972"/>
            <a:ext cx="503102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S2_DEBY</a:t>
            </a:r>
          </a:p>
        </p:txBody>
      </p:sp>
      <p:sp>
        <p:nvSpPr>
          <p:cNvPr id="29" name="tx29"/>
          <p:cNvSpPr/>
          <p:nvPr/>
        </p:nvSpPr>
        <p:spPr>
          <a:xfrm>
            <a:off x="804722" y="2649308"/>
            <a:ext cx="39108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W5_NH</a:t>
            </a:r>
          </a:p>
        </p:txBody>
      </p:sp>
      <p:sp>
        <p:nvSpPr>
          <p:cNvPr id="30" name="tx30"/>
          <p:cNvSpPr/>
          <p:nvPr/>
        </p:nvSpPr>
        <p:spPr>
          <a:xfrm>
            <a:off x="798413" y="2189644"/>
            <a:ext cx="39739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W6_ME</a:t>
            </a:r>
          </a:p>
        </p:txBody>
      </p:sp>
      <p:sp>
        <p:nvSpPr>
          <p:cNvPr id="31" name="pl31"/>
          <p:cNvSpPr/>
          <p:nvPr/>
        </p:nvSpPr>
        <p:spPr>
          <a:xfrm>
            <a:off x="1223647" y="5447344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" name="pl32"/>
          <p:cNvSpPr/>
          <p:nvPr/>
        </p:nvSpPr>
        <p:spPr>
          <a:xfrm>
            <a:off x="1223647" y="4987679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3" name="pl33"/>
          <p:cNvSpPr/>
          <p:nvPr/>
        </p:nvSpPr>
        <p:spPr>
          <a:xfrm>
            <a:off x="1223647" y="4528015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4" name="pl34"/>
          <p:cNvSpPr/>
          <p:nvPr/>
        </p:nvSpPr>
        <p:spPr>
          <a:xfrm>
            <a:off x="1223647" y="4068351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5" name="pl35"/>
          <p:cNvSpPr/>
          <p:nvPr/>
        </p:nvSpPr>
        <p:spPr>
          <a:xfrm>
            <a:off x="1223647" y="3608687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6" name="pl36"/>
          <p:cNvSpPr/>
          <p:nvPr/>
        </p:nvSpPr>
        <p:spPr>
          <a:xfrm>
            <a:off x="1223647" y="3149023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7" name="pl37"/>
          <p:cNvSpPr/>
          <p:nvPr/>
        </p:nvSpPr>
        <p:spPr>
          <a:xfrm>
            <a:off x="1223647" y="2689359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8" name="pl38"/>
          <p:cNvSpPr/>
          <p:nvPr/>
        </p:nvSpPr>
        <p:spPr>
          <a:xfrm>
            <a:off x="1223647" y="2229694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9" name="pl39"/>
          <p:cNvSpPr/>
          <p:nvPr/>
        </p:nvSpPr>
        <p:spPr>
          <a:xfrm>
            <a:off x="1258441" y="5723142"/>
            <a:ext cx="6250320" cy="0"/>
          </a:xfrm>
          <a:custGeom>
            <a:avLst/>
            <a:gdLst/>
            <a:ahLst/>
            <a:cxnLst/>
            <a:rect l="0" t="0" r="0" b="0"/>
            <a:pathLst>
              <a:path w="6250320">
                <a:moveTo>
                  <a:pt x="0" y="0"/>
                </a:moveTo>
                <a:lnTo>
                  <a:pt x="625032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0" name="pl40"/>
          <p:cNvSpPr/>
          <p:nvPr/>
        </p:nvSpPr>
        <p:spPr>
          <a:xfrm>
            <a:off x="2963074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1" name="pl41"/>
          <p:cNvSpPr/>
          <p:nvPr/>
        </p:nvSpPr>
        <p:spPr>
          <a:xfrm>
            <a:off x="5804129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2" name="tx42"/>
          <p:cNvSpPr/>
          <p:nvPr/>
        </p:nvSpPr>
        <p:spPr>
          <a:xfrm>
            <a:off x="2727067" y="5785772"/>
            <a:ext cx="472013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Lewisetta</a:t>
            </a:r>
          </a:p>
        </p:txBody>
      </p:sp>
      <p:sp>
        <p:nvSpPr>
          <p:cNvPr id="43" name="tx43"/>
          <p:cNvSpPr/>
          <p:nvPr/>
        </p:nvSpPr>
        <p:spPr>
          <a:xfrm>
            <a:off x="5558887" y="5785772"/>
            <a:ext cx="490484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YorkRiver</a:t>
            </a:r>
          </a:p>
        </p:txBody>
      </p:sp>
      <p:sp>
        <p:nvSpPr>
          <p:cNvPr id="44" name="rc44"/>
          <p:cNvSpPr/>
          <p:nvPr/>
        </p:nvSpPr>
        <p:spPr>
          <a:xfrm>
            <a:off x="7647940" y="1953896"/>
            <a:ext cx="969270" cy="1664949"/>
          </a:xfrm>
          <a:prstGeom prst="rect">
            <a:avLst/>
          </a:prstGeom>
          <a:solidFill>
            <a:srgbClr val="FFFFFF">
              <a:alpha val="10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45" name="tx45"/>
          <p:cNvSpPr/>
          <p:nvPr/>
        </p:nvSpPr>
        <p:spPr>
          <a:xfrm>
            <a:off x="7717529" y="2043144"/>
            <a:ext cx="830092" cy="12755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Euclidean </a:t>
            </a:r>
          </a:p>
        </p:txBody>
      </p:sp>
      <p:sp>
        <p:nvSpPr>
          <p:cNvPr id="46" name="tx46"/>
          <p:cNvSpPr/>
          <p:nvPr/>
        </p:nvSpPr>
        <p:spPr>
          <a:xfrm>
            <a:off x="7717529" y="2235168"/>
            <a:ext cx="691560" cy="12755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Distance</a:t>
            </a:r>
          </a:p>
        </p:txBody>
      </p:sp>
      <p:pic>
        <p:nvPicPr>
          <p:cNvPr id="47" name="pic4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17529" y="2451976"/>
            <a:ext cx="219455" cy="1097280"/>
          </a:xfrm>
          <a:prstGeom prst="rect">
            <a:avLst/>
          </a:prstGeom>
        </p:spPr>
      </p:pic>
      <p:sp>
        <p:nvSpPr>
          <p:cNvPr id="48" name="pl48"/>
          <p:cNvSpPr/>
          <p:nvPr/>
        </p:nvSpPr>
        <p:spPr>
          <a:xfrm>
            <a:off x="7893094" y="3547427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0" y="0"/>
                </a:moveTo>
                <a:lnTo>
                  <a:pt x="43891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9" name="pl49"/>
          <p:cNvSpPr/>
          <p:nvPr/>
        </p:nvSpPr>
        <p:spPr>
          <a:xfrm>
            <a:off x="7893094" y="3328703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0" y="0"/>
                </a:moveTo>
                <a:lnTo>
                  <a:pt x="43891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0" name="pl50"/>
          <p:cNvSpPr/>
          <p:nvPr/>
        </p:nvSpPr>
        <p:spPr>
          <a:xfrm>
            <a:off x="7893094" y="3109978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0" y="0"/>
                </a:moveTo>
                <a:lnTo>
                  <a:pt x="43891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1" name="pl51"/>
          <p:cNvSpPr/>
          <p:nvPr/>
        </p:nvSpPr>
        <p:spPr>
          <a:xfrm>
            <a:off x="7893094" y="2891254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0" y="0"/>
                </a:moveTo>
                <a:lnTo>
                  <a:pt x="43891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2" name="pl52"/>
          <p:cNvSpPr/>
          <p:nvPr/>
        </p:nvSpPr>
        <p:spPr>
          <a:xfrm>
            <a:off x="7893094" y="2672529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0" y="0"/>
                </a:moveTo>
                <a:lnTo>
                  <a:pt x="43891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3" name="pl53"/>
          <p:cNvSpPr/>
          <p:nvPr/>
        </p:nvSpPr>
        <p:spPr>
          <a:xfrm>
            <a:off x="7893094" y="2453805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0" y="0"/>
                </a:moveTo>
                <a:lnTo>
                  <a:pt x="43891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4" name="pl54"/>
          <p:cNvSpPr/>
          <p:nvPr/>
        </p:nvSpPr>
        <p:spPr>
          <a:xfrm>
            <a:off x="7717529" y="3547427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43891" y="0"/>
                </a:moveTo>
                <a:lnTo>
                  <a:pt x="0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5" name="pl55"/>
          <p:cNvSpPr/>
          <p:nvPr/>
        </p:nvSpPr>
        <p:spPr>
          <a:xfrm>
            <a:off x="7717529" y="3328703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43891" y="0"/>
                </a:moveTo>
                <a:lnTo>
                  <a:pt x="0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6" name="pl56"/>
          <p:cNvSpPr/>
          <p:nvPr/>
        </p:nvSpPr>
        <p:spPr>
          <a:xfrm>
            <a:off x="7717529" y="3109978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43891" y="0"/>
                </a:moveTo>
                <a:lnTo>
                  <a:pt x="0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7" name="pl57"/>
          <p:cNvSpPr/>
          <p:nvPr/>
        </p:nvSpPr>
        <p:spPr>
          <a:xfrm>
            <a:off x="7717529" y="2891254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43891" y="0"/>
                </a:moveTo>
                <a:lnTo>
                  <a:pt x="0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8" name="pl58"/>
          <p:cNvSpPr/>
          <p:nvPr/>
        </p:nvSpPr>
        <p:spPr>
          <a:xfrm>
            <a:off x="7717529" y="2672529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43891" y="0"/>
                </a:moveTo>
                <a:lnTo>
                  <a:pt x="0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9" name="pl59"/>
          <p:cNvSpPr/>
          <p:nvPr/>
        </p:nvSpPr>
        <p:spPr>
          <a:xfrm>
            <a:off x="7717529" y="2453805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43891" y="0"/>
                </a:moveTo>
                <a:lnTo>
                  <a:pt x="0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0" name="tx60"/>
          <p:cNvSpPr/>
          <p:nvPr/>
        </p:nvSpPr>
        <p:spPr>
          <a:xfrm>
            <a:off x="8006574" y="3507376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</a:t>
            </a:r>
          </a:p>
        </p:txBody>
      </p:sp>
      <p:sp>
        <p:nvSpPr>
          <p:cNvPr id="61" name="tx61"/>
          <p:cNvSpPr/>
          <p:nvPr/>
        </p:nvSpPr>
        <p:spPr>
          <a:xfrm>
            <a:off x="8006574" y="3288652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</a:t>
            </a:r>
          </a:p>
        </p:txBody>
      </p:sp>
      <p:sp>
        <p:nvSpPr>
          <p:cNvPr id="62" name="tx62"/>
          <p:cNvSpPr/>
          <p:nvPr/>
        </p:nvSpPr>
        <p:spPr>
          <a:xfrm>
            <a:off x="8006574" y="3069927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2</a:t>
            </a:r>
          </a:p>
        </p:txBody>
      </p:sp>
      <p:sp>
        <p:nvSpPr>
          <p:cNvPr id="63" name="tx63"/>
          <p:cNvSpPr/>
          <p:nvPr/>
        </p:nvSpPr>
        <p:spPr>
          <a:xfrm>
            <a:off x="8006574" y="2851203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3</a:t>
            </a:r>
          </a:p>
        </p:txBody>
      </p:sp>
      <p:sp>
        <p:nvSpPr>
          <p:cNvPr id="64" name="tx64"/>
          <p:cNvSpPr/>
          <p:nvPr/>
        </p:nvSpPr>
        <p:spPr>
          <a:xfrm>
            <a:off x="8006574" y="2632478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4</a:t>
            </a:r>
          </a:p>
        </p:txBody>
      </p:sp>
      <p:sp>
        <p:nvSpPr>
          <p:cNvPr id="65" name="tx65"/>
          <p:cNvSpPr/>
          <p:nvPr/>
        </p:nvSpPr>
        <p:spPr>
          <a:xfrm>
            <a:off x="8006574" y="2413754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5</a:t>
            </a:r>
          </a:p>
        </p:txBody>
      </p:sp>
      <p:sp>
        <p:nvSpPr>
          <p:cNvPr id="66" name="tx66"/>
          <p:cNvSpPr/>
          <p:nvPr/>
        </p:nvSpPr>
        <p:spPr>
          <a:xfrm>
            <a:off x="1258441" y="1669789"/>
            <a:ext cx="3913174" cy="16395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Environmental Distance between Sites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1258441" y="1953896"/>
              <a:ext cx="6250320" cy="376924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rc6"/>
            <p:cNvSpPr/>
            <p:nvPr/>
          </p:nvSpPr>
          <p:spPr>
            <a:xfrm>
              <a:off x="4996378" y="2360383"/>
              <a:ext cx="612776" cy="369533"/>
            </a:xfrm>
            <a:prstGeom prst="rect">
              <a:avLst/>
            </a:prstGeom>
            <a:solidFill>
              <a:srgbClr val="346C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rc7"/>
            <p:cNvSpPr/>
            <p:nvPr/>
          </p:nvSpPr>
          <p:spPr>
            <a:xfrm>
              <a:off x="3158048" y="2360383"/>
              <a:ext cx="612776" cy="369533"/>
            </a:xfrm>
            <a:prstGeom prst="rect">
              <a:avLst/>
            </a:prstGeom>
            <a:solidFill>
              <a:srgbClr val="46236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rc8"/>
            <p:cNvSpPr/>
            <p:nvPr/>
          </p:nvSpPr>
          <p:spPr>
            <a:xfrm>
              <a:off x="5609155" y="2360383"/>
              <a:ext cx="612776" cy="369533"/>
            </a:xfrm>
            <a:prstGeom prst="rect">
              <a:avLst/>
            </a:prstGeom>
            <a:solidFill>
              <a:srgbClr val="5CBE6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rc9"/>
            <p:cNvSpPr/>
            <p:nvPr/>
          </p:nvSpPr>
          <p:spPr>
            <a:xfrm>
              <a:off x="4383602" y="2360383"/>
              <a:ext cx="612776" cy="369533"/>
            </a:xfrm>
            <a:prstGeom prst="rect">
              <a:avLst/>
            </a:prstGeom>
            <a:solidFill>
              <a:srgbClr val="42408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rc10"/>
            <p:cNvSpPr/>
            <p:nvPr/>
          </p:nvSpPr>
          <p:spPr>
            <a:xfrm>
              <a:off x="6221931" y="2360383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rc11"/>
            <p:cNvSpPr/>
            <p:nvPr/>
          </p:nvSpPr>
          <p:spPr>
            <a:xfrm>
              <a:off x="2545272" y="2360383"/>
              <a:ext cx="612776" cy="369533"/>
            </a:xfrm>
            <a:prstGeom prst="rect">
              <a:avLst/>
            </a:prstGeom>
            <a:solidFill>
              <a:srgbClr val="54B971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rc12"/>
            <p:cNvSpPr/>
            <p:nvPr/>
          </p:nvSpPr>
          <p:spPr>
            <a:xfrm>
              <a:off x="1932495" y="2360383"/>
              <a:ext cx="612776" cy="369533"/>
            </a:xfrm>
            <a:prstGeom prst="rect">
              <a:avLst/>
            </a:prstGeom>
            <a:solidFill>
              <a:srgbClr val="2D75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rc13"/>
            <p:cNvSpPr/>
            <p:nvPr/>
          </p:nvSpPr>
          <p:spPr>
            <a:xfrm>
              <a:off x="6834708" y="2360383"/>
              <a:ext cx="612776" cy="369533"/>
            </a:xfrm>
            <a:prstGeom prst="rect">
              <a:avLst/>
            </a:prstGeom>
            <a:solidFill>
              <a:srgbClr val="4146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rc14"/>
            <p:cNvSpPr/>
            <p:nvPr/>
          </p:nvSpPr>
          <p:spPr>
            <a:xfrm>
              <a:off x="1319719" y="2360383"/>
              <a:ext cx="612776" cy="369533"/>
            </a:xfrm>
            <a:prstGeom prst="rect">
              <a:avLst/>
            </a:prstGeom>
            <a:solidFill>
              <a:srgbClr val="23A88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rc15"/>
            <p:cNvSpPr/>
            <p:nvPr/>
          </p:nvSpPr>
          <p:spPr>
            <a:xfrm>
              <a:off x="3770825" y="2360383"/>
              <a:ext cx="612776" cy="369533"/>
            </a:xfrm>
            <a:prstGeom prst="rect">
              <a:avLst/>
            </a:prstGeom>
            <a:solidFill>
              <a:srgbClr val="45165F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rc16"/>
            <p:cNvSpPr/>
            <p:nvPr/>
          </p:nvSpPr>
          <p:spPr>
            <a:xfrm>
              <a:off x="6834708" y="3838519"/>
              <a:ext cx="612776" cy="369533"/>
            </a:xfrm>
            <a:prstGeom prst="rect">
              <a:avLst/>
            </a:prstGeom>
            <a:solidFill>
              <a:srgbClr val="40498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rc17"/>
            <p:cNvSpPr/>
            <p:nvPr/>
          </p:nvSpPr>
          <p:spPr>
            <a:xfrm>
              <a:off x="5609155" y="3838519"/>
              <a:ext cx="612776" cy="369533"/>
            </a:xfrm>
            <a:prstGeom prst="rect">
              <a:avLst/>
            </a:prstGeom>
            <a:solidFill>
              <a:srgbClr val="5ABC6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rc18"/>
            <p:cNvSpPr/>
            <p:nvPr/>
          </p:nvSpPr>
          <p:spPr>
            <a:xfrm>
              <a:off x="6221931" y="3838519"/>
              <a:ext cx="612776" cy="369533"/>
            </a:xfrm>
            <a:prstGeom prst="rect">
              <a:avLst/>
            </a:prstGeom>
            <a:solidFill>
              <a:srgbClr val="45165F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rc19"/>
            <p:cNvSpPr/>
            <p:nvPr/>
          </p:nvSpPr>
          <p:spPr>
            <a:xfrm>
              <a:off x="1932495" y="3838519"/>
              <a:ext cx="612776" cy="369533"/>
            </a:xfrm>
            <a:prstGeom prst="rect">
              <a:avLst/>
            </a:prstGeom>
            <a:solidFill>
              <a:srgbClr val="2B7E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rc20"/>
            <p:cNvSpPr/>
            <p:nvPr/>
          </p:nvSpPr>
          <p:spPr>
            <a:xfrm>
              <a:off x="4996378" y="3838519"/>
              <a:ext cx="612776" cy="369533"/>
            </a:xfrm>
            <a:prstGeom prst="rect">
              <a:avLst/>
            </a:prstGeom>
            <a:solidFill>
              <a:srgbClr val="36698C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rc21"/>
            <p:cNvSpPr/>
            <p:nvPr/>
          </p:nvSpPr>
          <p:spPr>
            <a:xfrm>
              <a:off x="4383602" y="3838519"/>
              <a:ext cx="612776" cy="369533"/>
            </a:xfrm>
            <a:prstGeom prst="rect">
              <a:avLst/>
            </a:prstGeom>
            <a:solidFill>
              <a:srgbClr val="41438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rc22"/>
            <p:cNvSpPr/>
            <p:nvPr/>
          </p:nvSpPr>
          <p:spPr>
            <a:xfrm>
              <a:off x="2545272" y="3838519"/>
              <a:ext cx="612776" cy="369533"/>
            </a:xfrm>
            <a:prstGeom prst="rect">
              <a:avLst/>
            </a:prstGeom>
            <a:solidFill>
              <a:srgbClr val="5EBF6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rc23"/>
            <p:cNvSpPr/>
            <p:nvPr/>
          </p:nvSpPr>
          <p:spPr>
            <a:xfrm>
              <a:off x="1319719" y="3838519"/>
              <a:ext cx="612776" cy="369533"/>
            </a:xfrm>
            <a:prstGeom prst="rect">
              <a:avLst/>
            </a:prstGeom>
            <a:solidFill>
              <a:srgbClr val="36AD7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rc24"/>
            <p:cNvSpPr/>
            <p:nvPr/>
          </p:nvSpPr>
          <p:spPr>
            <a:xfrm>
              <a:off x="3770825" y="3838519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rc25"/>
            <p:cNvSpPr/>
            <p:nvPr/>
          </p:nvSpPr>
          <p:spPr>
            <a:xfrm>
              <a:off x="3158048" y="3838519"/>
              <a:ext cx="612776" cy="369533"/>
            </a:xfrm>
            <a:prstGeom prst="rect">
              <a:avLst/>
            </a:prstGeom>
            <a:solidFill>
              <a:srgbClr val="46296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rc26"/>
            <p:cNvSpPr/>
            <p:nvPr/>
          </p:nvSpPr>
          <p:spPr>
            <a:xfrm>
              <a:off x="4383602" y="3468985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rc27"/>
            <p:cNvSpPr/>
            <p:nvPr/>
          </p:nvSpPr>
          <p:spPr>
            <a:xfrm>
              <a:off x="6221931" y="3468985"/>
              <a:ext cx="612776" cy="369533"/>
            </a:xfrm>
            <a:prstGeom prst="rect">
              <a:avLst/>
            </a:prstGeom>
            <a:solidFill>
              <a:srgbClr val="42408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rc28"/>
            <p:cNvSpPr/>
            <p:nvPr/>
          </p:nvSpPr>
          <p:spPr>
            <a:xfrm>
              <a:off x="2545272" y="3468985"/>
              <a:ext cx="612776" cy="369533"/>
            </a:xfrm>
            <a:prstGeom prst="rect">
              <a:avLst/>
            </a:prstGeom>
            <a:solidFill>
              <a:srgbClr val="29988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rc29"/>
            <p:cNvSpPr/>
            <p:nvPr/>
          </p:nvSpPr>
          <p:spPr>
            <a:xfrm>
              <a:off x="1319719" y="3468985"/>
              <a:ext cx="612776" cy="369533"/>
            </a:xfrm>
            <a:prstGeom prst="rect">
              <a:avLst/>
            </a:prstGeom>
            <a:solidFill>
              <a:srgbClr val="2A958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rc30"/>
            <p:cNvSpPr/>
            <p:nvPr/>
          </p:nvSpPr>
          <p:spPr>
            <a:xfrm>
              <a:off x="4996378" y="3468985"/>
              <a:ext cx="612776" cy="369533"/>
            </a:xfrm>
            <a:prstGeom prst="rect">
              <a:avLst/>
            </a:prstGeom>
            <a:solidFill>
              <a:srgbClr val="3D598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rc31"/>
            <p:cNvSpPr/>
            <p:nvPr/>
          </p:nvSpPr>
          <p:spPr>
            <a:xfrm>
              <a:off x="3158048" y="3468985"/>
              <a:ext cx="612776" cy="369533"/>
            </a:xfrm>
            <a:prstGeom prst="rect">
              <a:avLst/>
            </a:prstGeom>
            <a:solidFill>
              <a:srgbClr val="46296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rc32"/>
            <p:cNvSpPr/>
            <p:nvPr/>
          </p:nvSpPr>
          <p:spPr>
            <a:xfrm>
              <a:off x="5609155" y="3468985"/>
              <a:ext cx="612776" cy="369533"/>
            </a:xfrm>
            <a:prstGeom prst="rect">
              <a:avLst/>
            </a:prstGeom>
            <a:solidFill>
              <a:srgbClr val="289C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rc33"/>
            <p:cNvSpPr/>
            <p:nvPr/>
          </p:nvSpPr>
          <p:spPr>
            <a:xfrm>
              <a:off x="3770825" y="3468985"/>
              <a:ext cx="612776" cy="369533"/>
            </a:xfrm>
            <a:prstGeom prst="rect">
              <a:avLst/>
            </a:prstGeom>
            <a:solidFill>
              <a:srgbClr val="41438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rc34"/>
            <p:cNvSpPr/>
            <p:nvPr/>
          </p:nvSpPr>
          <p:spPr>
            <a:xfrm>
              <a:off x="1932495" y="3468985"/>
              <a:ext cx="612776" cy="369533"/>
            </a:xfrm>
            <a:prstGeom prst="rect">
              <a:avLst/>
            </a:prstGeom>
            <a:solidFill>
              <a:srgbClr val="2B7F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rc35"/>
            <p:cNvSpPr/>
            <p:nvPr/>
          </p:nvSpPr>
          <p:spPr>
            <a:xfrm>
              <a:off x="6834708" y="3468985"/>
              <a:ext cx="612776" cy="369533"/>
            </a:xfrm>
            <a:prstGeom prst="rect">
              <a:avLst/>
            </a:prstGeom>
            <a:solidFill>
              <a:srgbClr val="45145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rc36"/>
            <p:cNvSpPr/>
            <p:nvPr/>
          </p:nvSpPr>
          <p:spPr>
            <a:xfrm>
              <a:off x="4996378" y="5316655"/>
              <a:ext cx="612776" cy="369533"/>
            </a:xfrm>
            <a:prstGeom prst="rect">
              <a:avLst/>
            </a:prstGeom>
            <a:solidFill>
              <a:srgbClr val="2B8C8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rc37"/>
            <p:cNvSpPr/>
            <p:nvPr/>
          </p:nvSpPr>
          <p:spPr>
            <a:xfrm>
              <a:off x="3770825" y="5316655"/>
              <a:ext cx="612776" cy="369533"/>
            </a:xfrm>
            <a:prstGeom prst="rect">
              <a:avLst/>
            </a:prstGeom>
            <a:solidFill>
              <a:srgbClr val="36AD7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rc38"/>
            <p:cNvSpPr/>
            <p:nvPr/>
          </p:nvSpPr>
          <p:spPr>
            <a:xfrm>
              <a:off x="1932495" y="5316655"/>
              <a:ext cx="612776" cy="369533"/>
            </a:xfrm>
            <a:prstGeom prst="rect">
              <a:avLst/>
            </a:prstGeom>
            <a:solidFill>
              <a:srgbClr val="2B7C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rc39"/>
            <p:cNvSpPr/>
            <p:nvPr/>
          </p:nvSpPr>
          <p:spPr>
            <a:xfrm>
              <a:off x="3158048" y="5316655"/>
              <a:ext cx="612776" cy="369533"/>
            </a:xfrm>
            <a:prstGeom prst="rect">
              <a:avLst/>
            </a:prstGeom>
            <a:solidFill>
              <a:srgbClr val="289D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rc40"/>
            <p:cNvSpPr/>
            <p:nvPr/>
          </p:nvSpPr>
          <p:spPr>
            <a:xfrm>
              <a:off x="1319719" y="5316655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rc41"/>
            <p:cNvSpPr/>
            <p:nvPr/>
          </p:nvSpPr>
          <p:spPr>
            <a:xfrm>
              <a:off x="4383602" y="5316655"/>
              <a:ext cx="612776" cy="369533"/>
            </a:xfrm>
            <a:prstGeom prst="rect">
              <a:avLst/>
            </a:prstGeom>
            <a:solidFill>
              <a:srgbClr val="2A958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rc42"/>
            <p:cNvSpPr/>
            <p:nvPr/>
          </p:nvSpPr>
          <p:spPr>
            <a:xfrm>
              <a:off x="6221931" y="5316655"/>
              <a:ext cx="612776" cy="369533"/>
            </a:xfrm>
            <a:prstGeom prst="rect">
              <a:avLst/>
            </a:prstGeom>
            <a:solidFill>
              <a:srgbClr val="23A88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rc43"/>
            <p:cNvSpPr/>
            <p:nvPr/>
          </p:nvSpPr>
          <p:spPr>
            <a:xfrm>
              <a:off x="5609155" y="5316655"/>
              <a:ext cx="612776" cy="369533"/>
            </a:xfrm>
            <a:prstGeom prst="rect">
              <a:avLst/>
            </a:prstGeom>
            <a:solidFill>
              <a:srgbClr val="73CC5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rc44"/>
            <p:cNvSpPr/>
            <p:nvPr/>
          </p:nvSpPr>
          <p:spPr>
            <a:xfrm>
              <a:off x="6834708" y="5316655"/>
              <a:ext cx="612776" cy="369533"/>
            </a:xfrm>
            <a:prstGeom prst="rect">
              <a:avLst/>
            </a:prstGeom>
            <a:solidFill>
              <a:srgbClr val="2B8F8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rc45"/>
            <p:cNvSpPr/>
            <p:nvPr/>
          </p:nvSpPr>
          <p:spPr>
            <a:xfrm>
              <a:off x="2545272" y="5316655"/>
              <a:ext cx="612776" cy="369533"/>
            </a:xfrm>
            <a:prstGeom prst="rect">
              <a:avLst/>
            </a:prstGeom>
            <a:solidFill>
              <a:srgbClr val="2D75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rc46"/>
            <p:cNvSpPr/>
            <p:nvPr/>
          </p:nvSpPr>
          <p:spPr>
            <a:xfrm>
              <a:off x="2545272" y="4947121"/>
              <a:ext cx="612776" cy="369533"/>
            </a:xfrm>
            <a:prstGeom prst="rect">
              <a:avLst/>
            </a:prstGeom>
            <a:solidFill>
              <a:srgbClr val="23A78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rc47"/>
            <p:cNvSpPr/>
            <p:nvPr/>
          </p:nvSpPr>
          <p:spPr>
            <a:xfrm>
              <a:off x="4996378" y="4947121"/>
              <a:ext cx="612776" cy="369533"/>
            </a:xfrm>
            <a:prstGeom prst="rect">
              <a:avLst/>
            </a:prstGeom>
            <a:solidFill>
              <a:srgbClr val="2B908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rc48"/>
            <p:cNvSpPr/>
            <p:nvPr/>
          </p:nvSpPr>
          <p:spPr>
            <a:xfrm>
              <a:off x="3158048" y="4947121"/>
              <a:ext cx="612776" cy="369533"/>
            </a:xfrm>
            <a:prstGeom prst="rect">
              <a:avLst/>
            </a:prstGeom>
            <a:solidFill>
              <a:srgbClr val="2C77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rc49"/>
            <p:cNvSpPr/>
            <p:nvPr/>
          </p:nvSpPr>
          <p:spPr>
            <a:xfrm>
              <a:off x="3770825" y="4947121"/>
              <a:ext cx="612776" cy="369533"/>
            </a:xfrm>
            <a:prstGeom prst="rect">
              <a:avLst/>
            </a:prstGeom>
            <a:solidFill>
              <a:srgbClr val="2B7E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rc50"/>
            <p:cNvSpPr/>
            <p:nvPr/>
          </p:nvSpPr>
          <p:spPr>
            <a:xfrm>
              <a:off x="1319719" y="4947121"/>
              <a:ext cx="612776" cy="369533"/>
            </a:xfrm>
            <a:prstGeom prst="rect">
              <a:avLst/>
            </a:prstGeom>
            <a:solidFill>
              <a:srgbClr val="2B7C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rc51"/>
            <p:cNvSpPr/>
            <p:nvPr/>
          </p:nvSpPr>
          <p:spPr>
            <a:xfrm>
              <a:off x="1932495" y="4947121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rc52"/>
            <p:cNvSpPr/>
            <p:nvPr/>
          </p:nvSpPr>
          <p:spPr>
            <a:xfrm>
              <a:off x="6221931" y="4947121"/>
              <a:ext cx="612776" cy="369533"/>
            </a:xfrm>
            <a:prstGeom prst="rect">
              <a:avLst/>
            </a:prstGeom>
            <a:solidFill>
              <a:srgbClr val="2D75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rc53"/>
            <p:cNvSpPr/>
            <p:nvPr/>
          </p:nvSpPr>
          <p:spPr>
            <a:xfrm>
              <a:off x="6834708" y="4947121"/>
              <a:ext cx="612776" cy="369533"/>
            </a:xfrm>
            <a:prstGeom prst="rect">
              <a:avLst/>
            </a:prstGeom>
            <a:solidFill>
              <a:srgbClr val="2B7B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rc54"/>
            <p:cNvSpPr/>
            <p:nvPr/>
          </p:nvSpPr>
          <p:spPr>
            <a:xfrm>
              <a:off x="5609155" y="4947121"/>
              <a:ext cx="612776" cy="369533"/>
            </a:xfrm>
            <a:prstGeom prst="rect">
              <a:avLst/>
            </a:prstGeom>
            <a:solidFill>
              <a:srgbClr val="A4D84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rc55"/>
            <p:cNvSpPr/>
            <p:nvPr/>
          </p:nvSpPr>
          <p:spPr>
            <a:xfrm>
              <a:off x="4383602" y="4947121"/>
              <a:ext cx="612776" cy="369533"/>
            </a:xfrm>
            <a:prstGeom prst="rect">
              <a:avLst/>
            </a:prstGeom>
            <a:solidFill>
              <a:srgbClr val="2B7F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rc56"/>
            <p:cNvSpPr/>
            <p:nvPr/>
          </p:nvSpPr>
          <p:spPr>
            <a:xfrm>
              <a:off x="3158048" y="4577587"/>
              <a:ext cx="612776" cy="369533"/>
            </a:xfrm>
            <a:prstGeom prst="rect">
              <a:avLst/>
            </a:prstGeom>
            <a:solidFill>
              <a:srgbClr val="2CAA82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rc57"/>
            <p:cNvSpPr/>
            <p:nvPr/>
          </p:nvSpPr>
          <p:spPr>
            <a:xfrm>
              <a:off x="4383602" y="4577587"/>
              <a:ext cx="612776" cy="369533"/>
            </a:xfrm>
            <a:prstGeom prst="rect">
              <a:avLst/>
            </a:prstGeom>
            <a:solidFill>
              <a:srgbClr val="29988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rc58"/>
            <p:cNvSpPr/>
            <p:nvPr/>
          </p:nvSpPr>
          <p:spPr>
            <a:xfrm>
              <a:off x="6834708" y="4577587"/>
              <a:ext cx="612776" cy="369533"/>
            </a:xfrm>
            <a:prstGeom prst="rect">
              <a:avLst/>
            </a:prstGeom>
            <a:solidFill>
              <a:srgbClr val="2B928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rc59"/>
            <p:cNvSpPr/>
            <p:nvPr/>
          </p:nvSpPr>
          <p:spPr>
            <a:xfrm>
              <a:off x="1319719" y="4577587"/>
              <a:ext cx="612776" cy="369533"/>
            </a:xfrm>
            <a:prstGeom prst="rect">
              <a:avLst/>
            </a:prstGeom>
            <a:solidFill>
              <a:srgbClr val="2D75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rc60"/>
            <p:cNvSpPr/>
            <p:nvPr/>
          </p:nvSpPr>
          <p:spPr>
            <a:xfrm>
              <a:off x="5609155" y="4577587"/>
              <a:ext cx="612776" cy="369533"/>
            </a:xfrm>
            <a:prstGeom prst="rect">
              <a:avLst/>
            </a:prstGeom>
            <a:solidFill>
              <a:srgbClr val="29AA82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rc61"/>
            <p:cNvSpPr/>
            <p:nvPr/>
          </p:nvSpPr>
          <p:spPr>
            <a:xfrm>
              <a:off x="1932495" y="4577587"/>
              <a:ext cx="612776" cy="369533"/>
            </a:xfrm>
            <a:prstGeom prst="rect">
              <a:avLst/>
            </a:prstGeom>
            <a:solidFill>
              <a:srgbClr val="23A78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rc62"/>
            <p:cNvSpPr/>
            <p:nvPr/>
          </p:nvSpPr>
          <p:spPr>
            <a:xfrm>
              <a:off x="2545272" y="4577587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rc63"/>
            <p:cNvSpPr/>
            <p:nvPr/>
          </p:nvSpPr>
          <p:spPr>
            <a:xfrm>
              <a:off x="3770825" y="4577587"/>
              <a:ext cx="612776" cy="369533"/>
            </a:xfrm>
            <a:prstGeom prst="rect">
              <a:avLst/>
            </a:prstGeom>
            <a:solidFill>
              <a:srgbClr val="5EBF6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rc64"/>
            <p:cNvSpPr/>
            <p:nvPr/>
          </p:nvSpPr>
          <p:spPr>
            <a:xfrm>
              <a:off x="6221931" y="4577587"/>
              <a:ext cx="612776" cy="369533"/>
            </a:xfrm>
            <a:prstGeom prst="rect">
              <a:avLst/>
            </a:prstGeom>
            <a:solidFill>
              <a:srgbClr val="54B971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rc65"/>
            <p:cNvSpPr/>
            <p:nvPr/>
          </p:nvSpPr>
          <p:spPr>
            <a:xfrm>
              <a:off x="4996378" y="4577587"/>
              <a:ext cx="612776" cy="369533"/>
            </a:xfrm>
            <a:prstGeom prst="rect">
              <a:avLst/>
            </a:prstGeom>
            <a:solidFill>
              <a:srgbClr val="22A88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rc66"/>
            <p:cNvSpPr/>
            <p:nvPr/>
          </p:nvSpPr>
          <p:spPr>
            <a:xfrm>
              <a:off x="2545272" y="4208053"/>
              <a:ext cx="612776" cy="369533"/>
            </a:xfrm>
            <a:prstGeom prst="rect">
              <a:avLst/>
            </a:prstGeom>
            <a:solidFill>
              <a:srgbClr val="2CAA82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rc67"/>
            <p:cNvSpPr/>
            <p:nvPr/>
          </p:nvSpPr>
          <p:spPr>
            <a:xfrm>
              <a:off x="3770825" y="4208053"/>
              <a:ext cx="612776" cy="369533"/>
            </a:xfrm>
            <a:prstGeom prst="rect">
              <a:avLst/>
            </a:prstGeom>
            <a:solidFill>
              <a:srgbClr val="46296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rc68"/>
            <p:cNvSpPr/>
            <p:nvPr/>
          </p:nvSpPr>
          <p:spPr>
            <a:xfrm>
              <a:off x="5609155" y="4208053"/>
              <a:ext cx="612776" cy="369533"/>
            </a:xfrm>
            <a:prstGeom prst="rect">
              <a:avLst/>
            </a:prstGeom>
            <a:solidFill>
              <a:srgbClr val="3FB07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rc69"/>
            <p:cNvSpPr/>
            <p:nvPr/>
          </p:nvSpPr>
          <p:spPr>
            <a:xfrm>
              <a:off x="6221931" y="4208053"/>
              <a:ext cx="612776" cy="369533"/>
            </a:xfrm>
            <a:prstGeom prst="rect">
              <a:avLst/>
            </a:prstGeom>
            <a:solidFill>
              <a:srgbClr val="46236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rc70"/>
            <p:cNvSpPr/>
            <p:nvPr/>
          </p:nvSpPr>
          <p:spPr>
            <a:xfrm>
              <a:off x="4996378" y="4208053"/>
              <a:ext cx="612776" cy="369533"/>
            </a:xfrm>
            <a:prstGeom prst="rect">
              <a:avLst/>
            </a:prstGeom>
            <a:solidFill>
              <a:srgbClr val="39628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rc71"/>
            <p:cNvSpPr/>
            <p:nvPr/>
          </p:nvSpPr>
          <p:spPr>
            <a:xfrm>
              <a:off x="3158048" y="4208053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rc72"/>
            <p:cNvSpPr/>
            <p:nvPr/>
          </p:nvSpPr>
          <p:spPr>
            <a:xfrm>
              <a:off x="1932495" y="4208053"/>
              <a:ext cx="612776" cy="369533"/>
            </a:xfrm>
            <a:prstGeom prst="rect">
              <a:avLst/>
            </a:prstGeom>
            <a:solidFill>
              <a:srgbClr val="2C77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rc73"/>
            <p:cNvSpPr/>
            <p:nvPr/>
          </p:nvSpPr>
          <p:spPr>
            <a:xfrm>
              <a:off x="6834708" y="4208053"/>
              <a:ext cx="612776" cy="369533"/>
            </a:xfrm>
            <a:prstGeom prst="rect">
              <a:avLst/>
            </a:prstGeom>
            <a:solidFill>
              <a:srgbClr val="45307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rc74"/>
            <p:cNvSpPr/>
            <p:nvPr/>
          </p:nvSpPr>
          <p:spPr>
            <a:xfrm>
              <a:off x="1319719" y="4208053"/>
              <a:ext cx="612776" cy="369533"/>
            </a:xfrm>
            <a:prstGeom prst="rect">
              <a:avLst/>
            </a:prstGeom>
            <a:solidFill>
              <a:srgbClr val="289D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rc75"/>
            <p:cNvSpPr/>
            <p:nvPr/>
          </p:nvSpPr>
          <p:spPr>
            <a:xfrm>
              <a:off x="4383602" y="4208053"/>
              <a:ext cx="612776" cy="369533"/>
            </a:xfrm>
            <a:prstGeom prst="rect">
              <a:avLst/>
            </a:prstGeom>
            <a:solidFill>
              <a:srgbClr val="46296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rc76"/>
            <p:cNvSpPr/>
            <p:nvPr/>
          </p:nvSpPr>
          <p:spPr>
            <a:xfrm>
              <a:off x="1932495" y="3099451"/>
              <a:ext cx="612776" cy="369533"/>
            </a:xfrm>
            <a:prstGeom prst="rect">
              <a:avLst/>
            </a:prstGeom>
            <a:solidFill>
              <a:srgbClr val="2B908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rc77"/>
            <p:cNvSpPr/>
            <p:nvPr/>
          </p:nvSpPr>
          <p:spPr>
            <a:xfrm>
              <a:off x="3158048" y="3099451"/>
              <a:ext cx="612776" cy="369533"/>
            </a:xfrm>
            <a:prstGeom prst="rect">
              <a:avLst/>
            </a:prstGeom>
            <a:solidFill>
              <a:srgbClr val="39628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rc78"/>
            <p:cNvSpPr/>
            <p:nvPr/>
          </p:nvSpPr>
          <p:spPr>
            <a:xfrm>
              <a:off x="4996378" y="3099451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rc79"/>
            <p:cNvSpPr/>
            <p:nvPr/>
          </p:nvSpPr>
          <p:spPr>
            <a:xfrm>
              <a:off x="2545272" y="3099451"/>
              <a:ext cx="612776" cy="369533"/>
            </a:xfrm>
            <a:prstGeom prst="rect">
              <a:avLst/>
            </a:prstGeom>
            <a:solidFill>
              <a:srgbClr val="22A88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rc80"/>
            <p:cNvSpPr/>
            <p:nvPr/>
          </p:nvSpPr>
          <p:spPr>
            <a:xfrm>
              <a:off x="6834708" y="3099451"/>
              <a:ext cx="612776" cy="369533"/>
            </a:xfrm>
            <a:prstGeom prst="rect">
              <a:avLst/>
            </a:prstGeom>
            <a:solidFill>
              <a:srgbClr val="3E558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rc81"/>
            <p:cNvSpPr/>
            <p:nvPr/>
          </p:nvSpPr>
          <p:spPr>
            <a:xfrm>
              <a:off x="5609155" y="3099451"/>
              <a:ext cx="612776" cy="369533"/>
            </a:xfrm>
            <a:prstGeom prst="rect">
              <a:avLst/>
            </a:prstGeom>
            <a:solidFill>
              <a:srgbClr val="2B928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rc82"/>
            <p:cNvSpPr/>
            <p:nvPr/>
          </p:nvSpPr>
          <p:spPr>
            <a:xfrm>
              <a:off x="4383602" y="3099451"/>
              <a:ext cx="612776" cy="369533"/>
            </a:xfrm>
            <a:prstGeom prst="rect">
              <a:avLst/>
            </a:prstGeom>
            <a:solidFill>
              <a:srgbClr val="3D598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rc83"/>
            <p:cNvSpPr/>
            <p:nvPr/>
          </p:nvSpPr>
          <p:spPr>
            <a:xfrm>
              <a:off x="3770825" y="3099451"/>
              <a:ext cx="612776" cy="369533"/>
            </a:xfrm>
            <a:prstGeom prst="rect">
              <a:avLst/>
            </a:prstGeom>
            <a:solidFill>
              <a:srgbClr val="36698C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rc84"/>
            <p:cNvSpPr/>
            <p:nvPr/>
          </p:nvSpPr>
          <p:spPr>
            <a:xfrm>
              <a:off x="6221931" y="3099451"/>
              <a:ext cx="612776" cy="369533"/>
            </a:xfrm>
            <a:prstGeom prst="rect">
              <a:avLst/>
            </a:prstGeom>
            <a:solidFill>
              <a:srgbClr val="346C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rc85"/>
            <p:cNvSpPr/>
            <p:nvPr/>
          </p:nvSpPr>
          <p:spPr>
            <a:xfrm>
              <a:off x="1319719" y="3099451"/>
              <a:ext cx="612776" cy="369533"/>
            </a:xfrm>
            <a:prstGeom prst="rect">
              <a:avLst/>
            </a:prstGeom>
            <a:solidFill>
              <a:srgbClr val="2B8C8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rc86"/>
            <p:cNvSpPr/>
            <p:nvPr/>
          </p:nvSpPr>
          <p:spPr>
            <a:xfrm>
              <a:off x="2545272" y="2729917"/>
              <a:ext cx="612776" cy="369533"/>
            </a:xfrm>
            <a:prstGeom prst="rect">
              <a:avLst/>
            </a:prstGeom>
            <a:solidFill>
              <a:srgbClr val="29AA82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rc87"/>
            <p:cNvSpPr/>
            <p:nvPr/>
          </p:nvSpPr>
          <p:spPr>
            <a:xfrm>
              <a:off x="3770825" y="2729917"/>
              <a:ext cx="612776" cy="369533"/>
            </a:xfrm>
            <a:prstGeom prst="rect">
              <a:avLst/>
            </a:prstGeom>
            <a:solidFill>
              <a:srgbClr val="5ABC6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rc88"/>
            <p:cNvSpPr/>
            <p:nvPr/>
          </p:nvSpPr>
          <p:spPr>
            <a:xfrm>
              <a:off x="4383602" y="2729917"/>
              <a:ext cx="612776" cy="369533"/>
            </a:xfrm>
            <a:prstGeom prst="rect">
              <a:avLst/>
            </a:prstGeom>
            <a:solidFill>
              <a:srgbClr val="289C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rc89"/>
            <p:cNvSpPr/>
            <p:nvPr/>
          </p:nvSpPr>
          <p:spPr>
            <a:xfrm>
              <a:off x="6221931" y="2729917"/>
              <a:ext cx="612776" cy="369533"/>
            </a:xfrm>
            <a:prstGeom prst="rect">
              <a:avLst/>
            </a:prstGeom>
            <a:solidFill>
              <a:srgbClr val="5CBE6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rc90"/>
            <p:cNvSpPr/>
            <p:nvPr/>
          </p:nvSpPr>
          <p:spPr>
            <a:xfrm>
              <a:off x="6834708" y="2729917"/>
              <a:ext cx="612776" cy="369533"/>
            </a:xfrm>
            <a:prstGeom prst="rect">
              <a:avLst/>
            </a:prstGeom>
            <a:solidFill>
              <a:srgbClr val="2A978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rc91"/>
            <p:cNvSpPr/>
            <p:nvPr/>
          </p:nvSpPr>
          <p:spPr>
            <a:xfrm>
              <a:off x="4996378" y="2729917"/>
              <a:ext cx="612776" cy="369533"/>
            </a:xfrm>
            <a:prstGeom prst="rect">
              <a:avLst/>
            </a:prstGeom>
            <a:solidFill>
              <a:srgbClr val="2B928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rc92"/>
            <p:cNvSpPr/>
            <p:nvPr/>
          </p:nvSpPr>
          <p:spPr>
            <a:xfrm>
              <a:off x="1319719" y="2729917"/>
              <a:ext cx="612776" cy="369533"/>
            </a:xfrm>
            <a:prstGeom prst="rect">
              <a:avLst/>
            </a:prstGeom>
            <a:solidFill>
              <a:srgbClr val="73CC5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rc93"/>
            <p:cNvSpPr/>
            <p:nvPr/>
          </p:nvSpPr>
          <p:spPr>
            <a:xfrm>
              <a:off x="5609155" y="2729917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rc94"/>
            <p:cNvSpPr/>
            <p:nvPr/>
          </p:nvSpPr>
          <p:spPr>
            <a:xfrm>
              <a:off x="3158048" y="2729917"/>
              <a:ext cx="612776" cy="369533"/>
            </a:xfrm>
            <a:prstGeom prst="rect">
              <a:avLst/>
            </a:prstGeom>
            <a:solidFill>
              <a:srgbClr val="3FB07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rc95"/>
            <p:cNvSpPr/>
            <p:nvPr/>
          </p:nvSpPr>
          <p:spPr>
            <a:xfrm>
              <a:off x="1932495" y="2729917"/>
              <a:ext cx="612776" cy="369533"/>
            </a:xfrm>
            <a:prstGeom prst="rect">
              <a:avLst/>
            </a:prstGeom>
            <a:solidFill>
              <a:srgbClr val="A4D84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rc96"/>
            <p:cNvSpPr/>
            <p:nvPr/>
          </p:nvSpPr>
          <p:spPr>
            <a:xfrm>
              <a:off x="2545272" y="1990849"/>
              <a:ext cx="612776" cy="369533"/>
            </a:xfrm>
            <a:prstGeom prst="rect">
              <a:avLst/>
            </a:prstGeom>
            <a:solidFill>
              <a:srgbClr val="2B928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rc97"/>
            <p:cNvSpPr/>
            <p:nvPr/>
          </p:nvSpPr>
          <p:spPr>
            <a:xfrm>
              <a:off x="4383602" y="1990849"/>
              <a:ext cx="612776" cy="369533"/>
            </a:xfrm>
            <a:prstGeom prst="rect">
              <a:avLst/>
            </a:prstGeom>
            <a:solidFill>
              <a:srgbClr val="45145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rc98"/>
            <p:cNvSpPr/>
            <p:nvPr/>
          </p:nvSpPr>
          <p:spPr>
            <a:xfrm>
              <a:off x="3770825" y="1990849"/>
              <a:ext cx="612776" cy="369533"/>
            </a:xfrm>
            <a:prstGeom prst="rect">
              <a:avLst/>
            </a:prstGeom>
            <a:solidFill>
              <a:srgbClr val="40498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rc99"/>
            <p:cNvSpPr/>
            <p:nvPr/>
          </p:nvSpPr>
          <p:spPr>
            <a:xfrm>
              <a:off x="1319719" y="1990849"/>
              <a:ext cx="612776" cy="369533"/>
            </a:xfrm>
            <a:prstGeom prst="rect">
              <a:avLst/>
            </a:prstGeom>
            <a:solidFill>
              <a:srgbClr val="2B8F8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rc100"/>
            <p:cNvSpPr/>
            <p:nvPr/>
          </p:nvSpPr>
          <p:spPr>
            <a:xfrm>
              <a:off x="3158048" y="1990849"/>
              <a:ext cx="612776" cy="369533"/>
            </a:xfrm>
            <a:prstGeom prst="rect">
              <a:avLst/>
            </a:prstGeom>
            <a:solidFill>
              <a:srgbClr val="45307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rc101"/>
            <p:cNvSpPr/>
            <p:nvPr/>
          </p:nvSpPr>
          <p:spPr>
            <a:xfrm>
              <a:off x="1932495" y="1990849"/>
              <a:ext cx="612776" cy="369533"/>
            </a:xfrm>
            <a:prstGeom prst="rect">
              <a:avLst/>
            </a:prstGeom>
            <a:solidFill>
              <a:srgbClr val="2B7B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rc102"/>
            <p:cNvSpPr/>
            <p:nvPr/>
          </p:nvSpPr>
          <p:spPr>
            <a:xfrm>
              <a:off x="5609155" y="1990849"/>
              <a:ext cx="612776" cy="369533"/>
            </a:xfrm>
            <a:prstGeom prst="rect">
              <a:avLst/>
            </a:prstGeom>
            <a:solidFill>
              <a:srgbClr val="2A978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rc103"/>
            <p:cNvSpPr/>
            <p:nvPr/>
          </p:nvSpPr>
          <p:spPr>
            <a:xfrm>
              <a:off x="4996378" y="1990849"/>
              <a:ext cx="612776" cy="369533"/>
            </a:xfrm>
            <a:prstGeom prst="rect">
              <a:avLst/>
            </a:prstGeom>
            <a:solidFill>
              <a:srgbClr val="3E558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rc104"/>
            <p:cNvSpPr/>
            <p:nvPr/>
          </p:nvSpPr>
          <p:spPr>
            <a:xfrm>
              <a:off x="6221931" y="1990849"/>
              <a:ext cx="612776" cy="369533"/>
            </a:xfrm>
            <a:prstGeom prst="rect">
              <a:avLst/>
            </a:prstGeom>
            <a:solidFill>
              <a:srgbClr val="4146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rc105"/>
            <p:cNvSpPr/>
            <p:nvPr/>
          </p:nvSpPr>
          <p:spPr>
            <a:xfrm>
              <a:off x="6834708" y="1990849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l106"/>
            <p:cNvSpPr/>
            <p:nvPr/>
          </p:nvSpPr>
          <p:spPr>
            <a:xfrm>
              <a:off x="1258441" y="1953896"/>
              <a:ext cx="0" cy="3769246"/>
            </a:xfrm>
            <a:custGeom>
              <a:avLst/>
              <a:gdLst/>
              <a:ahLst/>
              <a:cxnLst/>
              <a:rect l="0" t="0" r="0" b="0"/>
              <a:pathLst>
                <a:path h="3769246">
                  <a:moveTo>
                    <a:pt x="0" y="376924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tx107"/>
            <p:cNvSpPr/>
            <p:nvPr/>
          </p:nvSpPr>
          <p:spPr>
            <a:xfrm>
              <a:off x="823284" y="5461371"/>
              <a:ext cx="37252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829319" y="5091837"/>
              <a:ext cx="36649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835629" y="4722303"/>
              <a:ext cx="36018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816975" y="4352769"/>
              <a:ext cx="3788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711179" y="3983235"/>
              <a:ext cx="48463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692708" y="3613701"/>
              <a:ext cx="50310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804722" y="3244167"/>
              <a:ext cx="39108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798413" y="2874633"/>
              <a:ext cx="39739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723798" y="2505099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705327" y="2135565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117" name="pl117"/>
            <p:cNvSpPr/>
            <p:nvPr/>
          </p:nvSpPr>
          <p:spPr>
            <a:xfrm>
              <a:off x="1223647" y="550142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l118"/>
            <p:cNvSpPr/>
            <p:nvPr/>
          </p:nvSpPr>
          <p:spPr>
            <a:xfrm>
              <a:off x="1223647" y="513188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pl119"/>
            <p:cNvSpPr/>
            <p:nvPr/>
          </p:nvSpPr>
          <p:spPr>
            <a:xfrm>
              <a:off x="1223647" y="476235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pl120"/>
            <p:cNvSpPr/>
            <p:nvPr/>
          </p:nvSpPr>
          <p:spPr>
            <a:xfrm>
              <a:off x="1223647" y="439282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pl121"/>
            <p:cNvSpPr/>
            <p:nvPr/>
          </p:nvSpPr>
          <p:spPr>
            <a:xfrm>
              <a:off x="1223647" y="402328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pl122"/>
            <p:cNvSpPr/>
            <p:nvPr/>
          </p:nvSpPr>
          <p:spPr>
            <a:xfrm>
              <a:off x="1223647" y="365375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l123"/>
            <p:cNvSpPr/>
            <p:nvPr/>
          </p:nvSpPr>
          <p:spPr>
            <a:xfrm>
              <a:off x="1223647" y="328421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l124"/>
            <p:cNvSpPr/>
            <p:nvPr/>
          </p:nvSpPr>
          <p:spPr>
            <a:xfrm>
              <a:off x="1223647" y="291468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l125"/>
            <p:cNvSpPr/>
            <p:nvPr/>
          </p:nvSpPr>
          <p:spPr>
            <a:xfrm>
              <a:off x="1223647" y="254515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l126"/>
            <p:cNvSpPr/>
            <p:nvPr/>
          </p:nvSpPr>
          <p:spPr>
            <a:xfrm>
              <a:off x="1223647" y="217561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l127"/>
            <p:cNvSpPr/>
            <p:nvPr/>
          </p:nvSpPr>
          <p:spPr>
            <a:xfrm>
              <a:off x="1258441" y="5723142"/>
              <a:ext cx="6250320" cy="0"/>
            </a:xfrm>
            <a:custGeom>
              <a:avLst/>
              <a:gdLst/>
              <a:ahLst/>
              <a:cxnLst/>
              <a:rect l="0" t="0" r="0" b="0"/>
              <a:pathLst>
                <a:path w="6250320">
                  <a:moveTo>
                    <a:pt x="0" y="0"/>
                  </a:moveTo>
                  <a:lnTo>
                    <a:pt x="625032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l128"/>
            <p:cNvSpPr/>
            <p:nvPr/>
          </p:nvSpPr>
          <p:spPr>
            <a:xfrm>
              <a:off x="1626107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l129"/>
            <p:cNvSpPr/>
            <p:nvPr/>
          </p:nvSpPr>
          <p:spPr>
            <a:xfrm>
              <a:off x="2238884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l130"/>
            <p:cNvSpPr/>
            <p:nvPr/>
          </p:nvSpPr>
          <p:spPr>
            <a:xfrm>
              <a:off x="2851660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l131"/>
            <p:cNvSpPr/>
            <p:nvPr/>
          </p:nvSpPr>
          <p:spPr>
            <a:xfrm>
              <a:off x="3464437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l132"/>
            <p:cNvSpPr/>
            <p:nvPr/>
          </p:nvSpPr>
          <p:spPr>
            <a:xfrm>
              <a:off x="4077213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l133"/>
            <p:cNvSpPr/>
            <p:nvPr/>
          </p:nvSpPr>
          <p:spPr>
            <a:xfrm>
              <a:off x="4689990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pl134"/>
            <p:cNvSpPr/>
            <p:nvPr/>
          </p:nvSpPr>
          <p:spPr>
            <a:xfrm>
              <a:off x="5302766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pl135"/>
            <p:cNvSpPr/>
            <p:nvPr/>
          </p:nvSpPr>
          <p:spPr>
            <a:xfrm>
              <a:off x="5915543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pl136"/>
            <p:cNvSpPr/>
            <p:nvPr/>
          </p:nvSpPr>
          <p:spPr>
            <a:xfrm>
              <a:off x="6528319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pl137"/>
            <p:cNvSpPr/>
            <p:nvPr/>
          </p:nvSpPr>
          <p:spPr>
            <a:xfrm>
              <a:off x="7141096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tx138"/>
            <p:cNvSpPr/>
            <p:nvPr/>
          </p:nvSpPr>
          <p:spPr>
            <a:xfrm>
              <a:off x="1439844" y="5785772"/>
              <a:ext cx="37252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139" name="tx139"/>
            <p:cNvSpPr/>
            <p:nvPr/>
          </p:nvSpPr>
          <p:spPr>
            <a:xfrm>
              <a:off x="2055638" y="5785772"/>
              <a:ext cx="36649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140" name="tx140"/>
            <p:cNvSpPr/>
            <p:nvPr/>
          </p:nvSpPr>
          <p:spPr>
            <a:xfrm>
              <a:off x="2671569" y="5785772"/>
              <a:ext cx="36018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141" name="tx141"/>
            <p:cNvSpPr/>
            <p:nvPr/>
          </p:nvSpPr>
          <p:spPr>
            <a:xfrm>
              <a:off x="3275019" y="5785772"/>
              <a:ext cx="3788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3834897" y="5785772"/>
              <a:ext cx="48463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4438438" y="5785772"/>
              <a:ext cx="50310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144" name="tx144"/>
            <p:cNvSpPr/>
            <p:nvPr/>
          </p:nvSpPr>
          <p:spPr>
            <a:xfrm>
              <a:off x="5107222" y="5785772"/>
              <a:ext cx="39108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5716844" y="5785772"/>
              <a:ext cx="39739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6292313" y="5785772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6895854" y="5785772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148" name="rc148"/>
            <p:cNvSpPr/>
            <p:nvPr/>
          </p:nvSpPr>
          <p:spPr>
            <a:xfrm>
              <a:off x="7647940" y="1953896"/>
              <a:ext cx="969270" cy="166494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9" name="tx149"/>
            <p:cNvSpPr/>
            <p:nvPr/>
          </p:nvSpPr>
          <p:spPr>
            <a:xfrm>
              <a:off x="7717529" y="2043144"/>
              <a:ext cx="830092" cy="12755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Euclidean 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7717529" y="2235168"/>
              <a:ext cx="691560" cy="12755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Distance</a:t>
              </a:r>
            </a:p>
          </p:txBody>
        </p:sp>
        <p:pic>
          <p:nvPicPr>
            <p:cNvPr id="151" name="pic15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717529" y="2451976"/>
              <a:ext cx="219455" cy="1097280"/>
            </a:xfrm>
            <a:prstGeom prst="rect">
              <a:avLst/>
            </a:prstGeom>
          </p:spPr>
        </p:pic>
        <p:sp>
          <p:nvSpPr>
            <p:cNvPr id="152" name="pl152"/>
            <p:cNvSpPr/>
            <p:nvPr/>
          </p:nvSpPr>
          <p:spPr>
            <a:xfrm>
              <a:off x="7893094" y="354742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pl153"/>
            <p:cNvSpPr/>
            <p:nvPr/>
          </p:nvSpPr>
          <p:spPr>
            <a:xfrm>
              <a:off x="7893094" y="336515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pl154"/>
            <p:cNvSpPr/>
            <p:nvPr/>
          </p:nvSpPr>
          <p:spPr>
            <a:xfrm>
              <a:off x="7893094" y="318288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pl155"/>
            <p:cNvSpPr/>
            <p:nvPr/>
          </p:nvSpPr>
          <p:spPr>
            <a:xfrm>
              <a:off x="7893094" y="300061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pl156"/>
            <p:cNvSpPr/>
            <p:nvPr/>
          </p:nvSpPr>
          <p:spPr>
            <a:xfrm>
              <a:off x="7893094" y="281834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pl157"/>
            <p:cNvSpPr/>
            <p:nvPr/>
          </p:nvSpPr>
          <p:spPr>
            <a:xfrm>
              <a:off x="7893094" y="263607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pl158"/>
            <p:cNvSpPr/>
            <p:nvPr/>
          </p:nvSpPr>
          <p:spPr>
            <a:xfrm>
              <a:off x="7893094" y="245380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pl159"/>
            <p:cNvSpPr/>
            <p:nvPr/>
          </p:nvSpPr>
          <p:spPr>
            <a:xfrm>
              <a:off x="7717529" y="354742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pl160"/>
            <p:cNvSpPr/>
            <p:nvPr/>
          </p:nvSpPr>
          <p:spPr>
            <a:xfrm>
              <a:off x="7717529" y="336515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pl161"/>
            <p:cNvSpPr/>
            <p:nvPr/>
          </p:nvSpPr>
          <p:spPr>
            <a:xfrm>
              <a:off x="7717529" y="318288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pl162"/>
            <p:cNvSpPr/>
            <p:nvPr/>
          </p:nvSpPr>
          <p:spPr>
            <a:xfrm>
              <a:off x="7717529" y="300061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pl163"/>
            <p:cNvSpPr/>
            <p:nvPr/>
          </p:nvSpPr>
          <p:spPr>
            <a:xfrm>
              <a:off x="7717529" y="281834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pl164"/>
            <p:cNvSpPr/>
            <p:nvPr/>
          </p:nvSpPr>
          <p:spPr>
            <a:xfrm>
              <a:off x="7717529" y="263607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pl165"/>
            <p:cNvSpPr/>
            <p:nvPr/>
          </p:nvSpPr>
          <p:spPr>
            <a:xfrm>
              <a:off x="7717529" y="245380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tx166"/>
            <p:cNvSpPr/>
            <p:nvPr/>
          </p:nvSpPr>
          <p:spPr>
            <a:xfrm>
              <a:off x="8006574" y="3507376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8006574" y="3325106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8006574" y="3142836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8006574" y="2960565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8006574" y="2778295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8006574" y="2596024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8006574" y="2413754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1258441" y="1669789"/>
              <a:ext cx="5348599" cy="16395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 (Abiotic Only) between Sites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1" name="Group 200">
            <a:extLst>
              <a:ext uri="{FF2B5EF4-FFF2-40B4-BE49-F238E27FC236}">
                <a16:creationId xmlns:a16="http://schemas.microsoft.com/office/drawing/2014/main" id="{8B639C3E-F550-D290-3476-66B190C0EBA6}"/>
              </a:ext>
            </a:extLst>
          </p:cNvPr>
          <p:cNvGrpSpPr/>
          <p:nvPr/>
        </p:nvGrpSpPr>
        <p:grpSpPr>
          <a:xfrm>
            <a:off x="1542547" y="1999862"/>
            <a:ext cx="5682109" cy="3677314"/>
            <a:chOff x="1542547" y="1999862"/>
            <a:chExt cx="5682109" cy="3677314"/>
          </a:xfrm>
        </p:grpSpPr>
        <p:sp>
          <p:nvSpPr>
            <p:cNvPr id="140" name="rc6">
              <a:extLst>
                <a:ext uri="{FF2B5EF4-FFF2-40B4-BE49-F238E27FC236}">
                  <a16:creationId xmlns:a16="http://schemas.microsoft.com/office/drawing/2014/main" id="{D7E2C5AC-A0A0-3FC0-38F7-05020B0E8E0C}"/>
                </a:ext>
              </a:extLst>
            </p:cNvPr>
            <p:cNvSpPr/>
            <p:nvPr/>
          </p:nvSpPr>
          <p:spPr>
            <a:xfrm>
              <a:off x="1542547" y="2459526"/>
              <a:ext cx="2841054" cy="459664"/>
            </a:xfrm>
            <a:prstGeom prst="rect">
              <a:avLst/>
            </a:prstGeom>
            <a:solidFill>
              <a:srgbClr val="3690A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rc7">
              <a:extLst>
                <a:ext uri="{FF2B5EF4-FFF2-40B4-BE49-F238E27FC236}">
                  <a16:creationId xmlns:a16="http://schemas.microsoft.com/office/drawing/2014/main" id="{AC495F43-FA67-6901-2D1F-0F4C94B45D64}"/>
                </a:ext>
              </a:extLst>
            </p:cNvPr>
            <p:cNvSpPr/>
            <p:nvPr/>
          </p:nvSpPr>
          <p:spPr>
            <a:xfrm>
              <a:off x="1542547" y="3838519"/>
              <a:ext cx="2841054" cy="459664"/>
            </a:xfrm>
            <a:prstGeom prst="rect">
              <a:avLst/>
            </a:prstGeom>
            <a:solidFill>
              <a:srgbClr val="A3E2C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rc8">
              <a:extLst>
                <a:ext uri="{FF2B5EF4-FFF2-40B4-BE49-F238E27FC236}">
                  <a16:creationId xmlns:a16="http://schemas.microsoft.com/office/drawing/2014/main" id="{E16CDBF0-CAAC-1A96-A27C-16BA91BC83EC}"/>
                </a:ext>
              </a:extLst>
            </p:cNvPr>
            <p:cNvSpPr/>
            <p:nvPr/>
          </p:nvSpPr>
          <p:spPr>
            <a:xfrm>
              <a:off x="1542547" y="1999862"/>
              <a:ext cx="2841054" cy="459664"/>
            </a:xfrm>
            <a:prstGeom prst="rect">
              <a:avLst/>
            </a:prstGeom>
            <a:solidFill>
              <a:srgbClr val="2E2241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rc9">
              <a:extLst>
                <a:ext uri="{FF2B5EF4-FFF2-40B4-BE49-F238E27FC236}">
                  <a16:creationId xmlns:a16="http://schemas.microsoft.com/office/drawing/2014/main" id="{ED012840-8BDF-7155-4E41-648E1F1F53D4}"/>
                </a:ext>
              </a:extLst>
            </p:cNvPr>
            <p:cNvSpPr/>
            <p:nvPr/>
          </p:nvSpPr>
          <p:spPr>
            <a:xfrm>
              <a:off x="1542547" y="2919191"/>
              <a:ext cx="2841054" cy="459664"/>
            </a:xfrm>
            <a:prstGeom prst="rect">
              <a:avLst/>
            </a:prstGeom>
            <a:solidFill>
              <a:srgbClr val="5CC8AC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rc10">
              <a:extLst>
                <a:ext uri="{FF2B5EF4-FFF2-40B4-BE49-F238E27FC236}">
                  <a16:creationId xmlns:a16="http://schemas.microsoft.com/office/drawing/2014/main" id="{AE7D5479-ACD7-8E18-03A8-44968DD21F22}"/>
                </a:ext>
              </a:extLst>
            </p:cNvPr>
            <p:cNvSpPr/>
            <p:nvPr/>
          </p:nvSpPr>
          <p:spPr>
            <a:xfrm>
              <a:off x="1542547" y="4298183"/>
              <a:ext cx="2841054" cy="459664"/>
            </a:xfrm>
            <a:prstGeom prst="rect">
              <a:avLst/>
            </a:prstGeom>
            <a:solidFill>
              <a:srgbClr val="33264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rc11">
              <a:extLst>
                <a:ext uri="{FF2B5EF4-FFF2-40B4-BE49-F238E27FC236}">
                  <a16:creationId xmlns:a16="http://schemas.microsoft.com/office/drawing/2014/main" id="{BE0BDE74-DE28-77A6-8260-AF376B68FD25}"/>
                </a:ext>
              </a:extLst>
            </p:cNvPr>
            <p:cNvSpPr/>
            <p:nvPr/>
          </p:nvSpPr>
          <p:spPr>
            <a:xfrm>
              <a:off x="1542547" y="4757847"/>
              <a:ext cx="2841054" cy="459664"/>
            </a:xfrm>
            <a:prstGeom prst="rect">
              <a:avLst/>
            </a:prstGeom>
            <a:solidFill>
              <a:srgbClr val="3983A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rc12">
              <a:extLst>
                <a:ext uri="{FF2B5EF4-FFF2-40B4-BE49-F238E27FC236}">
                  <a16:creationId xmlns:a16="http://schemas.microsoft.com/office/drawing/2014/main" id="{21B15F4A-D54A-5235-FA46-4061221CDE0B}"/>
                </a:ext>
              </a:extLst>
            </p:cNvPr>
            <p:cNvSpPr/>
            <p:nvPr/>
          </p:nvSpPr>
          <p:spPr>
            <a:xfrm>
              <a:off x="1542547" y="5217512"/>
              <a:ext cx="2841054" cy="459664"/>
            </a:xfrm>
            <a:prstGeom prst="rect">
              <a:avLst/>
            </a:prstGeom>
            <a:solidFill>
              <a:srgbClr val="3B3E6F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rc13">
              <a:extLst>
                <a:ext uri="{FF2B5EF4-FFF2-40B4-BE49-F238E27FC236}">
                  <a16:creationId xmlns:a16="http://schemas.microsoft.com/office/drawing/2014/main" id="{5E67CF3A-0FA9-C6E8-5F27-9E49E5287C4A}"/>
                </a:ext>
              </a:extLst>
            </p:cNvPr>
            <p:cNvSpPr/>
            <p:nvPr/>
          </p:nvSpPr>
          <p:spPr>
            <a:xfrm>
              <a:off x="1542547" y="3378855"/>
              <a:ext cx="2841054" cy="459664"/>
            </a:xfrm>
            <a:prstGeom prst="rect">
              <a:avLst/>
            </a:prstGeom>
            <a:solidFill>
              <a:srgbClr val="BFEBD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rc14">
              <a:extLst>
                <a:ext uri="{FF2B5EF4-FFF2-40B4-BE49-F238E27FC236}">
                  <a16:creationId xmlns:a16="http://schemas.microsoft.com/office/drawing/2014/main" id="{EFF0688A-D753-F67C-01B0-C4D3A58B754E}"/>
                </a:ext>
              </a:extLst>
            </p:cNvPr>
            <p:cNvSpPr/>
            <p:nvPr/>
          </p:nvSpPr>
          <p:spPr>
            <a:xfrm>
              <a:off x="4383602" y="4298183"/>
              <a:ext cx="2841054" cy="459664"/>
            </a:xfrm>
            <a:prstGeom prst="rect">
              <a:avLst/>
            </a:prstGeom>
            <a:solidFill>
              <a:srgbClr val="3A5A9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rc15">
              <a:extLst>
                <a:ext uri="{FF2B5EF4-FFF2-40B4-BE49-F238E27FC236}">
                  <a16:creationId xmlns:a16="http://schemas.microsoft.com/office/drawing/2014/main" id="{FA7728C4-FFEF-A6FF-2F55-A2DA44D4384B}"/>
                </a:ext>
              </a:extLst>
            </p:cNvPr>
            <p:cNvSpPr/>
            <p:nvPr/>
          </p:nvSpPr>
          <p:spPr>
            <a:xfrm>
              <a:off x="4383602" y="2919191"/>
              <a:ext cx="2841054" cy="459664"/>
            </a:xfrm>
            <a:prstGeom prst="rect">
              <a:avLst/>
            </a:prstGeom>
            <a:solidFill>
              <a:srgbClr val="C3ECD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rc16">
              <a:extLst>
                <a:ext uri="{FF2B5EF4-FFF2-40B4-BE49-F238E27FC236}">
                  <a16:creationId xmlns:a16="http://schemas.microsoft.com/office/drawing/2014/main" id="{D838742B-3A51-C301-573A-89C9E0E1A33B}"/>
                </a:ext>
              </a:extLst>
            </p:cNvPr>
            <p:cNvSpPr/>
            <p:nvPr/>
          </p:nvSpPr>
          <p:spPr>
            <a:xfrm>
              <a:off x="4383602" y="3378855"/>
              <a:ext cx="2841054" cy="459664"/>
            </a:xfrm>
            <a:prstGeom prst="rect">
              <a:avLst/>
            </a:prstGeom>
            <a:solidFill>
              <a:srgbClr val="54BCA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rc17">
              <a:extLst>
                <a:ext uri="{FF2B5EF4-FFF2-40B4-BE49-F238E27FC236}">
                  <a16:creationId xmlns:a16="http://schemas.microsoft.com/office/drawing/2014/main" id="{B212BDEE-E9A3-87B8-71CC-7171AF1890AB}"/>
                </a:ext>
              </a:extLst>
            </p:cNvPr>
            <p:cNvSpPr/>
            <p:nvPr/>
          </p:nvSpPr>
          <p:spPr>
            <a:xfrm>
              <a:off x="4383602" y="5217512"/>
              <a:ext cx="2841054" cy="459664"/>
            </a:xfrm>
            <a:prstGeom prst="rect">
              <a:avLst/>
            </a:prstGeom>
            <a:solidFill>
              <a:srgbClr val="395E9C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rc18">
              <a:extLst>
                <a:ext uri="{FF2B5EF4-FFF2-40B4-BE49-F238E27FC236}">
                  <a16:creationId xmlns:a16="http://schemas.microsoft.com/office/drawing/2014/main" id="{FA3F5F7B-B3D5-41C2-A99E-B962027F9397}"/>
                </a:ext>
              </a:extLst>
            </p:cNvPr>
            <p:cNvSpPr/>
            <p:nvPr/>
          </p:nvSpPr>
          <p:spPr>
            <a:xfrm>
              <a:off x="4383602" y="3838519"/>
              <a:ext cx="2841054" cy="459664"/>
            </a:xfrm>
            <a:prstGeom prst="rect">
              <a:avLst/>
            </a:prstGeom>
            <a:solidFill>
              <a:srgbClr val="83D8B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rc19">
              <a:extLst>
                <a:ext uri="{FF2B5EF4-FFF2-40B4-BE49-F238E27FC236}">
                  <a16:creationId xmlns:a16="http://schemas.microsoft.com/office/drawing/2014/main" id="{B7636634-BC0F-C1ED-A074-7FE551F7039B}"/>
                </a:ext>
              </a:extLst>
            </p:cNvPr>
            <p:cNvSpPr/>
            <p:nvPr/>
          </p:nvSpPr>
          <p:spPr>
            <a:xfrm>
              <a:off x="4383602" y="4757847"/>
              <a:ext cx="2841054" cy="459664"/>
            </a:xfrm>
            <a:prstGeom prst="rect">
              <a:avLst/>
            </a:prstGeom>
            <a:solidFill>
              <a:srgbClr val="3A7AA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rc20">
              <a:extLst>
                <a:ext uri="{FF2B5EF4-FFF2-40B4-BE49-F238E27FC236}">
                  <a16:creationId xmlns:a16="http://schemas.microsoft.com/office/drawing/2014/main" id="{3AC85BE2-F56B-7ED4-29B7-63CB2887EA99}"/>
                </a:ext>
              </a:extLst>
            </p:cNvPr>
            <p:cNvSpPr/>
            <p:nvPr/>
          </p:nvSpPr>
          <p:spPr>
            <a:xfrm>
              <a:off x="4383602" y="1999862"/>
              <a:ext cx="2841054" cy="459664"/>
            </a:xfrm>
            <a:prstGeom prst="rect">
              <a:avLst/>
            </a:prstGeom>
            <a:solidFill>
              <a:srgbClr val="3B53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rc21">
              <a:extLst>
                <a:ext uri="{FF2B5EF4-FFF2-40B4-BE49-F238E27FC236}">
                  <a16:creationId xmlns:a16="http://schemas.microsoft.com/office/drawing/2014/main" id="{1024C91E-999F-F45C-1324-6F70F4AA86B6}"/>
                </a:ext>
              </a:extLst>
            </p:cNvPr>
            <p:cNvSpPr/>
            <p:nvPr/>
          </p:nvSpPr>
          <p:spPr>
            <a:xfrm>
              <a:off x="4383602" y="2459526"/>
              <a:ext cx="2841054" cy="459664"/>
            </a:xfrm>
            <a:prstGeom prst="rect">
              <a:avLst/>
            </a:prstGeom>
            <a:solidFill>
              <a:srgbClr val="4AAEA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sp>
        <p:nvSpPr>
          <p:cNvPr id="156" name="pl22">
            <a:extLst>
              <a:ext uri="{FF2B5EF4-FFF2-40B4-BE49-F238E27FC236}">
                <a16:creationId xmlns:a16="http://schemas.microsoft.com/office/drawing/2014/main" id="{F6FFBC17-EDBC-2241-276E-8FF632A9CE55}"/>
              </a:ext>
            </a:extLst>
          </p:cNvPr>
          <p:cNvSpPr/>
          <p:nvPr/>
        </p:nvSpPr>
        <p:spPr>
          <a:xfrm>
            <a:off x="1258441" y="1953896"/>
            <a:ext cx="0" cy="3769246"/>
          </a:xfrm>
          <a:custGeom>
            <a:avLst/>
            <a:gdLst/>
            <a:ahLst/>
            <a:cxnLst/>
            <a:rect l="0" t="0" r="0" b="0"/>
            <a:pathLst>
              <a:path h="3769246">
                <a:moveTo>
                  <a:pt x="0" y="3769246"/>
                </a:moveTo>
                <a:lnTo>
                  <a:pt x="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57" name="tx23">
            <a:extLst>
              <a:ext uri="{FF2B5EF4-FFF2-40B4-BE49-F238E27FC236}">
                <a16:creationId xmlns:a16="http://schemas.microsoft.com/office/drawing/2014/main" id="{3B13DE20-2558-080C-76E0-13DE9FEAC8AB}"/>
              </a:ext>
            </a:extLst>
          </p:cNvPr>
          <p:cNvSpPr/>
          <p:nvPr/>
        </p:nvSpPr>
        <p:spPr>
          <a:xfrm>
            <a:off x="823284" y="5407293"/>
            <a:ext cx="372526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W1_TX</a:t>
            </a:r>
          </a:p>
        </p:txBody>
      </p:sp>
      <p:sp>
        <p:nvSpPr>
          <p:cNvPr id="158" name="tx24">
            <a:extLst>
              <a:ext uri="{FF2B5EF4-FFF2-40B4-BE49-F238E27FC236}">
                <a16:creationId xmlns:a16="http://schemas.microsoft.com/office/drawing/2014/main" id="{52F5E92B-5389-3A87-7DCD-9EAF8A17AC3D}"/>
              </a:ext>
            </a:extLst>
          </p:cNvPr>
          <p:cNvSpPr/>
          <p:nvPr/>
        </p:nvSpPr>
        <p:spPr>
          <a:xfrm>
            <a:off x="829319" y="4947629"/>
            <a:ext cx="366491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W2_LA</a:t>
            </a:r>
          </a:p>
        </p:txBody>
      </p:sp>
      <p:sp>
        <p:nvSpPr>
          <p:cNvPr id="159" name="tx25">
            <a:extLst>
              <a:ext uri="{FF2B5EF4-FFF2-40B4-BE49-F238E27FC236}">
                <a16:creationId xmlns:a16="http://schemas.microsoft.com/office/drawing/2014/main" id="{E303564A-8C29-7388-1401-565BA50BD2B2}"/>
              </a:ext>
            </a:extLst>
          </p:cNvPr>
          <p:cNvSpPr/>
          <p:nvPr/>
        </p:nvSpPr>
        <p:spPr>
          <a:xfrm>
            <a:off x="835629" y="4487965"/>
            <a:ext cx="360182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W3_FL</a:t>
            </a:r>
          </a:p>
        </p:txBody>
      </p:sp>
      <p:sp>
        <p:nvSpPr>
          <p:cNvPr id="160" name="tx26">
            <a:extLst>
              <a:ext uri="{FF2B5EF4-FFF2-40B4-BE49-F238E27FC236}">
                <a16:creationId xmlns:a16="http://schemas.microsoft.com/office/drawing/2014/main" id="{DCCB608F-DE68-E80E-8D8B-9AE1C808F72D}"/>
              </a:ext>
            </a:extLst>
          </p:cNvPr>
          <p:cNvSpPr/>
          <p:nvPr/>
        </p:nvSpPr>
        <p:spPr>
          <a:xfrm>
            <a:off x="816975" y="4028300"/>
            <a:ext cx="3788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W4_VA</a:t>
            </a:r>
          </a:p>
        </p:txBody>
      </p:sp>
      <p:sp>
        <p:nvSpPr>
          <p:cNvPr id="161" name="tx27">
            <a:extLst>
              <a:ext uri="{FF2B5EF4-FFF2-40B4-BE49-F238E27FC236}">
                <a16:creationId xmlns:a16="http://schemas.microsoft.com/office/drawing/2014/main" id="{215CE38F-C916-7267-4948-AA6F817D26D6}"/>
              </a:ext>
            </a:extLst>
          </p:cNvPr>
          <p:cNvSpPr/>
          <p:nvPr/>
        </p:nvSpPr>
        <p:spPr>
          <a:xfrm>
            <a:off x="711179" y="3568636"/>
            <a:ext cx="484631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S1_LOLA</a:t>
            </a:r>
          </a:p>
        </p:txBody>
      </p:sp>
      <p:sp>
        <p:nvSpPr>
          <p:cNvPr id="162" name="tx28">
            <a:extLst>
              <a:ext uri="{FF2B5EF4-FFF2-40B4-BE49-F238E27FC236}">
                <a16:creationId xmlns:a16="http://schemas.microsoft.com/office/drawing/2014/main" id="{3961C3C0-F137-5871-143C-8E52D5F12440}"/>
              </a:ext>
            </a:extLst>
          </p:cNvPr>
          <p:cNvSpPr/>
          <p:nvPr/>
        </p:nvSpPr>
        <p:spPr>
          <a:xfrm>
            <a:off x="692708" y="3108972"/>
            <a:ext cx="503102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S2_DEBY</a:t>
            </a:r>
          </a:p>
        </p:txBody>
      </p:sp>
      <p:sp>
        <p:nvSpPr>
          <p:cNvPr id="163" name="tx29">
            <a:extLst>
              <a:ext uri="{FF2B5EF4-FFF2-40B4-BE49-F238E27FC236}">
                <a16:creationId xmlns:a16="http://schemas.microsoft.com/office/drawing/2014/main" id="{59427567-1135-EE6D-BCBC-2CAFDA2AE2FB}"/>
              </a:ext>
            </a:extLst>
          </p:cNvPr>
          <p:cNvSpPr/>
          <p:nvPr/>
        </p:nvSpPr>
        <p:spPr>
          <a:xfrm>
            <a:off x="804722" y="2649308"/>
            <a:ext cx="39108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W5_NH</a:t>
            </a:r>
          </a:p>
        </p:txBody>
      </p:sp>
      <p:sp>
        <p:nvSpPr>
          <p:cNvPr id="164" name="tx30">
            <a:extLst>
              <a:ext uri="{FF2B5EF4-FFF2-40B4-BE49-F238E27FC236}">
                <a16:creationId xmlns:a16="http://schemas.microsoft.com/office/drawing/2014/main" id="{927B0615-80A8-3350-679B-198C05411D27}"/>
              </a:ext>
            </a:extLst>
          </p:cNvPr>
          <p:cNvSpPr/>
          <p:nvPr/>
        </p:nvSpPr>
        <p:spPr>
          <a:xfrm>
            <a:off x="798413" y="2189644"/>
            <a:ext cx="39739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W6_ME</a:t>
            </a:r>
          </a:p>
        </p:txBody>
      </p:sp>
      <p:sp>
        <p:nvSpPr>
          <p:cNvPr id="165" name="pl31">
            <a:extLst>
              <a:ext uri="{FF2B5EF4-FFF2-40B4-BE49-F238E27FC236}">
                <a16:creationId xmlns:a16="http://schemas.microsoft.com/office/drawing/2014/main" id="{CF4B5ED5-E747-05B9-1C54-0FEDA3BE62E3}"/>
              </a:ext>
            </a:extLst>
          </p:cNvPr>
          <p:cNvSpPr/>
          <p:nvPr/>
        </p:nvSpPr>
        <p:spPr>
          <a:xfrm>
            <a:off x="1223647" y="5447344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66" name="pl32">
            <a:extLst>
              <a:ext uri="{FF2B5EF4-FFF2-40B4-BE49-F238E27FC236}">
                <a16:creationId xmlns:a16="http://schemas.microsoft.com/office/drawing/2014/main" id="{2CB9F1FF-480A-8556-1734-94C81D966425}"/>
              </a:ext>
            </a:extLst>
          </p:cNvPr>
          <p:cNvSpPr/>
          <p:nvPr/>
        </p:nvSpPr>
        <p:spPr>
          <a:xfrm>
            <a:off x="1223647" y="4987679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67" name="pl33">
            <a:extLst>
              <a:ext uri="{FF2B5EF4-FFF2-40B4-BE49-F238E27FC236}">
                <a16:creationId xmlns:a16="http://schemas.microsoft.com/office/drawing/2014/main" id="{DF6C0185-2FD3-311A-3F92-ECBFB8853B5D}"/>
              </a:ext>
            </a:extLst>
          </p:cNvPr>
          <p:cNvSpPr/>
          <p:nvPr/>
        </p:nvSpPr>
        <p:spPr>
          <a:xfrm>
            <a:off x="1223647" y="4528015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68" name="pl34">
            <a:extLst>
              <a:ext uri="{FF2B5EF4-FFF2-40B4-BE49-F238E27FC236}">
                <a16:creationId xmlns:a16="http://schemas.microsoft.com/office/drawing/2014/main" id="{1BAD6032-A34D-0866-B75D-4E6C4CD7BB99}"/>
              </a:ext>
            </a:extLst>
          </p:cNvPr>
          <p:cNvSpPr/>
          <p:nvPr/>
        </p:nvSpPr>
        <p:spPr>
          <a:xfrm>
            <a:off x="1223647" y="4068351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69" name="pl35">
            <a:extLst>
              <a:ext uri="{FF2B5EF4-FFF2-40B4-BE49-F238E27FC236}">
                <a16:creationId xmlns:a16="http://schemas.microsoft.com/office/drawing/2014/main" id="{A33CDBDF-F377-97E7-A8DC-185EA3CC8C02}"/>
              </a:ext>
            </a:extLst>
          </p:cNvPr>
          <p:cNvSpPr/>
          <p:nvPr/>
        </p:nvSpPr>
        <p:spPr>
          <a:xfrm>
            <a:off x="1223647" y="3608687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70" name="pl36">
            <a:extLst>
              <a:ext uri="{FF2B5EF4-FFF2-40B4-BE49-F238E27FC236}">
                <a16:creationId xmlns:a16="http://schemas.microsoft.com/office/drawing/2014/main" id="{8D8B8FF7-97CB-9A87-A4ED-E3C5675C3835}"/>
              </a:ext>
            </a:extLst>
          </p:cNvPr>
          <p:cNvSpPr/>
          <p:nvPr/>
        </p:nvSpPr>
        <p:spPr>
          <a:xfrm>
            <a:off x="1223647" y="3149023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71" name="pl37">
            <a:extLst>
              <a:ext uri="{FF2B5EF4-FFF2-40B4-BE49-F238E27FC236}">
                <a16:creationId xmlns:a16="http://schemas.microsoft.com/office/drawing/2014/main" id="{CFC251FA-6E95-5C2B-3F54-57EF9E906793}"/>
              </a:ext>
            </a:extLst>
          </p:cNvPr>
          <p:cNvSpPr/>
          <p:nvPr/>
        </p:nvSpPr>
        <p:spPr>
          <a:xfrm>
            <a:off x="1223647" y="2689359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72" name="pl38">
            <a:extLst>
              <a:ext uri="{FF2B5EF4-FFF2-40B4-BE49-F238E27FC236}">
                <a16:creationId xmlns:a16="http://schemas.microsoft.com/office/drawing/2014/main" id="{6530B140-0CDF-5DE7-A6A4-894FCE181907}"/>
              </a:ext>
            </a:extLst>
          </p:cNvPr>
          <p:cNvSpPr/>
          <p:nvPr/>
        </p:nvSpPr>
        <p:spPr>
          <a:xfrm>
            <a:off x="1223647" y="2229694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73" name="pl39">
            <a:extLst>
              <a:ext uri="{FF2B5EF4-FFF2-40B4-BE49-F238E27FC236}">
                <a16:creationId xmlns:a16="http://schemas.microsoft.com/office/drawing/2014/main" id="{5657A04B-5D7A-93AA-CE94-621E5560E7B5}"/>
              </a:ext>
            </a:extLst>
          </p:cNvPr>
          <p:cNvSpPr/>
          <p:nvPr/>
        </p:nvSpPr>
        <p:spPr>
          <a:xfrm>
            <a:off x="1258441" y="5723142"/>
            <a:ext cx="6250320" cy="0"/>
          </a:xfrm>
          <a:custGeom>
            <a:avLst/>
            <a:gdLst/>
            <a:ahLst/>
            <a:cxnLst/>
            <a:rect l="0" t="0" r="0" b="0"/>
            <a:pathLst>
              <a:path w="6250320">
                <a:moveTo>
                  <a:pt x="0" y="0"/>
                </a:moveTo>
                <a:lnTo>
                  <a:pt x="625032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74" name="pl40">
            <a:extLst>
              <a:ext uri="{FF2B5EF4-FFF2-40B4-BE49-F238E27FC236}">
                <a16:creationId xmlns:a16="http://schemas.microsoft.com/office/drawing/2014/main" id="{77269E80-1867-B6F0-3200-5B1597E38DBC}"/>
              </a:ext>
            </a:extLst>
          </p:cNvPr>
          <p:cNvSpPr/>
          <p:nvPr/>
        </p:nvSpPr>
        <p:spPr>
          <a:xfrm>
            <a:off x="2963074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75" name="pl41">
            <a:extLst>
              <a:ext uri="{FF2B5EF4-FFF2-40B4-BE49-F238E27FC236}">
                <a16:creationId xmlns:a16="http://schemas.microsoft.com/office/drawing/2014/main" id="{9A12AA64-EB64-3E7F-E77D-A582A4A18B9A}"/>
              </a:ext>
            </a:extLst>
          </p:cNvPr>
          <p:cNvSpPr/>
          <p:nvPr/>
        </p:nvSpPr>
        <p:spPr>
          <a:xfrm>
            <a:off x="5804129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76" name="tx42">
            <a:extLst>
              <a:ext uri="{FF2B5EF4-FFF2-40B4-BE49-F238E27FC236}">
                <a16:creationId xmlns:a16="http://schemas.microsoft.com/office/drawing/2014/main" id="{F58AD8B5-9B2D-F073-F920-D0BBA6228CA4}"/>
              </a:ext>
            </a:extLst>
          </p:cNvPr>
          <p:cNvSpPr/>
          <p:nvPr/>
        </p:nvSpPr>
        <p:spPr>
          <a:xfrm>
            <a:off x="2727067" y="5785772"/>
            <a:ext cx="472013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Lewisetta</a:t>
            </a:r>
          </a:p>
        </p:txBody>
      </p:sp>
      <p:sp>
        <p:nvSpPr>
          <p:cNvPr id="177" name="tx43">
            <a:extLst>
              <a:ext uri="{FF2B5EF4-FFF2-40B4-BE49-F238E27FC236}">
                <a16:creationId xmlns:a16="http://schemas.microsoft.com/office/drawing/2014/main" id="{59E25070-DBD1-C916-567C-82FAF4EE272A}"/>
              </a:ext>
            </a:extLst>
          </p:cNvPr>
          <p:cNvSpPr/>
          <p:nvPr/>
        </p:nvSpPr>
        <p:spPr>
          <a:xfrm>
            <a:off x="5558887" y="5785772"/>
            <a:ext cx="490484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YorkRiver</a:t>
            </a:r>
          </a:p>
        </p:txBody>
      </p:sp>
      <p:sp>
        <p:nvSpPr>
          <p:cNvPr id="178" name="rc44">
            <a:extLst>
              <a:ext uri="{FF2B5EF4-FFF2-40B4-BE49-F238E27FC236}">
                <a16:creationId xmlns:a16="http://schemas.microsoft.com/office/drawing/2014/main" id="{2DC1B912-F116-26A7-FFCA-40A462CDFE0C}"/>
              </a:ext>
            </a:extLst>
          </p:cNvPr>
          <p:cNvSpPr/>
          <p:nvPr/>
        </p:nvSpPr>
        <p:spPr>
          <a:xfrm>
            <a:off x="7647940" y="1953896"/>
            <a:ext cx="969270" cy="1664949"/>
          </a:xfrm>
          <a:prstGeom prst="rect">
            <a:avLst/>
          </a:prstGeom>
          <a:solidFill>
            <a:srgbClr val="FFFFFF">
              <a:alpha val="10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179" name="tx45">
            <a:extLst>
              <a:ext uri="{FF2B5EF4-FFF2-40B4-BE49-F238E27FC236}">
                <a16:creationId xmlns:a16="http://schemas.microsoft.com/office/drawing/2014/main" id="{4299AF46-D47E-609B-D8E8-BA2BC15C7147}"/>
              </a:ext>
            </a:extLst>
          </p:cNvPr>
          <p:cNvSpPr/>
          <p:nvPr/>
        </p:nvSpPr>
        <p:spPr>
          <a:xfrm>
            <a:off x="7717529" y="2043144"/>
            <a:ext cx="830092" cy="12755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Euclidean </a:t>
            </a:r>
          </a:p>
        </p:txBody>
      </p:sp>
      <p:sp>
        <p:nvSpPr>
          <p:cNvPr id="180" name="tx46">
            <a:extLst>
              <a:ext uri="{FF2B5EF4-FFF2-40B4-BE49-F238E27FC236}">
                <a16:creationId xmlns:a16="http://schemas.microsoft.com/office/drawing/2014/main" id="{1111D166-D401-A793-AC4D-E59239C26784}"/>
              </a:ext>
            </a:extLst>
          </p:cNvPr>
          <p:cNvSpPr/>
          <p:nvPr/>
        </p:nvSpPr>
        <p:spPr>
          <a:xfrm>
            <a:off x="7717529" y="2235168"/>
            <a:ext cx="691560" cy="12755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Distance</a:t>
            </a:r>
          </a:p>
        </p:txBody>
      </p:sp>
      <p:pic>
        <p:nvPicPr>
          <p:cNvPr id="181" name="pic47">
            <a:extLst>
              <a:ext uri="{FF2B5EF4-FFF2-40B4-BE49-F238E27FC236}">
                <a16:creationId xmlns:a16="http://schemas.microsoft.com/office/drawing/2014/main" id="{CD83E931-DAF3-2F65-FFFE-33728C5B943B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17529" y="2451976"/>
            <a:ext cx="219455" cy="1097280"/>
          </a:xfrm>
          <a:prstGeom prst="rect">
            <a:avLst/>
          </a:prstGeom>
        </p:spPr>
      </p:pic>
      <p:sp>
        <p:nvSpPr>
          <p:cNvPr id="182" name="pl48">
            <a:extLst>
              <a:ext uri="{FF2B5EF4-FFF2-40B4-BE49-F238E27FC236}">
                <a16:creationId xmlns:a16="http://schemas.microsoft.com/office/drawing/2014/main" id="{FDC82E5A-E6DB-F0B6-30A7-6732FBC3EA6C}"/>
              </a:ext>
            </a:extLst>
          </p:cNvPr>
          <p:cNvSpPr/>
          <p:nvPr/>
        </p:nvSpPr>
        <p:spPr>
          <a:xfrm>
            <a:off x="7893094" y="3547427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0" y="0"/>
                </a:moveTo>
                <a:lnTo>
                  <a:pt x="43891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83" name="pl49">
            <a:extLst>
              <a:ext uri="{FF2B5EF4-FFF2-40B4-BE49-F238E27FC236}">
                <a16:creationId xmlns:a16="http://schemas.microsoft.com/office/drawing/2014/main" id="{3AC4ED67-AF48-F134-C670-EC2A541A52E1}"/>
              </a:ext>
            </a:extLst>
          </p:cNvPr>
          <p:cNvSpPr/>
          <p:nvPr/>
        </p:nvSpPr>
        <p:spPr>
          <a:xfrm>
            <a:off x="7893094" y="3328703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0" y="0"/>
                </a:moveTo>
                <a:lnTo>
                  <a:pt x="43891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84" name="pl50">
            <a:extLst>
              <a:ext uri="{FF2B5EF4-FFF2-40B4-BE49-F238E27FC236}">
                <a16:creationId xmlns:a16="http://schemas.microsoft.com/office/drawing/2014/main" id="{8AD37098-787F-F5B8-FB52-B76F33A70504}"/>
              </a:ext>
            </a:extLst>
          </p:cNvPr>
          <p:cNvSpPr/>
          <p:nvPr/>
        </p:nvSpPr>
        <p:spPr>
          <a:xfrm>
            <a:off x="7893094" y="3109978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0" y="0"/>
                </a:moveTo>
                <a:lnTo>
                  <a:pt x="43891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85" name="pl51">
            <a:extLst>
              <a:ext uri="{FF2B5EF4-FFF2-40B4-BE49-F238E27FC236}">
                <a16:creationId xmlns:a16="http://schemas.microsoft.com/office/drawing/2014/main" id="{8DDC1A8E-82E1-15A2-72C7-1D767C263CDE}"/>
              </a:ext>
            </a:extLst>
          </p:cNvPr>
          <p:cNvSpPr/>
          <p:nvPr/>
        </p:nvSpPr>
        <p:spPr>
          <a:xfrm>
            <a:off x="7893094" y="2891254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0" y="0"/>
                </a:moveTo>
                <a:lnTo>
                  <a:pt x="43891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86" name="pl52">
            <a:extLst>
              <a:ext uri="{FF2B5EF4-FFF2-40B4-BE49-F238E27FC236}">
                <a16:creationId xmlns:a16="http://schemas.microsoft.com/office/drawing/2014/main" id="{7B4024EC-FE34-5210-45BA-B46DC5C987D2}"/>
              </a:ext>
            </a:extLst>
          </p:cNvPr>
          <p:cNvSpPr/>
          <p:nvPr/>
        </p:nvSpPr>
        <p:spPr>
          <a:xfrm>
            <a:off x="7893094" y="2672529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0" y="0"/>
                </a:moveTo>
                <a:lnTo>
                  <a:pt x="43891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87" name="pl53">
            <a:extLst>
              <a:ext uri="{FF2B5EF4-FFF2-40B4-BE49-F238E27FC236}">
                <a16:creationId xmlns:a16="http://schemas.microsoft.com/office/drawing/2014/main" id="{93EF94BD-6E6C-6AC9-613B-F13FE5750E0E}"/>
              </a:ext>
            </a:extLst>
          </p:cNvPr>
          <p:cNvSpPr/>
          <p:nvPr/>
        </p:nvSpPr>
        <p:spPr>
          <a:xfrm>
            <a:off x="7893094" y="2453805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0" y="0"/>
                </a:moveTo>
                <a:lnTo>
                  <a:pt x="43891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88" name="pl54">
            <a:extLst>
              <a:ext uri="{FF2B5EF4-FFF2-40B4-BE49-F238E27FC236}">
                <a16:creationId xmlns:a16="http://schemas.microsoft.com/office/drawing/2014/main" id="{CF460AAE-E3F8-CBAF-FA89-470655ED5374}"/>
              </a:ext>
            </a:extLst>
          </p:cNvPr>
          <p:cNvSpPr/>
          <p:nvPr/>
        </p:nvSpPr>
        <p:spPr>
          <a:xfrm>
            <a:off x="7717529" y="3547427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43891" y="0"/>
                </a:moveTo>
                <a:lnTo>
                  <a:pt x="0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89" name="pl55">
            <a:extLst>
              <a:ext uri="{FF2B5EF4-FFF2-40B4-BE49-F238E27FC236}">
                <a16:creationId xmlns:a16="http://schemas.microsoft.com/office/drawing/2014/main" id="{4C138EB5-B354-36DE-2BF4-345C21698DBE}"/>
              </a:ext>
            </a:extLst>
          </p:cNvPr>
          <p:cNvSpPr/>
          <p:nvPr/>
        </p:nvSpPr>
        <p:spPr>
          <a:xfrm>
            <a:off x="7717529" y="3328703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43891" y="0"/>
                </a:moveTo>
                <a:lnTo>
                  <a:pt x="0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90" name="pl56">
            <a:extLst>
              <a:ext uri="{FF2B5EF4-FFF2-40B4-BE49-F238E27FC236}">
                <a16:creationId xmlns:a16="http://schemas.microsoft.com/office/drawing/2014/main" id="{3C7FD49C-AA1D-C93F-653C-1F95E2ADDDC6}"/>
              </a:ext>
            </a:extLst>
          </p:cNvPr>
          <p:cNvSpPr/>
          <p:nvPr/>
        </p:nvSpPr>
        <p:spPr>
          <a:xfrm>
            <a:off x="7717529" y="3109978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43891" y="0"/>
                </a:moveTo>
                <a:lnTo>
                  <a:pt x="0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91" name="pl57">
            <a:extLst>
              <a:ext uri="{FF2B5EF4-FFF2-40B4-BE49-F238E27FC236}">
                <a16:creationId xmlns:a16="http://schemas.microsoft.com/office/drawing/2014/main" id="{80E7DA4C-9AE2-55E8-205C-5B20C3509010}"/>
              </a:ext>
            </a:extLst>
          </p:cNvPr>
          <p:cNvSpPr/>
          <p:nvPr/>
        </p:nvSpPr>
        <p:spPr>
          <a:xfrm>
            <a:off x="7717529" y="2891254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43891" y="0"/>
                </a:moveTo>
                <a:lnTo>
                  <a:pt x="0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92" name="pl58">
            <a:extLst>
              <a:ext uri="{FF2B5EF4-FFF2-40B4-BE49-F238E27FC236}">
                <a16:creationId xmlns:a16="http://schemas.microsoft.com/office/drawing/2014/main" id="{F0F5D998-DFFC-5FF6-09B8-838A00DF24C5}"/>
              </a:ext>
            </a:extLst>
          </p:cNvPr>
          <p:cNvSpPr/>
          <p:nvPr/>
        </p:nvSpPr>
        <p:spPr>
          <a:xfrm>
            <a:off x="7717529" y="2672529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43891" y="0"/>
                </a:moveTo>
                <a:lnTo>
                  <a:pt x="0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93" name="pl59">
            <a:extLst>
              <a:ext uri="{FF2B5EF4-FFF2-40B4-BE49-F238E27FC236}">
                <a16:creationId xmlns:a16="http://schemas.microsoft.com/office/drawing/2014/main" id="{5E536831-7660-CF28-6A87-3C8ADC04CB99}"/>
              </a:ext>
            </a:extLst>
          </p:cNvPr>
          <p:cNvSpPr/>
          <p:nvPr/>
        </p:nvSpPr>
        <p:spPr>
          <a:xfrm>
            <a:off x="7717529" y="2453805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43891" y="0"/>
                </a:moveTo>
                <a:lnTo>
                  <a:pt x="0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94" name="tx60">
            <a:extLst>
              <a:ext uri="{FF2B5EF4-FFF2-40B4-BE49-F238E27FC236}">
                <a16:creationId xmlns:a16="http://schemas.microsoft.com/office/drawing/2014/main" id="{5AF952A9-10C5-B46D-A2B1-9C68A639A727}"/>
              </a:ext>
            </a:extLst>
          </p:cNvPr>
          <p:cNvSpPr/>
          <p:nvPr/>
        </p:nvSpPr>
        <p:spPr>
          <a:xfrm>
            <a:off x="8006574" y="3507376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</a:t>
            </a:r>
          </a:p>
        </p:txBody>
      </p:sp>
      <p:sp>
        <p:nvSpPr>
          <p:cNvPr id="195" name="tx61">
            <a:extLst>
              <a:ext uri="{FF2B5EF4-FFF2-40B4-BE49-F238E27FC236}">
                <a16:creationId xmlns:a16="http://schemas.microsoft.com/office/drawing/2014/main" id="{8070AAA7-AF2D-92E4-2D91-F328BC0B002F}"/>
              </a:ext>
            </a:extLst>
          </p:cNvPr>
          <p:cNvSpPr/>
          <p:nvPr/>
        </p:nvSpPr>
        <p:spPr>
          <a:xfrm>
            <a:off x="8006574" y="3288652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</a:t>
            </a:r>
          </a:p>
        </p:txBody>
      </p:sp>
      <p:sp>
        <p:nvSpPr>
          <p:cNvPr id="196" name="tx62">
            <a:extLst>
              <a:ext uri="{FF2B5EF4-FFF2-40B4-BE49-F238E27FC236}">
                <a16:creationId xmlns:a16="http://schemas.microsoft.com/office/drawing/2014/main" id="{36C0AC5E-688B-79CD-F30D-EB37B31DA200}"/>
              </a:ext>
            </a:extLst>
          </p:cNvPr>
          <p:cNvSpPr/>
          <p:nvPr/>
        </p:nvSpPr>
        <p:spPr>
          <a:xfrm>
            <a:off x="8006574" y="3069927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2</a:t>
            </a:r>
          </a:p>
        </p:txBody>
      </p:sp>
      <p:sp>
        <p:nvSpPr>
          <p:cNvPr id="197" name="tx63">
            <a:extLst>
              <a:ext uri="{FF2B5EF4-FFF2-40B4-BE49-F238E27FC236}">
                <a16:creationId xmlns:a16="http://schemas.microsoft.com/office/drawing/2014/main" id="{987C6A5C-9850-94C8-4FCB-A47A27B307E5}"/>
              </a:ext>
            </a:extLst>
          </p:cNvPr>
          <p:cNvSpPr/>
          <p:nvPr/>
        </p:nvSpPr>
        <p:spPr>
          <a:xfrm>
            <a:off x="8006574" y="2851203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3</a:t>
            </a:r>
          </a:p>
        </p:txBody>
      </p:sp>
      <p:sp>
        <p:nvSpPr>
          <p:cNvPr id="198" name="tx64">
            <a:extLst>
              <a:ext uri="{FF2B5EF4-FFF2-40B4-BE49-F238E27FC236}">
                <a16:creationId xmlns:a16="http://schemas.microsoft.com/office/drawing/2014/main" id="{A7B3464F-D8F2-E437-C24D-2CE953CA006F}"/>
              </a:ext>
            </a:extLst>
          </p:cNvPr>
          <p:cNvSpPr/>
          <p:nvPr/>
        </p:nvSpPr>
        <p:spPr>
          <a:xfrm>
            <a:off x="8006574" y="2632478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4</a:t>
            </a:r>
          </a:p>
        </p:txBody>
      </p:sp>
      <p:sp>
        <p:nvSpPr>
          <p:cNvPr id="199" name="tx65">
            <a:extLst>
              <a:ext uri="{FF2B5EF4-FFF2-40B4-BE49-F238E27FC236}">
                <a16:creationId xmlns:a16="http://schemas.microsoft.com/office/drawing/2014/main" id="{C41A5372-8E1F-D338-C5C1-70A1FD09B84B}"/>
              </a:ext>
            </a:extLst>
          </p:cNvPr>
          <p:cNvSpPr/>
          <p:nvPr/>
        </p:nvSpPr>
        <p:spPr>
          <a:xfrm>
            <a:off x="8006574" y="2413754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5</a:t>
            </a:r>
          </a:p>
        </p:txBody>
      </p:sp>
      <p:sp>
        <p:nvSpPr>
          <p:cNvPr id="200" name="tx66">
            <a:extLst>
              <a:ext uri="{FF2B5EF4-FFF2-40B4-BE49-F238E27FC236}">
                <a16:creationId xmlns:a16="http://schemas.microsoft.com/office/drawing/2014/main" id="{4EBB79C9-E63E-0C54-F3E5-FDD90B3C0BB6}"/>
              </a:ext>
            </a:extLst>
          </p:cNvPr>
          <p:cNvSpPr/>
          <p:nvPr/>
        </p:nvSpPr>
        <p:spPr>
          <a:xfrm>
            <a:off x="1258441" y="1669789"/>
            <a:ext cx="5348599" cy="16395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Environmental Distance (Abiotic Only) between Sites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991BA-B295-E89C-1377-703D91999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" name="pic47">
            <a:extLst>
              <a:ext uri="{FF2B5EF4-FFF2-40B4-BE49-F238E27FC236}">
                <a16:creationId xmlns:a16="http://schemas.microsoft.com/office/drawing/2014/main" id="{06506D09-CEC5-CDDE-A5AB-E0E5EA0901E7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831206" y="2460282"/>
            <a:ext cx="219455" cy="1097280"/>
          </a:xfrm>
          <a:prstGeom prst="rect">
            <a:avLst/>
          </a:prstGeom>
        </p:spPr>
      </p:pic>
      <p:sp>
        <p:nvSpPr>
          <p:cNvPr id="22" name="pl22">
            <a:extLst>
              <a:ext uri="{FF2B5EF4-FFF2-40B4-BE49-F238E27FC236}">
                <a16:creationId xmlns:a16="http://schemas.microsoft.com/office/drawing/2014/main" id="{DFFA4832-4F33-16B8-8EB7-C1EAAD4B2114}"/>
              </a:ext>
            </a:extLst>
          </p:cNvPr>
          <p:cNvSpPr/>
          <p:nvPr/>
        </p:nvSpPr>
        <p:spPr>
          <a:xfrm>
            <a:off x="1258440" y="1953896"/>
            <a:ext cx="45719" cy="3995384"/>
          </a:xfrm>
          <a:custGeom>
            <a:avLst/>
            <a:gdLst/>
            <a:ahLst/>
            <a:cxnLst/>
            <a:rect l="0" t="0" r="0" b="0"/>
            <a:pathLst>
              <a:path h="3769246">
                <a:moveTo>
                  <a:pt x="0" y="3769246"/>
                </a:moveTo>
                <a:lnTo>
                  <a:pt x="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3" name="tx23">
            <a:extLst>
              <a:ext uri="{FF2B5EF4-FFF2-40B4-BE49-F238E27FC236}">
                <a16:creationId xmlns:a16="http://schemas.microsoft.com/office/drawing/2014/main" id="{B6556840-C70C-1D5D-8F2A-9B389486F209}"/>
              </a:ext>
            </a:extLst>
          </p:cNvPr>
          <p:cNvSpPr/>
          <p:nvPr/>
        </p:nvSpPr>
        <p:spPr>
          <a:xfrm>
            <a:off x="742136" y="5229200"/>
            <a:ext cx="372526" cy="7661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W1</a:t>
            </a: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-</a:t>
            </a: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TX</a:t>
            </a:r>
          </a:p>
        </p:txBody>
      </p:sp>
      <p:sp>
        <p:nvSpPr>
          <p:cNvPr id="24" name="tx24">
            <a:extLst>
              <a:ext uri="{FF2B5EF4-FFF2-40B4-BE49-F238E27FC236}">
                <a16:creationId xmlns:a16="http://schemas.microsoft.com/office/drawing/2014/main" id="{82B5B0C8-875C-A210-9E26-9EA032C12166}"/>
              </a:ext>
            </a:extLst>
          </p:cNvPr>
          <p:cNvSpPr/>
          <p:nvPr/>
        </p:nvSpPr>
        <p:spPr>
          <a:xfrm>
            <a:off x="748171" y="4797152"/>
            <a:ext cx="366491" cy="7661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W2</a:t>
            </a: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-</a:t>
            </a: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LA</a:t>
            </a:r>
          </a:p>
        </p:txBody>
      </p:sp>
      <p:sp>
        <p:nvSpPr>
          <p:cNvPr id="25" name="tx25">
            <a:extLst>
              <a:ext uri="{FF2B5EF4-FFF2-40B4-BE49-F238E27FC236}">
                <a16:creationId xmlns:a16="http://schemas.microsoft.com/office/drawing/2014/main" id="{E2CDEDCA-C271-5451-73AD-AF8E8BE75D58}"/>
              </a:ext>
            </a:extLst>
          </p:cNvPr>
          <p:cNvSpPr/>
          <p:nvPr/>
        </p:nvSpPr>
        <p:spPr>
          <a:xfrm>
            <a:off x="754481" y="4365104"/>
            <a:ext cx="360182" cy="7661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W3</a:t>
            </a: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-</a:t>
            </a: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FL</a:t>
            </a:r>
          </a:p>
        </p:txBody>
      </p:sp>
      <p:sp>
        <p:nvSpPr>
          <p:cNvPr id="26" name="tx26">
            <a:extLst>
              <a:ext uri="{FF2B5EF4-FFF2-40B4-BE49-F238E27FC236}">
                <a16:creationId xmlns:a16="http://schemas.microsoft.com/office/drawing/2014/main" id="{0EE99F72-65D9-83DB-EC50-8DA26DCB70BA}"/>
              </a:ext>
            </a:extLst>
          </p:cNvPr>
          <p:cNvSpPr/>
          <p:nvPr/>
        </p:nvSpPr>
        <p:spPr>
          <a:xfrm>
            <a:off x="735827" y="3933056"/>
            <a:ext cx="378835" cy="7661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W4</a:t>
            </a: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-</a:t>
            </a: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VA</a:t>
            </a:r>
          </a:p>
        </p:txBody>
      </p:sp>
      <p:sp>
        <p:nvSpPr>
          <p:cNvPr id="27" name="tx27">
            <a:extLst>
              <a:ext uri="{FF2B5EF4-FFF2-40B4-BE49-F238E27FC236}">
                <a16:creationId xmlns:a16="http://schemas.microsoft.com/office/drawing/2014/main" id="{A53D911D-CCE8-0683-0514-8404763E6ABB}"/>
              </a:ext>
            </a:extLst>
          </p:cNvPr>
          <p:cNvSpPr/>
          <p:nvPr/>
        </p:nvSpPr>
        <p:spPr>
          <a:xfrm>
            <a:off x="630031" y="3501008"/>
            <a:ext cx="484631" cy="7661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S1</a:t>
            </a: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-</a:t>
            </a: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LOLA</a:t>
            </a:r>
          </a:p>
        </p:txBody>
      </p:sp>
      <p:sp>
        <p:nvSpPr>
          <p:cNvPr id="28" name="tx28">
            <a:extLst>
              <a:ext uri="{FF2B5EF4-FFF2-40B4-BE49-F238E27FC236}">
                <a16:creationId xmlns:a16="http://schemas.microsoft.com/office/drawing/2014/main" id="{A78EFA7E-42EB-4622-AA00-F0CF74066C4E}"/>
              </a:ext>
            </a:extLst>
          </p:cNvPr>
          <p:cNvSpPr/>
          <p:nvPr/>
        </p:nvSpPr>
        <p:spPr>
          <a:xfrm>
            <a:off x="611560" y="3068960"/>
            <a:ext cx="503102" cy="7661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S2</a:t>
            </a: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-</a:t>
            </a: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DEBY</a:t>
            </a:r>
          </a:p>
        </p:txBody>
      </p:sp>
      <p:sp>
        <p:nvSpPr>
          <p:cNvPr id="29" name="tx29">
            <a:extLst>
              <a:ext uri="{FF2B5EF4-FFF2-40B4-BE49-F238E27FC236}">
                <a16:creationId xmlns:a16="http://schemas.microsoft.com/office/drawing/2014/main" id="{C35932CF-0063-372F-059A-05402E43A70A}"/>
              </a:ext>
            </a:extLst>
          </p:cNvPr>
          <p:cNvSpPr/>
          <p:nvPr/>
        </p:nvSpPr>
        <p:spPr>
          <a:xfrm>
            <a:off x="723574" y="2636912"/>
            <a:ext cx="391088" cy="7661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W5</a:t>
            </a: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-</a:t>
            </a: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NH</a:t>
            </a:r>
          </a:p>
        </p:txBody>
      </p:sp>
      <p:sp>
        <p:nvSpPr>
          <p:cNvPr id="30" name="tx30">
            <a:extLst>
              <a:ext uri="{FF2B5EF4-FFF2-40B4-BE49-F238E27FC236}">
                <a16:creationId xmlns:a16="http://schemas.microsoft.com/office/drawing/2014/main" id="{BFB94C9A-085C-E8B5-8EC6-FE7F9504E83E}"/>
              </a:ext>
            </a:extLst>
          </p:cNvPr>
          <p:cNvSpPr/>
          <p:nvPr/>
        </p:nvSpPr>
        <p:spPr>
          <a:xfrm>
            <a:off x="717265" y="2189644"/>
            <a:ext cx="397398" cy="7661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W6</a:t>
            </a: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-</a:t>
            </a: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ME</a:t>
            </a:r>
          </a:p>
        </p:txBody>
      </p:sp>
      <p:sp>
        <p:nvSpPr>
          <p:cNvPr id="31" name="pl31">
            <a:extLst>
              <a:ext uri="{FF2B5EF4-FFF2-40B4-BE49-F238E27FC236}">
                <a16:creationId xmlns:a16="http://schemas.microsoft.com/office/drawing/2014/main" id="{1681C8FB-EAA2-306A-8ABB-4A100F3F34BA}"/>
              </a:ext>
            </a:extLst>
          </p:cNvPr>
          <p:cNvSpPr/>
          <p:nvPr/>
        </p:nvSpPr>
        <p:spPr>
          <a:xfrm>
            <a:off x="1223647" y="5229200"/>
            <a:ext cx="34794" cy="45719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32" name="pl32">
            <a:extLst>
              <a:ext uri="{FF2B5EF4-FFF2-40B4-BE49-F238E27FC236}">
                <a16:creationId xmlns:a16="http://schemas.microsoft.com/office/drawing/2014/main" id="{6F794EE1-A2C5-1D53-A4A4-0EE925C56832}"/>
              </a:ext>
            </a:extLst>
          </p:cNvPr>
          <p:cNvSpPr/>
          <p:nvPr/>
        </p:nvSpPr>
        <p:spPr>
          <a:xfrm>
            <a:off x="1223647" y="4823441"/>
            <a:ext cx="34794" cy="45719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33" name="pl33">
            <a:extLst>
              <a:ext uri="{FF2B5EF4-FFF2-40B4-BE49-F238E27FC236}">
                <a16:creationId xmlns:a16="http://schemas.microsoft.com/office/drawing/2014/main" id="{9B690A21-39D2-09C3-7A0A-AE39571FC10C}"/>
              </a:ext>
            </a:extLst>
          </p:cNvPr>
          <p:cNvSpPr/>
          <p:nvPr/>
        </p:nvSpPr>
        <p:spPr>
          <a:xfrm>
            <a:off x="1223647" y="4391393"/>
            <a:ext cx="34794" cy="45719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34" name="pl34">
            <a:extLst>
              <a:ext uri="{FF2B5EF4-FFF2-40B4-BE49-F238E27FC236}">
                <a16:creationId xmlns:a16="http://schemas.microsoft.com/office/drawing/2014/main" id="{B2CA76E7-3C2A-F0FA-896D-A4FE7D8E4289}"/>
              </a:ext>
            </a:extLst>
          </p:cNvPr>
          <p:cNvSpPr/>
          <p:nvPr/>
        </p:nvSpPr>
        <p:spPr>
          <a:xfrm>
            <a:off x="1223647" y="3959345"/>
            <a:ext cx="34794" cy="45719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35" name="pl35">
            <a:extLst>
              <a:ext uri="{FF2B5EF4-FFF2-40B4-BE49-F238E27FC236}">
                <a16:creationId xmlns:a16="http://schemas.microsoft.com/office/drawing/2014/main" id="{56910875-316B-4830-3C65-0173ECA7682D}"/>
              </a:ext>
            </a:extLst>
          </p:cNvPr>
          <p:cNvSpPr/>
          <p:nvPr/>
        </p:nvSpPr>
        <p:spPr>
          <a:xfrm>
            <a:off x="1223647" y="3501008"/>
            <a:ext cx="34794" cy="45719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36" name="pl36">
            <a:extLst>
              <a:ext uri="{FF2B5EF4-FFF2-40B4-BE49-F238E27FC236}">
                <a16:creationId xmlns:a16="http://schemas.microsoft.com/office/drawing/2014/main" id="{268FF319-EB98-BBA2-39E9-580CA4B6210A}"/>
              </a:ext>
            </a:extLst>
          </p:cNvPr>
          <p:cNvSpPr/>
          <p:nvPr/>
        </p:nvSpPr>
        <p:spPr>
          <a:xfrm>
            <a:off x="1223647" y="3068960"/>
            <a:ext cx="34794" cy="45719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37" name="pl37">
            <a:extLst>
              <a:ext uri="{FF2B5EF4-FFF2-40B4-BE49-F238E27FC236}">
                <a16:creationId xmlns:a16="http://schemas.microsoft.com/office/drawing/2014/main" id="{8C98A110-20B6-3A5C-44FB-B54AD49DFC43}"/>
              </a:ext>
            </a:extLst>
          </p:cNvPr>
          <p:cNvSpPr/>
          <p:nvPr/>
        </p:nvSpPr>
        <p:spPr>
          <a:xfrm>
            <a:off x="1223647" y="2663201"/>
            <a:ext cx="34794" cy="45719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38" name="pl38">
            <a:extLst>
              <a:ext uri="{FF2B5EF4-FFF2-40B4-BE49-F238E27FC236}">
                <a16:creationId xmlns:a16="http://schemas.microsoft.com/office/drawing/2014/main" id="{937BFD05-2734-350A-D94A-ABD831DCBF8D}"/>
              </a:ext>
            </a:extLst>
          </p:cNvPr>
          <p:cNvSpPr/>
          <p:nvPr/>
        </p:nvSpPr>
        <p:spPr>
          <a:xfrm>
            <a:off x="1223647" y="2229693"/>
            <a:ext cx="34794" cy="45719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45" name="tx45">
            <a:extLst>
              <a:ext uri="{FF2B5EF4-FFF2-40B4-BE49-F238E27FC236}">
                <a16:creationId xmlns:a16="http://schemas.microsoft.com/office/drawing/2014/main" id="{8C8BC4A2-5AD4-882D-8937-EFE027AE2A5C}"/>
              </a:ext>
            </a:extLst>
          </p:cNvPr>
          <p:cNvSpPr/>
          <p:nvPr/>
        </p:nvSpPr>
        <p:spPr>
          <a:xfrm>
            <a:off x="4834958" y="2051450"/>
            <a:ext cx="830092" cy="12755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Euclidean </a:t>
            </a:r>
          </a:p>
        </p:txBody>
      </p:sp>
      <p:sp>
        <p:nvSpPr>
          <p:cNvPr id="46" name="tx46">
            <a:extLst>
              <a:ext uri="{FF2B5EF4-FFF2-40B4-BE49-F238E27FC236}">
                <a16:creationId xmlns:a16="http://schemas.microsoft.com/office/drawing/2014/main" id="{5AA69DA9-AEFE-2A91-41A5-848E1A59D0C5}"/>
              </a:ext>
            </a:extLst>
          </p:cNvPr>
          <p:cNvSpPr/>
          <p:nvPr/>
        </p:nvSpPr>
        <p:spPr>
          <a:xfrm>
            <a:off x="4834958" y="2243474"/>
            <a:ext cx="691560" cy="12755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Distance</a:t>
            </a:r>
          </a:p>
        </p:txBody>
      </p:sp>
      <p:sp>
        <p:nvSpPr>
          <p:cNvPr id="48" name="pl48">
            <a:extLst>
              <a:ext uri="{FF2B5EF4-FFF2-40B4-BE49-F238E27FC236}">
                <a16:creationId xmlns:a16="http://schemas.microsoft.com/office/drawing/2014/main" id="{C4174EB0-F324-868D-9BFE-E2E8AA9D21C8}"/>
              </a:ext>
            </a:extLst>
          </p:cNvPr>
          <p:cNvSpPr/>
          <p:nvPr/>
        </p:nvSpPr>
        <p:spPr>
          <a:xfrm>
            <a:off x="5010523" y="3555733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0" y="0"/>
                </a:moveTo>
                <a:lnTo>
                  <a:pt x="43891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49" name="pl49">
            <a:extLst>
              <a:ext uri="{FF2B5EF4-FFF2-40B4-BE49-F238E27FC236}">
                <a16:creationId xmlns:a16="http://schemas.microsoft.com/office/drawing/2014/main" id="{1EE6636E-C50A-815D-FC09-B24F804EE779}"/>
              </a:ext>
            </a:extLst>
          </p:cNvPr>
          <p:cNvSpPr/>
          <p:nvPr/>
        </p:nvSpPr>
        <p:spPr>
          <a:xfrm>
            <a:off x="5010523" y="3356893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0" y="0"/>
                </a:moveTo>
                <a:lnTo>
                  <a:pt x="43891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50" name="pl50">
            <a:extLst>
              <a:ext uri="{FF2B5EF4-FFF2-40B4-BE49-F238E27FC236}">
                <a16:creationId xmlns:a16="http://schemas.microsoft.com/office/drawing/2014/main" id="{BD82837F-50AC-9E4A-C70F-4A1D6B682AE3}"/>
              </a:ext>
            </a:extLst>
          </p:cNvPr>
          <p:cNvSpPr/>
          <p:nvPr/>
        </p:nvSpPr>
        <p:spPr>
          <a:xfrm>
            <a:off x="5010523" y="3158052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0" y="0"/>
                </a:moveTo>
                <a:lnTo>
                  <a:pt x="43891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51" name="pl51">
            <a:extLst>
              <a:ext uri="{FF2B5EF4-FFF2-40B4-BE49-F238E27FC236}">
                <a16:creationId xmlns:a16="http://schemas.microsoft.com/office/drawing/2014/main" id="{AF1BB01D-01B1-145A-27E9-63DB76DFFEB9}"/>
              </a:ext>
            </a:extLst>
          </p:cNvPr>
          <p:cNvSpPr/>
          <p:nvPr/>
        </p:nvSpPr>
        <p:spPr>
          <a:xfrm>
            <a:off x="5010523" y="2959212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0" y="0"/>
                </a:moveTo>
                <a:lnTo>
                  <a:pt x="43891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52" name="pl52">
            <a:extLst>
              <a:ext uri="{FF2B5EF4-FFF2-40B4-BE49-F238E27FC236}">
                <a16:creationId xmlns:a16="http://schemas.microsoft.com/office/drawing/2014/main" id="{600041A6-BF8B-9B74-7B4E-C2D19D375DC9}"/>
              </a:ext>
            </a:extLst>
          </p:cNvPr>
          <p:cNvSpPr/>
          <p:nvPr/>
        </p:nvSpPr>
        <p:spPr>
          <a:xfrm>
            <a:off x="5010523" y="2760371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0" y="0"/>
                </a:moveTo>
                <a:lnTo>
                  <a:pt x="43891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53" name="pl53">
            <a:extLst>
              <a:ext uri="{FF2B5EF4-FFF2-40B4-BE49-F238E27FC236}">
                <a16:creationId xmlns:a16="http://schemas.microsoft.com/office/drawing/2014/main" id="{1AB1D074-5EFD-0C20-BBB9-DA65B11E1F69}"/>
              </a:ext>
            </a:extLst>
          </p:cNvPr>
          <p:cNvSpPr/>
          <p:nvPr/>
        </p:nvSpPr>
        <p:spPr>
          <a:xfrm>
            <a:off x="5010523" y="2561531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0" y="0"/>
                </a:moveTo>
                <a:lnTo>
                  <a:pt x="43891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54" name="pl54">
            <a:extLst>
              <a:ext uri="{FF2B5EF4-FFF2-40B4-BE49-F238E27FC236}">
                <a16:creationId xmlns:a16="http://schemas.microsoft.com/office/drawing/2014/main" id="{CB834FBF-F5AE-F793-1BD5-1100F05525B4}"/>
              </a:ext>
            </a:extLst>
          </p:cNvPr>
          <p:cNvSpPr/>
          <p:nvPr/>
        </p:nvSpPr>
        <p:spPr>
          <a:xfrm>
            <a:off x="4834958" y="3555733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43891" y="0"/>
                </a:moveTo>
                <a:lnTo>
                  <a:pt x="0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5" name="pl55">
            <a:extLst>
              <a:ext uri="{FF2B5EF4-FFF2-40B4-BE49-F238E27FC236}">
                <a16:creationId xmlns:a16="http://schemas.microsoft.com/office/drawing/2014/main" id="{E63382B0-6FE4-49D3-161D-6652897617BE}"/>
              </a:ext>
            </a:extLst>
          </p:cNvPr>
          <p:cNvSpPr/>
          <p:nvPr/>
        </p:nvSpPr>
        <p:spPr>
          <a:xfrm>
            <a:off x="4834958" y="3356893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43891" y="0"/>
                </a:moveTo>
                <a:lnTo>
                  <a:pt x="0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6" name="pl56">
            <a:extLst>
              <a:ext uri="{FF2B5EF4-FFF2-40B4-BE49-F238E27FC236}">
                <a16:creationId xmlns:a16="http://schemas.microsoft.com/office/drawing/2014/main" id="{E822E580-3E4C-0426-BD43-084E2718996C}"/>
              </a:ext>
            </a:extLst>
          </p:cNvPr>
          <p:cNvSpPr/>
          <p:nvPr/>
        </p:nvSpPr>
        <p:spPr>
          <a:xfrm>
            <a:off x="4834958" y="3158052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43891" y="0"/>
                </a:moveTo>
                <a:lnTo>
                  <a:pt x="0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7" name="pl57">
            <a:extLst>
              <a:ext uri="{FF2B5EF4-FFF2-40B4-BE49-F238E27FC236}">
                <a16:creationId xmlns:a16="http://schemas.microsoft.com/office/drawing/2014/main" id="{785EDA4E-1C43-B2F4-162E-E0FB659DE5AB}"/>
              </a:ext>
            </a:extLst>
          </p:cNvPr>
          <p:cNvSpPr/>
          <p:nvPr/>
        </p:nvSpPr>
        <p:spPr>
          <a:xfrm>
            <a:off x="4834958" y="2959212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43891" y="0"/>
                </a:moveTo>
                <a:lnTo>
                  <a:pt x="0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8" name="pl58">
            <a:extLst>
              <a:ext uri="{FF2B5EF4-FFF2-40B4-BE49-F238E27FC236}">
                <a16:creationId xmlns:a16="http://schemas.microsoft.com/office/drawing/2014/main" id="{468082EC-1A0E-F10D-C04B-66DE2612D844}"/>
              </a:ext>
            </a:extLst>
          </p:cNvPr>
          <p:cNvSpPr/>
          <p:nvPr/>
        </p:nvSpPr>
        <p:spPr>
          <a:xfrm>
            <a:off x="4834958" y="2760371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43891" y="0"/>
                </a:moveTo>
                <a:lnTo>
                  <a:pt x="0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9" name="pl59">
            <a:extLst>
              <a:ext uri="{FF2B5EF4-FFF2-40B4-BE49-F238E27FC236}">
                <a16:creationId xmlns:a16="http://schemas.microsoft.com/office/drawing/2014/main" id="{04C0E7C0-7D84-224A-B6CA-D206B447417F}"/>
              </a:ext>
            </a:extLst>
          </p:cNvPr>
          <p:cNvSpPr/>
          <p:nvPr/>
        </p:nvSpPr>
        <p:spPr>
          <a:xfrm>
            <a:off x="4834958" y="2561531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43891" y="0"/>
                </a:moveTo>
                <a:lnTo>
                  <a:pt x="0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0" name="tx60">
            <a:extLst>
              <a:ext uri="{FF2B5EF4-FFF2-40B4-BE49-F238E27FC236}">
                <a16:creationId xmlns:a16="http://schemas.microsoft.com/office/drawing/2014/main" id="{E819B38C-1F6D-9DEC-C571-BD0F5AF7B8DF}"/>
              </a:ext>
            </a:extLst>
          </p:cNvPr>
          <p:cNvSpPr/>
          <p:nvPr/>
        </p:nvSpPr>
        <p:spPr>
          <a:xfrm>
            <a:off x="5124003" y="3515682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</a:t>
            </a:r>
          </a:p>
        </p:txBody>
      </p:sp>
      <p:sp>
        <p:nvSpPr>
          <p:cNvPr id="61" name="tx61">
            <a:extLst>
              <a:ext uri="{FF2B5EF4-FFF2-40B4-BE49-F238E27FC236}">
                <a16:creationId xmlns:a16="http://schemas.microsoft.com/office/drawing/2014/main" id="{C233B00E-C551-1B91-219A-BFF9AB9AAF50}"/>
              </a:ext>
            </a:extLst>
          </p:cNvPr>
          <p:cNvSpPr/>
          <p:nvPr/>
        </p:nvSpPr>
        <p:spPr>
          <a:xfrm>
            <a:off x="5124003" y="3316842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</a:t>
            </a:r>
          </a:p>
        </p:txBody>
      </p:sp>
      <p:sp>
        <p:nvSpPr>
          <p:cNvPr id="62" name="tx62">
            <a:extLst>
              <a:ext uri="{FF2B5EF4-FFF2-40B4-BE49-F238E27FC236}">
                <a16:creationId xmlns:a16="http://schemas.microsoft.com/office/drawing/2014/main" id="{56ED2335-BFBE-44E6-1BBE-3C5ABCA93EAA}"/>
              </a:ext>
            </a:extLst>
          </p:cNvPr>
          <p:cNvSpPr/>
          <p:nvPr/>
        </p:nvSpPr>
        <p:spPr>
          <a:xfrm>
            <a:off x="5124003" y="3118002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2</a:t>
            </a:r>
          </a:p>
        </p:txBody>
      </p:sp>
      <p:sp>
        <p:nvSpPr>
          <p:cNvPr id="63" name="tx63">
            <a:extLst>
              <a:ext uri="{FF2B5EF4-FFF2-40B4-BE49-F238E27FC236}">
                <a16:creationId xmlns:a16="http://schemas.microsoft.com/office/drawing/2014/main" id="{A2827F45-AC32-F22E-2F66-F3C4FA6E66A6}"/>
              </a:ext>
            </a:extLst>
          </p:cNvPr>
          <p:cNvSpPr/>
          <p:nvPr/>
        </p:nvSpPr>
        <p:spPr>
          <a:xfrm>
            <a:off x="5124003" y="2919161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3</a:t>
            </a:r>
          </a:p>
        </p:txBody>
      </p:sp>
      <p:sp>
        <p:nvSpPr>
          <p:cNvPr id="64" name="tx64">
            <a:extLst>
              <a:ext uri="{FF2B5EF4-FFF2-40B4-BE49-F238E27FC236}">
                <a16:creationId xmlns:a16="http://schemas.microsoft.com/office/drawing/2014/main" id="{AC48D20D-7D5D-B914-F78A-2FE4DD9BC648}"/>
              </a:ext>
            </a:extLst>
          </p:cNvPr>
          <p:cNvSpPr/>
          <p:nvPr/>
        </p:nvSpPr>
        <p:spPr>
          <a:xfrm>
            <a:off x="5124003" y="2720321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4</a:t>
            </a:r>
          </a:p>
        </p:txBody>
      </p:sp>
      <p:sp>
        <p:nvSpPr>
          <p:cNvPr id="65" name="tx65">
            <a:extLst>
              <a:ext uri="{FF2B5EF4-FFF2-40B4-BE49-F238E27FC236}">
                <a16:creationId xmlns:a16="http://schemas.microsoft.com/office/drawing/2014/main" id="{55808597-9BC2-997D-17E7-9CEC357AF24F}"/>
              </a:ext>
            </a:extLst>
          </p:cNvPr>
          <p:cNvSpPr/>
          <p:nvPr/>
        </p:nvSpPr>
        <p:spPr>
          <a:xfrm>
            <a:off x="5124003" y="2521480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5</a:t>
            </a:r>
          </a:p>
        </p:txBody>
      </p:sp>
      <p:sp>
        <p:nvSpPr>
          <p:cNvPr id="66" name="tx66">
            <a:extLst>
              <a:ext uri="{FF2B5EF4-FFF2-40B4-BE49-F238E27FC236}">
                <a16:creationId xmlns:a16="http://schemas.microsoft.com/office/drawing/2014/main" id="{EA6B9518-F4FA-D675-914B-25DD4A298432}"/>
              </a:ext>
            </a:extLst>
          </p:cNvPr>
          <p:cNvSpPr/>
          <p:nvPr/>
        </p:nvSpPr>
        <p:spPr>
          <a:xfrm>
            <a:off x="1232717" y="1511880"/>
            <a:ext cx="3913174" cy="16395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8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Environmental Distance between</a:t>
            </a:r>
            <a:endParaRPr lang="en-US" sz="18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  <a:p>
            <a:pPr marL="0" marR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Source </a:t>
            </a:r>
            <a:r>
              <a:rPr sz="18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Sites</a:t>
            </a:r>
            <a:r>
              <a:rPr lang="en-US" sz="18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and Common Gardens</a:t>
            </a:r>
            <a:endParaRPr sz="18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grpSp>
        <p:nvGrpSpPr>
          <p:cNvPr id="90" name="Group 89">
            <a:extLst>
              <a:ext uri="{FF2B5EF4-FFF2-40B4-BE49-F238E27FC236}">
                <a16:creationId xmlns:a16="http://schemas.microsoft.com/office/drawing/2014/main" id="{818EC423-DDF7-5469-CC7F-6DA701DE3D0A}"/>
              </a:ext>
            </a:extLst>
          </p:cNvPr>
          <p:cNvGrpSpPr/>
          <p:nvPr/>
        </p:nvGrpSpPr>
        <p:grpSpPr>
          <a:xfrm>
            <a:off x="1258441" y="5949280"/>
            <a:ext cx="3209171" cy="367029"/>
            <a:chOff x="1258441" y="5723141"/>
            <a:chExt cx="3209171" cy="367029"/>
          </a:xfrm>
        </p:grpSpPr>
        <p:sp>
          <p:nvSpPr>
            <p:cNvPr id="39" name="pl39">
              <a:extLst>
                <a:ext uri="{FF2B5EF4-FFF2-40B4-BE49-F238E27FC236}">
                  <a16:creationId xmlns:a16="http://schemas.microsoft.com/office/drawing/2014/main" id="{B84F8991-5557-8B83-3EEE-A82D2840D6DB}"/>
                </a:ext>
              </a:extLst>
            </p:cNvPr>
            <p:cNvSpPr/>
            <p:nvPr/>
          </p:nvSpPr>
          <p:spPr>
            <a:xfrm>
              <a:off x="1258441" y="5723141"/>
              <a:ext cx="3209171" cy="45719"/>
            </a:xfrm>
            <a:custGeom>
              <a:avLst/>
              <a:gdLst/>
              <a:ahLst/>
              <a:cxnLst/>
              <a:rect l="0" t="0" r="0" b="0"/>
              <a:pathLst>
                <a:path w="6250320">
                  <a:moveTo>
                    <a:pt x="0" y="0"/>
                  </a:moveTo>
                  <a:lnTo>
                    <a:pt x="625032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l40">
              <a:extLst>
                <a:ext uri="{FF2B5EF4-FFF2-40B4-BE49-F238E27FC236}">
                  <a16:creationId xmlns:a16="http://schemas.microsoft.com/office/drawing/2014/main" id="{39C9D6A5-08D2-CBB0-1999-A4D4D137B914}"/>
                </a:ext>
              </a:extLst>
            </p:cNvPr>
            <p:cNvSpPr/>
            <p:nvPr/>
          </p:nvSpPr>
          <p:spPr>
            <a:xfrm>
              <a:off x="1798538" y="5726833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l41">
              <a:extLst>
                <a:ext uri="{FF2B5EF4-FFF2-40B4-BE49-F238E27FC236}">
                  <a16:creationId xmlns:a16="http://schemas.microsoft.com/office/drawing/2014/main" id="{E9944194-DDA9-8273-991F-B0CF3D12CF46}"/>
                </a:ext>
              </a:extLst>
            </p:cNvPr>
            <p:cNvSpPr/>
            <p:nvPr/>
          </p:nvSpPr>
          <p:spPr>
            <a:xfrm>
              <a:off x="2294562" y="5726833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tx42">
              <a:extLst>
                <a:ext uri="{FF2B5EF4-FFF2-40B4-BE49-F238E27FC236}">
                  <a16:creationId xmlns:a16="http://schemas.microsoft.com/office/drawing/2014/main" id="{41F9FB99-CA4B-01E2-737F-C85B86F9E024}"/>
                </a:ext>
              </a:extLst>
            </p:cNvPr>
            <p:cNvSpPr/>
            <p:nvPr/>
          </p:nvSpPr>
          <p:spPr>
            <a:xfrm rot="19253098">
              <a:off x="1351279" y="6007073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43" name="tx43">
              <a:extLst>
                <a:ext uri="{FF2B5EF4-FFF2-40B4-BE49-F238E27FC236}">
                  <a16:creationId xmlns:a16="http://schemas.microsoft.com/office/drawing/2014/main" id="{23DED456-4C73-BE41-EA01-914AA0980E60}"/>
                </a:ext>
              </a:extLst>
            </p:cNvPr>
            <p:cNvSpPr/>
            <p:nvPr/>
          </p:nvSpPr>
          <p:spPr>
            <a:xfrm rot="19206501">
              <a:off x="1804304" y="6010069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</a:t>
              </a:r>
              <a:r>
                <a:rPr lang="en-US"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</a:t>
              </a: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River</a:t>
              </a:r>
            </a:p>
          </p:txBody>
        </p:sp>
        <p:sp>
          <p:nvSpPr>
            <p:cNvPr id="86" name="pl40">
              <a:extLst>
                <a:ext uri="{FF2B5EF4-FFF2-40B4-BE49-F238E27FC236}">
                  <a16:creationId xmlns:a16="http://schemas.microsoft.com/office/drawing/2014/main" id="{DAF6A2AF-00D8-3B60-49FD-295A3A58442A}"/>
                </a:ext>
              </a:extLst>
            </p:cNvPr>
            <p:cNvSpPr/>
            <p:nvPr/>
          </p:nvSpPr>
          <p:spPr>
            <a:xfrm>
              <a:off x="3550316" y="5726833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pl41">
              <a:extLst>
                <a:ext uri="{FF2B5EF4-FFF2-40B4-BE49-F238E27FC236}">
                  <a16:creationId xmlns:a16="http://schemas.microsoft.com/office/drawing/2014/main" id="{21FFD170-0A79-1E4A-9A6C-4B0AE2C939EE}"/>
                </a:ext>
              </a:extLst>
            </p:cNvPr>
            <p:cNvSpPr/>
            <p:nvPr/>
          </p:nvSpPr>
          <p:spPr>
            <a:xfrm>
              <a:off x="4046340" y="5726833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</p:grpSp>
      <p:sp>
        <p:nvSpPr>
          <p:cNvPr id="91" name="pl39">
            <a:extLst>
              <a:ext uri="{FF2B5EF4-FFF2-40B4-BE49-F238E27FC236}">
                <a16:creationId xmlns:a16="http://schemas.microsoft.com/office/drawing/2014/main" id="{56E48C28-B9A7-86C2-2114-933A7EC584A3}"/>
              </a:ext>
            </a:extLst>
          </p:cNvPr>
          <p:cNvSpPr/>
          <p:nvPr/>
        </p:nvSpPr>
        <p:spPr>
          <a:xfrm flipV="1">
            <a:off x="1563624" y="5517232"/>
            <a:ext cx="938524" cy="88183"/>
          </a:xfrm>
          <a:custGeom>
            <a:avLst/>
            <a:gdLst/>
            <a:ahLst/>
            <a:cxnLst/>
            <a:rect l="0" t="0" r="0" b="0"/>
            <a:pathLst>
              <a:path w="6250320">
                <a:moveTo>
                  <a:pt x="0" y="0"/>
                </a:moveTo>
                <a:lnTo>
                  <a:pt x="625032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92" name="pl39">
            <a:extLst>
              <a:ext uri="{FF2B5EF4-FFF2-40B4-BE49-F238E27FC236}">
                <a16:creationId xmlns:a16="http://schemas.microsoft.com/office/drawing/2014/main" id="{ED94F39D-D229-2F55-8C5A-0A6DE23483FD}"/>
              </a:ext>
            </a:extLst>
          </p:cNvPr>
          <p:cNvSpPr/>
          <p:nvPr/>
        </p:nvSpPr>
        <p:spPr>
          <a:xfrm flipV="1">
            <a:off x="3328416" y="5517232"/>
            <a:ext cx="938524" cy="88183"/>
          </a:xfrm>
          <a:custGeom>
            <a:avLst/>
            <a:gdLst/>
            <a:ahLst/>
            <a:cxnLst/>
            <a:rect l="0" t="0" r="0" b="0"/>
            <a:pathLst>
              <a:path w="6250320">
                <a:moveTo>
                  <a:pt x="0" y="0"/>
                </a:moveTo>
                <a:lnTo>
                  <a:pt x="625032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93" name="tx42">
            <a:extLst>
              <a:ext uri="{FF2B5EF4-FFF2-40B4-BE49-F238E27FC236}">
                <a16:creationId xmlns:a16="http://schemas.microsoft.com/office/drawing/2014/main" id="{C9209F99-4960-FBE7-8C98-56460B3DA7D0}"/>
              </a:ext>
            </a:extLst>
          </p:cNvPr>
          <p:cNvSpPr/>
          <p:nvPr/>
        </p:nvSpPr>
        <p:spPr>
          <a:xfrm rot="19253098">
            <a:off x="3092410" y="6236208"/>
            <a:ext cx="472013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Lewisetta</a:t>
            </a:r>
          </a:p>
        </p:txBody>
      </p:sp>
      <p:sp>
        <p:nvSpPr>
          <p:cNvPr id="94" name="tx43">
            <a:extLst>
              <a:ext uri="{FF2B5EF4-FFF2-40B4-BE49-F238E27FC236}">
                <a16:creationId xmlns:a16="http://schemas.microsoft.com/office/drawing/2014/main" id="{D0A01BFB-5107-7B99-8142-B82F06A32B82}"/>
              </a:ext>
            </a:extLst>
          </p:cNvPr>
          <p:cNvSpPr/>
          <p:nvPr/>
        </p:nvSpPr>
        <p:spPr>
          <a:xfrm rot="19206501">
            <a:off x="3552436" y="6236208"/>
            <a:ext cx="490484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York</a:t>
            </a: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</a:t>
            </a: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River</a:t>
            </a:r>
          </a:p>
        </p:txBody>
      </p:sp>
      <p:sp>
        <p:nvSpPr>
          <p:cNvPr id="95" name="tx23">
            <a:extLst>
              <a:ext uri="{FF2B5EF4-FFF2-40B4-BE49-F238E27FC236}">
                <a16:creationId xmlns:a16="http://schemas.microsoft.com/office/drawing/2014/main" id="{118E91AC-40DA-EF00-6C1A-E5D67BCA64E4}"/>
              </a:ext>
            </a:extLst>
          </p:cNvPr>
          <p:cNvSpPr/>
          <p:nvPr/>
        </p:nvSpPr>
        <p:spPr>
          <a:xfrm>
            <a:off x="1823210" y="5728647"/>
            <a:ext cx="372526" cy="7661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Biotic &amp; </a:t>
            </a:r>
          </a:p>
          <a:p>
            <a:pPr marL="0" marR="0" indent="0"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Abiotic</a:t>
            </a:r>
            <a:endParaRPr sz="11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96" name="tx23">
            <a:extLst>
              <a:ext uri="{FF2B5EF4-FFF2-40B4-BE49-F238E27FC236}">
                <a16:creationId xmlns:a16="http://schemas.microsoft.com/office/drawing/2014/main" id="{9DE1BE4D-F61A-D582-E483-380F46A88DEE}"/>
              </a:ext>
            </a:extLst>
          </p:cNvPr>
          <p:cNvSpPr/>
          <p:nvPr/>
        </p:nvSpPr>
        <p:spPr>
          <a:xfrm>
            <a:off x="3635896" y="5728647"/>
            <a:ext cx="372526" cy="7661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Abiotic</a:t>
            </a:r>
          </a:p>
          <a:p>
            <a:pPr marL="0" marR="0" indent="0"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Only</a:t>
            </a:r>
            <a:endParaRPr sz="11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B7C6AB83-C388-67CA-463F-146BA715482B}"/>
              </a:ext>
            </a:extLst>
          </p:cNvPr>
          <p:cNvGrpSpPr/>
          <p:nvPr/>
        </p:nvGrpSpPr>
        <p:grpSpPr>
          <a:xfrm>
            <a:off x="3322787" y="2044217"/>
            <a:ext cx="938525" cy="3482994"/>
            <a:chOff x="1542547" y="1999862"/>
            <a:chExt cx="5682109" cy="3677314"/>
          </a:xfrm>
        </p:grpSpPr>
        <p:sp>
          <p:nvSpPr>
            <p:cNvPr id="158" name="rc6">
              <a:extLst>
                <a:ext uri="{FF2B5EF4-FFF2-40B4-BE49-F238E27FC236}">
                  <a16:creationId xmlns:a16="http://schemas.microsoft.com/office/drawing/2014/main" id="{584B8AF5-357A-83CD-4CDE-E2EC8DFB1273}"/>
                </a:ext>
              </a:extLst>
            </p:cNvPr>
            <p:cNvSpPr/>
            <p:nvPr/>
          </p:nvSpPr>
          <p:spPr>
            <a:xfrm>
              <a:off x="1542547" y="2459526"/>
              <a:ext cx="2841054" cy="459664"/>
            </a:xfrm>
            <a:prstGeom prst="rect">
              <a:avLst/>
            </a:prstGeom>
            <a:solidFill>
              <a:srgbClr val="2B7E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rc7">
              <a:extLst>
                <a:ext uri="{FF2B5EF4-FFF2-40B4-BE49-F238E27FC236}">
                  <a16:creationId xmlns:a16="http://schemas.microsoft.com/office/drawing/2014/main" id="{B160010D-7DDB-F7E1-C237-BE65E0E7419E}"/>
                </a:ext>
              </a:extLst>
            </p:cNvPr>
            <p:cNvSpPr/>
            <p:nvPr/>
          </p:nvSpPr>
          <p:spPr>
            <a:xfrm>
              <a:off x="1542547" y="3838519"/>
              <a:ext cx="2841054" cy="459664"/>
            </a:xfrm>
            <a:prstGeom prst="rect">
              <a:avLst/>
            </a:prstGeom>
            <a:solidFill>
              <a:srgbClr val="46286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rc8">
              <a:extLst>
                <a:ext uri="{FF2B5EF4-FFF2-40B4-BE49-F238E27FC236}">
                  <a16:creationId xmlns:a16="http://schemas.microsoft.com/office/drawing/2014/main" id="{9AC98959-4061-BFC0-8460-7AB730A90F10}"/>
                </a:ext>
              </a:extLst>
            </p:cNvPr>
            <p:cNvSpPr/>
            <p:nvPr/>
          </p:nvSpPr>
          <p:spPr>
            <a:xfrm>
              <a:off x="1542547" y="1999862"/>
              <a:ext cx="2841054" cy="459664"/>
            </a:xfrm>
            <a:prstGeom prst="rect">
              <a:avLst/>
            </a:prstGeom>
            <a:solidFill>
              <a:srgbClr val="9ED74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rc9">
              <a:extLst>
                <a:ext uri="{FF2B5EF4-FFF2-40B4-BE49-F238E27FC236}">
                  <a16:creationId xmlns:a16="http://schemas.microsoft.com/office/drawing/2014/main" id="{B56E730E-764F-7FD0-77A0-80B0B10FAD3A}"/>
                </a:ext>
              </a:extLst>
            </p:cNvPr>
            <p:cNvSpPr/>
            <p:nvPr/>
          </p:nvSpPr>
          <p:spPr>
            <a:xfrm>
              <a:off x="1542547" y="2919191"/>
              <a:ext cx="2841054" cy="459664"/>
            </a:xfrm>
            <a:prstGeom prst="rect">
              <a:avLst/>
            </a:prstGeom>
            <a:solidFill>
              <a:srgbClr val="404A8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rc10">
              <a:extLst>
                <a:ext uri="{FF2B5EF4-FFF2-40B4-BE49-F238E27FC236}">
                  <a16:creationId xmlns:a16="http://schemas.microsoft.com/office/drawing/2014/main" id="{6CB08308-8B70-11EA-05AF-653D7F5BAF46}"/>
                </a:ext>
              </a:extLst>
            </p:cNvPr>
            <p:cNvSpPr/>
            <p:nvPr/>
          </p:nvSpPr>
          <p:spPr>
            <a:xfrm>
              <a:off x="1542547" y="4298183"/>
              <a:ext cx="2841054" cy="459664"/>
            </a:xfrm>
            <a:prstGeom prst="rect">
              <a:avLst/>
            </a:prstGeom>
            <a:solidFill>
              <a:srgbClr val="8BD44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rc11">
              <a:extLst>
                <a:ext uri="{FF2B5EF4-FFF2-40B4-BE49-F238E27FC236}">
                  <a16:creationId xmlns:a16="http://schemas.microsoft.com/office/drawing/2014/main" id="{A7224D25-E2F3-CEE4-F3AF-AFF05000FB18}"/>
                </a:ext>
              </a:extLst>
            </p:cNvPr>
            <p:cNvSpPr/>
            <p:nvPr/>
          </p:nvSpPr>
          <p:spPr>
            <a:xfrm>
              <a:off x="1542547" y="4757847"/>
              <a:ext cx="2841054" cy="459664"/>
            </a:xfrm>
            <a:prstGeom prst="rect">
              <a:avLst/>
            </a:prstGeom>
            <a:solidFill>
              <a:srgbClr val="2C888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rc12">
              <a:extLst>
                <a:ext uri="{FF2B5EF4-FFF2-40B4-BE49-F238E27FC236}">
                  <a16:creationId xmlns:a16="http://schemas.microsoft.com/office/drawing/2014/main" id="{EC4CA3CF-3EBE-EA13-1ACA-2EDFE826F56D}"/>
                </a:ext>
              </a:extLst>
            </p:cNvPr>
            <p:cNvSpPr/>
            <p:nvPr/>
          </p:nvSpPr>
          <p:spPr>
            <a:xfrm>
              <a:off x="1542547" y="5217512"/>
              <a:ext cx="2841054" cy="459664"/>
            </a:xfrm>
            <a:prstGeom prst="rect">
              <a:avLst/>
            </a:prstGeom>
            <a:solidFill>
              <a:srgbClr val="61C16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rc13">
              <a:extLst>
                <a:ext uri="{FF2B5EF4-FFF2-40B4-BE49-F238E27FC236}">
                  <a16:creationId xmlns:a16="http://schemas.microsoft.com/office/drawing/2014/main" id="{7B237135-6B7A-9E04-6F61-07C63FE683B5}"/>
                </a:ext>
              </a:extLst>
            </p:cNvPr>
            <p:cNvSpPr/>
            <p:nvPr/>
          </p:nvSpPr>
          <p:spPr>
            <a:xfrm>
              <a:off x="1542547" y="3378855"/>
              <a:ext cx="2841054" cy="459664"/>
            </a:xfrm>
            <a:prstGeom prst="rect">
              <a:avLst/>
            </a:prstGeom>
            <a:solidFill>
              <a:srgbClr val="451961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rc14">
              <a:extLst>
                <a:ext uri="{FF2B5EF4-FFF2-40B4-BE49-F238E27FC236}">
                  <a16:creationId xmlns:a16="http://schemas.microsoft.com/office/drawing/2014/main" id="{05DD5DF4-72BA-35B6-9FDD-1675D9DFD1EA}"/>
                </a:ext>
              </a:extLst>
            </p:cNvPr>
            <p:cNvSpPr/>
            <p:nvPr/>
          </p:nvSpPr>
          <p:spPr>
            <a:xfrm>
              <a:off x="4383602" y="4298183"/>
              <a:ext cx="2841054" cy="459664"/>
            </a:xfrm>
            <a:prstGeom prst="rect">
              <a:avLst/>
            </a:prstGeom>
            <a:solidFill>
              <a:srgbClr val="2BAA82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rc15">
              <a:extLst>
                <a:ext uri="{FF2B5EF4-FFF2-40B4-BE49-F238E27FC236}">
                  <a16:creationId xmlns:a16="http://schemas.microsoft.com/office/drawing/2014/main" id="{6BF5885E-2A50-CF1A-54CE-D3D959522C52}"/>
                </a:ext>
              </a:extLst>
            </p:cNvPr>
            <p:cNvSpPr/>
            <p:nvPr/>
          </p:nvSpPr>
          <p:spPr>
            <a:xfrm>
              <a:off x="4383602" y="2919191"/>
              <a:ext cx="2841054" cy="459664"/>
            </a:xfrm>
            <a:prstGeom prst="rect">
              <a:avLst/>
            </a:prstGeom>
            <a:solidFill>
              <a:srgbClr val="451760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rc16">
              <a:extLst>
                <a:ext uri="{FF2B5EF4-FFF2-40B4-BE49-F238E27FC236}">
                  <a16:creationId xmlns:a16="http://schemas.microsoft.com/office/drawing/2014/main" id="{025615AA-77C3-C3BB-A410-E32D972C4715}"/>
                </a:ext>
              </a:extLst>
            </p:cNvPr>
            <p:cNvSpPr/>
            <p:nvPr/>
          </p:nvSpPr>
          <p:spPr>
            <a:xfrm>
              <a:off x="4383602" y="3378855"/>
              <a:ext cx="2841054" cy="459664"/>
            </a:xfrm>
            <a:prstGeom prst="rect">
              <a:avLst/>
            </a:prstGeom>
            <a:solidFill>
              <a:srgbClr val="3E558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rc17">
              <a:extLst>
                <a:ext uri="{FF2B5EF4-FFF2-40B4-BE49-F238E27FC236}">
                  <a16:creationId xmlns:a16="http://schemas.microsoft.com/office/drawing/2014/main" id="{D74EA37A-9257-AA3B-3B1A-D5ACC4813485}"/>
                </a:ext>
              </a:extLst>
            </p:cNvPr>
            <p:cNvSpPr/>
            <p:nvPr/>
          </p:nvSpPr>
          <p:spPr>
            <a:xfrm>
              <a:off x="4383602" y="5217512"/>
              <a:ext cx="2841054" cy="459664"/>
            </a:xfrm>
            <a:prstGeom prst="rect">
              <a:avLst/>
            </a:prstGeom>
            <a:solidFill>
              <a:srgbClr val="22A78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rc18">
              <a:extLst>
                <a:ext uri="{FF2B5EF4-FFF2-40B4-BE49-F238E27FC236}">
                  <a16:creationId xmlns:a16="http://schemas.microsoft.com/office/drawing/2014/main" id="{C5A787B8-5686-41B0-EA94-66F2FE80B30B}"/>
                </a:ext>
              </a:extLst>
            </p:cNvPr>
            <p:cNvSpPr/>
            <p:nvPr/>
          </p:nvSpPr>
          <p:spPr>
            <a:xfrm>
              <a:off x="4383602" y="3838519"/>
              <a:ext cx="2841054" cy="459664"/>
            </a:xfrm>
            <a:prstGeom prst="rect">
              <a:avLst/>
            </a:prstGeom>
            <a:solidFill>
              <a:srgbClr val="44377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rc19">
              <a:extLst>
                <a:ext uri="{FF2B5EF4-FFF2-40B4-BE49-F238E27FC236}">
                  <a16:creationId xmlns:a16="http://schemas.microsoft.com/office/drawing/2014/main" id="{D26C966B-C668-273E-447D-A154C3CC11D4}"/>
                </a:ext>
              </a:extLst>
            </p:cNvPr>
            <p:cNvSpPr/>
            <p:nvPr/>
          </p:nvSpPr>
          <p:spPr>
            <a:xfrm>
              <a:off x="4383602" y="4757847"/>
              <a:ext cx="2841054" cy="459664"/>
            </a:xfrm>
            <a:prstGeom prst="rect">
              <a:avLst/>
            </a:prstGeom>
            <a:solidFill>
              <a:srgbClr val="2B8F8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rc20">
              <a:extLst>
                <a:ext uri="{FF2B5EF4-FFF2-40B4-BE49-F238E27FC236}">
                  <a16:creationId xmlns:a16="http://schemas.microsoft.com/office/drawing/2014/main" id="{C3F34443-4FA3-DB48-B80B-12AF715E1F66}"/>
                </a:ext>
              </a:extLst>
            </p:cNvPr>
            <p:cNvSpPr/>
            <p:nvPr/>
          </p:nvSpPr>
          <p:spPr>
            <a:xfrm>
              <a:off x="4383602" y="1999862"/>
              <a:ext cx="2841054" cy="459664"/>
            </a:xfrm>
            <a:prstGeom prst="rect">
              <a:avLst/>
            </a:prstGeom>
            <a:solidFill>
              <a:srgbClr val="3DAF7C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rc21">
              <a:extLst>
                <a:ext uri="{FF2B5EF4-FFF2-40B4-BE49-F238E27FC236}">
                  <a16:creationId xmlns:a16="http://schemas.microsoft.com/office/drawing/2014/main" id="{A871569F-EE27-62D8-6BDA-D063E26CC952}"/>
                </a:ext>
              </a:extLst>
            </p:cNvPr>
            <p:cNvSpPr/>
            <p:nvPr/>
          </p:nvSpPr>
          <p:spPr>
            <a:xfrm>
              <a:off x="4383602" y="2459526"/>
              <a:ext cx="2841054" cy="459664"/>
            </a:xfrm>
            <a:prstGeom prst="rect">
              <a:avLst/>
            </a:prstGeom>
            <a:solidFill>
              <a:srgbClr val="39628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091C4356-58F2-04BC-6B1E-4D8462095F91}"/>
              </a:ext>
            </a:extLst>
          </p:cNvPr>
          <p:cNvGrpSpPr/>
          <p:nvPr/>
        </p:nvGrpSpPr>
        <p:grpSpPr>
          <a:xfrm>
            <a:off x="3328417" y="2051450"/>
            <a:ext cx="938524" cy="3465782"/>
            <a:chOff x="1542547" y="1999862"/>
            <a:chExt cx="5682109" cy="3677314"/>
          </a:xfrm>
        </p:grpSpPr>
        <p:sp>
          <p:nvSpPr>
            <p:cNvPr id="175" name="rc6">
              <a:extLst>
                <a:ext uri="{FF2B5EF4-FFF2-40B4-BE49-F238E27FC236}">
                  <a16:creationId xmlns:a16="http://schemas.microsoft.com/office/drawing/2014/main" id="{05297D0E-484A-BB1D-7F72-0E66085C2E50}"/>
                </a:ext>
              </a:extLst>
            </p:cNvPr>
            <p:cNvSpPr/>
            <p:nvPr/>
          </p:nvSpPr>
          <p:spPr>
            <a:xfrm>
              <a:off x="1542547" y="2459526"/>
              <a:ext cx="2841054" cy="459664"/>
            </a:xfrm>
            <a:prstGeom prst="rect">
              <a:avLst/>
            </a:prstGeom>
            <a:solidFill>
              <a:srgbClr val="3690A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rc7">
              <a:extLst>
                <a:ext uri="{FF2B5EF4-FFF2-40B4-BE49-F238E27FC236}">
                  <a16:creationId xmlns:a16="http://schemas.microsoft.com/office/drawing/2014/main" id="{4AF93AB9-0D4F-452C-0315-534CDD6A3836}"/>
                </a:ext>
              </a:extLst>
            </p:cNvPr>
            <p:cNvSpPr/>
            <p:nvPr/>
          </p:nvSpPr>
          <p:spPr>
            <a:xfrm>
              <a:off x="1542547" y="3838519"/>
              <a:ext cx="2841054" cy="459664"/>
            </a:xfrm>
            <a:prstGeom prst="rect">
              <a:avLst/>
            </a:prstGeom>
            <a:solidFill>
              <a:srgbClr val="A3E2C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rc8">
              <a:extLst>
                <a:ext uri="{FF2B5EF4-FFF2-40B4-BE49-F238E27FC236}">
                  <a16:creationId xmlns:a16="http://schemas.microsoft.com/office/drawing/2014/main" id="{A081D412-3766-98D1-9F71-EC2BFD6C80FC}"/>
                </a:ext>
              </a:extLst>
            </p:cNvPr>
            <p:cNvSpPr/>
            <p:nvPr/>
          </p:nvSpPr>
          <p:spPr>
            <a:xfrm>
              <a:off x="1542547" y="1999862"/>
              <a:ext cx="2841054" cy="459664"/>
            </a:xfrm>
            <a:prstGeom prst="rect">
              <a:avLst/>
            </a:prstGeom>
            <a:solidFill>
              <a:srgbClr val="2E2241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rc9">
              <a:extLst>
                <a:ext uri="{FF2B5EF4-FFF2-40B4-BE49-F238E27FC236}">
                  <a16:creationId xmlns:a16="http://schemas.microsoft.com/office/drawing/2014/main" id="{67AEDCD8-1D9F-AA98-0E0A-FFB0950699BC}"/>
                </a:ext>
              </a:extLst>
            </p:cNvPr>
            <p:cNvSpPr/>
            <p:nvPr/>
          </p:nvSpPr>
          <p:spPr>
            <a:xfrm>
              <a:off x="1542547" y="2919191"/>
              <a:ext cx="2841054" cy="459664"/>
            </a:xfrm>
            <a:prstGeom prst="rect">
              <a:avLst/>
            </a:prstGeom>
            <a:solidFill>
              <a:srgbClr val="5CC8AC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rc10">
              <a:extLst>
                <a:ext uri="{FF2B5EF4-FFF2-40B4-BE49-F238E27FC236}">
                  <a16:creationId xmlns:a16="http://schemas.microsoft.com/office/drawing/2014/main" id="{ED6C7B18-0BCE-9C31-DEFF-EC36572C76CC}"/>
                </a:ext>
              </a:extLst>
            </p:cNvPr>
            <p:cNvSpPr/>
            <p:nvPr/>
          </p:nvSpPr>
          <p:spPr>
            <a:xfrm>
              <a:off x="1542547" y="4298183"/>
              <a:ext cx="2841054" cy="459664"/>
            </a:xfrm>
            <a:prstGeom prst="rect">
              <a:avLst/>
            </a:prstGeom>
            <a:solidFill>
              <a:srgbClr val="33264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rc11">
              <a:extLst>
                <a:ext uri="{FF2B5EF4-FFF2-40B4-BE49-F238E27FC236}">
                  <a16:creationId xmlns:a16="http://schemas.microsoft.com/office/drawing/2014/main" id="{40AEEDF0-2137-EE30-47CB-16B475331141}"/>
                </a:ext>
              </a:extLst>
            </p:cNvPr>
            <p:cNvSpPr/>
            <p:nvPr/>
          </p:nvSpPr>
          <p:spPr>
            <a:xfrm>
              <a:off x="1542547" y="4757847"/>
              <a:ext cx="2841054" cy="459664"/>
            </a:xfrm>
            <a:prstGeom prst="rect">
              <a:avLst/>
            </a:prstGeom>
            <a:solidFill>
              <a:srgbClr val="3983A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rc12">
              <a:extLst>
                <a:ext uri="{FF2B5EF4-FFF2-40B4-BE49-F238E27FC236}">
                  <a16:creationId xmlns:a16="http://schemas.microsoft.com/office/drawing/2014/main" id="{81983116-1DFF-803B-5694-9AD7F6D7F427}"/>
                </a:ext>
              </a:extLst>
            </p:cNvPr>
            <p:cNvSpPr/>
            <p:nvPr/>
          </p:nvSpPr>
          <p:spPr>
            <a:xfrm>
              <a:off x="1542547" y="5217512"/>
              <a:ext cx="2841054" cy="459664"/>
            </a:xfrm>
            <a:prstGeom prst="rect">
              <a:avLst/>
            </a:prstGeom>
            <a:solidFill>
              <a:srgbClr val="3B3E6F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rc13">
              <a:extLst>
                <a:ext uri="{FF2B5EF4-FFF2-40B4-BE49-F238E27FC236}">
                  <a16:creationId xmlns:a16="http://schemas.microsoft.com/office/drawing/2014/main" id="{FAB5259D-CD95-74E2-2408-D4A7FBD7D3BA}"/>
                </a:ext>
              </a:extLst>
            </p:cNvPr>
            <p:cNvSpPr/>
            <p:nvPr/>
          </p:nvSpPr>
          <p:spPr>
            <a:xfrm>
              <a:off x="1542547" y="3378855"/>
              <a:ext cx="2841054" cy="459664"/>
            </a:xfrm>
            <a:prstGeom prst="rect">
              <a:avLst/>
            </a:prstGeom>
            <a:solidFill>
              <a:srgbClr val="BFEBD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rc14">
              <a:extLst>
                <a:ext uri="{FF2B5EF4-FFF2-40B4-BE49-F238E27FC236}">
                  <a16:creationId xmlns:a16="http://schemas.microsoft.com/office/drawing/2014/main" id="{24D04F04-D29B-B747-5875-CD5309132A72}"/>
                </a:ext>
              </a:extLst>
            </p:cNvPr>
            <p:cNvSpPr/>
            <p:nvPr/>
          </p:nvSpPr>
          <p:spPr>
            <a:xfrm>
              <a:off x="4383602" y="4298183"/>
              <a:ext cx="2841054" cy="459664"/>
            </a:xfrm>
            <a:prstGeom prst="rect">
              <a:avLst/>
            </a:prstGeom>
            <a:solidFill>
              <a:srgbClr val="3A5A9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rc15">
              <a:extLst>
                <a:ext uri="{FF2B5EF4-FFF2-40B4-BE49-F238E27FC236}">
                  <a16:creationId xmlns:a16="http://schemas.microsoft.com/office/drawing/2014/main" id="{5B65F8E0-BD09-E159-4844-C34D8A5574F3}"/>
                </a:ext>
              </a:extLst>
            </p:cNvPr>
            <p:cNvSpPr/>
            <p:nvPr/>
          </p:nvSpPr>
          <p:spPr>
            <a:xfrm>
              <a:off x="4383602" y="2919191"/>
              <a:ext cx="2841054" cy="459664"/>
            </a:xfrm>
            <a:prstGeom prst="rect">
              <a:avLst/>
            </a:prstGeom>
            <a:solidFill>
              <a:srgbClr val="C3ECD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rc16">
              <a:extLst>
                <a:ext uri="{FF2B5EF4-FFF2-40B4-BE49-F238E27FC236}">
                  <a16:creationId xmlns:a16="http://schemas.microsoft.com/office/drawing/2014/main" id="{86C9AC07-EEB9-0903-02AC-A211FF3E2867}"/>
                </a:ext>
              </a:extLst>
            </p:cNvPr>
            <p:cNvSpPr/>
            <p:nvPr/>
          </p:nvSpPr>
          <p:spPr>
            <a:xfrm>
              <a:off x="4383602" y="3378855"/>
              <a:ext cx="2841054" cy="459664"/>
            </a:xfrm>
            <a:prstGeom prst="rect">
              <a:avLst/>
            </a:prstGeom>
            <a:solidFill>
              <a:srgbClr val="54BCA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rc17">
              <a:extLst>
                <a:ext uri="{FF2B5EF4-FFF2-40B4-BE49-F238E27FC236}">
                  <a16:creationId xmlns:a16="http://schemas.microsoft.com/office/drawing/2014/main" id="{DE23D252-1A4B-4A3B-8465-E244F23E9476}"/>
                </a:ext>
              </a:extLst>
            </p:cNvPr>
            <p:cNvSpPr/>
            <p:nvPr/>
          </p:nvSpPr>
          <p:spPr>
            <a:xfrm>
              <a:off x="4383602" y="5217512"/>
              <a:ext cx="2841054" cy="459664"/>
            </a:xfrm>
            <a:prstGeom prst="rect">
              <a:avLst/>
            </a:prstGeom>
            <a:solidFill>
              <a:srgbClr val="395E9C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rc18">
              <a:extLst>
                <a:ext uri="{FF2B5EF4-FFF2-40B4-BE49-F238E27FC236}">
                  <a16:creationId xmlns:a16="http://schemas.microsoft.com/office/drawing/2014/main" id="{B915C890-4C7B-C2E3-5572-833483B1CE7D}"/>
                </a:ext>
              </a:extLst>
            </p:cNvPr>
            <p:cNvSpPr/>
            <p:nvPr/>
          </p:nvSpPr>
          <p:spPr>
            <a:xfrm>
              <a:off x="4383602" y="3838519"/>
              <a:ext cx="2841054" cy="459664"/>
            </a:xfrm>
            <a:prstGeom prst="rect">
              <a:avLst/>
            </a:prstGeom>
            <a:solidFill>
              <a:srgbClr val="83D8B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rc19">
              <a:extLst>
                <a:ext uri="{FF2B5EF4-FFF2-40B4-BE49-F238E27FC236}">
                  <a16:creationId xmlns:a16="http://schemas.microsoft.com/office/drawing/2014/main" id="{D35B4250-47FB-C26C-910D-24976461BF66}"/>
                </a:ext>
              </a:extLst>
            </p:cNvPr>
            <p:cNvSpPr/>
            <p:nvPr/>
          </p:nvSpPr>
          <p:spPr>
            <a:xfrm>
              <a:off x="4383602" y="4757847"/>
              <a:ext cx="2841054" cy="459664"/>
            </a:xfrm>
            <a:prstGeom prst="rect">
              <a:avLst/>
            </a:prstGeom>
            <a:solidFill>
              <a:srgbClr val="3A7AA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rc20">
              <a:extLst>
                <a:ext uri="{FF2B5EF4-FFF2-40B4-BE49-F238E27FC236}">
                  <a16:creationId xmlns:a16="http://schemas.microsoft.com/office/drawing/2014/main" id="{D8707E60-6CCF-6119-7ACA-CD54F489396F}"/>
                </a:ext>
              </a:extLst>
            </p:cNvPr>
            <p:cNvSpPr/>
            <p:nvPr/>
          </p:nvSpPr>
          <p:spPr>
            <a:xfrm>
              <a:off x="4383602" y="1999862"/>
              <a:ext cx="2841054" cy="459664"/>
            </a:xfrm>
            <a:prstGeom prst="rect">
              <a:avLst/>
            </a:prstGeom>
            <a:solidFill>
              <a:srgbClr val="3B53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rc21">
              <a:extLst>
                <a:ext uri="{FF2B5EF4-FFF2-40B4-BE49-F238E27FC236}">
                  <a16:creationId xmlns:a16="http://schemas.microsoft.com/office/drawing/2014/main" id="{929E0469-A5D5-E81B-1F97-0853712B00ED}"/>
                </a:ext>
              </a:extLst>
            </p:cNvPr>
            <p:cNvSpPr/>
            <p:nvPr/>
          </p:nvSpPr>
          <p:spPr>
            <a:xfrm>
              <a:off x="4383602" y="2459526"/>
              <a:ext cx="2841054" cy="459664"/>
            </a:xfrm>
            <a:prstGeom prst="rect">
              <a:avLst/>
            </a:prstGeom>
            <a:solidFill>
              <a:srgbClr val="4AAEA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A0987107-FDBE-A155-D485-C8FA116434A9}"/>
              </a:ext>
            </a:extLst>
          </p:cNvPr>
          <p:cNvGrpSpPr/>
          <p:nvPr/>
        </p:nvGrpSpPr>
        <p:grpSpPr>
          <a:xfrm>
            <a:off x="1563624" y="2051449"/>
            <a:ext cx="938525" cy="3465783"/>
            <a:chOff x="1542547" y="1999862"/>
            <a:chExt cx="5682109" cy="3677314"/>
          </a:xfrm>
        </p:grpSpPr>
        <p:sp>
          <p:nvSpPr>
            <p:cNvPr id="209" name="rc6">
              <a:extLst>
                <a:ext uri="{FF2B5EF4-FFF2-40B4-BE49-F238E27FC236}">
                  <a16:creationId xmlns:a16="http://schemas.microsoft.com/office/drawing/2014/main" id="{7BF97356-251B-C3B8-5EF6-F8671FEC198F}"/>
                </a:ext>
              </a:extLst>
            </p:cNvPr>
            <p:cNvSpPr/>
            <p:nvPr/>
          </p:nvSpPr>
          <p:spPr>
            <a:xfrm>
              <a:off x="1542547" y="2459526"/>
              <a:ext cx="2841054" cy="459664"/>
            </a:xfrm>
            <a:prstGeom prst="rect">
              <a:avLst/>
            </a:prstGeom>
            <a:solidFill>
              <a:srgbClr val="3A3360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rc7">
              <a:extLst>
                <a:ext uri="{FF2B5EF4-FFF2-40B4-BE49-F238E27FC236}">
                  <a16:creationId xmlns:a16="http://schemas.microsoft.com/office/drawing/2014/main" id="{7CD61F9F-F6AA-4582-D5EC-81C2F1234863}"/>
                </a:ext>
              </a:extLst>
            </p:cNvPr>
            <p:cNvSpPr/>
            <p:nvPr/>
          </p:nvSpPr>
          <p:spPr>
            <a:xfrm>
              <a:off x="1542547" y="3838519"/>
              <a:ext cx="2841054" cy="459664"/>
            </a:xfrm>
            <a:prstGeom prst="rect">
              <a:avLst/>
            </a:prstGeom>
            <a:solidFill>
              <a:srgbClr val="83D8B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rc8">
              <a:extLst>
                <a:ext uri="{FF2B5EF4-FFF2-40B4-BE49-F238E27FC236}">
                  <a16:creationId xmlns:a16="http://schemas.microsoft.com/office/drawing/2014/main" id="{5C21C515-B077-C8CE-B346-C105F0DDD4B9}"/>
                </a:ext>
              </a:extLst>
            </p:cNvPr>
            <p:cNvSpPr/>
            <p:nvPr/>
          </p:nvSpPr>
          <p:spPr>
            <a:xfrm>
              <a:off x="1542547" y="1999862"/>
              <a:ext cx="2841054" cy="459664"/>
            </a:xfrm>
            <a:prstGeom prst="rect">
              <a:avLst/>
            </a:prstGeom>
            <a:solidFill>
              <a:srgbClr val="251C32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rc9">
              <a:extLst>
                <a:ext uri="{FF2B5EF4-FFF2-40B4-BE49-F238E27FC236}">
                  <a16:creationId xmlns:a16="http://schemas.microsoft.com/office/drawing/2014/main" id="{5F885085-0FD5-C954-5E68-3D592D0E8E34}"/>
                </a:ext>
              </a:extLst>
            </p:cNvPr>
            <p:cNvSpPr/>
            <p:nvPr/>
          </p:nvSpPr>
          <p:spPr>
            <a:xfrm>
              <a:off x="1542547" y="2919191"/>
              <a:ext cx="2841054" cy="459664"/>
            </a:xfrm>
            <a:prstGeom prst="rect">
              <a:avLst/>
            </a:prstGeom>
            <a:solidFill>
              <a:srgbClr val="3D9FA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rc10">
              <a:extLst>
                <a:ext uri="{FF2B5EF4-FFF2-40B4-BE49-F238E27FC236}">
                  <a16:creationId xmlns:a16="http://schemas.microsoft.com/office/drawing/2014/main" id="{911C0609-E99F-082B-B73C-005C38EF4487}"/>
                </a:ext>
              </a:extLst>
            </p:cNvPr>
            <p:cNvSpPr/>
            <p:nvPr/>
          </p:nvSpPr>
          <p:spPr>
            <a:xfrm>
              <a:off x="1542547" y="4298183"/>
              <a:ext cx="2841054" cy="459664"/>
            </a:xfrm>
            <a:prstGeom prst="rect">
              <a:avLst/>
            </a:prstGeom>
            <a:solidFill>
              <a:srgbClr val="1D162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rc11">
              <a:extLst>
                <a:ext uri="{FF2B5EF4-FFF2-40B4-BE49-F238E27FC236}">
                  <a16:creationId xmlns:a16="http://schemas.microsoft.com/office/drawing/2014/main" id="{C9C9712D-3456-7EAB-8673-588B0E0215AB}"/>
                </a:ext>
              </a:extLst>
            </p:cNvPr>
            <p:cNvSpPr/>
            <p:nvPr/>
          </p:nvSpPr>
          <p:spPr>
            <a:xfrm>
              <a:off x="1542547" y="4757847"/>
              <a:ext cx="2841054" cy="459664"/>
            </a:xfrm>
            <a:prstGeom prst="rect">
              <a:avLst/>
            </a:prstGeom>
            <a:solidFill>
              <a:srgbClr val="3983A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rc12">
              <a:extLst>
                <a:ext uri="{FF2B5EF4-FFF2-40B4-BE49-F238E27FC236}">
                  <a16:creationId xmlns:a16="http://schemas.microsoft.com/office/drawing/2014/main" id="{D9E6AD84-1229-F42E-3417-01116A0F16D5}"/>
                </a:ext>
              </a:extLst>
            </p:cNvPr>
            <p:cNvSpPr/>
            <p:nvPr/>
          </p:nvSpPr>
          <p:spPr>
            <a:xfrm>
              <a:off x="1542547" y="5217512"/>
              <a:ext cx="2841054" cy="459664"/>
            </a:xfrm>
            <a:prstGeom prst="rect">
              <a:avLst/>
            </a:prstGeom>
            <a:solidFill>
              <a:srgbClr val="3A356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rc13">
              <a:extLst>
                <a:ext uri="{FF2B5EF4-FFF2-40B4-BE49-F238E27FC236}">
                  <a16:creationId xmlns:a16="http://schemas.microsoft.com/office/drawing/2014/main" id="{9950BA66-D4CC-BA90-75B3-B700A43B7098}"/>
                </a:ext>
              </a:extLst>
            </p:cNvPr>
            <p:cNvSpPr/>
            <p:nvPr/>
          </p:nvSpPr>
          <p:spPr>
            <a:xfrm>
              <a:off x="1542547" y="3378855"/>
              <a:ext cx="2841054" cy="459664"/>
            </a:xfrm>
            <a:prstGeom prst="rect">
              <a:avLst/>
            </a:prstGeom>
            <a:solidFill>
              <a:srgbClr val="BFEBD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rc14">
              <a:extLst>
                <a:ext uri="{FF2B5EF4-FFF2-40B4-BE49-F238E27FC236}">
                  <a16:creationId xmlns:a16="http://schemas.microsoft.com/office/drawing/2014/main" id="{6CE68B4B-8C2A-5526-2E5A-F0EB3F2F8BDD}"/>
                </a:ext>
              </a:extLst>
            </p:cNvPr>
            <p:cNvSpPr/>
            <p:nvPr/>
          </p:nvSpPr>
          <p:spPr>
            <a:xfrm>
              <a:off x="4383602" y="4298183"/>
              <a:ext cx="2841054" cy="459664"/>
            </a:xfrm>
            <a:prstGeom prst="rect">
              <a:avLst/>
            </a:prstGeom>
            <a:solidFill>
              <a:srgbClr val="3B376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rc15">
              <a:extLst>
                <a:ext uri="{FF2B5EF4-FFF2-40B4-BE49-F238E27FC236}">
                  <a16:creationId xmlns:a16="http://schemas.microsoft.com/office/drawing/2014/main" id="{2C558545-7419-DFA1-060A-DE317872CFE4}"/>
                </a:ext>
              </a:extLst>
            </p:cNvPr>
            <p:cNvSpPr/>
            <p:nvPr/>
          </p:nvSpPr>
          <p:spPr>
            <a:xfrm>
              <a:off x="4383602" y="2919191"/>
              <a:ext cx="2841054" cy="459664"/>
            </a:xfrm>
            <a:prstGeom prst="rect">
              <a:avLst/>
            </a:prstGeom>
            <a:solidFill>
              <a:srgbClr val="6AD1B0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rc16">
              <a:extLst>
                <a:ext uri="{FF2B5EF4-FFF2-40B4-BE49-F238E27FC236}">
                  <a16:creationId xmlns:a16="http://schemas.microsoft.com/office/drawing/2014/main" id="{94D0FA1C-1316-A967-E57C-860D0DCCE562}"/>
                </a:ext>
              </a:extLst>
            </p:cNvPr>
            <p:cNvSpPr/>
            <p:nvPr/>
          </p:nvSpPr>
          <p:spPr>
            <a:xfrm>
              <a:off x="4383602" y="3378855"/>
              <a:ext cx="2841054" cy="459664"/>
            </a:xfrm>
            <a:prstGeom prst="rect">
              <a:avLst/>
            </a:prstGeom>
            <a:solidFill>
              <a:srgbClr val="3A77A2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rc17">
              <a:extLst>
                <a:ext uri="{FF2B5EF4-FFF2-40B4-BE49-F238E27FC236}">
                  <a16:creationId xmlns:a16="http://schemas.microsoft.com/office/drawing/2014/main" id="{CC7B8A6A-A1DE-6CA0-7296-0749089355B3}"/>
                </a:ext>
              </a:extLst>
            </p:cNvPr>
            <p:cNvSpPr/>
            <p:nvPr/>
          </p:nvSpPr>
          <p:spPr>
            <a:xfrm>
              <a:off x="4383602" y="5217512"/>
              <a:ext cx="2841054" cy="459664"/>
            </a:xfrm>
            <a:prstGeom prst="rect">
              <a:avLst/>
            </a:prstGeom>
            <a:solidFill>
              <a:srgbClr val="3C417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rc18">
              <a:extLst>
                <a:ext uri="{FF2B5EF4-FFF2-40B4-BE49-F238E27FC236}">
                  <a16:creationId xmlns:a16="http://schemas.microsoft.com/office/drawing/2014/main" id="{276090C8-5869-FA2B-0934-18B34E70218E}"/>
                </a:ext>
              </a:extLst>
            </p:cNvPr>
            <p:cNvSpPr/>
            <p:nvPr/>
          </p:nvSpPr>
          <p:spPr>
            <a:xfrm>
              <a:off x="4383602" y="3838519"/>
              <a:ext cx="2841054" cy="459664"/>
            </a:xfrm>
            <a:prstGeom prst="rect">
              <a:avLst/>
            </a:prstGeom>
            <a:solidFill>
              <a:srgbClr val="3EA1A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rc19">
              <a:extLst>
                <a:ext uri="{FF2B5EF4-FFF2-40B4-BE49-F238E27FC236}">
                  <a16:creationId xmlns:a16="http://schemas.microsoft.com/office/drawing/2014/main" id="{30D8310F-024E-9FA0-5751-285DB2176A46}"/>
                </a:ext>
              </a:extLst>
            </p:cNvPr>
            <p:cNvSpPr/>
            <p:nvPr/>
          </p:nvSpPr>
          <p:spPr>
            <a:xfrm>
              <a:off x="4383602" y="4757847"/>
              <a:ext cx="2841054" cy="459664"/>
            </a:xfrm>
            <a:prstGeom prst="rect">
              <a:avLst/>
            </a:prstGeom>
            <a:solidFill>
              <a:srgbClr val="3B4F8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rc20">
              <a:extLst>
                <a:ext uri="{FF2B5EF4-FFF2-40B4-BE49-F238E27FC236}">
                  <a16:creationId xmlns:a16="http://schemas.microsoft.com/office/drawing/2014/main" id="{D1DAEBEC-79AA-C1B2-1295-F3571EF6DF67}"/>
                </a:ext>
              </a:extLst>
            </p:cNvPr>
            <p:cNvSpPr/>
            <p:nvPr/>
          </p:nvSpPr>
          <p:spPr>
            <a:xfrm>
              <a:off x="4383602" y="1999862"/>
              <a:ext cx="2841054" cy="459664"/>
            </a:xfrm>
            <a:prstGeom prst="rect">
              <a:avLst/>
            </a:prstGeom>
            <a:solidFill>
              <a:srgbClr val="3A3462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rc21">
              <a:extLst>
                <a:ext uri="{FF2B5EF4-FFF2-40B4-BE49-F238E27FC236}">
                  <a16:creationId xmlns:a16="http://schemas.microsoft.com/office/drawing/2014/main" id="{AB002405-CF5D-7EF2-E6CD-23E601BF8A12}"/>
                </a:ext>
              </a:extLst>
            </p:cNvPr>
            <p:cNvSpPr/>
            <p:nvPr/>
          </p:nvSpPr>
          <p:spPr>
            <a:xfrm>
              <a:off x="4383602" y="2459526"/>
              <a:ext cx="2841054" cy="459664"/>
            </a:xfrm>
            <a:prstGeom prst="rect">
              <a:avLst/>
            </a:prstGeom>
            <a:solidFill>
              <a:srgbClr val="389AA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07679375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266</Words>
  <Application>Microsoft Macintosh PowerPoint</Application>
  <PresentationFormat>On-screen Show (4:3)</PresentationFormat>
  <Paragraphs>125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Arial</vt:lpstr>
      <vt:lpstr>Calibri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Camille Rumberger</cp:lastModifiedBy>
  <cp:revision>6</cp:revision>
  <dcterms:created xsi:type="dcterms:W3CDTF">2017-02-13T16:18:36Z</dcterms:created>
  <dcterms:modified xsi:type="dcterms:W3CDTF">2026-02-10T19:58:45Z</dcterms:modified>
  <cp:category/>
</cp:coreProperties>
</file>