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20574000" cy="27432000"/>
  <p:notesSz cx="6858000" cy="9144000"/>
  <p:custDataLst>
    <p:tags r:id="rId5"/>
  </p:custDataLst>
  <p:defaultTextStyle>
    <a:defPPr>
      <a:defRPr lang="en-US"/>
    </a:defPPr>
    <a:lvl1pPr marL="0" algn="l" defTabSz="2743200" rtl="0" eaLnBrk="1" latinLnBrk="0" hangingPunct="1">
      <a:defRPr sz="5400" kern="1200">
        <a:solidFill>
          <a:schemeClr val="tx1"/>
        </a:solidFill>
        <a:latin typeface="+mn-lt"/>
        <a:ea typeface="+mn-ea"/>
        <a:cs typeface="+mn-cs"/>
      </a:defRPr>
    </a:lvl1pPr>
    <a:lvl2pPr marL="1371600" algn="l" defTabSz="2743200" rtl="0" eaLnBrk="1" latinLnBrk="0" hangingPunct="1">
      <a:defRPr sz="5400" kern="1200">
        <a:solidFill>
          <a:schemeClr val="tx1"/>
        </a:solidFill>
        <a:latin typeface="+mn-lt"/>
        <a:ea typeface="+mn-ea"/>
        <a:cs typeface="+mn-cs"/>
      </a:defRPr>
    </a:lvl2pPr>
    <a:lvl3pPr marL="2743200" algn="l" defTabSz="2743200" rtl="0" eaLnBrk="1" latinLnBrk="0" hangingPunct="1">
      <a:defRPr sz="5400" kern="1200">
        <a:solidFill>
          <a:schemeClr val="tx1"/>
        </a:solidFill>
        <a:latin typeface="+mn-lt"/>
        <a:ea typeface="+mn-ea"/>
        <a:cs typeface="+mn-cs"/>
      </a:defRPr>
    </a:lvl3pPr>
    <a:lvl4pPr marL="4114800" algn="l" defTabSz="2743200" rtl="0" eaLnBrk="1" latinLnBrk="0" hangingPunct="1">
      <a:defRPr sz="5400" kern="1200">
        <a:solidFill>
          <a:schemeClr val="tx1"/>
        </a:solidFill>
        <a:latin typeface="+mn-lt"/>
        <a:ea typeface="+mn-ea"/>
        <a:cs typeface="+mn-cs"/>
      </a:defRPr>
    </a:lvl4pPr>
    <a:lvl5pPr marL="5486400" algn="l" defTabSz="2743200" rtl="0" eaLnBrk="1" latinLnBrk="0" hangingPunct="1">
      <a:defRPr sz="5400" kern="1200">
        <a:solidFill>
          <a:schemeClr val="tx1"/>
        </a:solidFill>
        <a:latin typeface="+mn-lt"/>
        <a:ea typeface="+mn-ea"/>
        <a:cs typeface="+mn-cs"/>
      </a:defRPr>
    </a:lvl5pPr>
    <a:lvl6pPr marL="6858000" algn="l" defTabSz="2743200" rtl="0" eaLnBrk="1" latinLnBrk="0" hangingPunct="1">
      <a:defRPr sz="54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54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54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5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0" userDrawn="1">
          <p15:clr>
            <a:srgbClr val="A4A3A4"/>
          </p15:clr>
        </p15:guide>
        <p15:guide id="2" pos="64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79FF"/>
    <a:srgbClr val="17FF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27"/>
  </p:normalViewPr>
  <p:slideViewPr>
    <p:cSldViewPr>
      <p:cViewPr>
        <p:scale>
          <a:sx n="79" d="100"/>
          <a:sy n="79" d="100"/>
        </p:scale>
        <p:origin x="-352" y="-2712"/>
      </p:cViewPr>
      <p:guideLst>
        <p:guide orient="horz" pos="8640"/>
        <p:guide pos="64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43050" y="8521702"/>
            <a:ext cx="17487900" cy="58801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86100" y="15544800"/>
            <a:ext cx="14401800" cy="7010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204" y="17627602"/>
            <a:ext cx="17487900" cy="54483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204" y="11626854"/>
            <a:ext cx="17487900" cy="600074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6400802"/>
            <a:ext cx="9086850" cy="1810385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58450" y="6400802"/>
            <a:ext cx="9086850" cy="1810385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6140452"/>
            <a:ext cx="9090423" cy="255904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8699500"/>
            <a:ext cx="9090423" cy="1580515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451307" y="6140452"/>
            <a:ext cx="9093994" cy="255904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451307" y="8699500"/>
            <a:ext cx="9093994" cy="1580515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1098552"/>
            <a:ext cx="18516600" cy="457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6400802"/>
            <a:ext cx="18516600" cy="181038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8700" y="25425402"/>
            <a:ext cx="48006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29450" y="25425402"/>
            <a:ext cx="65151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744700" y="25425402"/>
            <a:ext cx="48006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7" name="Picture 1626">
            <a:extLst>
              <a:ext uri="{FF2B5EF4-FFF2-40B4-BE49-F238E27FC236}">
                <a16:creationId xmlns:a16="http://schemas.microsoft.com/office/drawing/2014/main" id="{C6EEC906-C426-DB7E-DCBD-E643E523A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184961"/>
            <a:ext cx="7772400" cy="5062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5D272F0-1DD9-0D7B-70E3-D25AC1131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184961"/>
            <a:ext cx="7772400" cy="506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181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1F483-C95A-8C0D-224A-7FFB64A89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863E86-5A9A-BD1D-C791-92D0DB016B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751"/>
          <a:stretch>
            <a:fillRect/>
          </a:stretch>
        </p:blipFill>
        <p:spPr>
          <a:xfrm>
            <a:off x="6425952" y="11098324"/>
            <a:ext cx="6237312" cy="38164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4F3CC1-C09B-966C-32D4-529A1B86A6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427"/>
          <a:stretch>
            <a:fillRect/>
          </a:stretch>
        </p:blipFill>
        <p:spPr>
          <a:xfrm>
            <a:off x="6400800" y="6731224"/>
            <a:ext cx="6262464" cy="38164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C6597BA-21D6-F849-5EC3-980E9C880C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573" t="40042" b="41465"/>
          <a:stretch>
            <a:fillRect/>
          </a:stretch>
        </p:blipFill>
        <p:spPr>
          <a:xfrm>
            <a:off x="12663264" y="7163272"/>
            <a:ext cx="1509936" cy="93610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112F6CE-9895-DF0A-D3CD-1859898A55ED}"/>
              </a:ext>
            </a:extLst>
          </p:cNvPr>
          <p:cNvSpPr/>
          <p:nvPr/>
        </p:nvSpPr>
        <p:spPr>
          <a:xfrm>
            <a:off x="6902624" y="6479196"/>
            <a:ext cx="5544616" cy="5040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AutoNum type="alphaUcParenBoth"/>
            </a:pPr>
            <a:r>
              <a:rPr lang="en-US" sz="2400" dirty="0">
                <a:solidFill>
                  <a:schemeClr val="tx1"/>
                </a:solidFill>
              </a:rPr>
              <a:t>Temperature in Common Gardens over </a:t>
            </a:r>
          </a:p>
          <a:p>
            <a:r>
              <a:rPr lang="en-US" sz="2400" dirty="0">
                <a:solidFill>
                  <a:schemeClr val="tx1"/>
                </a:solidFill>
              </a:rPr>
              <a:t>       Experimental Period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65CA4-6490-1AA6-0739-E8D2DF9B88A2}"/>
              </a:ext>
            </a:extLst>
          </p:cNvPr>
          <p:cNvSpPr/>
          <p:nvPr/>
        </p:nvSpPr>
        <p:spPr>
          <a:xfrm>
            <a:off x="6902624" y="10814956"/>
            <a:ext cx="5544616" cy="5040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(B) Salinity in Common Gardens over </a:t>
            </a:r>
          </a:p>
          <a:p>
            <a:r>
              <a:rPr lang="en-US" sz="2400" dirty="0">
                <a:solidFill>
                  <a:schemeClr val="tx1"/>
                </a:solidFill>
              </a:rPr>
              <a:t>      Experimental Period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61FFE3-4F27-F3AF-E33A-1B083E052C7E}"/>
              </a:ext>
            </a:extLst>
          </p:cNvPr>
          <p:cNvSpPr/>
          <p:nvPr/>
        </p:nvSpPr>
        <p:spPr>
          <a:xfrm rot="16200000">
            <a:off x="5445106" y="8146479"/>
            <a:ext cx="1911388" cy="5040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Temperature (ºC)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59778-732E-136E-8DD3-C70038ED669A}"/>
              </a:ext>
            </a:extLst>
          </p:cNvPr>
          <p:cNvSpPr/>
          <p:nvPr/>
        </p:nvSpPr>
        <p:spPr>
          <a:xfrm rot="16200000">
            <a:off x="5702449" y="12765621"/>
            <a:ext cx="1396702" cy="5040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Salinity (ppt)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34834B-B656-1DEE-6351-919E85607E90}"/>
              </a:ext>
            </a:extLst>
          </p:cNvPr>
          <p:cNvSpPr/>
          <p:nvPr/>
        </p:nvSpPr>
        <p:spPr>
          <a:xfrm>
            <a:off x="8719238" y="10344820"/>
            <a:ext cx="1911388" cy="2206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Date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67B18A-2FBA-B389-F66C-59258AB6DB6A}"/>
              </a:ext>
            </a:extLst>
          </p:cNvPr>
          <p:cNvSpPr/>
          <p:nvPr/>
        </p:nvSpPr>
        <p:spPr>
          <a:xfrm>
            <a:off x="8719238" y="14694060"/>
            <a:ext cx="1911388" cy="2206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61C437-6E6E-497D-D237-41B1E4EC8F50}"/>
              </a:ext>
            </a:extLst>
          </p:cNvPr>
          <p:cNvSpPr/>
          <p:nvPr/>
        </p:nvSpPr>
        <p:spPr>
          <a:xfrm>
            <a:off x="12591256" y="7158608"/>
            <a:ext cx="1911388" cy="2206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>
                <a:solidFill>
                  <a:schemeClr val="tx1"/>
                </a:solidFill>
              </a:rPr>
              <a:t>Common Garden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472DED-9560-BF65-1E25-A67B0403DBE6}"/>
              </a:ext>
            </a:extLst>
          </p:cNvPr>
          <p:cNvSpPr/>
          <p:nvPr/>
        </p:nvSpPr>
        <p:spPr>
          <a:xfrm>
            <a:off x="12915292" y="7442813"/>
            <a:ext cx="1188132" cy="2206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Lewisetta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697CFC-8144-422B-9249-87AAF57E0972}"/>
              </a:ext>
            </a:extLst>
          </p:cNvPr>
          <p:cNvSpPr/>
          <p:nvPr/>
        </p:nvSpPr>
        <p:spPr>
          <a:xfrm>
            <a:off x="12915292" y="7696336"/>
            <a:ext cx="1188132" cy="2206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York River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CBB124-67C4-06F0-28E8-F4003F27691A}"/>
              </a:ext>
            </a:extLst>
          </p:cNvPr>
          <p:cNvSpPr/>
          <p:nvPr/>
        </p:nvSpPr>
        <p:spPr>
          <a:xfrm>
            <a:off x="12719974" y="7466645"/>
            <a:ext cx="180020" cy="173024"/>
          </a:xfrm>
          <a:prstGeom prst="rect">
            <a:avLst/>
          </a:prstGeom>
          <a:solidFill>
            <a:srgbClr val="17FF7E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1A1061-E520-DEB3-7B5B-0159FE886A1C}"/>
              </a:ext>
            </a:extLst>
          </p:cNvPr>
          <p:cNvSpPr/>
          <p:nvPr/>
        </p:nvSpPr>
        <p:spPr>
          <a:xfrm>
            <a:off x="12719974" y="7727957"/>
            <a:ext cx="180020" cy="173024"/>
          </a:xfrm>
          <a:prstGeom prst="rect">
            <a:avLst/>
          </a:prstGeom>
          <a:solidFill>
            <a:srgbClr val="1A79FF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7336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34</Words>
  <Application>Microsoft Macintosh PowerPoint</Application>
  <PresentationFormat>Custom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4</cp:revision>
  <dcterms:created xsi:type="dcterms:W3CDTF">2017-02-13T16:18:36Z</dcterms:created>
  <dcterms:modified xsi:type="dcterms:W3CDTF">2026-02-01T18:54:10Z</dcterms:modified>
  <cp:category/>
</cp:coreProperties>
</file>