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5567"/>
  </p:normalViewPr>
  <p:slideViewPr>
    <p:cSldViewPr>
      <p:cViewPr>
        <p:scale>
          <a:sx n="69" d="100"/>
          <a:sy n="69" d="100"/>
        </p:scale>
        <p:origin x="1480" y="8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8217639-ED64-6BDA-C864-7E2D6FE31F77}"/>
              </a:ext>
            </a:extLst>
          </p:cNvPr>
          <p:cNvGrpSpPr/>
          <p:nvPr/>
        </p:nvGrpSpPr>
        <p:grpSpPr>
          <a:xfrm>
            <a:off x="395536" y="1669789"/>
            <a:ext cx="7942621" cy="4495515"/>
            <a:chOff x="395536" y="1669789"/>
            <a:chExt cx="7942621" cy="4495515"/>
          </a:xfrm>
        </p:grpSpPr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3616922-DD36-B05C-EE1A-319384097067}"/>
                </a:ext>
              </a:extLst>
            </p:cNvPr>
            <p:cNvGrpSpPr/>
            <p:nvPr/>
          </p:nvGrpSpPr>
          <p:grpSpPr>
            <a:xfrm>
              <a:off x="1199225" y="2070498"/>
              <a:ext cx="5818468" cy="3478708"/>
              <a:chOff x="1199225" y="2070498"/>
              <a:chExt cx="5818468" cy="3478708"/>
            </a:xfrm>
          </p:grpSpPr>
          <p:sp>
            <p:nvSpPr>
              <p:cNvPr id="6" name="pt6"/>
              <p:cNvSpPr/>
              <p:nvPr/>
            </p:nvSpPr>
            <p:spPr>
              <a:xfrm>
                <a:off x="1199225" y="3070676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t7"/>
              <p:cNvSpPr/>
              <p:nvPr/>
            </p:nvSpPr>
            <p:spPr>
              <a:xfrm>
                <a:off x="1199225" y="278025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t8"/>
              <p:cNvSpPr/>
              <p:nvPr/>
            </p:nvSpPr>
            <p:spPr>
              <a:xfrm>
                <a:off x="1199225" y="273750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t9"/>
              <p:cNvSpPr/>
              <p:nvPr/>
            </p:nvSpPr>
            <p:spPr>
              <a:xfrm>
                <a:off x="2493133" y="3151731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t10"/>
              <p:cNvSpPr/>
              <p:nvPr/>
            </p:nvSpPr>
            <p:spPr>
              <a:xfrm>
                <a:off x="2493133" y="302825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t11"/>
              <p:cNvSpPr/>
              <p:nvPr/>
            </p:nvSpPr>
            <p:spPr>
              <a:xfrm>
                <a:off x="2493133" y="2903354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t12"/>
              <p:cNvSpPr/>
              <p:nvPr/>
            </p:nvSpPr>
            <p:spPr>
              <a:xfrm>
                <a:off x="3270093" y="3296700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t13"/>
              <p:cNvSpPr/>
              <p:nvPr/>
            </p:nvSpPr>
            <p:spPr>
              <a:xfrm>
                <a:off x="3270093" y="2805516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t14"/>
              <p:cNvSpPr/>
              <p:nvPr/>
            </p:nvSpPr>
            <p:spPr>
              <a:xfrm>
                <a:off x="3270093" y="2898450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t15"/>
              <p:cNvSpPr/>
              <p:nvPr/>
            </p:nvSpPr>
            <p:spPr>
              <a:xfrm>
                <a:off x="2169361" y="2702184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t16"/>
              <p:cNvSpPr/>
              <p:nvPr/>
            </p:nvSpPr>
            <p:spPr>
              <a:xfrm>
                <a:off x="2169361" y="2074193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t17"/>
              <p:cNvSpPr/>
              <p:nvPr/>
            </p:nvSpPr>
            <p:spPr>
              <a:xfrm>
                <a:off x="2169361" y="2227063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t18"/>
              <p:cNvSpPr/>
              <p:nvPr/>
            </p:nvSpPr>
            <p:spPr>
              <a:xfrm>
                <a:off x="4320540" y="357309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t19"/>
              <p:cNvSpPr/>
              <p:nvPr/>
            </p:nvSpPr>
            <p:spPr>
              <a:xfrm>
                <a:off x="4320540" y="2433195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t20"/>
              <p:cNvSpPr/>
              <p:nvPr/>
            </p:nvSpPr>
            <p:spPr>
              <a:xfrm>
                <a:off x="4320540" y="3258423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t21"/>
              <p:cNvSpPr/>
              <p:nvPr/>
            </p:nvSpPr>
            <p:spPr>
              <a:xfrm>
                <a:off x="3734778" y="3358424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t22"/>
              <p:cNvSpPr/>
              <p:nvPr/>
            </p:nvSpPr>
            <p:spPr>
              <a:xfrm>
                <a:off x="3734778" y="375548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t23"/>
              <p:cNvSpPr/>
              <p:nvPr/>
            </p:nvSpPr>
            <p:spPr>
              <a:xfrm>
                <a:off x="3734778" y="3452668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t24"/>
              <p:cNvSpPr/>
              <p:nvPr/>
            </p:nvSpPr>
            <p:spPr>
              <a:xfrm>
                <a:off x="4044887" y="511844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t25"/>
              <p:cNvSpPr/>
              <p:nvPr/>
            </p:nvSpPr>
            <p:spPr>
              <a:xfrm>
                <a:off x="4044887" y="4897756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t26"/>
              <p:cNvSpPr/>
              <p:nvPr/>
            </p:nvSpPr>
            <p:spPr>
              <a:xfrm>
                <a:off x="4044887" y="5042047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t27"/>
              <p:cNvSpPr/>
              <p:nvPr/>
            </p:nvSpPr>
            <p:spPr>
              <a:xfrm>
                <a:off x="6900288" y="4817253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t28"/>
              <p:cNvSpPr/>
              <p:nvPr/>
            </p:nvSpPr>
            <p:spPr>
              <a:xfrm>
                <a:off x="6900288" y="455603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t29"/>
              <p:cNvSpPr/>
              <p:nvPr/>
            </p:nvSpPr>
            <p:spPr>
              <a:xfrm>
                <a:off x="6900288" y="492422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g30"/>
              <p:cNvSpPr/>
              <p:nvPr/>
            </p:nvSpPr>
            <p:spPr>
              <a:xfrm>
                <a:off x="1257927" y="2070498"/>
                <a:ext cx="5701062" cy="3478708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3478708">
                    <a:moveTo>
                      <a:pt x="0" y="0"/>
                    </a:moveTo>
                    <a:lnTo>
                      <a:pt x="72165" y="39752"/>
                    </a:lnTo>
                    <a:lnTo>
                      <a:pt x="144330" y="79391"/>
                    </a:lnTo>
                    <a:lnTo>
                      <a:pt x="216496" y="118909"/>
                    </a:lnTo>
                    <a:lnTo>
                      <a:pt x="288661" y="158299"/>
                    </a:lnTo>
                    <a:lnTo>
                      <a:pt x="360826" y="197550"/>
                    </a:lnTo>
                    <a:lnTo>
                      <a:pt x="432992" y="236655"/>
                    </a:lnTo>
                    <a:lnTo>
                      <a:pt x="505157" y="275603"/>
                    </a:lnTo>
                    <a:lnTo>
                      <a:pt x="577322" y="314383"/>
                    </a:lnTo>
                    <a:lnTo>
                      <a:pt x="649488" y="352983"/>
                    </a:lnTo>
                    <a:lnTo>
                      <a:pt x="721653" y="391391"/>
                    </a:lnTo>
                    <a:lnTo>
                      <a:pt x="793818" y="429594"/>
                    </a:lnTo>
                    <a:lnTo>
                      <a:pt x="865984" y="467577"/>
                    </a:lnTo>
                    <a:lnTo>
                      <a:pt x="938149" y="505326"/>
                    </a:lnTo>
                    <a:lnTo>
                      <a:pt x="1010314" y="542823"/>
                    </a:lnTo>
                    <a:lnTo>
                      <a:pt x="1082480" y="580053"/>
                    </a:lnTo>
                    <a:lnTo>
                      <a:pt x="1154645" y="616996"/>
                    </a:lnTo>
                    <a:lnTo>
                      <a:pt x="1226811" y="653633"/>
                    </a:lnTo>
                    <a:lnTo>
                      <a:pt x="1298976" y="689946"/>
                    </a:lnTo>
                    <a:lnTo>
                      <a:pt x="1371141" y="725912"/>
                    </a:lnTo>
                    <a:lnTo>
                      <a:pt x="1443307" y="761511"/>
                    </a:lnTo>
                    <a:lnTo>
                      <a:pt x="1515472" y="796721"/>
                    </a:lnTo>
                    <a:lnTo>
                      <a:pt x="1587637" y="831520"/>
                    </a:lnTo>
                    <a:lnTo>
                      <a:pt x="1659803" y="865887"/>
                    </a:lnTo>
                    <a:lnTo>
                      <a:pt x="1731968" y="899798"/>
                    </a:lnTo>
                    <a:lnTo>
                      <a:pt x="1804133" y="933234"/>
                    </a:lnTo>
                    <a:lnTo>
                      <a:pt x="1876299" y="966174"/>
                    </a:lnTo>
                    <a:lnTo>
                      <a:pt x="1948464" y="998600"/>
                    </a:lnTo>
                    <a:lnTo>
                      <a:pt x="2020629" y="1030495"/>
                    </a:lnTo>
                    <a:lnTo>
                      <a:pt x="2092795" y="1061846"/>
                    </a:lnTo>
                    <a:lnTo>
                      <a:pt x="2164960" y="1092639"/>
                    </a:lnTo>
                    <a:lnTo>
                      <a:pt x="2237125" y="1122868"/>
                    </a:lnTo>
                    <a:lnTo>
                      <a:pt x="2309291" y="1152525"/>
                    </a:lnTo>
                    <a:lnTo>
                      <a:pt x="2381456" y="1181610"/>
                    </a:lnTo>
                    <a:lnTo>
                      <a:pt x="2453622" y="1210122"/>
                    </a:lnTo>
                    <a:lnTo>
                      <a:pt x="2525787" y="1238069"/>
                    </a:lnTo>
                    <a:lnTo>
                      <a:pt x="2597952" y="1265456"/>
                    </a:lnTo>
                    <a:lnTo>
                      <a:pt x="2670118" y="1292295"/>
                    </a:lnTo>
                    <a:lnTo>
                      <a:pt x="2742283" y="1318600"/>
                    </a:lnTo>
                    <a:lnTo>
                      <a:pt x="2814448" y="1344388"/>
                    </a:lnTo>
                    <a:lnTo>
                      <a:pt x="2886614" y="1369675"/>
                    </a:lnTo>
                    <a:lnTo>
                      <a:pt x="2958779" y="1394482"/>
                    </a:lnTo>
                    <a:lnTo>
                      <a:pt x="3030944" y="1418830"/>
                    </a:lnTo>
                    <a:lnTo>
                      <a:pt x="3103110" y="1442740"/>
                    </a:lnTo>
                    <a:lnTo>
                      <a:pt x="3175275" y="1466234"/>
                    </a:lnTo>
                    <a:lnTo>
                      <a:pt x="3247440" y="1489334"/>
                    </a:lnTo>
                    <a:lnTo>
                      <a:pt x="3319606" y="1512062"/>
                    </a:lnTo>
                    <a:lnTo>
                      <a:pt x="3391771" y="1534440"/>
                    </a:lnTo>
                    <a:lnTo>
                      <a:pt x="3463936" y="1556487"/>
                    </a:lnTo>
                    <a:lnTo>
                      <a:pt x="3536102" y="1578225"/>
                    </a:lnTo>
                    <a:lnTo>
                      <a:pt x="3608267" y="1599673"/>
                    </a:lnTo>
                    <a:lnTo>
                      <a:pt x="3680433" y="1620848"/>
                    </a:lnTo>
                    <a:lnTo>
                      <a:pt x="3752598" y="1641768"/>
                    </a:lnTo>
                    <a:lnTo>
                      <a:pt x="3824763" y="1662451"/>
                    </a:lnTo>
                    <a:lnTo>
                      <a:pt x="3896929" y="1682910"/>
                    </a:lnTo>
                    <a:lnTo>
                      <a:pt x="3969094" y="1703161"/>
                    </a:lnTo>
                    <a:lnTo>
                      <a:pt x="4041259" y="1723217"/>
                    </a:lnTo>
                    <a:lnTo>
                      <a:pt x="4113425" y="1743090"/>
                    </a:lnTo>
                    <a:lnTo>
                      <a:pt x="4185590" y="1762794"/>
                    </a:lnTo>
                    <a:lnTo>
                      <a:pt x="4257755" y="1782338"/>
                    </a:lnTo>
                    <a:lnTo>
                      <a:pt x="4329921" y="1801733"/>
                    </a:lnTo>
                    <a:lnTo>
                      <a:pt x="4402086" y="1820988"/>
                    </a:lnTo>
                    <a:lnTo>
                      <a:pt x="4474251" y="1840112"/>
                    </a:lnTo>
                    <a:lnTo>
                      <a:pt x="4546417" y="1859114"/>
                    </a:lnTo>
                    <a:lnTo>
                      <a:pt x="4618582" y="1878001"/>
                    </a:lnTo>
                    <a:lnTo>
                      <a:pt x="4690748" y="1896779"/>
                    </a:lnTo>
                    <a:lnTo>
                      <a:pt x="4762913" y="1915457"/>
                    </a:lnTo>
                    <a:lnTo>
                      <a:pt x="4835078" y="1934039"/>
                    </a:lnTo>
                    <a:lnTo>
                      <a:pt x="4907244" y="1952532"/>
                    </a:lnTo>
                    <a:lnTo>
                      <a:pt x="4979409" y="1970940"/>
                    </a:lnTo>
                    <a:lnTo>
                      <a:pt x="5051574" y="1989269"/>
                    </a:lnTo>
                    <a:lnTo>
                      <a:pt x="5123740" y="2007523"/>
                    </a:lnTo>
                    <a:lnTo>
                      <a:pt x="5195905" y="2025707"/>
                    </a:lnTo>
                    <a:lnTo>
                      <a:pt x="5268070" y="2043824"/>
                    </a:lnTo>
                    <a:lnTo>
                      <a:pt x="5340236" y="2061878"/>
                    </a:lnTo>
                    <a:lnTo>
                      <a:pt x="5412401" y="2079872"/>
                    </a:lnTo>
                    <a:lnTo>
                      <a:pt x="5484566" y="2097810"/>
                    </a:lnTo>
                    <a:lnTo>
                      <a:pt x="5556732" y="2115695"/>
                    </a:lnTo>
                    <a:lnTo>
                      <a:pt x="5628897" y="2133530"/>
                    </a:lnTo>
                    <a:lnTo>
                      <a:pt x="5701062" y="2151316"/>
                    </a:lnTo>
                    <a:lnTo>
                      <a:pt x="5701062" y="3478708"/>
                    </a:lnTo>
                    <a:lnTo>
                      <a:pt x="5628897" y="3437880"/>
                    </a:lnTo>
                    <a:lnTo>
                      <a:pt x="5556732" y="3397100"/>
                    </a:lnTo>
                    <a:lnTo>
                      <a:pt x="5484566" y="3356370"/>
                    </a:lnTo>
                    <a:lnTo>
                      <a:pt x="5412401" y="3315693"/>
                    </a:lnTo>
                    <a:lnTo>
                      <a:pt x="5340236" y="3275073"/>
                    </a:lnTo>
                    <a:lnTo>
                      <a:pt x="5268070" y="3234512"/>
                    </a:lnTo>
                    <a:lnTo>
                      <a:pt x="5195905" y="3194015"/>
                    </a:lnTo>
                    <a:lnTo>
                      <a:pt x="5123740" y="3153584"/>
                    </a:lnTo>
                    <a:lnTo>
                      <a:pt x="5051574" y="3113223"/>
                    </a:lnTo>
                    <a:lnTo>
                      <a:pt x="4979409" y="3072937"/>
                    </a:lnTo>
                    <a:lnTo>
                      <a:pt x="4907244" y="3032731"/>
                    </a:lnTo>
                    <a:lnTo>
                      <a:pt x="4835078" y="2992609"/>
                    </a:lnTo>
                    <a:lnTo>
                      <a:pt x="4762913" y="2952577"/>
                    </a:lnTo>
                    <a:lnTo>
                      <a:pt x="4690748" y="2912639"/>
                    </a:lnTo>
                    <a:lnTo>
                      <a:pt x="4618582" y="2872803"/>
                    </a:lnTo>
                    <a:lnTo>
                      <a:pt x="4546417" y="2833075"/>
                    </a:lnTo>
                    <a:lnTo>
                      <a:pt x="4474251" y="2793463"/>
                    </a:lnTo>
                    <a:lnTo>
                      <a:pt x="4402086" y="2753972"/>
                    </a:lnTo>
                    <a:lnTo>
                      <a:pt x="4329921" y="2714613"/>
                    </a:lnTo>
                    <a:lnTo>
                      <a:pt x="4257755" y="2675393"/>
                    </a:lnTo>
                    <a:lnTo>
                      <a:pt x="4185590" y="2636322"/>
                    </a:lnTo>
                    <a:lnTo>
                      <a:pt x="4113425" y="2597411"/>
                    </a:lnTo>
                    <a:lnTo>
                      <a:pt x="4041259" y="2558670"/>
                    </a:lnTo>
                    <a:lnTo>
                      <a:pt x="3969094" y="2520111"/>
                    </a:lnTo>
                    <a:lnTo>
                      <a:pt x="3896929" y="2481748"/>
                    </a:lnTo>
                    <a:lnTo>
                      <a:pt x="3824763" y="2443592"/>
                    </a:lnTo>
                    <a:lnTo>
                      <a:pt x="3752598" y="2405660"/>
                    </a:lnTo>
                    <a:lnTo>
                      <a:pt x="3680433" y="2367966"/>
                    </a:lnTo>
                    <a:lnTo>
                      <a:pt x="3608267" y="2330526"/>
                    </a:lnTo>
                    <a:lnTo>
                      <a:pt x="3536102" y="2293359"/>
                    </a:lnTo>
                    <a:lnTo>
                      <a:pt x="3463936" y="2256482"/>
                    </a:lnTo>
                    <a:lnTo>
                      <a:pt x="3391771" y="2219915"/>
                    </a:lnTo>
                    <a:lnTo>
                      <a:pt x="3319606" y="2183678"/>
                    </a:lnTo>
                    <a:lnTo>
                      <a:pt x="3247440" y="2147791"/>
                    </a:lnTo>
                    <a:lnTo>
                      <a:pt x="3175275" y="2112277"/>
                    </a:lnTo>
                    <a:lnTo>
                      <a:pt x="3103110" y="2077156"/>
                    </a:lnTo>
                    <a:lnTo>
                      <a:pt x="3030944" y="2042451"/>
                    </a:lnTo>
                    <a:lnTo>
                      <a:pt x="2958779" y="2008184"/>
                    </a:lnTo>
                    <a:lnTo>
                      <a:pt x="2886614" y="1974377"/>
                    </a:lnTo>
                    <a:lnTo>
                      <a:pt x="2814448" y="1941050"/>
                    </a:lnTo>
                    <a:lnTo>
                      <a:pt x="2742283" y="1908222"/>
                    </a:lnTo>
                    <a:lnTo>
                      <a:pt x="2670118" y="1875913"/>
                    </a:lnTo>
                    <a:lnTo>
                      <a:pt x="2597952" y="1844138"/>
                    </a:lnTo>
                    <a:lnTo>
                      <a:pt x="2525787" y="1812910"/>
                    </a:lnTo>
                    <a:lnTo>
                      <a:pt x="2453622" y="1782241"/>
                    </a:lnTo>
                    <a:lnTo>
                      <a:pt x="2381456" y="1752140"/>
                    </a:lnTo>
                    <a:lnTo>
                      <a:pt x="2309291" y="1722610"/>
                    </a:lnTo>
                    <a:lnTo>
                      <a:pt x="2237125" y="1693652"/>
                    </a:lnTo>
                    <a:lnTo>
                      <a:pt x="2164960" y="1665266"/>
                    </a:lnTo>
                    <a:lnTo>
                      <a:pt x="2092795" y="1637445"/>
                    </a:lnTo>
                    <a:lnTo>
                      <a:pt x="2020629" y="1610181"/>
                    </a:lnTo>
                    <a:lnTo>
                      <a:pt x="1948464" y="1583461"/>
                    </a:lnTo>
                    <a:lnTo>
                      <a:pt x="1876299" y="1557273"/>
                    </a:lnTo>
                    <a:lnTo>
                      <a:pt x="1804133" y="1531598"/>
                    </a:lnTo>
                    <a:lnTo>
                      <a:pt x="1731968" y="1506419"/>
                    </a:lnTo>
                    <a:lnTo>
                      <a:pt x="1659803" y="1481716"/>
                    </a:lnTo>
                    <a:lnTo>
                      <a:pt x="1587637" y="1457467"/>
                    </a:lnTo>
                    <a:lnTo>
                      <a:pt x="1515472" y="1433652"/>
                    </a:lnTo>
                    <a:lnTo>
                      <a:pt x="1443307" y="1410247"/>
                    </a:lnTo>
                    <a:lnTo>
                      <a:pt x="1371141" y="1387232"/>
                    </a:lnTo>
                    <a:lnTo>
                      <a:pt x="1298976" y="1364584"/>
                    </a:lnTo>
                    <a:lnTo>
                      <a:pt x="1226811" y="1342281"/>
                    </a:lnTo>
                    <a:lnTo>
                      <a:pt x="1154645" y="1320304"/>
                    </a:lnTo>
                    <a:lnTo>
                      <a:pt x="1082480" y="1298632"/>
                    </a:lnTo>
                    <a:lnTo>
                      <a:pt x="1010314" y="1277247"/>
                    </a:lnTo>
                    <a:lnTo>
                      <a:pt x="938149" y="1256130"/>
                    </a:lnTo>
                    <a:lnTo>
                      <a:pt x="865984" y="1235264"/>
                    </a:lnTo>
                    <a:lnTo>
                      <a:pt x="793818" y="1214632"/>
                    </a:lnTo>
                    <a:lnTo>
                      <a:pt x="721653" y="1194221"/>
                    </a:lnTo>
                    <a:lnTo>
                      <a:pt x="649488" y="1174014"/>
                    </a:lnTo>
                    <a:lnTo>
                      <a:pt x="577322" y="1154000"/>
                    </a:lnTo>
                    <a:lnTo>
                      <a:pt x="505157" y="1134165"/>
                    </a:lnTo>
                    <a:lnTo>
                      <a:pt x="432992" y="1114498"/>
                    </a:lnTo>
                    <a:lnTo>
                      <a:pt x="360826" y="1094988"/>
                    </a:lnTo>
                    <a:lnTo>
                      <a:pt x="288661" y="1075625"/>
                    </a:lnTo>
                    <a:lnTo>
                      <a:pt x="216496" y="1056400"/>
                    </a:lnTo>
                    <a:lnTo>
                      <a:pt x="144330" y="1037303"/>
                    </a:lnTo>
                    <a:lnTo>
                      <a:pt x="72165" y="1018328"/>
                    </a:lnTo>
                    <a:lnTo>
                      <a:pt x="0" y="999466"/>
                    </a:lnTo>
                    <a:close/>
                  </a:path>
                </a:pathLst>
              </a:custGeom>
              <a:solidFill>
                <a:srgbClr val="999999">
                  <a:alpha val="4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l31"/>
              <p:cNvSpPr/>
              <p:nvPr/>
            </p:nvSpPr>
            <p:spPr>
              <a:xfrm>
                <a:off x="1257927" y="2070498"/>
                <a:ext cx="5701062" cy="2151316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2151316">
                    <a:moveTo>
                      <a:pt x="0" y="0"/>
                    </a:moveTo>
                    <a:lnTo>
                      <a:pt x="72165" y="39752"/>
                    </a:lnTo>
                    <a:lnTo>
                      <a:pt x="144330" y="79391"/>
                    </a:lnTo>
                    <a:lnTo>
                      <a:pt x="216496" y="118909"/>
                    </a:lnTo>
                    <a:lnTo>
                      <a:pt x="288661" y="158299"/>
                    </a:lnTo>
                    <a:lnTo>
                      <a:pt x="360826" y="197550"/>
                    </a:lnTo>
                    <a:lnTo>
                      <a:pt x="432992" y="236655"/>
                    </a:lnTo>
                    <a:lnTo>
                      <a:pt x="505157" y="275603"/>
                    </a:lnTo>
                    <a:lnTo>
                      <a:pt x="577322" y="314383"/>
                    </a:lnTo>
                    <a:lnTo>
                      <a:pt x="649488" y="352983"/>
                    </a:lnTo>
                    <a:lnTo>
                      <a:pt x="721653" y="391391"/>
                    </a:lnTo>
                    <a:lnTo>
                      <a:pt x="793818" y="429594"/>
                    </a:lnTo>
                    <a:lnTo>
                      <a:pt x="865984" y="467577"/>
                    </a:lnTo>
                    <a:lnTo>
                      <a:pt x="938149" y="505326"/>
                    </a:lnTo>
                    <a:lnTo>
                      <a:pt x="1010314" y="542823"/>
                    </a:lnTo>
                    <a:lnTo>
                      <a:pt x="1082480" y="580053"/>
                    </a:lnTo>
                    <a:lnTo>
                      <a:pt x="1154645" y="616996"/>
                    </a:lnTo>
                    <a:lnTo>
                      <a:pt x="1226811" y="653633"/>
                    </a:lnTo>
                    <a:lnTo>
                      <a:pt x="1298976" y="689946"/>
                    </a:lnTo>
                    <a:lnTo>
                      <a:pt x="1371141" y="725912"/>
                    </a:lnTo>
                    <a:lnTo>
                      <a:pt x="1443307" y="761511"/>
                    </a:lnTo>
                    <a:lnTo>
                      <a:pt x="1515472" y="796721"/>
                    </a:lnTo>
                    <a:lnTo>
                      <a:pt x="1587637" y="831520"/>
                    </a:lnTo>
                    <a:lnTo>
                      <a:pt x="1659803" y="865887"/>
                    </a:lnTo>
                    <a:lnTo>
                      <a:pt x="1731968" y="899798"/>
                    </a:lnTo>
                    <a:lnTo>
                      <a:pt x="1804133" y="933234"/>
                    </a:lnTo>
                    <a:lnTo>
                      <a:pt x="1876299" y="966174"/>
                    </a:lnTo>
                    <a:lnTo>
                      <a:pt x="1948464" y="998600"/>
                    </a:lnTo>
                    <a:lnTo>
                      <a:pt x="2020629" y="1030495"/>
                    </a:lnTo>
                    <a:lnTo>
                      <a:pt x="2092795" y="1061846"/>
                    </a:lnTo>
                    <a:lnTo>
                      <a:pt x="2164960" y="1092639"/>
                    </a:lnTo>
                    <a:lnTo>
                      <a:pt x="2237125" y="1122868"/>
                    </a:lnTo>
                    <a:lnTo>
                      <a:pt x="2309291" y="1152525"/>
                    </a:lnTo>
                    <a:lnTo>
                      <a:pt x="2381456" y="1181610"/>
                    </a:lnTo>
                    <a:lnTo>
                      <a:pt x="2453622" y="1210122"/>
                    </a:lnTo>
                    <a:lnTo>
                      <a:pt x="2525787" y="1238069"/>
                    </a:lnTo>
                    <a:lnTo>
                      <a:pt x="2597952" y="1265456"/>
                    </a:lnTo>
                    <a:lnTo>
                      <a:pt x="2670118" y="1292295"/>
                    </a:lnTo>
                    <a:lnTo>
                      <a:pt x="2742283" y="1318600"/>
                    </a:lnTo>
                    <a:lnTo>
                      <a:pt x="2814448" y="1344388"/>
                    </a:lnTo>
                    <a:lnTo>
                      <a:pt x="2886614" y="1369675"/>
                    </a:lnTo>
                    <a:lnTo>
                      <a:pt x="2958779" y="1394482"/>
                    </a:lnTo>
                    <a:lnTo>
                      <a:pt x="3030944" y="1418830"/>
                    </a:lnTo>
                    <a:lnTo>
                      <a:pt x="3103110" y="1442740"/>
                    </a:lnTo>
                    <a:lnTo>
                      <a:pt x="3175275" y="1466234"/>
                    </a:lnTo>
                    <a:lnTo>
                      <a:pt x="3247440" y="1489334"/>
                    </a:lnTo>
                    <a:lnTo>
                      <a:pt x="3319606" y="1512062"/>
                    </a:lnTo>
                    <a:lnTo>
                      <a:pt x="3391771" y="1534440"/>
                    </a:lnTo>
                    <a:lnTo>
                      <a:pt x="3463936" y="1556487"/>
                    </a:lnTo>
                    <a:lnTo>
                      <a:pt x="3536102" y="1578225"/>
                    </a:lnTo>
                    <a:lnTo>
                      <a:pt x="3608267" y="1599673"/>
                    </a:lnTo>
                    <a:lnTo>
                      <a:pt x="3680433" y="1620848"/>
                    </a:lnTo>
                    <a:lnTo>
                      <a:pt x="3752598" y="1641768"/>
                    </a:lnTo>
                    <a:lnTo>
                      <a:pt x="3824763" y="1662451"/>
                    </a:lnTo>
                    <a:lnTo>
                      <a:pt x="3896929" y="1682910"/>
                    </a:lnTo>
                    <a:lnTo>
                      <a:pt x="3969094" y="1703161"/>
                    </a:lnTo>
                    <a:lnTo>
                      <a:pt x="4041259" y="1723217"/>
                    </a:lnTo>
                    <a:lnTo>
                      <a:pt x="4113425" y="1743090"/>
                    </a:lnTo>
                    <a:lnTo>
                      <a:pt x="4185590" y="1762794"/>
                    </a:lnTo>
                    <a:lnTo>
                      <a:pt x="4257755" y="1782338"/>
                    </a:lnTo>
                    <a:lnTo>
                      <a:pt x="4329921" y="1801733"/>
                    </a:lnTo>
                    <a:lnTo>
                      <a:pt x="4402086" y="1820988"/>
                    </a:lnTo>
                    <a:lnTo>
                      <a:pt x="4474251" y="1840112"/>
                    </a:lnTo>
                    <a:lnTo>
                      <a:pt x="4546417" y="1859114"/>
                    </a:lnTo>
                    <a:lnTo>
                      <a:pt x="4618582" y="1878001"/>
                    </a:lnTo>
                    <a:lnTo>
                      <a:pt x="4690748" y="1896779"/>
                    </a:lnTo>
                    <a:lnTo>
                      <a:pt x="4762913" y="1915457"/>
                    </a:lnTo>
                    <a:lnTo>
                      <a:pt x="4835078" y="1934039"/>
                    </a:lnTo>
                    <a:lnTo>
                      <a:pt x="4907244" y="1952532"/>
                    </a:lnTo>
                    <a:lnTo>
                      <a:pt x="4979409" y="1970940"/>
                    </a:lnTo>
                    <a:lnTo>
                      <a:pt x="5051574" y="1989269"/>
                    </a:lnTo>
                    <a:lnTo>
                      <a:pt x="5123740" y="2007523"/>
                    </a:lnTo>
                    <a:lnTo>
                      <a:pt x="5195905" y="2025707"/>
                    </a:lnTo>
                    <a:lnTo>
                      <a:pt x="5268070" y="2043824"/>
                    </a:lnTo>
                    <a:lnTo>
                      <a:pt x="5340236" y="2061878"/>
                    </a:lnTo>
                    <a:lnTo>
                      <a:pt x="5412401" y="2079872"/>
                    </a:lnTo>
                    <a:lnTo>
                      <a:pt x="5484566" y="2097810"/>
                    </a:lnTo>
                    <a:lnTo>
                      <a:pt x="5556732" y="2115695"/>
                    </a:lnTo>
                    <a:lnTo>
                      <a:pt x="5628897" y="2133530"/>
                    </a:lnTo>
                    <a:lnTo>
                      <a:pt x="5701062" y="2151316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l32"/>
              <p:cNvSpPr/>
              <p:nvPr/>
            </p:nvSpPr>
            <p:spPr>
              <a:xfrm>
                <a:off x="1257927" y="3069964"/>
                <a:ext cx="5701062" cy="2479242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2479242">
                    <a:moveTo>
                      <a:pt x="5701062" y="2479242"/>
                    </a:moveTo>
                    <a:lnTo>
                      <a:pt x="5628897" y="2438414"/>
                    </a:lnTo>
                    <a:lnTo>
                      <a:pt x="5556732" y="2397633"/>
                    </a:lnTo>
                    <a:lnTo>
                      <a:pt x="5484566" y="2356904"/>
                    </a:lnTo>
                    <a:lnTo>
                      <a:pt x="5412401" y="2316227"/>
                    </a:lnTo>
                    <a:lnTo>
                      <a:pt x="5340236" y="2275607"/>
                    </a:lnTo>
                    <a:lnTo>
                      <a:pt x="5268070" y="2235046"/>
                    </a:lnTo>
                    <a:lnTo>
                      <a:pt x="5195905" y="2194549"/>
                    </a:lnTo>
                    <a:lnTo>
                      <a:pt x="5123740" y="2154118"/>
                    </a:lnTo>
                    <a:lnTo>
                      <a:pt x="5051574" y="2113757"/>
                    </a:lnTo>
                    <a:lnTo>
                      <a:pt x="4979409" y="2073471"/>
                    </a:lnTo>
                    <a:lnTo>
                      <a:pt x="4907244" y="2033265"/>
                    </a:lnTo>
                    <a:lnTo>
                      <a:pt x="4835078" y="1993143"/>
                    </a:lnTo>
                    <a:lnTo>
                      <a:pt x="4762913" y="1953110"/>
                    </a:lnTo>
                    <a:lnTo>
                      <a:pt x="4690748" y="1913173"/>
                    </a:lnTo>
                    <a:lnTo>
                      <a:pt x="4618582" y="1873337"/>
                    </a:lnTo>
                    <a:lnTo>
                      <a:pt x="4546417" y="1833609"/>
                    </a:lnTo>
                    <a:lnTo>
                      <a:pt x="4474251" y="1793996"/>
                    </a:lnTo>
                    <a:lnTo>
                      <a:pt x="4402086" y="1754506"/>
                    </a:lnTo>
                    <a:lnTo>
                      <a:pt x="4329921" y="1715147"/>
                    </a:lnTo>
                    <a:lnTo>
                      <a:pt x="4257755" y="1675927"/>
                    </a:lnTo>
                    <a:lnTo>
                      <a:pt x="4185590" y="1636856"/>
                    </a:lnTo>
                    <a:lnTo>
                      <a:pt x="4113425" y="1597945"/>
                    </a:lnTo>
                    <a:lnTo>
                      <a:pt x="4041259" y="1559204"/>
                    </a:lnTo>
                    <a:lnTo>
                      <a:pt x="3969094" y="1520645"/>
                    </a:lnTo>
                    <a:lnTo>
                      <a:pt x="3896929" y="1482282"/>
                    </a:lnTo>
                    <a:lnTo>
                      <a:pt x="3824763" y="1444126"/>
                    </a:lnTo>
                    <a:lnTo>
                      <a:pt x="3752598" y="1406194"/>
                    </a:lnTo>
                    <a:lnTo>
                      <a:pt x="3680433" y="1368500"/>
                    </a:lnTo>
                    <a:lnTo>
                      <a:pt x="3608267" y="1331060"/>
                    </a:lnTo>
                    <a:lnTo>
                      <a:pt x="3536102" y="1293893"/>
                    </a:lnTo>
                    <a:lnTo>
                      <a:pt x="3463936" y="1257016"/>
                    </a:lnTo>
                    <a:lnTo>
                      <a:pt x="3391771" y="1220449"/>
                    </a:lnTo>
                    <a:lnTo>
                      <a:pt x="3319606" y="1184212"/>
                    </a:lnTo>
                    <a:lnTo>
                      <a:pt x="3247440" y="1148325"/>
                    </a:lnTo>
                    <a:lnTo>
                      <a:pt x="3175275" y="1112811"/>
                    </a:lnTo>
                    <a:lnTo>
                      <a:pt x="3103110" y="1077690"/>
                    </a:lnTo>
                    <a:lnTo>
                      <a:pt x="3030944" y="1042985"/>
                    </a:lnTo>
                    <a:lnTo>
                      <a:pt x="2958779" y="1008718"/>
                    </a:lnTo>
                    <a:lnTo>
                      <a:pt x="2886614" y="974911"/>
                    </a:lnTo>
                    <a:lnTo>
                      <a:pt x="2814448" y="941584"/>
                    </a:lnTo>
                    <a:lnTo>
                      <a:pt x="2742283" y="908756"/>
                    </a:lnTo>
                    <a:lnTo>
                      <a:pt x="2670118" y="876447"/>
                    </a:lnTo>
                    <a:lnTo>
                      <a:pt x="2597952" y="844672"/>
                    </a:lnTo>
                    <a:lnTo>
                      <a:pt x="2525787" y="813444"/>
                    </a:lnTo>
                    <a:lnTo>
                      <a:pt x="2453622" y="782775"/>
                    </a:lnTo>
                    <a:lnTo>
                      <a:pt x="2381456" y="752674"/>
                    </a:lnTo>
                    <a:lnTo>
                      <a:pt x="2309291" y="723144"/>
                    </a:lnTo>
                    <a:lnTo>
                      <a:pt x="2237125" y="694186"/>
                    </a:lnTo>
                    <a:lnTo>
                      <a:pt x="2164960" y="665800"/>
                    </a:lnTo>
                    <a:lnTo>
                      <a:pt x="2092795" y="637979"/>
                    </a:lnTo>
                    <a:lnTo>
                      <a:pt x="2020629" y="610715"/>
                    </a:lnTo>
                    <a:lnTo>
                      <a:pt x="1948464" y="583995"/>
                    </a:lnTo>
                    <a:lnTo>
                      <a:pt x="1876299" y="557807"/>
                    </a:lnTo>
                    <a:lnTo>
                      <a:pt x="1804133" y="532132"/>
                    </a:lnTo>
                    <a:lnTo>
                      <a:pt x="1731968" y="506953"/>
                    </a:lnTo>
                    <a:lnTo>
                      <a:pt x="1659803" y="482250"/>
                    </a:lnTo>
                    <a:lnTo>
                      <a:pt x="1587637" y="458001"/>
                    </a:lnTo>
                    <a:lnTo>
                      <a:pt x="1515472" y="434186"/>
                    </a:lnTo>
                    <a:lnTo>
                      <a:pt x="1443307" y="410781"/>
                    </a:lnTo>
                    <a:lnTo>
                      <a:pt x="1371141" y="387766"/>
                    </a:lnTo>
                    <a:lnTo>
                      <a:pt x="1298976" y="365117"/>
                    </a:lnTo>
                    <a:lnTo>
                      <a:pt x="1226811" y="342815"/>
                    </a:lnTo>
                    <a:lnTo>
                      <a:pt x="1154645" y="320838"/>
                    </a:lnTo>
                    <a:lnTo>
                      <a:pt x="1082480" y="299166"/>
                    </a:lnTo>
                    <a:lnTo>
                      <a:pt x="1010314" y="277781"/>
                    </a:lnTo>
                    <a:lnTo>
                      <a:pt x="938149" y="256664"/>
                    </a:lnTo>
                    <a:lnTo>
                      <a:pt x="865984" y="235798"/>
                    </a:lnTo>
                    <a:lnTo>
                      <a:pt x="793818" y="215166"/>
                    </a:lnTo>
                    <a:lnTo>
                      <a:pt x="721653" y="194755"/>
                    </a:lnTo>
                    <a:lnTo>
                      <a:pt x="649488" y="174548"/>
                    </a:lnTo>
                    <a:lnTo>
                      <a:pt x="577322" y="154534"/>
                    </a:lnTo>
                    <a:lnTo>
                      <a:pt x="505157" y="134699"/>
                    </a:lnTo>
                    <a:lnTo>
                      <a:pt x="432992" y="115032"/>
                    </a:lnTo>
                    <a:lnTo>
                      <a:pt x="360826" y="95522"/>
                    </a:lnTo>
                    <a:lnTo>
                      <a:pt x="288661" y="76159"/>
                    </a:lnTo>
                    <a:lnTo>
                      <a:pt x="216496" y="56934"/>
                    </a:lnTo>
                    <a:lnTo>
                      <a:pt x="144330" y="37837"/>
                    </a:lnTo>
                    <a:lnTo>
                      <a:pt x="72165" y="18862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l33"/>
              <p:cNvSpPr/>
              <p:nvPr/>
            </p:nvSpPr>
            <p:spPr>
              <a:xfrm>
                <a:off x="1257927" y="2570231"/>
                <a:ext cx="5701062" cy="2315279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2315279">
                    <a:moveTo>
                      <a:pt x="0" y="0"/>
                    </a:moveTo>
                    <a:lnTo>
                      <a:pt x="72165" y="29307"/>
                    </a:lnTo>
                    <a:lnTo>
                      <a:pt x="144330" y="58614"/>
                    </a:lnTo>
                    <a:lnTo>
                      <a:pt x="216496" y="87922"/>
                    </a:lnTo>
                    <a:lnTo>
                      <a:pt x="288661" y="117229"/>
                    </a:lnTo>
                    <a:lnTo>
                      <a:pt x="360826" y="146536"/>
                    </a:lnTo>
                    <a:lnTo>
                      <a:pt x="432992" y="175844"/>
                    </a:lnTo>
                    <a:lnTo>
                      <a:pt x="505157" y="205151"/>
                    </a:lnTo>
                    <a:lnTo>
                      <a:pt x="577322" y="234458"/>
                    </a:lnTo>
                    <a:lnTo>
                      <a:pt x="649488" y="263766"/>
                    </a:lnTo>
                    <a:lnTo>
                      <a:pt x="721653" y="293073"/>
                    </a:lnTo>
                    <a:lnTo>
                      <a:pt x="793818" y="322380"/>
                    </a:lnTo>
                    <a:lnTo>
                      <a:pt x="865984" y="351688"/>
                    </a:lnTo>
                    <a:lnTo>
                      <a:pt x="938149" y="380995"/>
                    </a:lnTo>
                    <a:lnTo>
                      <a:pt x="1010314" y="410302"/>
                    </a:lnTo>
                    <a:lnTo>
                      <a:pt x="1082480" y="439610"/>
                    </a:lnTo>
                    <a:lnTo>
                      <a:pt x="1154645" y="468917"/>
                    </a:lnTo>
                    <a:lnTo>
                      <a:pt x="1226811" y="498224"/>
                    </a:lnTo>
                    <a:lnTo>
                      <a:pt x="1298976" y="527532"/>
                    </a:lnTo>
                    <a:lnTo>
                      <a:pt x="1371141" y="556839"/>
                    </a:lnTo>
                    <a:lnTo>
                      <a:pt x="1443307" y="586146"/>
                    </a:lnTo>
                    <a:lnTo>
                      <a:pt x="1515472" y="615454"/>
                    </a:lnTo>
                    <a:lnTo>
                      <a:pt x="1587637" y="644761"/>
                    </a:lnTo>
                    <a:lnTo>
                      <a:pt x="1659803" y="674068"/>
                    </a:lnTo>
                    <a:lnTo>
                      <a:pt x="1731968" y="703376"/>
                    </a:lnTo>
                    <a:lnTo>
                      <a:pt x="1804133" y="732683"/>
                    </a:lnTo>
                    <a:lnTo>
                      <a:pt x="1876299" y="761990"/>
                    </a:lnTo>
                    <a:lnTo>
                      <a:pt x="1948464" y="791298"/>
                    </a:lnTo>
                    <a:lnTo>
                      <a:pt x="2020629" y="820605"/>
                    </a:lnTo>
                    <a:lnTo>
                      <a:pt x="2092795" y="849912"/>
                    </a:lnTo>
                    <a:lnTo>
                      <a:pt x="2164960" y="879220"/>
                    </a:lnTo>
                    <a:lnTo>
                      <a:pt x="2237125" y="908527"/>
                    </a:lnTo>
                    <a:lnTo>
                      <a:pt x="2309291" y="937834"/>
                    </a:lnTo>
                    <a:lnTo>
                      <a:pt x="2381456" y="967142"/>
                    </a:lnTo>
                    <a:lnTo>
                      <a:pt x="2453622" y="996449"/>
                    </a:lnTo>
                    <a:lnTo>
                      <a:pt x="2525787" y="1025756"/>
                    </a:lnTo>
                    <a:lnTo>
                      <a:pt x="2597952" y="1055064"/>
                    </a:lnTo>
                    <a:lnTo>
                      <a:pt x="2670118" y="1084371"/>
                    </a:lnTo>
                    <a:lnTo>
                      <a:pt x="2742283" y="1113678"/>
                    </a:lnTo>
                    <a:lnTo>
                      <a:pt x="2814448" y="1142986"/>
                    </a:lnTo>
                    <a:lnTo>
                      <a:pt x="2886614" y="1172293"/>
                    </a:lnTo>
                    <a:lnTo>
                      <a:pt x="2958779" y="1201600"/>
                    </a:lnTo>
                    <a:lnTo>
                      <a:pt x="3030944" y="1230908"/>
                    </a:lnTo>
                    <a:lnTo>
                      <a:pt x="3103110" y="1260215"/>
                    </a:lnTo>
                    <a:lnTo>
                      <a:pt x="3175275" y="1289522"/>
                    </a:lnTo>
                    <a:lnTo>
                      <a:pt x="3247440" y="1318830"/>
                    </a:lnTo>
                    <a:lnTo>
                      <a:pt x="3319606" y="1348137"/>
                    </a:lnTo>
                    <a:lnTo>
                      <a:pt x="3391771" y="1377444"/>
                    </a:lnTo>
                    <a:lnTo>
                      <a:pt x="3463936" y="1406752"/>
                    </a:lnTo>
                    <a:lnTo>
                      <a:pt x="3536102" y="1436059"/>
                    </a:lnTo>
                    <a:lnTo>
                      <a:pt x="3608267" y="1465366"/>
                    </a:lnTo>
                    <a:lnTo>
                      <a:pt x="3680433" y="1494674"/>
                    </a:lnTo>
                    <a:lnTo>
                      <a:pt x="3752598" y="1523981"/>
                    </a:lnTo>
                    <a:lnTo>
                      <a:pt x="3824763" y="1553288"/>
                    </a:lnTo>
                    <a:lnTo>
                      <a:pt x="3896929" y="1582596"/>
                    </a:lnTo>
                    <a:lnTo>
                      <a:pt x="3969094" y="1611903"/>
                    </a:lnTo>
                    <a:lnTo>
                      <a:pt x="4041259" y="1641210"/>
                    </a:lnTo>
                    <a:lnTo>
                      <a:pt x="4113425" y="1670518"/>
                    </a:lnTo>
                    <a:lnTo>
                      <a:pt x="4185590" y="1699825"/>
                    </a:lnTo>
                    <a:lnTo>
                      <a:pt x="4257755" y="1729132"/>
                    </a:lnTo>
                    <a:lnTo>
                      <a:pt x="4329921" y="1758440"/>
                    </a:lnTo>
                    <a:lnTo>
                      <a:pt x="4402086" y="1787747"/>
                    </a:lnTo>
                    <a:lnTo>
                      <a:pt x="4474251" y="1817054"/>
                    </a:lnTo>
                    <a:lnTo>
                      <a:pt x="4546417" y="1846362"/>
                    </a:lnTo>
                    <a:lnTo>
                      <a:pt x="4618582" y="1875669"/>
                    </a:lnTo>
                    <a:lnTo>
                      <a:pt x="4690748" y="1904976"/>
                    </a:lnTo>
                    <a:lnTo>
                      <a:pt x="4762913" y="1934284"/>
                    </a:lnTo>
                    <a:lnTo>
                      <a:pt x="4835078" y="1963591"/>
                    </a:lnTo>
                    <a:lnTo>
                      <a:pt x="4907244" y="1992898"/>
                    </a:lnTo>
                    <a:lnTo>
                      <a:pt x="4979409" y="2022206"/>
                    </a:lnTo>
                    <a:lnTo>
                      <a:pt x="5051574" y="2051513"/>
                    </a:lnTo>
                    <a:lnTo>
                      <a:pt x="5123740" y="2080820"/>
                    </a:lnTo>
                    <a:lnTo>
                      <a:pt x="5195905" y="2110128"/>
                    </a:lnTo>
                    <a:lnTo>
                      <a:pt x="5268070" y="2139435"/>
                    </a:lnTo>
                    <a:lnTo>
                      <a:pt x="5340236" y="2168742"/>
                    </a:lnTo>
                    <a:lnTo>
                      <a:pt x="5412401" y="2198050"/>
                    </a:lnTo>
                    <a:lnTo>
                      <a:pt x="5484566" y="2227357"/>
                    </a:lnTo>
                    <a:lnTo>
                      <a:pt x="5556732" y="2256664"/>
                    </a:lnTo>
                    <a:lnTo>
                      <a:pt x="5628897" y="2285972"/>
                    </a:lnTo>
                    <a:lnTo>
                      <a:pt x="5701062" y="2315279"/>
                    </a:lnTo>
                  </a:path>
                </a:pathLst>
              </a:custGeom>
              <a:ln w="27101" cap="flat">
                <a:solidFill>
                  <a:srgbClr val="00FA9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t34"/>
              <p:cNvSpPr/>
              <p:nvPr/>
            </p:nvSpPr>
            <p:spPr>
              <a:xfrm>
                <a:off x="2853582" y="4272012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t35"/>
              <p:cNvSpPr/>
              <p:nvPr/>
            </p:nvSpPr>
            <p:spPr>
              <a:xfrm>
                <a:off x="2853582" y="4388579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t36"/>
              <p:cNvSpPr/>
              <p:nvPr/>
            </p:nvSpPr>
            <p:spPr>
              <a:xfrm>
                <a:off x="2853582" y="446659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t37"/>
              <p:cNvSpPr/>
              <p:nvPr/>
            </p:nvSpPr>
            <p:spPr>
              <a:xfrm>
                <a:off x="1226401" y="3868138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t38"/>
              <p:cNvSpPr/>
              <p:nvPr/>
            </p:nvSpPr>
            <p:spPr>
              <a:xfrm>
                <a:off x="1226401" y="413899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t39"/>
              <p:cNvSpPr/>
              <p:nvPr/>
            </p:nvSpPr>
            <p:spPr>
              <a:xfrm>
                <a:off x="1226401" y="3775058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t40"/>
              <p:cNvSpPr/>
              <p:nvPr/>
            </p:nvSpPr>
            <p:spPr>
              <a:xfrm>
                <a:off x="4892401" y="404503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t41"/>
              <p:cNvSpPr/>
              <p:nvPr/>
            </p:nvSpPr>
            <p:spPr>
              <a:xfrm>
                <a:off x="4892401" y="3674509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t42"/>
              <p:cNvSpPr/>
              <p:nvPr/>
            </p:nvSpPr>
            <p:spPr>
              <a:xfrm>
                <a:off x="4892401" y="3994772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t43"/>
              <p:cNvSpPr/>
              <p:nvPr/>
            </p:nvSpPr>
            <p:spPr>
              <a:xfrm>
                <a:off x="3196053" y="4636687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t44"/>
              <p:cNvSpPr/>
              <p:nvPr/>
            </p:nvSpPr>
            <p:spPr>
              <a:xfrm>
                <a:off x="3196053" y="4283978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t45"/>
              <p:cNvSpPr/>
              <p:nvPr/>
            </p:nvSpPr>
            <p:spPr>
              <a:xfrm>
                <a:off x="3196053" y="460288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t46"/>
              <p:cNvSpPr/>
              <p:nvPr/>
            </p:nvSpPr>
            <p:spPr>
              <a:xfrm>
                <a:off x="3456894" y="356670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t47"/>
              <p:cNvSpPr/>
              <p:nvPr/>
            </p:nvSpPr>
            <p:spPr>
              <a:xfrm>
                <a:off x="3456894" y="391020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t48"/>
              <p:cNvSpPr/>
              <p:nvPr/>
            </p:nvSpPr>
            <p:spPr>
              <a:xfrm>
                <a:off x="3456894" y="376129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t49"/>
              <p:cNvSpPr/>
              <p:nvPr/>
            </p:nvSpPr>
            <p:spPr>
              <a:xfrm>
                <a:off x="1581882" y="3631474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t50"/>
              <p:cNvSpPr/>
              <p:nvPr/>
            </p:nvSpPr>
            <p:spPr>
              <a:xfrm>
                <a:off x="1581882" y="386476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t51"/>
              <p:cNvSpPr/>
              <p:nvPr/>
            </p:nvSpPr>
            <p:spPr>
              <a:xfrm>
                <a:off x="1581882" y="3859367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t52"/>
              <p:cNvSpPr/>
              <p:nvPr/>
            </p:nvSpPr>
            <p:spPr>
              <a:xfrm>
                <a:off x="3295638" y="513215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t53"/>
              <p:cNvSpPr/>
              <p:nvPr/>
            </p:nvSpPr>
            <p:spPr>
              <a:xfrm>
                <a:off x="3295638" y="5099649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t54"/>
              <p:cNvSpPr/>
              <p:nvPr/>
            </p:nvSpPr>
            <p:spPr>
              <a:xfrm>
                <a:off x="4104964" y="5201058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t55"/>
              <p:cNvSpPr/>
              <p:nvPr/>
            </p:nvSpPr>
            <p:spPr>
              <a:xfrm>
                <a:off x="4104964" y="5096189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g56"/>
              <p:cNvSpPr/>
              <p:nvPr/>
            </p:nvSpPr>
            <p:spPr>
              <a:xfrm>
                <a:off x="1285104" y="3655005"/>
                <a:ext cx="3665999" cy="1309813"/>
              </a:xfrm>
              <a:custGeom>
                <a:avLst/>
                <a:gdLst/>
                <a:ahLst/>
                <a:cxnLst/>
                <a:rect l="0" t="0" r="0" b="0"/>
                <a:pathLst>
                  <a:path w="3665999" h="1309813">
                    <a:moveTo>
                      <a:pt x="0" y="0"/>
                    </a:moveTo>
                    <a:lnTo>
                      <a:pt x="46405" y="13387"/>
                    </a:lnTo>
                    <a:lnTo>
                      <a:pt x="92810" y="26713"/>
                    </a:lnTo>
                    <a:lnTo>
                      <a:pt x="139215" y="39972"/>
                    </a:lnTo>
                    <a:lnTo>
                      <a:pt x="185620" y="53162"/>
                    </a:lnTo>
                    <a:lnTo>
                      <a:pt x="232025" y="66278"/>
                    </a:lnTo>
                    <a:lnTo>
                      <a:pt x="278430" y="79316"/>
                    </a:lnTo>
                    <a:lnTo>
                      <a:pt x="324835" y="92272"/>
                    </a:lnTo>
                    <a:lnTo>
                      <a:pt x="371240" y="105139"/>
                    </a:lnTo>
                    <a:lnTo>
                      <a:pt x="417645" y="117914"/>
                    </a:lnTo>
                    <a:lnTo>
                      <a:pt x="464050" y="130590"/>
                    </a:lnTo>
                    <a:lnTo>
                      <a:pt x="510455" y="143162"/>
                    </a:lnTo>
                    <a:lnTo>
                      <a:pt x="556860" y="155623"/>
                    </a:lnTo>
                    <a:lnTo>
                      <a:pt x="603265" y="167965"/>
                    </a:lnTo>
                    <a:lnTo>
                      <a:pt x="649670" y="180183"/>
                    </a:lnTo>
                    <a:lnTo>
                      <a:pt x="696075" y="192267"/>
                    </a:lnTo>
                    <a:lnTo>
                      <a:pt x="742480" y="204211"/>
                    </a:lnTo>
                    <a:lnTo>
                      <a:pt x="788885" y="216005"/>
                    </a:lnTo>
                    <a:lnTo>
                      <a:pt x="835291" y="227639"/>
                    </a:lnTo>
                    <a:lnTo>
                      <a:pt x="881696" y="239105"/>
                    </a:lnTo>
                    <a:lnTo>
                      <a:pt x="928101" y="250393"/>
                    </a:lnTo>
                    <a:lnTo>
                      <a:pt x="974506" y="261490"/>
                    </a:lnTo>
                    <a:lnTo>
                      <a:pt x="1020911" y="272388"/>
                    </a:lnTo>
                    <a:lnTo>
                      <a:pt x="1067316" y="283073"/>
                    </a:lnTo>
                    <a:lnTo>
                      <a:pt x="1113721" y="293534"/>
                    </a:lnTo>
                    <a:lnTo>
                      <a:pt x="1160126" y="303759"/>
                    </a:lnTo>
                    <a:lnTo>
                      <a:pt x="1206531" y="313735"/>
                    </a:lnTo>
                    <a:lnTo>
                      <a:pt x="1252936" y="323450"/>
                    </a:lnTo>
                    <a:lnTo>
                      <a:pt x="1299341" y="332891"/>
                    </a:lnTo>
                    <a:lnTo>
                      <a:pt x="1345746" y="342045"/>
                    </a:lnTo>
                    <a:lnTo>
                      <a:pt x="1392151" y="350901"/>
                    </a:lnTo>
                    <a:lnTo>
                      <a:pt x="1438556" y="359447"/>
                    </a:lnTo>
                    <a:lnTo>
                      <a:pt x="1484961" y="367672"/>
                    </a:lnTo>
                    <a:lnTo>
                      <a:pt x="1531366" y="375565"/>
                    </a:lnTo>
                    <a:lnTo>
                      <a:pt x="1577771" y="383116"/>
                    </a:lnTo>
                    <a:lnTo>
                      <a:pt x="1624176" y="390319"/>
                    </a:lnTo>
                    <a:lnTo>
                      <a:pt x="1670582" y="397166"/>
                    </a:lnTo>
                    <a:lnTo>
                      <a:pt x="1716987" y="403651"/>
                    </a:lnTo>
                    <a:lnTo>
                      <a:pt x="1763392" y="409772"/>
                    </a:lnTo>
                    <a:lnTo>
                      <a:pt x="1809797" y="415525"/>
                    </a:lnTo>
                    <a:lnTo>
                      <a:pt x="1856202" y="420911"/>
                    </a:lnTo>
                    <a:lnTo>
                      <a:pt x="1902607" y="425932"/>
                    </a:lnTo>
                    <a:lnTo>
                      <a:pt x="1949012" y="430590"/>
                    </a:lnTo>
                    <a:lnTo>
                      <a:pt x="1995417" y="434891"/>
                    </a:lnTo>
                    <a:lnTo>
                      <a:pt x="2041822" y="438841"/>
                    </a:lnTo>
                    <a:lnTo>
                      <a:pt x="2088227" y="442447"/>
                    </a:lnTo>
                    <a:lnTo>
                      <a:pt x="2134632" y="445719"/>
                    </a:lnTo>
                    <a:lnTo>
                      <a:pt x="2181037" y="448667"/>
                    </a:lnTo>
                    <a:lnTo>
                      <a:pt x="2227442" y="451301"/>
                    </a:lnTo>
                    <a:lnTo>
                      <a:pt x="2273847" y="453634"/>
                    </a:lnTo>
                    <a:lnTo>
                      <a:pt x="2320252" y="455677"/>
                    </a:lnTo>
                    <a:lnTo>
                      <a:pt x="2366657" y="457443"/>
                    </a:lnTo>
                    <a:lnTo>
                      <a:pt x="2413062" y="458944"/>
                    </a:lnTo>
                    <a:lnTo>
                      <a:pt x="2459467" y="460194"/>
                    </a:lnTo>
                    <a:lnTo>
                      <a:pt x="2505873" y="461203"/>
                    </a:lnTo>
                    <a:lnTo>
                      <a:pt x="2552278" y="461986"/>
                    </a:lnTo>
                    <a:lnTo>
                      <a:pt x="2598683" y="462553"/>
                    </a:lnTo>
                    <a:lnTo>
                      <a:pt x="2645088" y="462916"/>
                    </a:lnTo>
                    <a:lnTo>
                      <a:pt x="2691493" y="463087"/>
                    </a:lnTo>
                    <a:lnTo>
                      <a:pt x="2737898" y="463076"/>
                    </a:lnTo>
                    <a:lnTo>
                      <a:pt x="2784303" y="462894"/>
                    </a:lnTo>
                    <a:lnTo>
                      <a:pt x="2830708" y="462551"/>
                    </a:lnTo>
                    <a:lnTo>
                      <a:pt x="2877113" y="462055"/>
                    </a:lnTo>
                    <a:lnTo>
                      <a:pt x="2923518" y="461416"/>
                    </a:lnTo>
                    <a:lnTo>
                      <a:pt x="2969923" y="460642"/>
                    </a:lnTo>
                    <a:lnTo>
                      <a:pt x="3016328" y="459741"/>
                    </a:lnTo>
                    <a:lnTo>
                      <a:pt x="3062733" y="458720"/>
                    </a:lnTo>
                    <a:lnTo>
                      <a:pt x="3109138" y="457586"/>
                    </a:lnTo>
                    <a:lnTo>
                      <a:pt x="3155543" y="456345"/>
                    </a:lnTo>
                    <a:lnTo>
                      <a:pt x="3201948" y="455005"/>
                    </a:lnTo>
                    <a:lnTo>
                      <a:pt x="3248353" y="453570"/>
                    </a:lnTo>
                    <a:lnTo>
                      <a:pt x="3294758" y="452046"/>
                    </a:lnTo>
                    <a:lnTo>
                      <a:pt x="3341164" y="450439"/>
                    </a:lnTo>
                    <a:lnTo>
                      <a:pt x="3387569" y="448751"/>
                    </a:lnTo>
                    <a:lnTo>
                      <a:pt x="3433974" y="446989"/>
                    </a:lnTo>
                    <a:lnTo>
                      <a:pt x="3480379" y="445157"/>
                    </a:lnTo>
                    <a:lnTo>
                      <a:pt x="3526784" y="443257"/>
                    </a:lnTo>
                    <a:lnTo>
                      <a:pt x="3573189" y="441294"/>
                    </a:lnTo>
                    <a:lnTo>
                      <a:pt x="3619594" y="439272"/>
                    </a:lnTo>
                    <a:lnTo>
                      <a:pt x="3665999" y="437192"/>
                    </a:lnTo>
                    <a:lnTo>
                      <a:pt x="3665999" y="1309813"/>
                    </a:lnTo>
                    <a:lnTo>
                      <a:pt x="3619594" y="1296326"/>
                    </a:lnTo>
                    <a:lnTo>
                      <a:pt x="3573189" y="1282894"/>
                    </a:lnTo>
                    <a:lnTo>
                      <a:pt x="3526784" y="1269523"/>
                    </a:lnTo>
                    <a:lnTo>
                      <a:pt x="3480379" y="1256215"/>
                    </a:lnTo>
                    <a:lnTo>
                      <a:pt x="3433974" y="1242974"/>
                    </a:lnTo>
                    <a:lnTo>
                      <a:pt x="3387569" y="1229803"/>
                    </a:lnTo>
                    <a:lnTo>
                      <a:pt x="3341164" y="1216707"/>
                    </a:lnTo>
                    <a:lnTo>
                      <a:pt x="3294758" y="1203691"/>
                    </a:lnTo>
                    <a:lnTo>
                      <a:pt x="3248353" y="1190759"/>
                    </a:lnTo>
                    <a:lnTo>
                      <a:pt x="3201948" y="1177915"/>
                    </a:lnTo>
                    <a:lnTo>
                      <a:pt x="3155543" y="1165166"/>
                    </a:lnTo>
                    <a:lnTo>
                      <a:pt x="3109138" y="1152518"/>
                    </a:lnTo>
                    <a:lnTo>
                      <a:pt x="3062733" y="1139975"/>
                    </a:lnTo>
                    <a:lnTo>
                      <a:pt x="3016328" y="1127546"/>
                    </a:lnTo>
                    <a:lnTo>
                      <a:pt x="2969923" y="1115236"/>
                    </a:lnTo>
                    <a:lnTo>
                      <a:pt x="2923518" y="1103053"/>
                    </a:lnTo>
                    <a:lnTo>
                      <a:pt x="2877113" y="1091006"/>
                    </a:lnTo>
                    <a:lnTo>
                      <a:pt x="2830708" y="1079101"/>
                    </a:lnTo>
                    <a:lnTo>
                      <a:pt x="2784303" y="1067349"/>
                    </a:lnTo>
                    <a:lnTo>
                      <a:pt x="2737898" y="1055759"/>
                    </a:lnTo>
                    <a:lnTo>
                      <a:pt x="2691493" y="1044340"/>
                    </a:lnTo>
                    <a:lnTo>
                      <a:pt x="2645088" y="1033102"/>
                    </a:lnTo>
                    <a:lnTo>
                      <a:pt x="2598683" y="1022057"/>
                    </a:lnTo>
                    <a:lnTo>
                      <a:pt x="2552278" y="1011216"/>
                    </a:lnTo>
                    <a:lnTo>
                      <a:pt x="2505873" y="1000590"/>
                    </a:lnTo>
                    <a:lnTo>
                      <a:pt x="2459467" y="990191"/>
                    </a:lnTo>
                    <a:lnTo>
                      <a:pt x="2413062" y="980031"/>
                    </a:lnTo>
                    <a:lnTo>
                      <a:pt x="2366657" y="970124"/>
                    </a:lnTo>
                    <a:lnTo>
                      <a:pt x="2320252" y="960482"/>
                    </a:lnTo>
                    <a:lnTo>
                      <a:pt x="2273847" y="951116"/>
                    </a:lnTo>
                    <a:lnTo>
                      <a:pt x="2227442" y="942040"/>
                    </a:lnTo>
                    <a:lnTo>
                      <a:pt x="2181037" y="933266"/>
                    </a:lnTo>
                    <a:lnTo>
                      <a:pt x="2134632" y="924806"/>
                    </a:lnTo>
                    <a:lnTo>
                      <a:pt x="2088227" y="916669"/>
                    </a:lnTo>
                    <a:lnTo>
                      <a:pt x="2041822" y="908867"/>
                    </a:lnTo>
                    <a:lnTo>
                      <a:pt x="1995417" y="901408"/>
                    </a:lnTo>
                    <a:lnTo>
                      <a:pt x="1949012" y="894300"/>
                    </a:lnTo>
                    <a:lnTo>
                      <a:pt x="1902607" y="887550"/>
                    </a:lnTo>
                    <a:lnTo>
                      <a:pt x="1856202" y="881162"/>
                    </a:lnTo>
                    <a:lnTo>
                      <a:pt x="1809797" y="875140"/>
                    </a:lnTo>
                    <a:lnTo>
                      <a:pt x="1763392" y="869485"/>
                    </a:lnTo>
                    <a:lnTo>
                      <a:pt x="1716987" y="864197"/>
                    </a:lnTo>
                    <a:lnTo>
                      <a:pt x="1670582" y="859274"/>
                    </a:lnTo>
                    <a:lnTo>
                      <a:pt x="1624176" y="854712"/>
                    </a:lnTo>
                    <a:lnTo>
                      <a:pt x="1577771" y="850506"/>
                    </a:lnTo>
                    <a:lnTo>
                      <a:pt x="1531366" y="846650"/>
                    </a:lnTo>
                    <a:lnTo>
                      <a:pt x="1484961" y="843134"/>
                    </a:lnTo>
                    <a:lnTo>
                      <a:pt x="1438556" y="839950"/>
                    </a:lnTo>
                    <a:lnTo>
                      <a:pt x="1392151" y="837087"/>
                    </a:lnTo>
                    <a:lnTo>
                      <a:pt x="1345746" y="834535"/>
                    </a:lnTo>
                    <a:lnTo>
                      <a:pt x="1299341" y="832281"/>
                    </a:lnTo>
                    <a:lnTo>
                      <a:pt x="1252936" y="830314"/>
                    </a:lnTo>
                    <a:lnTo>
                      <a:pt x="1206531" y="828620"/>
                    </a:lnTo>
                    <a:lnTo>
                      <a:pt x="1160126" y="827187"/>
                    </a:lnTo>
                    <a:lnTo>
                      <a:pt x="1113721" y="826004"/>
                    </a:lnTo>
                    <a:lnTo>
                      <a:pt x="1067316" y="825056"/>
                    </a:lnTo>
                    <a:lnTo>
                      <a:pt x="1020911" y="824333"/>
                    </a:lnTo>
                    <a:lnTo>
                      <a:pt x="974506" y="823822"/>
                    </a:lnTo>
                    <a:lnTo>
                      <a:pt x="928101" y="823511"/>
                    </a:lnTo>
                    <a:lnTo>
                      <a:pt x="881696" y="823390"/>
                    </a:lnTo>
                    <a:lnTo>
                      <a:pt x="835291" y="823447"/>
                    </a:lnTo>
                    <a:lnTo>
                      <a:pt x="788885" y="823673"/>
                    </a:lnTo>
                    <a:lnTo>
                      <a:pt x="742480" y="824059"/>
                    </a:lnTo>
                    <a:lnTo>
                      <a:pt x="696075" y="824594"/>
                    </a:lnTo>
                    <a:lnTo>
                      <a:pt x="649670" y="825270"/>
                    </a:lnTo>
                    <a:lnTo>
                      <a:pt x="603265" y="826079"/>
                    </a:lnTo>
                    <a:lnTo>
                      <a:pt x="556860" y="827013"/>
                    </a:lnTo>
                    <a:lnTo>
                      <a:pt x="510455" y="828065"/>
                    </a:lnTo>
                    <a:lnTo>
                      <a:pt x="464050" y="829228"/>
                    </a:lnTo>
                    <a:lnTo>
                      <a:pt x="417645" y="830496"/>
                    </a:lnTo>
                    <a:lnTo>
                      <a:pt x="371240" y="831862"/>
                    </a:lnTo>
                    <a:lnTo>
                      <a:pt x="324835" y="833321"/>
                    </a:lnTo>
                    <a:lnTo>
                      <a:pt x="278430" y="834868"/>
                    </a:lnTo>
                    <a:lnTo>
                      <a:pt x="232025" y="836498"/>
                    </a:lnTo>
                    <a:lnTo>
                      <a:pt x="185620" y="838205"/>
                    </a:lnTo>
                    <a:lnTo>
                      <a:pt x="139215" y="839987"/>
                    </a:lnTo>
                    <a:lnTo>
                      <a:pt x="92810" y="841838"/>
                    </a:lnTo>
                    <a:lnTo>
                      <a:pt x="46405" y="843755"/>
                    </a:lnTo>
                    <a:lnTo>
                      <a:pt x="0" y="845734"/>
                    </a:lnTo>
                    <a:close/>
                  </a:path>
                </a:pathLst>
              </a:custGeom>
              <a:solidFill>
                <a:srgbClr val="999999">
                  <a:alpha val="4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l57"/>
              <p:cNvSpPr/>
              <p:nvPr/>
            </p:nvSpPr>
            <p:spPr>
              <a:xfrm>
                <a:off x="1285104" y="3655005"/>
                <a:ext cx="3665999" cy="463087"/>
              </a:xfrm>
              <a:custGeom>
                <a:avLst/>
                <a:gdLst/>
                <a:ahLst/>
                <a:cxnLst/>
                <a:rect l="0" t="0" r="0" b="0"/>
                <a:pathLst>
                  <a:path w="3665999" h="463087">
                    <a:moveTo>
                      <a:pt x="0" y="0"/>
                    </a:moveTo>
                    <a:lnTo>
                      <a:pt x="46405" y="13387"/>
                    </a:lnTo>
                    <a:lnTo>
                      <a:pt x="92810" y="26713"/>
                    </a:lnTo>
                    <a:lnTo>
                      <a:pt x="139215" y="39972"/>
                    </a:lnTo>
                    <a:lnTo>
                      <a:pt x="185620" y="53162"/>
                    </a:lnTo>
                    <a:lnTo>
                      <a:pt x="232025" y="66278"/>
                    </a:lnTo>
                    <a:lnTo>
                      <a:pt x="278430" y="79316"/>
                    </a:lnTo>
                    <a:lnTo>
                      <a:pt x="324835" y="92272"/>
                    </a:lnTo>
                    <a:lnTo>
                      <a:pt x="371240" y="105139"/>
                    </a:lnTo>
                    <a:lnTo>
                      <a:pt x="417645" y="117914"/>
                    </a:lnTo>
                    <a:lnTo>
                      <a:pt x="464050" y="130590"/>
                    </a:lnTo>
                    <a:lnTo>
                      <a:pt x="510455" y="143162"/>
                    </a:lnTo>
                    <a:lnTo>
                      <a:pt x="556860" y="155623"/>
                    </a:lnTo>
                    <a:lnTo>
                      <a:pt x="603265" y="167965"/>
                    </a:lnTo>
                    <a:lnTo>
                      <a:pt x="649670" y="180183"/>
                    </a:lnTo>
                    <a:lnTo>
                      <a:pt x="696075" y="192267"/>
                    </a:lnTo>
                    <a:lnTo>
                      <a:pt x="742480" y="204211"/>
                    </a:lnTo>
                    <a:lnTo>
                      <a:pt x="788885" y="216005"/>
                    </a:lnTo>
                    <a:lnTo>
                      <a:pt x="835291" y="227639"/>
                    </a:lnTo>
                    <a:lnTo>
                      <a:pt x="881696" y="239105"/>
                    </a:lnTo>
                    <a:lnTo>
                      <a:pt x="928101" y="250393"/>
                    </a:lnTo>
                    <a:lnTo>
                      <a:pt x="974506" y="261490"/>
                    </a:lnTo>
                    <a:lnTo>
                      <a:pt x="1020911" y="272388"/>
                    </a:lnTo>
                    <a:lnTo>
                      <a:pt x="1067316" y="283073"/>
                    </a:lnTo>
                    <a:lnTo>
                      <a:pt x="1113721" y="293534"/>
                    </a:lnTo>
                    <a:lnTo>
                      <a:pt x="1160126" y="303759"/>
                    </a:lnTo>
                    <a:lnTo>
                      <a:pt x="1206531" y="313735"/>
                    </a:lnTo>
                    <a:lnTo>
                      <a:pt x="1252936" y="323450"/>
                    </a:lnTo>
                    <a:lnTo>
                      <a:pt x="1299341" y="332891"/>
                    </a:lnTo>
                    <a:lnTo>
                      <a:pt x="1345746" y="342045"/>
                    </a:lnTo>
                    <a:lnTo>
                      <a:pt x="1392151" y="350901"/>
                    </a:lnTo>
                    <a:lnTo>
                      <a:pt x="1438556" y="359447"/>
                    </a:lnTo>
                    <a:lnTo>
                      <a:pt x="1484961" y="367672"/>
                    </a:lnTo>
                    <a:lnTo>
                      <a:pt x="1531366" y="375565"/>
                    </a:lnTo>
                    <a:lnTo>
                      <a:pt x="1577771" y="383116"/>
                    </a:lnTo>
                    <a:lnTo>
                      <a:pt x="1624176" y="390319"/>
                    </a:lnTo>
                    <a:lnTo>
                      <a:pt x="1670582" y="397166"/>
                    </a:lnTo>
                    <a:lnTo>
                      <a:pt x="1716987" y="403651"/>
                    </a:lnTo>
                    <a:lnTo>
                      <a:pt x="1763392" y="409772"/>
                    </a:lnTo>
                    <a:lnTo>
                      <a:pt x="1809797" y="415525"/>
                    </a:lnTo>
                    <a:lnTo>
                      <a:pt x="1856202" y="420911"/>
                    </a:lnTo>
                    <a:lnTo>
                      <a:pt x="1902607" y="425932"/>
                    </a:lnTo>
                    <a:lnTo>
                      <a:pt x="1949012" y="430590"/>
                    </a:lnTo>
                    <a:lnTo>
                      <a:pt x="1995417" y="434891"/>
                    </a:lnTo>
                    <a:lnTo>
                      <a:pt x="2041822" y="438841"/>
                    </a:lnTo>
                    <a:lnTo>
                      <a:pt x="2088227" y="442447"/>
                    </a:lnTo>
                    <a:lnTo>
                      <a:pt x="2134632" y="445719"/>
                    </a:lnTo>
                    <a:lnTo>
                      <a:pt x="2181037" y="448667"/>
                    </a:lnTo>
                    <a:lnTo>
                      <a:pt x="2227442" y="451301"/>
                    </a:lnTo>
                    <a:lnTo>
                      <a:pt x="2273847" y="453634"/>
                    </a:lnTo>
                    <a:lnTo>
                      <a:pt x="2320252" y="455677"/>
                    </a:lnTo>
                    <a:lnTo>
                      <a:pt x="2366657" y="457443"/>
                    </a:lnTo>
                    <a:lnTo>
                      <a:pt x="2413062" y="458944"/>
                    </a:lnTo>
                    <a:lnTo>
                      <a:pt x="2459467" y="460194"/>
                    </a:lnTo>
                    <a:lnTo>
                      <a:pt x="2505873" y="461203"/>
                    </a:lnTo>
                    <a:lnTo>
                      <a:pt x="2552278" y="461986"/>
                    </a:lnTo>
                    <a:lnTo>
                      <a:pt x="2598683" y="462553"/>
                    </a:lnTo>
                    <a:lnTo>
                      <a:pt x="2645088" y="462916"/>
                    </a:lnTo>
                    <a:lnTo>
                      <a:pt x="2691493" y="463087"/>
                    </a:lnTo>
                    <a:lnTo>
                      <a:pt x="2737898" y="463076"/>
                    </a:lnTo>
                    <a:lnTo>
                      <a:pt x="2784303" y="462894"/>
                    </a:lnTo>
                    <a:lnTo>
                      <a:pt x="2830708" y="462551"/>
                    </a:lnTo>
                    <a:lnTo>
                      <a:pt x="2877113" y="462055"/>
                    </a:lnTo>
                    <a:lnTo>
                      <a:pt x="2923518" y="461416"/>
                    </a:lnTo>
                    <a:lnTo>
                      <a:pt x="2969923" y="460642"/>
                    </a:lnTo>
                    <a:lnTo>
                      <a:pt x="3016328" y="459741"/>
                    </a:lnTo>
                    <a:lnTo>
                      <a:pt x="3062733" y="458720"/>
                    </a:lnTo>
                    <a:lnTo>
                      <a:pt x="3109138" y="457586"/>
                    </a:lnTo>
                    <a:lnTo>
                      <a:pt x="3155543" y="456345"/>
                    </a:lnTo>
                    <a:lnTo>
                      <a:pt x="3201948" y="455005"/>
                    </a:lnTo>
                    <a:lnTo>
                      <a:pt x="3248353" y="453570"/>
                    </a:lnTo>
                    <a:lnTo>
                      <a:pt x="3294758" y="452046"/>
                    </a:lnTo>
                    <a:lnTo>
                      <a:pt x="3341164" y="450439"/>
                    </a:lnTo>
                    <a:lnTo>
                      <a:pt x="3387569" y="448751"/>
                    </a:lnTo>
                    <a:lnTo>
                      <a:pt x="3433974" y="446989"/>
                    </a:lnTo>
                    <a:lnTo>
                      <a:pt x="3480379" y="445157"/>
                    </a:lnTo>
                    <a:lnTo>
                      <a:pt x="3526784" y="443257"/>
                    </a:lnTo>
                    <a:lnTo>
                      <a:pt x="3573189" y="441294"/>
                    </a:lnTo>
                    <a:lnTo>
                      <a:pt x="3619594" y="439272"/>
                    </a:lnTo>
                    <a:lnTo>
                      <a:pt x="3665999" y="437192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pl58"/>
              <p:cNvSpPr/>
              <p:nvPr/>
            </p:nvSpPr>
            <p:spPr>
              <a:xfrm>
                <a:off x="1285104" y="4478396"/>
                <a:ext cx="3665999" cy="486423"/>
              </a:xfrm>
              <a:custGeom>
                <a:avLst/>
                <a:gdLst/>
                <a:ahLst/>
                <a:cxnLst/>
                <a:rect l="0" t="0" r="0" b="0"/>
                <a:pathLst>
                  <a:path w="3665999" h="486423">
                    <a:moveTo>
                      <a:pt x="3665999" y="486423"/>
                    </a:moveTo>
                    <a:lnTo>
                      <a:pt x="3619594" y="472935"/>
                    </a:lnTo>
                    <a:lnTo>
                      <a:pt x="3573189" y="459504"/>
                    </a:lnTo>
                    <a:lnTo>
                      <a:pt x="3526784" y="446133"/>
                    </a:lnTo>
                    <a:lnTo>
                      <a:pt x="3480379" y="432825"/>
                    </a:lnTo>
                    <a:lnTo>
                      <a:pt x="3433974" y="419583"/>
                    </a:lnTo>
                    <a:lnTo>
                      <a:pt x="3387569" y="406413"/>
                    </a:lnTo>
                    <a:lnTo>
                      <a:pt x="3341164" y="393317"/>
                    </a:lnTo>
                    <a:lnTo>
                      <a:pt x="3294758" y="380301"/>
                    </a:lnTo>
                    <a:lnTo>
                      <a:pt x="3248353" y="367369"/>
                    </a:lnTo>
                    <a:lnTo>
                      <a:pt x="3201948" y="354525"/>
                    </a:lnTo>
                    <a:lnTo>
                      <a:pt x="3155543" y="341776"/>
                    </a:lnTo>
                    <a:lnTo>
                      <a:pt x="3109138" y="329128"/>
                    </a:lnTo>
                    <a:lnTo>
                      <a:pt x="3062733" y="316585"/>
                    </a:lnTo>
                    <a:lnTo>
                      <a:pt x="3016328" y="304156"/>
                    </a:lnTo>
                    <a:lnTo>
                      <a:pt x="2969923" y="291846"/>
                    </a:lnTo>
                    <a:lnTo>
                      <a:pt x="2923518" y="279663"/>
                    </a:lnTo>
                    <a:lnTo>
                      <a:pt x="2877113" y="267616"/>
                    </a:lnTo>
                    <a:lnTo>
                      <a:pt x="2830708" y="255711"/>
                    </a:lnTo>
                    <a:lnTo>
                      <a:pt x="2784303" y="243959"/>
                    </a:lnTo>
                    <a:lnTo>
                      <a:pt x="2737898" y="232369"/>
                    </a:lnTo>
                    <a:lnTo>
                      <a:pt x="2691493" y="220950"/>
                    </a:lnTo>
                    <a:lnTo>
                      <a:pt x="2645088" y="209712"/>
                    </a:lnTo>
                    <a:lnTo>
                      <a:pt x="2598683" y="198667"/>
                    </a:lnTo>
                    <a:lnTo>
                      <a:pt x="2552278" y="187826"/>
                    </a:lnTo>
                    <a:lnTo>
                      <a:pt x="2505873" y="177200"/>
                    </a:lnTo>
                    <a:lnTo>
                      <a:pt x="2459467" y="166801"/>
                    </a:lnTo>
                    <a:lnTo>
                      <a:pt x="2413062" y="156641"/>
                    </a:lnTo>
                    <a:lnTo>
                      <a:pt x="2366657" y="146734"/>
                    </a:lnTo>
                    <a:lnTo>
                      <a:pt x="2320252" y="137091"/>
                    </a:lnTo>
                    <a:lnTo>
                      <a:pt x="2273847" y="127726"/>
                    </a:lnTo>
                    <a:lnTo>
                      <a:pt x="2227442" y="118650"/>
                    </a:lnTo>
                    <a:lnTo>
                      <a:pt x="2181037" y="109876"/>
                    </a:lnTo>
                    <a:lnTo>
                      <a:pt x="2134632" y="101415"/>
                    </a:lnTo>
                    <a:lnTo>
                      <a:pt x="2088227" y="93279"/>
                    </a:lnTo>
                    <a:lnTo>
                      <a:pt x="2041822" y="85477"/>
                    </a:lnTo>
                    <a:lnTo>
                      <a:pt x="1995417" y="78018"/>
                    </a:lnTo>
                    <a:lnTo>
                      <a:pt x="1949012" y="70910"/>
                    </a:lnTo>
                    <a:lnTo>
                      <a:pt x="1902607" y="64160"/>
                    </a:lnTo>
                    <a:lnTo>
                      <a:pt x="1856202" y="57772"/>
                    </a:lnTo>
                    <a:lnTo>
                      <a:pt x="1809797" y="51750"/>
                    </a:lnTo>
                    <a:lnTo>
                      <a:pt x="1763392" y="46095"/>
                    </a:lnTo>
                    <a:lnTo>
                      <a:pt x="1716987" y="40807"/>
                    </a:lnTo>
                    <a:lnTo>
                      <a:pt x="1670582" y="35884"/>
                    </a:lnTo>
                    <a:lnTo>
                      <a:pt x="1624176" y="31322"/>
                    </a:lnTo>
                    <a:lnTo>
                      <a:pt x="1577771" y="27116"/>
                    </a:lnTo>
                    <a:lnTo>
                      <a:pt x="1531366" y="23259"/>
                    </a:lnTo>
                    <a:lnTo>
                      <a:pt x="1484961" y="19744"/>
                    </a:lnTo>
                    <a:lnTo>
                      <a:pt x="1438556" y="16560"/>
                    </a:lnTo>
                    <a:lnTo>
                      <a:pt x="1392151" y="13697"/>
                    </a:lnTo>
                    <a:lnTo>
                      <a:pt x="1345746" y="11145"/>
                    </a:lnTo>
                    <a:lnTo>
                      <a:pt x="1299341" y="8891"/>
                    </a:lnTo>
                    <a:lnTo>
                      <a:pt x="1252936" y="6923"/>
                    </a:lnTo>
                    <a:lnTo>
                      <a:pt x="1206531" y="5230"/>
                    </a:lnTo>
                    <a:lnTo>
                      <a:pt x="1160126" y="3797"/>
                    </a:lnTo>
                    <a:lnTo>
                      <a:pt x="1113721" y="2614"/>
                    </a:lnTo>
                    <a:lnTo>
                      <a:pt x="1067316" y="1666"/>
                    </a:lnTo>
                    <a:lnTo>
                      <a:pt x="1020911" y="943"/>
                    </a:lnTo>
                    <a:lnTo>
                      <a:pt x="974506" y="431"/>
                    </a:lnTo>
                    <a:lnTo>
                      <a:pt x="928101" y="121"/>
                    </a:lnTo>
                    <a:lnTo>
                      <a:pt x="881696" y="0"/>
                    </a:lnTo>
                    <a:lnTo>
                      <a:pt x="835291" y="57"/>
                    </a:lnTo>
                    <a:lnTo>
                      <a:pt x="788885" y="283"/>
                    </a:lnTo>
                    <a:lnTo>
                      <a:pt x="742480" y="669"/>
                    </a:lnTo>
                    <a:lnTo>
                      <a:pt x="696075" y="1204"/>
                    </a:lnTo>
                    <a:lnTo>
                      <a:pt x="649670" y="1880"/>
                    </a:lnTo>
                    <a:lnTo>
                      <a:pt x="603265" y="2689"/>
                    </a:lnTo>
                    <a:lnTo>
                      <a:pt x="556860" y="3623"/>
                    </a:lnTo>
                    <a:lnTo>
                      <a:pt x="510455" y="4675"/>
                    </a:lnTo>
                    <a:lnTo>
                      <a:pt x="464050" y="5838"/>
                    </a:lnTo>
                    <a:lnTo>
                      <a:pt x="417645" y="7106"/>
                    </a:lnTo>
                    <a:lnTo>
                      <a:pt x="371240" y="8472"/>
                    </a:lnTo>
                    <a:lnTo>
                      <a:pt x="324835" y="9931"/>
                    </a:lnTo>
                    <a:lnTo>
                      <a:pt x="278430" y="11478"/>
                    </a:lnTo>
                    <a:lnTo>
                      <a:pt x="232025" y="13107"/>
                    </a:lnTo>
                    <a:lnTo>
                      <a:pt x="185620" y="14815"/>
                    </a:lnTo>
                    <a:lnTo>
                      <a:pt x="139215" y="16597"/>
                    </a:lnTo>
                    <a:lnTo>
                      <a:pt x="92810" y="18448"/>
                    </a:lnTo>
                    <a:lnTo>
                      <a:pt x="46405" y="20364"/>
                    </a:lnTo>
                    <a:lnTo>
                      <a:pt x="0" y="22344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pl59"/>
              <p:cNvSpPr/>
              <p:nvPr/>
            </p:nvSpPr>
            <p:spPr>
              <a:xfrm>
                <a:off x="1285104" y="4077873"/>
                <a:ext cx="3665999" cy="450636"/>
              </a:xfrm>
              <a:custGeom>
                <a:avLst/>
                <a:gdLst/>
                <a:ahLst/>
                <a:cxnLst/>
                <a:rect l="0" t="0" r="0" b="0"/>
                <a:pathLst>
                  <a:path w="3665999" h="450636">
                    <a:moveTo>
                      <a:pt x="0" y="0"/>
                    </a:moveTo>
                    <a:lnTo>
                      <a:pt x="46405" y="5704"/>
                    </a:lnTo>
                    <a:lnTo>
                      <a:pt x="92810" y="11408"/>
                    </a:lnTo>
                    <a:lnTo>
                      <a:pt x="139215" y="17112"/>
                    </a:lnTo>
                    <a:lnTo>
                      <a:pt x="185620" y="22817"/>
                    </a:lnTo>
                    <a:lnTo>
                      <a:pt x="232025" y="28521"/>
                    </a:lnTo>
                    <a:lnTo>
                      <a:pt x="278430" y="34225"/>
                    </a:lnTo>
                    <a:lnTo>
                      <a:pt x="324835" y="39929"/>
                    </a:lnTo>
                    <a:lnTo>
                      <a:pt x="371240" y="45634"/>
                    </a:lnTo>
                    <a:lnTo>
                      <a:pt x="417645" y="51338"/>
                    </a:lnTo>
                    <a:lnTo>
                      <a:pt x="464050" y="57042"/>
                    </a:lnTo>
                    <a:lnTo>
                      <a:pt x="510455" y="62746"/>
                    </a:lnTo>
                    <a:lnTo>
                      <a:pt x="556860" y="68451"/>
                    </a:lnTo>
                    <a:lnTo>
                      <a:pt x="603265" y="74155"/>
                    </a:lnTo>
                    <a:lnTo>
                      <a:pt x="649670" y="79859"/>
                    </a:lnTo>
                    <a:lnTo>
                      <a:pt x="696075" y="85563"/>
                    </a:lnTo>
                    <a:lnTo>
                      <a:pt x="742480" y="91268"/>
                    </a:lnTo>
                    <a:lnTo>
                      <a:pt x="788885" y="96972"/>
                    </a:lnTo>
                    <a:lnTo>
                      <a:pt x="835291" y="102676"/>
                    </a:lnTo>
                    <a:lnTo>
                      <a:pt x="881696" y="108380"/>
                    </a:lnTo>
                    <a:lnTo>
                      <a:pt x="928101" y="114085"/>
                    </a:lnTo>
                    <a:lnTo>
                      <a:pt x="974506" y="119789"/>
                    </a:lnTo>
                    <a:lnTo>
                      <a:pt x="1020911" y="125493"/>
                    </a:lnTo>
                    <a:lnTo>
                      <a:pt x="1067316" y="131197"/>
                    </a:lnTo>
                    <a:lnTo>
                      <a:pt x="1113721" y="136902"/>
                    </a:lnTo>
                    <a:lnTo>
                      <a:pt x="1160126" y="142606"/>
                    </a:lnTo>
                    <a:lnTo>
                      <a:pt x="1206531" y="148310"/>
                    </a:lnTo>
                    <a:lnTo>
                      <a:pt x="1252936" y="154014"/>
                    </a:lnTo>
                    <a:lnTo>
                      <a:pt x="1299341" y="159719"/>
                    </a:lnTo>
                    <a:lnTo>
                      <a:pt x="1345746" y="165423"/>
                    </a:lnTo>
                    <a:lnTo>
                      <a:pt x="1392151" y="171127"/>
                    </a:lnTo>
                    <a:lnTo>
                      <a:pt x="1438556" y="176831"/>
                    </a:lnTo>
                    <a:lnTo>
                      <a:pt x="1484961" y="182536"/>
                    </a:lnTo>
                    <a:lnTo>
                      <a:pt x="1531366" y="188240"/>
                    </a:lnTo>
                    <a:lnTo>
                      <a:pt x="1577771" y="193944"/>
                    </a:lnTo>
                    <a:lnTo>
                      <a:pt x="1624176" y="199648"/>
                    </a:lnTo>
                    <a:lnTo>
                      <a:pt x="1670582" y="205353"/>
                    </a:lnTo>
                    <a:lnTo>
                      <a:pt x="1716987" y="211057"/>
                    </a:lnTo>
                    <a:lnTo>
                      <a:pt x="1763392" y="216761"/>
                    </a:lnTo>
                    <a:lnTo>
                      <a:pt x="1809797" y="222465"/>
                    </a:lnTo>
                    <a:lnTo>
                      <a:pt x="1856202" y="228170"/>
                    </a:lnTo>
                    <a:lnTo>
                      <a:pt x="1902607" y="233874"/>
                    </a:lnTo>
                    <a:lnTo>
                      <a:pt x="1949012" y="239578"/>
                    </a:lnTo>
                    <a:lnTo>
                      <a:pt x="1995417" y="245282"/>
                    </a:lnTo>
                    <a:lnTo>
                      <a:pt x="2041822" y="250987"/>
                    </a:lnTo>
                    <a:lnTo>
                      <a:pt x="2088227" y="256691"/>
                    </a:lnTo>
                    <a:lnTo>
                      <a:pt x="2134632" y="262395"/>
                    </a:lnTo>
                    <a:lnTo>
                      <a:pt x="2181037" y="268099"/>
                    </a:lnTo>
                    <a:lnTo>
                      <a:pt x="2227442" y="273804"/>
                    </a:lnTo>
                    <a:lnTo>
                      <a:pt x="2273847" y="279508"/>
                    </a:lnTo>
                    <a:lnTo>
                      <a:pt x="2320252" y="285212"/>
                    </a:lnTo>
                    <a:lnTo>
                      <a:pt x="2366657" y="290916"/>
                    </a:lnTo>
                    <a:lnTo>
                      <a:pt x="2413062" y="296621"/>
                    </a:lnTo>
                    <a:lnTo>
                      <a:pt x="2459467" y="302325"/>
                    </a:lnTo>
                    <a:lnTo>
                      <a:pt x="2505873" y="308029"/>
                    </a:lnTo>
                    <a:lnTo>
                      <a:pt x="2552278" y="313733"/>
                    </a:lnTo>
                    <a:lnTo>
                      <a:pt x="2598683" y="319438"/>
                    </a:lnTo>
                    <a:lnTo>
                      <a:pt x="2645088" y="325142"/>
                    </a:lnTo>
                    <a:lnTo>
                      <a:pt x="2691493" y="330846"/>
                    </a:lnTo>
                    <a:lnTo>
                      <a:pt x="2737898" y="336551"/>
                    </a:lnTo>
                    <a:lnTo>
                      <a:pt x="2784303" y="342255"/>
                    </a:lnTo>
                    <a:lnTo>
                      <a:pt x="2830708" y="347959"/>
                    </a:lnTo>
                    <a:lnTo>
                      <a:pt x="2877113" y="353663"/>
                    </a:lnTo>
                    <a:lnTo>
                      <a:pt x="2923518" y="359368"/>
                    </a:lnTo>
                    <a:lnTo>
                      <a:pt x="2969923" y="365072"/>
                    </a:lnTo>
                    <a:lnTo>
                      <a:pt x="3016328" y="370776"/>
                    </a:lnTo>
                    <a:lnTo>
                      <a:pt x="3062733" y="376480"/>
                    </a:lnTo>
                    <a:lnTo>
                      <a:pt x="3109138" y="382185"/>
                    </a:lnTo>
                    <a:lnTo>
                      <a:pt x="3155543" y="387889"/>
                    </a:lnTo>
                    <a:lnTo>
                      <a:pt x="3201948" y="393593"/>
                    </a:lnTo>
                    <a:lnTo>
                      <a:pt x="3248353" y="399297"/>
                    </a:lnTo>
                    <a:lnTo>
                      <a:pt x="3294758" y="405002"/>
                    </a:lnTo>
                    <a:lnTo>
                      <a:pt x="3341164" y="410706"/>
                    </a:lnTo>
                    <a:lnTo>
                      <a:pt x="3387569" y="416410"/>
                    </a:lnTo>
                    <a:lnTo>
                      <a:pt x="3433974" y="422114"/>
                    </a:lnTo>
                    <a:lnTo>
                      <a:pt x="3480379" y="427819"/>
                    </a:lnTo>
                    <a:lnTo>
                      <a:pt x="3526784" y="433523"/>
                    </a:lnTo>
                    <a:lnTo>
                      <a:pt x="3573189" y="439227"/>
                    </a:lnTo>
                    <a:lnTo>
                      <a:pt x="3619594" y="444931"/>
                    </a:lnTo>
                    <a:lnTo>
                      <a:pt x="3665999" y="450636"/>
                    </a:lnTo>
                  </a:path>
                </a:pathLst>
              </a:custGeom>
              <a:ln w="27101" cap="flat">
                <a:solidFill>
                  <a:srgbClr val="1E90FF">
                    <a:alpha val="100000"/>
                  </a:srgbClr>
                </a:solidFill>
                <a:prstDash val="dash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B5B26598-DCEF-5FEC-57BE-0B46D1CED2A0}"/>
                </a:ext>
              </a:extLst>
            </p:cNvPr>
            <p:cNvGrpSpPr/>
            <p:nvPr/>
          </p:nvGrpSpPr>
          <p:grpSpPr>
            <a:xfrm>
              <a:off x="7092280" y="1943313"/>
              <a:ext cx="1245877" cy="837615"/>
              <a:chOff x="7371333" y="3361640"/>
              <a:chExt cx="1245877" cy="837615"/>
            </a:xfrm>
          </p:grpSpPr>
          <p:sp>
            <p:nvSpPr>
              <p:cNvPr id="82" name="rc82"/>
              <p:cNvSpPr/>
              <p:nvPr/>
            </p:nvSpPr>
            <p:spPr>
              <a:xfrm>
                <a:off x="7383221" y="3420451"/>
                <a:ext cx="1233989" cy="778804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tx83"/>
              <p:cNvSpPr/>
              <p:nvPr/>
            </p:nvSpPr>
            <p:spPr>
              <a:xfrm>
                <a:off x="7371333" y="3361640"/>
                <a:ext cx="1094811" cy="10021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4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Common </a:t>
                </a:r>
              </a:p>
              <a:p>
                <a:pPr marL="0" marR="0" indent="0" algn="l">
                  <a:lnSpc>
                    <a:spcPts val="14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Garden</a:t>
                </a:r>
                <a:endPara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84" name="rc84"/>
              <p:cNvSpPr/>
              <p:nvPr/>
            </p:nvSpPr>
            <p:spPr>
              <a:xfrm>
                <a:off x="7452810" y="369075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" name="pt85"/>
              <p:cNvSpPr/>
              <p:nvPr/>
            </p:nvSpPr>
            <p:spPr>
              <a:xfrm>
                <a:off x="7503836" y="374177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" name="rc86"/>
              <p:cNvSpPr/>
              <p:nvPr/>
            </p:nvSpPr>
            <p:spPr>
              <a:xfrm>
                <a:off x="7452810" y="391021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pt87"/>
              <p:cNvSpPr/>
              <p:nvPr/>
            </p:nvSpPr>
            <p:spPr>
              <a:xfrm>
                <a:off x="7503836" y="396123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tx88"/>
              <p:cNvSpPr/>
              <p:nvPr/>
            </p:nvSpPr>
            <p:spPr>
              <a:xfrm>
                <a:off x="7803381" y="3760431"/>
                <a:ext cx="472013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Lewisetta</a:t>
                </a:r>
              </a:p>
            </p:txBody>
          </p:sp>
          <p:sp>
            <p:nvSpPr>
              <p:cNvPr id="89" name="tx89"/>
              <p:cNvSpPr/>
              <p:nvPr/>
            </p:nvSpPr>
            <p:spPr>
              <a:xfrm>
                <a:off x="7816953" y="3979887"/>
                <a:ext cx="490484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York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 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River</a:t>
                </a:r>
              </a:p>
            </p:txBody>
          </p:sp>
        </p:grpSp>
        <p:sp>
          <p:nvSpPr>
            <p:cNvPr id="93" name="pl60">
              <a:extLst>
                <a:ext uri="{FF2B5EF4-FFF2-40B4-BE49-F238E27FC236}">
                  <a16:creationId xmlns:a16="http://schemas.microsoft.com/office/drawing/2014/main" id="{8D36FA0E-B849-721E-5706-1D8EA8F868A1}"/>
                </a:ext>
              </a:extLst>
            </p:cNvPr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tx61">
              <a:extLst>
                <a:ext uri="{FF2B5EF4-FFF2-40B4-BE49-F238E27FC236}">
                  <a16:creationId xmlns:a16="http://schemas.microsoft.com/office/drawing/2014/main" id="{12EFC831-1EDD-7DC3-7AE1-055923231231}"/>
                </a:ext>
              </a:extLst>
            </p:cNvPr>
            <p:cNvSpPr/>
            <p:nvPr/>
          </p:nvSpPr>
          <p:spPr>
            <a:xfrm>
              <a:off x="611560" y="524927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95" name="tx62">
              <a:extLst>
                <a:ext uri="{FF2B5EF4-FFF2-40B4-BE49-F238E27FC236}">
                  <a16:creationId xmlns:a16="http://schemas.microsoft.com/office/drawing/2014/main" id="{D8CABC9B-CA87-FF94-7B95-6DAD341691C6}"/>
                </a:ext>
              </a:extLst>
            </p:cNvPr>
            <p:cNvSpPr/>
            <p:nvPr/>
          </p:nvSpPr>
          <p:spPr>
            <a:xfrm>
              <a:off x="611560" y="441286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96" name="tx63">
              <a:extLst>
                <a:ext uri="{FF2B5EF4-FFF2-40B4-BE49-F238E27FC236}">
                  <a16:creationId xmlns:a16="http://schemas.microsoft.com/office/drawing/2014/main" id="{A9CE9547-FEA2-DA39-6E5B-ABFEEA513F95}"/>
                </a:ext>
              </a:extLst>
            </p:cNvPr>
            <p:cNvSpPr/>
            <p:nvPr/>
          </p:nvSpPr>
          <p:spPr>
            <a:xfrm>
              <a:off x="611560" y="357645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97" name="tx64">
              <a:extLst>
                <a:ext uri="{FF2B5EF4-FFF2-40B4-BE49-F238E27FC236}">
                  <a16:creationId xmlns:a16="http://schemas.microsoft.com/office/drawing/2014/main" id="{F1CBB0F3-2F44-6250-9F78-C997F1A6ED0D}"/>
                </a:ext>
              </a:extLst>
            </p:cNvPr>
            <p:cNvSpPr/>
            <p:nvPr/>
          </p:nvSpPr>
          <p:spPr>
            <a:xfrm>
              <a:off x="611560" y="274004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98" name="tx65">
              <a:extLst>
                <a:ext uri="{FF2B5EF4-FFF2-40B4-BE49-F238E27FC236}">
                  <a16:creationId xmlns:a16="http://schemas.microsoft.com/office/drawing/2014/main" id="{987DF2EA-91EF-114D-9735-17BF34867C71}"/>
                </a:ext>
              </a:extLst>
            </p:cNvPr>
            <p:cNvSpPr/>
            <p:nvPr/>
          </p:nvSpPr>
          <p:spPr>
            <a:xfrm>
              <a:off x="611560" y="190363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99" name="pl66">
              <a:extLst>
                <a:ext uri="{FF2B5EF4-FFF2-40B4-BE49-F238E27FC236}">
                  <a16:creationId xmlns:a16="http://schemas.microsoft.com/office/drawing/2014/main" id="{C5D2DD50-2A51-9529-B605-978D54EB9B5E}"/>
                </a:ext>
              </a:extLst>
            </p:cNvPr>
            <p:cNvSpPr/>
            <p:nvPr/>
          </p:nvSpPr>
          <p:spPr>
            <a:xfrm>
              <a:off x="938079" y="52893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67">
              <a:extLst>
                <a:ext uri="{FF2B5EF4-FFF2-40B4-BE49-F238E27FC236}">
                  <a16:creationId xmlns:a16="http://schemas.microsoft.com/office/drawing/2014/main" id="{A4F69F67-B84E-2C34-DD71-475AF751147D}"/>
                </a:ext>
              </a:extLst>
            </p:cNvPr>
            <p:cNvSpPr/>
            <p:nvPr/>
          </p:nvSpPr>
          <p:spPr>
            <a:xfrm>
              <a:off x="938079" y="44529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68">
              <a:extLst>
                <a:ext uri="{FF2B5EF4-FFF2-40B4-BE49-F238E27FC236}">
                  <a16:creationId xmlns:a16="http://schemas.microsoft.com/office/drawing/2014/main" id="{EDA61087-C743-848E-E93F-05FFF976BFD6}"/>
                </a:ext>
              </a:extLst>
            </p:cNvPr>
            <p:cNvSpPr/>
            <p:nvPr/>
          </p:nvSpPr>
          <p:spPr>
            <a:xfrm>
              <a:off x="938079" y="36165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69">
              <a:extLst>
                <a:ext uri="{FF2B5EF4-FFF2-40B4-BE49-F238E27FC236}">
                  <a16:creationId xmlns:a16="http://schemas.microsoft.com/office/drawing/2014/main" id="{7D0CFC8D-9CBF-6E41-2C6B-571C8010C528}"/>
                </a:ext>
              </a:extLst>
            </p:cNvPr>
            <p:cNvSpPr/>
            <p:nvPr/>
          </p:nvSpPr>
          <p:spPr>
            <a:xfrm>
              <a:off x="938079" y="278009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70">
              <a:extLst>
                <a:ext uri="{FF2B5EF4-FFF2-40B4-BE49-F238E27FC236}">
                  <a16:creationId xmlns:a16="http://schemas.microsoft.com/office/drawing/2014/main" id="{D1DEB18D-195C-99E6-F155-27540961D2BB}"/>
                </a:ext>
              </a:extLst>
            </p:cNvPr>
            <p:cNvSpPr/>
            <p:nvPr/>
          </p:nvSpPr>
          <p:spPr>
            <a:xfrm>
              <a:off x="938079" y="19436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x81">
              <a:extLst>
                <a:ext uri="{FF2B5EF4-FFF2-40B4-BE49-F238E27FC236}">
                  <a16:creationId xmlns:a16="http://schemas.microsoft.com/office/drawing/2014/main" id="{70D3B935-19FD-17F9-51B7-B4B2F82474E1}"/>
                </a:ext>
              </a:extLst>
            </p:cNvPr>
            <p:cNvSpPr/>
            <p:nvPr/>
          </p:nvSpPr>
          <p:spPr>
            <a:xfrm rot="16200000">
              <a:off x="197203" y="37597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05" name="tx90">
              <a:extLst>
                <a:ext uri="{FF2B5EF4-FFF2-40B4-BE49-F238E27FC236}">
                  <a16:creationId xmlns:a16="http://schemas.microsoft.com/office/drawing/2014/main" id="{11816AC7-7A66-C041-5273-08F3DC6A34EA}"/>
                </a:ext>
              </a:extLst>
            </p:cNvPr>
            <p:cNvSpPr/>
            <p:nvPr/>
          </p:nvSpPr>
          <p:spPr>
            <a:xfrm>
              <a:off x="972874" y="1669789"/>
              <a:ext cx="3789182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</a:t>
              </a: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</a:t>
              </a: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LEA</a:t>
              </a:r>
              <a:r>
                <a:rPr lang="en-US" sz="2000" baseline="-25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offset</a:t>
              </a: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vs Survival</a:t>
              </a:r>
            </a:p>
          </p:txBody>
        </p: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25E9B57A-E193-48B0-4654-03757DAB667A}"/>
                </a:ext>
              </a:extLst>
            </p:cNvPr>
            <p:cNvSpPr/>
            <p:nvPr/>
          </p:nvSpPr>
          <p:spPr>
            <a:xfrm>
              <a:off x="3491880" y="4159878"/>
              <a:ext cx="936104" cy="504056"/>
            </a:xfrm>
            <a:prstGeom prst="roundRect">
              <a:avLst/>
            </a:prstGeom>
            <a:solidFill>
              <a:srgbClr val="1C90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bg1"/>
                  </a:solidFill>
                </a:rPr>
                <a:t>τ</a:t>
              </a:r>
              <a:r>
                <a:rPr lang="en-US" sz="1300" b="1" i="1" dirty="0">
                  <a:solidFill>
                    <a:schemeClr val="bg1"/>
                  </a:solidFill>
                </a:rPr>
                <a:t> = </a:t>
              </a:r>
              <a:r>
                <a:rPr lang="en-US" sz="1300" i="1" dirty="0">
                  <a:solidFill>
                    <a:schemeClr val="bg1"/>
                  </a:solidFill>
                </a:rPr>
                <a:t>-0.177</a:t>
              </a: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2A70DB59-988B-C31F-8620-D049E8074060}"/>
                </a:ext>
              </a:extLst>
            </p:cNvPr>
            <p:cNvSpPr/>
            <p:nvPr/>
          </p:nvSpPr>
          <p:spPr>
            <a:xfrm>
              <a:off x="5508104" y="4149080"/>
              <a:ext cx="936104" cy="504056"/>
            </a:xfrm>
            <a:prstGeom prst="roundRect">
              <a:avLst/>
            </a:prstGeom>
            <a:solidFill>
              <a:srgbClr val="00FA9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tx1"/>
                  </a:solidFill>
                </a:rPr>
                <a:t>τ</a:t>
              </a:r>
              <a:r>
                <a:rPr lang="en-US" sz="1300" b="1" i="1" dirty="0">
                  <a:solidFill>
                    <a:schemeClr val="tx1"/>
                  </a:solidFill>
                </a:rPr>
                <a:t> = </a:t>
              </a:r>
              <a:r>
                <a:rPr lang="en-US" sz="1300" i="1" dirty="0">
                  <a:solidFill>
                    <a:schemeClr val="tx1"/>
                  </a:solidFill>
                </a:rPr>
                <a:t>-0.546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***</a:t>
              </a:r>
            </a:p>
          </p:txBody>
        </p:sp>
        <p:sp>
          <p:nvSpPr>
            <p:cNvPr id="108" name="pl71">
              <a:extLst>
                <a:ext uri="{FF2B5EF4-FFF2-40B4-BE49-F238E27FC236}">
                  <a16:creationId xmlns:a16="http://schemas.microsoft.com/office/drawing/2014/main" id="{EA71779C-EA4A-94E7-1E40-36FC6382F281}"/>
                </a:ext>
              </a:extLst>
            </p:cNvPr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gdLst/>
              <a:ahLst/>
              <a:cxnLst/>
              <a:rect l="0" t="0" r="0" b="0"/>
              <a:pathLst>
                <a:path w="6271169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72">
              <a:extLst>
                <a:ext uri="{FF2B5EF4-FFF2-40B4-BE49-F238E27FC236}">
                  <a16:creationId xmlns:a16="http://schemas.microsoft.com/office/drawing/2014/main" id="{FF6F92D6-D0CD-5BAF-5CC4-24AC9BA3AE6A}"/>
                </a:ext>
              </a:extLst>
            </p:cNvPr>
            <p:cNvSpPr/>
            <p:nvPr/>
          </p:nvSpPr>
          <p:spPr>
            <a:xfrm>
              <a:off x="1234765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73">
              <a:extLst>
                <a:ext uri="{FF2B5EF4-FFF2-40B4-BE49-F238E27FC236}">
                  <a16:creationId xmlns:a16="http://schemas.microsoft.com/office/drawing/2014/main" id="{8C7F3F05-45C5-0893-1AF3-851B2265720D}"/>
                </a:ext>
              </a:extLst>
            </p:cNvPr>
            <p:cNvSpPr/>
            <p:nvPr/>
          </p:nvSpPr>
          <p:spPr>
            <a:xfrm>
              <a:off x="2870791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74">
              <a:extLst>
                <a:ext uri="{FF2B5EF4-FFF2-40B4-BE49-F238E27FC236}">
                  <a16:creationId xmlns:a16="http://schemas.microsoft.com/office/drawing/2014/main" id="{46CFE930-03F2-FE30-F4F5-604B7799420B}"/>
                </a:ext>
              </a:extLst>
            </p:cNvPr>
            <p:cNvSpPr/>
            <p:nvPr/>
          </p:nvSpPr>
          <p:spPr>
            <a:xfrm>
              <a:off x="450681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75">
              <a:extLst>
                <a:ext uri="{FF2B5EF4-FFF2-40B4-BE49-F238E27FC236}">
                  <a16:creationId xmlns:a16="http://schemas.microsoft.com/office/drawing/2014/main" id="{040CCEEE-BF10-540B-1F9F-291A16236FFC}"/>
                </a:ext>
              </a:extLst>
            </p:cNvPr>
            <p:cNvSpPr/>
            <p:nvPr/>
          </p:nvSpPr>
          <p:spPr>
            <a:xfrm>
              <a:off x="6142841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tx76">
              <a:extLst>
                <a:ext uri="{FF2B5EF4-FFF2-40B4-BE49-F238E27FC236}">
                  <a16:creationId xmlns:a16="http://schemas.microsoft.com/office/drawing/2014/main" id="{052960BB-7026-AFA4-6AAD-2C9EBE68DAA6}"/>
                </a:ext>
              </a:extLst>
            </p:cNvPr>
            <p:cNvSpPr/>
            <p:nvPr/>
          </p:nvSpPr>
          <p:spPr>
            <a:xfrm>
              <a:off x="1125998" y="586917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14" name="tx77">
              <a:extLst>
                <a:ext uri="{FF2B5EF4-FFF2-40B4-BE49-F238E27FC236}">
                  <a16:creationId xmlns:a16="http://schemas.microsoft.com/office/drawing/2014/main" id="{9B4E29DB-EDD8-3D4C-7A02-1FA76C970018}"/>
                </a:ext>
              </a:extLst>
            </p:cNvPr>
            <p:cNvSpPr/>
            <p:nvPr/>
          </p:nvSpPr>
          <p:spPr>
            <a:xfrm>
              <a:off x="2762023" y="586917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115" name="tx78">
              <a:extLst>
                <a:ext uri="{FF2B5EF4-FFF2-40B4-BE49-F238E27FC236}">
                  <a16:creationId xmlns:a16="http://schemas.microsoft.com/office/drawing/2014/main" id="{76BE7EDA-56BD-A675-87D0-B4FD4EFA45D8}"/>
                </a:ext>
              </a:extLst>
            </p:cNvPr>
            <p:cNvSpPr/>
            <p:nvPr/>
          </p:nvSpPr>
          <p:spPr>
            <a:xfrm>
              <a:off x="4398048" y="586917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116" name="tx79">
              <a:extLst>
                <a:ext uri="{FF2B5EF4-FFF2-40B4-BE49-F238E27FC236}">
                  <a16:creationId xmlns:a16="http://schemas.microsoft.com/office/drawing/2014/main" id="{526B2C14-D8D1-C00D-B7BB-7F611BED2AB4}"/>
                </a:ext>
              </a:extLst>
            </p:cNvPr>
            <p:cNvSpPr/>
            <p:nvPr/>
          </p:nvSpPr>
          <p:spPr>
            <a:xfrm>
              <a:off x="6034073" y="586917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117" name="tx80">
              <a:extLst>
                <a:ext uri="{FF2B5EF4-FFF2-40B4-BE49-F238E27FC236}">
                  <a16:creationId xmlns:a16="http://schemas.microsoft.com/office/drawing/2014/main" id="{269724DA-4003-5F36-672B-2074ECE5149E}"/>
                </a:ext>
              </a:extLst>
            </p:cNvPr>
            <p:cNvSpPr/>
            <p:nvPr/>
          </p:nvSpPr>
          <p:spPr>
            <a:xfrm>
              <a:off x="3770771" y="6065086"/>
              <a:ext cx="67537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C651EAD-E2E7-EBBB-7BC3-1F39C0475D47}"/>
              </a:ext>
            </a:extLst>
          </p:cNvPr>
          <p:cNvGrpSpPr/>
          <p:nvPr/>
        </p:nvGrpSpPr>
        <p:grpSpPr>
          <a:xfrm>
            <a:off x="395536" y="1669789"/>
            <a:ext cx="7942621" cy="4567523"/>
            <a:chOff x="395536" y="1669789"/>
            <a:chExt cx="7942621" cy="4567523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3F85C633-7948-A254-012B-F0345A8CACB5}"/>
                </a:ext>
              </a:extLst>
            </p:cNvPr>
            <p:cNvGrpSpPr/>
            <p:nvPr/>
          </p:nvGrpSpPr>
          <p:grpSpPr>
            <a:xfrm>
              <a:off x="395536" y="1669789"/>
              <a:ext cx="7942621" cy="4567523"/>
              <a:chOff x="395536" y="1669789"/>
              <a:chExt cx="7942621" cy="4567523"/>
            </a:xfrm>
          </p:grpSpPr>
          <p:sp>
            <p:nvSpPr>
              <p:cNvPr id="5" name="rc5"/>
              <p:cNvSpPr/>
              <p:nvPr/>
            </p:nvSpPr>
            <p:spPr>
              <a:xfrm>
                <a:off x="972874" y="1896563"/>
                <a:ext cx="6271169" cy="382657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A324D27-C54C-C9AC-7642-CAE552552656}"/>
                  </a:ext>
                </a:extLst>
              </p:cNvPr>
              <p:cNvGrpSpPr/>
              <p:nvPr/>
            </p:nvGrpSpPr>
            <p:grpSpPr>
              <a:xfrm>
                <a:off x="1199225" y="2070498"/>
                <a:ext cx="5818468" cy="3478708"/>
                <a:chOff x="1199225" y="2070498"/>
                <a:chExt cx="5818468" cy="3478708"/>
              </a:xfrm>
            </p:grpSpPr>
            <p:sp>
              <p:nvSpPr>
                <p:cNvPr id="6" name="pt6"/>
                <p:cNvSpPr/>
                <p:nvPr/>
              </p:nvSpPr>
              <p:spPr>
                <a:xfrm>
                  <a:off x="1201754" y="3108793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7" name="pt7"/>
                <p:cNvSpPr/>
                <p:nvPr/>
              </p:nvSpPr>
              <p:spPr>
                <a:xfrm>
                  <a:off x="1201754" y="2817992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8" name="pt8"/>
                <p:cNvSpPr/>
                <p:nvPr/>
              </p:nvSpPr>
              <p:spPr>
                <a:xfrm>
                  <a:off x="1201754" y="2775194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" name="pt9"/>
                <p:cNvSpPr/>
                <p:nvPr/>
              </p:nvSpPr>
              <p:spPr>
                <a:xfrm>
                  <a:off x="3520978" y="3189953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0" name="pt10"/>
                <p:cNvSpPr/>
                <p:nvPr/>
              </p:nvSpPr>
              <p:spPr>
                <a:xfrm>
                  <a:off x="3520978" y="3066314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" name="pt11"/>
                <p:cNvSpPr/>
                <p:nvPr/>
              </p:nvSpPr>
              <p:spPr>
                <a:xfrm>
                  <a:off x="3520978" y="2941254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2" name="pt12"/>
                <p:cNvSpPr/>
                <p:nvPr/>
              </p:nvSpPr>
              <p:spPr>
                <a:xfrm>
                  <a:off x="1947106" y="3335110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3" name="pt13"/>
                <p:cNvSpPr/>
                <p:nvPr/>
              </p:nvSpPr>
              <p:spPr>
                <a:xfrm>
                  <a:off x="1947106" y="2843289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4" name="pt14"/>
                <p:cNvSpPr/>
                <p:nvPr/>
              </p:nvSpPr>
              <p:spPr>
                <a:xfrm>
                  <a:off x="1947106" y="2936344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5" name="pt15"/>
                <p:cNvSpPr/>
                <p:nvPr/>
              </p:nvSpPr>
              <p:spPr>
                <a:xfrm>
                  <a:off x="3276598" y="2739823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6" name="pt16"/>
                <p:cNvSpPr/>
                <p:nvPr/>
              </p:nvSpPr>
              <p:spPr>
                <a:xfrm>
                  <a:off x="3276598" y="2111017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7" name="pt17"/>
                <p:cNvSpPr/>
                <p:nvPr/>
              </p:nvSpPr>
              <p:spPr>
                <a:xfrm>
                  <a:off x="3276598" y="2264085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8" name="pt18"/>
                <p:cNvSpPr/>
                <p:nvPr/>
              </p:nvSpPr>
              <p:spPr>
                <a:xfrm>
                  <a:off x="3917674" y="3611861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9" name="pt19"/>
                <p:cNvSpPr/>
                <p:nvPr/>
              </p:nvSpPr>
              <p:spPr>
                <a:xfrm>
                  <a:off x="3917674" y="2470484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0" name="pt20"/>
                <p:cNvSpPr/>
                <p:nvPr/>
              </p:nvSpPr>
              <p:spPr>
                <a:xfrm>
                  <a:off x="3917674" y="3296783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" name="pt21"/>
                <p:cNvSpPr/>
                <p:nvPr/>
              </p:nvSpPr>
              <p:spPr>
                <a:xfrm>
                  <a:off x="3480508" y="3396915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2" name="pt22"/>
                <p:cNvSpPr/>
                <p:nvPr/>
              </p:nvSpPr>
              <p:spPr>
                <a:xfrm>
                  <a:off x="3480508" y="3794488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3" name="pt23"/>
                <p:cNvSpPr/>
                <p:nvPr/>
              </p:nvSpPr>
              <p:spPr>
                <a:xfrm>
                  <a:off x="3480508" y="3491281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4" name="pt24"/>
                <p:cNvSpPr/>
                <p:nvPr/>
              </p:nvSpPr>
              <p:spPr>
                <a:xfrm>
                  <a:off x="4445188" y="5159216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5" name="pt25"/>
                <p:cNvSpPr/>
                <p:nvPr/>
              </p:nvSpPr>
              <p:spPr>
                <a:xfrm>
                  <a:off x="4445188" y="4938244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6" name="pt26"/>
                <p:cNvSpPr/>
                <p:nvPr/>
              </p:nvSpPr>
              <p:spPr>
                <a:xfrm>
                  <a:off x="4445188" y="5082721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" name="pt27"/>
                <p:cNvSpPr/>
                <p:nvPr/>
              </p:nvSpPr>
              <p:spPr>
                <a:xfrm>
                  <a:off x="6900288" y="4857636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8" name="pt28"/>
                <p:cNvSpPr/>
                <p:nvPr/>
              </p:nvSpPr>
              <p:spPr>
                <a:xfrm>
                  <a:off x="6900288" y="4596077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9" name="pt29"/>
                <p:cNvSpPr/>
                <p:nvPr/>
              </p:nvSpPr>
              <p:spPr>
                <a:xfrm>
                  <a:off x="6900288" y="4964743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0" name="pg30"/>
                <p:cNvSpPr/>
                <p:nvPr/>
              </p:nvSpPr>
              <p:spPr>
                <a:xfrm>
                  <a:off x="1260457" y="2070498"/>
                  <a:ext cx="5698533" cy="347870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98533" h="3478708">
                      <a:moveTo>
                        <a:pt x="0" y="0"/>
                      </a:moveTo>
                      <a:lnTo>
                        <a:pt x="72133" y="39766"/>
                      </a:lnTo>
                      <a:lnTo>
                        <a:pt x="144266" y="79423"/>
                      </a:lnTo>
                      <a:lnTo>
                        <a:pt x="216399" y="118962"/>
                      </a:lnTo>
                      <a:lnTo>
                        <a:pt x="288533" y="158377"/>
                      </a:lnTo>
                      <a:lnTo>
                        <a:pt x="360666" y="197658"/>
                      </a:lnTo>
                      <a:lnTo>
                        <a:pt x="432799" y="236796"/>
                      </a:lnTo>
                      <a:lnTo>
                        <a:pt x="504933" y="275783"/>
                      </a:lnTo>
                      <a:lnTo>
                        <a:pt x="577066" y="314606"/>
                      </a:lnTo>
                      <a:lnTo>
                        <a:pt x="649199" y="353256"/>
                      </a:lnTo>
                      <a:lnTo>
                        <a:pt x="721333" y="391719"/>
                      </a:lnTo>
                      <a:lnTo>
                        <a:pt x="793466" y="429983"/>
                      </a:lnTo>
                      <a:lnTo>
                        <a:pt x="865599" y="468033"/>
                      </a:lnTo>
                      <a:lnTo>
                        <a:pt x="937733" y="505856"/>
                      </a:lnTo>
                      <a:lnTo>
                        <a:pt x="1009866" y="543434"/>
                      </a:lnTo>
                      <a:lnTo>
                        <a:pt x="1081999" y="580751"/>
                      </a:lnTo>
                      <a:lnTo>
                        <a:pt x="1154133" y="617788"/>
                      </a:lnTo>
                      <a:lnTo>
                        <a:pt x="1226266" y="654528"/>
                      </a:lnTo>
                      <a:lnTo>
                        <a:pt x="1298399" y="690948"/>
                      </a:lnTo>
                      <a:lnTo>
                        <a:pt x="1370533" y="727029"/>
                      </a:lnTo>
                      <a:lnTo>
                        <a:pt x="1442666" y="762749"/>
                      </a:lnTo>
                      <a:lnTo>
                        <a:pt x="1514799" y="798085"/>
                      </a:lnTo>
                      <a:lnTo>
                        <a:pt x="1586933" y="833014"/>
                      </a:lnTo>
                      <a:lnTo>
                        <a:pt x="1659066" y="867513"/>
                      </a:lnTo>
                      <a:lnTo>
                        <a:pt x="1731199" y="901558"/>
                      </a:lnTo>
                      <a:lnTo>
                        <a:pt x="1803333" y="935127"/>
                      </a:lnTo>
                      <a:lnTo>
                        <a:pt x="1875466" y="968197"/>
                      </a:lnTo>
                      <a:lnTo>
                        <a:pt x="1947599" y="1000747"/>
                      </a:lnTo>
                      <a:lnTo>
                        <a:pt x="2019733" y="1032758"/>
                      </a:lnTo>
                      <a:lnTo>
                        <a:pt x="2091866" y="1064212"/>
                      </a:lnTo>
                      <a:lnTo>
                        <a:pt x="2163999" y="1095093"/>
                      </a:lnTo>
                      <a:lnTo>
                        <a:pt x="2236133" y="1125390"/>
                      </a:lnTo>
                      <a:lnTo>
                        <a:pt x="2308266" y="1155094"/>
                      </a:lnTo>
                      <a:lnTo>
                        <a:pt x="2380399" y="1184198"/>
                      </a:lnTo>
                      <a:lnTo>
                        <a:pt x="2452533" y="1212701"/>
                      </a:lnTo>
                      <a:lnTo>
                        <a:pt x="2524666" y="1240604"/>
                      </a:lnTo>
                      <a:lnTo>
                        <a:pt x="2596799" y="1267913"/>
                      </a:lnTo>
                      <a:lnTo>
                        <a:pt x="2668933" y="1294636"/>
                      </a:lnTo>
                      <a:lnTo>
                        <a:pt x="2741066" y="1320786"/>
                      </a:lnTo>
                      <a:lnTo>
                        <a:pt x="2813199" y="1346376"/>
                      </a:lnTo>
                      <a:lnTo>
                        <a:pt x="2885333" y="1371425"/>
                      </a:lnTo>
                      <a:lnTo>
                        <a:pt x="2957466" y="1395952"/>
                      </a:lnTo>
                      <a:lnTo>
                        <a:pt x="3029599" y="1419977"/>
                      </a:lnTo>
                      <a:lnTo>
                        <a:pt x="3101733" y="1443524"/>
                      </a:lnTo>
                      <a:lnTo>
                        <a:pt x="3173866" y="1466614"/>
                      </a:lnTo>
                      <a:lnTo>
                        <a:pt x="3245999" y="1489272"/>
                      </a:lnTo>
                      <a:lnTo>
                        <a:pt x="3318133" y="1511520"/>
                      </a:lnTo>
                      <a:lnTo>
                        <a:pt x="3390266" y="1533381"/>
                      </a:lnTo>
                      <a:lnTo>
                        <a:pt x="3462399" y="1554879"/>
                      </a:lnTo>
                      <a:lnTo>
                        <a:pt x="3534533" y="1576034"/>
                      </a:lnTo>
                      <a:lnTo>
                        <a:pt x="3606666" y="1596869"/>
                      </a:lnTo>
                      <a:lnTo>
                        <a:pt x="3678799" y="1617403"/>
                      </a:lnTo>
                      <a:lnTo>
                        <a:pt x="3750933" y="1637656"/>
                      </a:lnTo>
                      <a:lnTo>
                        <a:pt x="3823066" y="1657645"/>
                      </a:lnTo>
                      <a:lnTo>
                        <a:pt x="3895199" y="1677388"/>
                      </a:lnTo>
                      <a:lnTo>
                        <a:pt x="3967333" y="1696902"/>
                      </a:lnTo>
                      <a:lnTo>
                        <a:pt x="4039466" y="1716200"/>
                      </a:lnTo>
                      <a:lnTo>
                        <a:pt x="4111599" y="1735297"/>
                      </a:lnTo>
                      <a:lnTo>
                        <a:pt x="4183733" y="1754207"/>
                      </a:lnTo>
                      <a:lnTo>
                        <a:pt x="4255866" y="1772942"/>
                      </a:lnTo>
                      <a:lnTo>
                        <a:pt x="4327999" y="1791512"/>
                      </a:lnTo>
                      <a:lnTo>
                        <a:pt x="4400133" y="1809929"/>
                      </a:lnTo>
                      <a:lnTo>
                        <a:pt x="4472266" y="1828202"/>
                      </a:lnTo>
                      <a:lnTo>
                        <a:pt x="4544399" y="1846341"/>
                      </a:lnTo>
                      <a:lnTo>
                        <a:pt x="4616533" y="1864354"/>
                      </a:lnTo>
                      <a:lnTo>
                        <a:pt x="4688666" y="1882249"/>
                      </a:lnTo>
                      <a:lnTo>
                        <a:pt x="4760799" y="1900034"/>
                      </a:lnTo>
                      <a:lnTo>
                        <a:pt x="4832933" y="1917714"/>
                      </a:lnTo>
                      <a:lnTo>
                        <a:pt x="4905066" y="1935296"/>
                      </a:lnTo>
                      <a:lnTo>
                        <a:pt x="4977199" y="1952787"/>
                      </a:lnTo>
                      <a:lnTo>
                        <a:pt x="5049333" y="1970191"/>
                      </a:lnTo>
                      <a:lnTo>
                        <a:pt x="5121466" y="1987514"/>
                      </a:lnTo>
                      <a:lnTo>
                        <a:pt x="5193599" y="2004761"/>
                      </a:lnTo>
                      <a:lnTo>
                        <a:pt x="5265733" y="2021935"/>
                      </a:lnTo>
                      <a:lnTo>
                        <a:pt x="5337866" y="2039041"/>
                      </a:lnTo>
                      <a:lnTo>
                        <a:pt x="5409999" y="2056082"/>
                      </a:lnTo>
                      <a:lnTo>
                        <a:pt x="5482133" y="2073062"/>
                      </a:lnTo>
                      <a:lnTo>
                        <a:pt x="5554266" y="2089985"/>
                      </a:lnTo>
                      <a:lnTo>
                        <a:pt x="5626399" y="2106854"/>
                      </a:lnTo>
                      <a:lnTo>
                        <a:pt x="5698533" y="2123670"/>
                      </a:lnTo>
                      <a:lnTo>
                        <a:pt x="5698533" y="3478708"/>
                      </a:lnTo>
                      <a:lnTo>
                        <a:pt x="5626399" y="3437986"/>
                      </a:lnTo>
                      <a:lnTo>
                        <a:pt x="5554266" y="3397315"/>
                      </a:lnTo>
                      <a:lnTo>
                        <a:pt x="5482133" y="3356700"/>
                      </a:lnTo>
                      <a:lnTo>
                        <a:pt x="5409999" y="3316141"/>
                      </a:lnTo>
                      <a:lnTo>
                        <a:pt x="5337866" y="3275644"/>
                      </a:lnTo>
                      <a:lnTo>
                        <a:pt x="5265733" y="3235211"/>
                      </a:lnTo>
                      <a:lnTo>
                        <a:pt x="5193599" y="3194847"/>
                      </a:lnTo>
                      <a:lnTo>
                        <a:pt x="5121466" y="3154554"/>
                      </a:lnTo>
                      <a:lnTo>
                        <a:pt x="5049333" y="3114338"/>
                      </a:lnTo>
                      <a:lnTo>
                        <a:pt x="4977199" y="3074204"/>
                      </a:lnTo>
                      <a:lnTo>
                        <a:pt x="4905066" y="3034156"/>
                      </a:lnTo>
                      <a:lnTo>
                        <a:pt x="4832933" y="2994200"/>
                      </a:lnTo>
                      <a:lnTo>
                        <a:pt x="4760799" y="2954342"/>
                      </a:lnTo>
                      <a:lnTo>
                        <a:pt x="4688666" y="2914587"/>
                      </a:lnTo>
                      <a:lnTo>
                        <a:pt x="4616533" y="2874943"/>
                      </a:lnTo>
                      <a:lnTo>
                        <a:pt x="4544399" y="2835418"/>
                      </a:lnTo>
                      <a:lnTo>
                        <a:pt x="4472266" y="2796018"/>
                      </a:lnTo>
                      <a:lnTo>
                        <a:pt x="4400133" y="2756753"/>
                      </a:lnTo>
                      <a:lnTo>
                        <a:pt x="4327999" y="2717631"/>
                      </a:lnTo>
                      <a:lnTo>
                        <a:pt x="4255866" y="2678663"/>
                      </a:lnTo>
                      <a:lnTo>
                        <a:pt x="4183733" y="2639859"/>
                      </a:lnTo>
                      <a:lnTo>
                        <a:pt x="4111599" y="2601230"/>
                      </a:lnTo>
                      <a:lnTo>
                        <a:pt x="4039466" y="2562788"/>
                      </a:lnTo>
                      <a:lnTo>
                        <a:pt x="3967333" y="2524548"/>
                      </a:lnTo>
                      <a:lnTo>
                        <a:pt x="3895199" y="2486523"/>
                      </a:lnTo>
                      <a:lnTo>
                        <a:pt x="3823066" y="2448727"/>
                      </a:lnTo>
                      <a:lnTo>
                        <a:pt x="3750933" y="2411178"/>
                      </a:lnTo>
                      <a:lnTo>
                        <a:pt x="3678799" y="2373892"/>
                      </a:lnTo>
                      <a:lnTo>
                        <a:pt x="3606666" y="2336887"/>
                      </a:lnTo>
                      <a:lnTo>
                        <a:pt x="3534533" y="2300183"/>
                      </a:lnTo>
                      <a:lnTo>
                        <a:pt x="3462399" y="2263800"/>
                      </a:lnTo>
                      <a:lnTo>
                        <a:pt x="3390266" y="2227759"/>
                      </a:lnTo>
                      <a:lnTo>
                        <a:pt x="3318133" y="2192082"/>
                      </a:lnTo>
                      <a:lnTo>
                        <a:pt x="3245999" y="2156791"/>
                      </a:lnTo>
                      <a:lnTo>
                        <a:pt x="3173866" y="2121910"/>
                      </a:lnTo>
                      <a:lnTo>
                        <a:pt x="3101733" y="2087462"/>
                      </a:lnTo>
                      <a:lnTo>
                        <a:pt x="3029599" y="2053470"/>
                      </a:lnTo>
                      <a:lnTo>
                        <a:pt x="2957466" y="2019956"/>
                      </a:lnTo>
                      <a:lnTo>
                        <a:pt x="2885333" y="1986945"/>
                      </a:lnTo>
                      <a:lnTo>
                        <a:pt x="2813199" y="1954455"/>
                      </a:lnTo>
                      <a:lnTo>
                        <a:pt x="2741066" y="1922507"/>
                      </a:lnTo>
                      <a:lnTo>
                        <a:pt x="2668933" y="1891117"/>
                      </a:lnTo>
                      <a:lnTo>
                        <a:pt x="2596799" y="1860302"/>
                      </a:lnTo>
                      <a:lnTo>
                        <a:pt x="2524666" y="1830072"/>
                      </a:lnTo>
                      <a:lnTo>
                        <a:pt x="2452533" y="1800437"/>
                      </a:lnTo>
                      <a:lnTo>
                        <a:pt x="2380399" y="1771401"/>
                      </a:lnTo>
                      <a:lnTo>
                        <a:pt x="2308266" y="1742966"/>
                      </a:lnTo>
                      <a:lnTo>
                        <a:pt x="2236133" y="1715131"/>
                      </a:lnTo>
                      <a:lnTo>
                        <a:pt x="2163999" y="1687890"/>
                      </a:lnTo>
                      <a:lnTo>
                        <a:pt x="2091866" y="1661232"/>
                      </a:lnTo>
                      <a:lnTo>
                        <a:pt x="2019733" y="1635147"/>
                      </a:lnTo>
                      <a:lnTo>
                        <a:pt x="1947599" y="1609619"/>
                      </a:lnTo>
                      <a:lnTo>
                        <a:pt x="1875466" y="1584631"/>
                      </a:lnTo>
                      <a:lnTo>
                        <a:pt x="1803333" y="1560162"/>
                      </a:lnTo>
                      <a:lnTo>
                        <a:pt x="1731199" y="1536192"/>
                      </a:lnTo>
                      <a:lnTo>
                        <a:pt x="1659066" y="1512699"/>
                      </a:lnTo>
                      <a:lnTo>
                        <a:pt x="1586933" y="1489659"/>
                      </a:lnTo>
                      <a:lnTo>
                        <a:pt x="1514799" y="1467050"/>
                      </a:lnTo>
                      <a:lnTo>
                        <a:pt x="1442666" y="1444847"/>
                      </a:lnTo>
                      <a:lnTo>
                        <a:pt x="1370533" y="1423028"/>
                      </a:lnTo>
                      <a:lnTo>
                        <a:pt x="1298399" y="1401570"/>
                      </a:lnTo>
                      <a:lnTo>
                        <a:pt x="1226266" y="1380452"/>
                      </a:lnTo>
                      <a:lnTo>
                        <a:pt x="1154133" y="1359653"/>
                      </a:lnTo>
                      <a:lnTo>
                        <a:pt x="1081999" y="1339152"/>
                      </a:lnTo>
                      <a:lnTo>
                        <a:pt x="1009866" y="1318930"/>
                      </a:lnTo>
                      <a:lnTo>
                        <a:pt x="937733" y="1298969"/>
                      </a:lnTo>
                      <a:lnTo>
                        <a:pt x="865599" y="1279253"/>
                      </a:lnTo>
                      <a:lnTo>
                        <a:pt x="793466" y="1259765"/>
                      </a:lnTo>
                      <a:lnTo>
                        <a:pt x="721333" y="1240490"/>
                      </a:lnTo>
                      <a:lnTo>
                        <a:pt x="649199" y="1221415"/>
                      </a:lnTo>
                      <a:lnTo>
                        <a:pt x="577066" y="1202526"/>
                      </a:lnTo>
                      <a:lnTo>
                        <a:pt x="504933" y="1183811"/>
                      </a:lnTo>
                      <a:lnTo>
                        <a:pt x="432799" y="1165258"/>
                      </a:lnTo>
                      <a:lnTo>
                        <a:pt x="360666" y="1146858"/>
                      </a:lnTo>
                      <a:lnTo>
                        <a:pt x="288533" y="1128600"/>
                      </a:lnTo>
                      <a:lnTo>
                        <a:pt x="216399" y="1110476"/>
                      </a:lnTo>
                      <a:lnTo>
                        <a:pt x="144266" y="1092477"/>
                      </a:lnTo>
                      <a:lnTo>
                        <a:pt x="72133" y="1074595"/>
                      </a:lnTo>
                      <a:lnTo>
                        <a:pt x="0" y="1056823"/>
                      </a:lnTo>
                      <a:close/>
                    </a:path>
                  </a:pathLst>
                </a:custGeom>
                <a:solidFill>
                  <a:srgbClr val="999999">
                    <a:alpha val="4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1" name="pl31"/>
                <p:cNvSpPr/>
                <p:nvPr/>
              </p:nvSpPr>
              <p:spPr>
                <a:xfrm>
                  <a:off x="1260457" y="2070498"/>
                  <a:ext cx="5698533" cy="212367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98533" h="2123670">
                      <a:moveTo>
                        <a:pt x="0" y="0"/>
                      </a:moveTo>
                      <a:lnTo>
                        <a:pt x="72133" y="39766"/>
                      </a:lnTo>
                      <a:lnTo>
                        <a:pt x="144266" y="79423"/>
                      </a:lnTo>
                      <a:lnTo>
                        <a:pt x="216399" y="118962"/>
                      </a:lnTo>
                      <a:lnTo>
                        <a:pt x="288533" y="158377"/>
                      </a:lnTo>
                      <a:lnTo>
                        <a:pt x="360666" y="197658"/>
                      </a:lnTo>
                      <a:lnTo>
                        <a:pt x="432799" y="236796"/>
                      </a:lnTo>
                      <a:lnTo>
                        <a:pt x="504933" y="275783"/>
                      </a:lnTo>
                      <a:lnTo>
                        <a:pt x="577066" y="314606"/>
                      </a:lnTo>
                      <a:lnTo>
                        <a:pt x="649199" y="353256"/>
                      </a:lnTo>
                      <a:lnTo>
                        <a:pt x="721333" y="391719"/>
                      </a:lnTo>
                      <a:lnTo>
                        <a:pt x="793466" y="429983"/>
                      </a:lnTo>
                      <a:lnTo>
                        <a:pt x="865599" y="468033"/>
                      </a:lnTo>
                      <a:lnTo>
                        <a:pt x="937733" y="505856"/>
                      </a:lnTo>
                      <a:lnTo>
                        <a:pt x="1009866" y="543434"/>
                      </a:lnTo>
                      <a:lnTo>
                        <a:pt x="1081999" y="580751"/>
                      </a:lnTo>
                      <a:lnTo>
                        <a:pt x="1154133" y="617788"/>
                      </a:lnTo>
                      <a:lnTo>
                        <a:pt x="1226266" y="654528"/>
                      </a:lnTo>
                      <a:lnTo>
                        <a:pt x="1298399" y="690948"/>
                      </a:lnTo>
                      <a:lnTo>
                        <a:pt x="1370533" y="727029"/>
                      </a:lnTo>
                      <a:lnTo>
                        <a:pt x="1442666" y="762749"/>
                      </a:lnTo>
                      <a:lnTo>
                        <a:pt x="1514799" y="798085"/>
                      </a:lnTo>
                      <a:lnTo>
                        <a:pt x="1586933" y="833014"/>
                      </a:lnTo>
                      <a:lnTo>
                        <a:pt x="1659066" y="867513"/>
                      </a:lnTo>
                      <a:lnTo>
                        <a:pt x="1731199" y="901558"/>
                      </a:lnTo>
                      <a:lnTo>
                        <a:pt x="1803333" y="935127"/>
                      </a:lnTo>
                      <a:lnTo>
                        <a:pt x="1875466" y="968197"/>
                      </a:lnTo>
                      <a:lnTo>
                        <a:pt x="1947599" y="1000747"/>
                      </a:lnTo>
                      <a:lnTo>
                        <a:pt x="2019733" y="1032758"/>
                      </a:lnTo>
                      <a:lnTo>
                        <a:pt x="2091866" y="1064212"/>
                      </a:lnTo>
                      <a:lnTo>
                        <a:pt x="2163999" y="1095093"/>
                      </a:lnTo>
                      <a:lnTo>
                        <a:pt x="2236133" y="1125390"/>
                      </a:lnTo>
                      <a:lnTo>
                        <a:pt x="2308266" y="1155094"/>
                      </a:lnTo>
                      <a:lnTo>
                        <a:pt x="2380399" y="1184198"/>
                      </a:lnTo>
                      <a:lnTo>
                        <a:pt x="2452533" y="1212701"/>
                      </a:lnTo>
                      <a:lnTo>
                        <a:pt x="2524666" y="1240604"/>
                      </a:lnTo>
                      <a:lnTo>
                        <a:pt x="2596799" y="1267913"/>
                      </a:lnTo>
                      <a:lnTo>
                        <a:pt x="2668933" y="1294636"/>
                      </a:lnTo>
                      <a:lnTo>
                        <a:pt x="2741066" y="1320786"/>
                      </a:lnTo>
                      <a:lnTo>
                        <a:pt x="2813199" y="1346376"/>
                      </a:lnTo>
                      <a:lnTo>
                        <a:pt x="2885333" y="1371425"/>
                      </a:lnTo>
                      <a:lnTo>
                        <a:pt x="2957466" y="1395952"/>
                      </a:lnTo>
                      <a:lnTo>
                        <a:pt x="3029599" y="1419977"/>
                      </a:lnTo>
                      <a:lnTo>
                        <a:pt x="3101733" y="1443524"/>
                      </a:lnTo>
                      <a:lnTo>
                        <a:pt x="3173866" y="1466614"/>
                      </a:lnTo>
                      <a:lnTo>
                        <a:pt x="3245999" y="1489272"/>
                      </a:lnTo>
                      <a:lnTo>
                        <a:pt x="3318133" y="1511520"/>
                      </a:lnTo>
                      <a:lnTo>
                        <a:pt x="3390266" y="1533381"/>
                      </a:lnTo>
                      <a:lnTo>
                        <a:pt x="3462399" y="1554879"/>
                      </a:lnTo>
                      <a:lnTo>
                        <a:pt x="3534533" y="1576034"/>
                      </a:lnTo>
                      <a:lnTo>
                        <a:pt x="3606666" y="1596869"/>
                      </a:lnTo>
                      <a:lnTo>
                        <a:pt x="3678799" y="1617403"/>
                      </a:lnTo>
                      <a:lnTo>
                        <a:pt x="3750933" y="1637656"/>
                      </a:lnTo>
                      <a:lnTo>
                        <a:pt x="3823066" y="1657645"/>
                      </a:lnTo>
                      <a:lnTo>
                        <a:pt x="3895199" y="1677388"/>
                      </a:lnTo>
                      <a:lnTo>
                        <a:pt x="3967333" y="1696902"/>
                      </a:lnTo>
                      <a:lnTo>
                        <a:pt x="4039466" y="1716200"/>
                      </a:lnTo>
                      <a:lnTo>
                        <a:pt x="4111599" y="1735297"/>
                      </a:lnTo>
                      <a:lnTo>
                        <a:pt x="4183733" y="1754207"/>
                      </a:lnTo>
                      <a:lnTo>
                        <a:pt x="4255866" y="1772942"/>
                      </a:lnTo>
                      <a:lnTo>
                        <a:pt x="4327999" y="1791512"/>
                      </a:lnTo>
                      <a:lnTo>
                        <a:pt x="4400133" y="1809929"/>
                      </a:lnTo>
                      <a:lnTo>
                        <a:pt x="4472266" y="1828202"/>
                      </a:lnTo>
                      <a:lnTo>
                        <a:pt x="4544399" y="1846341"/>
                      </a:lnTo>
                      <a:lnTo>
                        <a:pt x="4616533" y="1864354"/>
                      </a:lnTo>
                      <a:lnTo>
                        <a:pt x="4688666" y="1882249"/>
                      </a:lnTo>
                      <a:lnTo>
                        <a:pt x="4760799" y="1900034"/>
                      </a:lnTo>
                      <a:lnTo>
                        <a:pt x="4832933" y="1917714"/>
                      </a:lnTo>
                      <a:lnTo>
                        <a:pt x="4905066" y="1935296"/>
                      </a:lnTo>
                      <a:lnTo>
                        <a:pt x="4977199" y="1952787"/>
                      </a:lnTo>
                      <a:lnTo>
                        <a:pt x="5049333" y="1970191"/>
                      </a:lnTo>
                      <a:lnTo>
                        <a:pt x="5121466" y="1987514"/>
                      </a:lnTo>
                      <a:lnTo>
                        <a:pt x="5193599" y="2004761"/>
                      </a:lnTo>
                      <a:lnTo>
                        <a:pt x="5265733" y="2021935"/>
                      </a:lnTo>
                      <a:lnTo>
                        <a:pt x="5337866" y="2039041"/>
                      </a:lnTo>
                      <a:lnTo>
                        <a:pt x="5409999" y="2056082"/>
                      </a:lnTo>
                      <a:lnTo>
                        <a:pt x="5482133" y="2073062"/>
                      </a:lnTo>
                      <a:lnTo>
                        <a:pt x="5554266" y="2089985"/>
                      </a:lnTo>
                      <a:lnTo>
                        <a:pt x="5626399" y="2106854"/>
                      </a:lnTo>
                      <a:lnTo>
                        <a:pt x="5698533" y="2123670"/>
                      </a:lnTo>
                    </a:path>
                  </a:pathLst>
                </a:custGeom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2" name="pl32"/>
                <p:cNvSpPr/>
                <p:nvPr/>
              </p:nvSpPr>
              <p:spPr>
                <a:xfrm>
                  <a:off x="1260457" y="3127322"/>
                  <a:ext cx="5698533" cy="24218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98533" h="2421884">
                      <a:moveTo>
                        <a:pt x="5698533" y="2421884"/>
                      </a:moveTo>
                      <a:lnTo>
                        <a:pt x="5626399" y="2381162"/>
                      </a:lnTo>
                      <a:lnTo>
                        <a:pt x="5554266" y="2340492"/>
                      </a:lnTo>
                      <a:lnTo>
                        <a:pt x="5482133" y="2299876"/>
                      </a:lnTo>
                      <a:lnTo>
                        <a:pt x="5409999" y="2259318"/>
                      </a:lnTo>
                      <a:lnTo>
                        <a:pt x="5337866" y="2218821"/>
                      </a:lnTo>
                      <a:lnTo>
                        <a:pt x="5265733" y="2178388"/>
                      </a:lnTo>
                      <a:lnTo>
                        <a:pt x="5193599" y="2138023"/>
                      </a:lnTo>
                      <a:lnTo>
                        <a:pt x="5121466" y="2097731"/>
                      </a:lnTo>
                      <a:lnTo>
                        <a:pt x="5049333" y="2057515"/>
                      </a:lnTo>
                      <a:lnTo>
                        <a:pt x="4977199" y="2017381"/>
                      </a:lnTo>
                      <a:lnTo>
                        <a:pt x="4905066" y="1977333"/>
                      </a:lnTo>
                      <a:lnTo>
                        <a:pt x="4832933" y="1937377"/>
                      </a:lnTo>
                      <a:lnTo>
                        <a:pt x="4760799" y="1897518"/>
                      </a:lnTo>
                      <a:lnTo>
                        <a:pt x="4688666" y="1857764"/>
                      </a:lnTo>
                      <a:lnTo>
                        <a:pt x="4616533" y="1818120"/>
                      </a:lnTo>
                      <a:lnTo>
                        <a:pt x="4544399" y="1778594"/>
                      </a:lnTo>
                      <a:lnTo>
                        <a:pt x="4472266" y="1739195"/>
                      </a:lnTo>
                      <a:lnTo>
                        <a:pt x="4400133" y="1699929"/>
                      </a:lnTo>
                      <a:lnTo>
                        <a:pt x="4327999" y="1660808"/>
                      </a:lnTo>
                      <a:lnTo>
                        <a:pt x="4255866" y="1621839"/>
                      </a:lnTo>
                      <a:lnTo>
                        <a:pt x="4183733" y="1583035"/>
                      </a:lnTo>
                      <a:lnTo>
                        <a:pt x="4111599" y="1544406"/>
                      </a:lnTo>
                      <a:lnTo>
                        <a:pt x="4039466" y="1505965"/>
                      </a:lnTo>
                      <a:lnTo>
                        <a:pt x="3967333" y="1467725"/>
                      </a:lnTo>
                      <a:lnTo>
                        <a:pt x="3895199" y="1429699"/>
                      </a:lnTo>
                      <a:lnTo>
                        <a:pt x="3823066" y="1391904"/>
                      </a:lnTo>
                      <a:lnTo>
                        <a:pt x="3750933" y="1354355"/>
                      </a:lnTo>
                      <a:lnTo>
                        <a:pt x="3678799" y="1317069"/>
                      </a:lnTo>
                      <a:lnTo>
                        <a:pt x="3606666" y="1280064"/>
                      </a:lnTo>
                      <a:lnTo>
                        <a:pt x="3534533" y="1243360"/>
                      </a:lnTo>
                      <a:lnTo>
                        <a:pt x="3462399" y="1206977"/>
                      </a:lnTo>
                      <a:lnTo>
                        <a:pt x="3390266" y="1170936"/>
                      </a:lnTo>
                      <a:lnTo>
                        <a:pt x="3318133" y="1135259"/>
                      </a:lnTo>
                      <a:lnTo>
                        <a:pt x="3245999" y="1099968"/>
                      </a:lnTo>
                      <a:lnTo>
                        <a:pt x="3173866" y="1065087"/>
                      </a:lnTo>
                      <a:lnTo>
                        <a:pt x="3101733" y="1030638"/>
                      </a:lnTo>
                      <a:lnTo>
                        <a:pt x="3029599" y="996646"/>
                      </a:lnTo>
                      <a:lnTo>
                        <a:pt x="2957466" y="963133"/>
                      </a:lnTo>
                      <a:lnTo>
                        <a:pt x="2885333" y="930121"/>
                      </a:lnTo>
                      <a:lnTo>
                        <a:pt x="2813199" y="897631"/>
                      </a:lnTo>
                      <a:lnTo>
                        <a:pt x="2741066" y="865683"/>
                      </a:lnTo>
                      <a:lnTo>
                        <a:pt x="2668933" y="834294"/>
                      </a:lnTo>
                      <a:lnTo>
                        <a:pt x="2596799" y="803479"/>
                      </a:lnTo>
                      <a:lnTo>
                        <a:pt x="2524666" y="773249"/>
                      </a:lnTo>
                      <a:lnTo>
                        <a:pt x="2452533" y="743613"/>
                      </a:lnTo>
                      <a:lnTo>
                        <a:pt x="2380399" y="714578"/>
                      </a:lnTo>
                      <a:lnTo>
                        <a:pt x="2308266" y="686143"/>
                      </a:lnTo>
                      <a:lnTo>
                        <a:pt x="2236133" y="658308"/>
                      </a:lnTo>
                      <a:lnTo>
                        <a:pt x="2163999" y="631066"/>
                      </a:lnTo>
                      <a:lnTo>
                        <a:pt x="2091866" y="604409"/>
                      </a:lnTo>
                      <a:lnTo>
                        <a:pt x="2019733" y="578324"/>
                      </a:lnTo>
                      <a:lnTo>
                        <a:pt x="1947599" y="552796"/>
                      </a:lnTo>
                      <a:lnTo>
                        <a:pt x="1875466" y="527808"/>
                      </a:lnTo>
                      <a:lnTo>
                        <a:pt x="1803333" y="503339"/>
                      </a:lnTo>
                      <a:lnTo>
                        <a:pt x="1731199" y="479369"/>
                      </a:lnTo>
                      <a:lnTo>
                        <a:pt x="1659066" y="455876"/>
                      </a:lnTo>
                      <a:lnTo>
                        <a:pt x="1586933" y="432836"/>
                      </a:lnTo>
                      <a:lnTo>
                        <a:pt x="1514799" y="410226"/>
                      </a:lnTo>
                      <a:lnTo>
                        <a:pt x="1442666" y="388023"/>
                      </a:lnTo>
                      <a:lnTo>
                        <a:pt x="1370533" y="366205"/>
                      </a:lnTo>
                      <a:lnTo>
                        <a:pt x="1298399" y="344747"/>
                      </a:lnTo>
                      <a:lnTo>
                        <a:pt x="1226266" y="323629"/>
                      </a:lnTo>
                      <a:lnTo>
                        <a:pt x="1154133" y="302829"/>
                      </a:lnTo>
                      <a:lnTo>
                        <a:pt x="1081999" y="282328"/>
                      </a:lnTo>
                      <a:lnTo>
                        <a:pt x="1009866" y="262107"/>
                      </a:lnTo>
                      <a:lnTo>
                        <a:pt x="937733" y="242146"/>
                      </a:lnTo>
                      <a:lnTo>
                        <a:pt x="865599" y="222430"/>
                      </a:lnTo>
                      <a:lnTo>
                        <a:pt x="793466" y="202942"/>
                      </a:lnTo>
                      <a:lnTo>
                        <a:pt x="721333" y="183667"/>
                      </a:lnTo>
                      <a:lnTo>
                        <a:pt x="649199" y="164592"/>
                      </a:lnTo>
                      <a:lnTo>
                        <a:pt x="577066" y="145702"/>
                      </a:lnTo>
                      <a:lnTo>
                        <a:pt x="504933" y="126987"/>
                      </a:lnTo>
                      <a:lnTo>
                        <a:pt x="432799" y="108435"/>
                      </a:lnTo>
                      <a:lnTo>
                        <a:pt x="360666" y="90035"/>
                      </a:lnTo>
                      <a:lnTo>
                        <a:pt x="288533" y="71777"/>
                      </a:lnTo>
                      <a:lnTo>
                        <a:pt x="216399" y="53653"/>
                      </a:lnTo>
                      <a:lnTo>
                        <a:pt x="144266" y="35654"/>
                      </a:lnTo>
                      <a:lnTo>
                        <a:pt x="72133" y="17772"/>
                      </a:lnTo>
                      <a:lnTo>
                        <a:pt x="0" y="0"/>
                      </a:lnTo>
                    </a:path>
                  </a:pathLst>
                </a:custGeom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3" name="pl33"/>
                <p:cNvSpPr/>
                <p:nvPr/>
              </p:nvSpPr>
              <p:spPr>
                <a:xfrm>
                  <a:off x="1260457" y="2598910"/>
                  <a:ext cx="5698533" cy="227277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98533" h="2272777">
                      <a:moveTo>
                        <a:pt x="0" y="0"/>
                      </a:moveTo>
                      <a:lnTo>
                        <a:pt x="72133" y="28769"/>
                      </a:lnTo>
                      <a:lnTo>
                        <a:pt x="144266" y="57538"/>
                      </a:lnTo>
                      <a:lnTo>
                        <a:pt x="216399" y="86308"/>
                      </a:lnTo>
                      <a:lnTo>
                        <a:pt x="288533" y="115077"/>
                      </a:lnTo>
                      <a:lnTo>
                        <a:pt x="360666" y="143846"/>
                      </a:lnTo>
                      <a:lnTo>
                        <a:pt x="432799" y="172616"/>
                      </a:lnTo>
                      <a:lnTo>
                        <a:pt x="504933" y="201385"/>
                      </a:lnTo>
                      <a:lnTo>
                        <a:pt x="577066" y="230154"/>
                      </a:lnTo>
                      <a:lnTo>
                        <a:pt x="649199" y="258924"/>
                      </a:lnTo>
                      <a:lnTo>
                        <a:pt x="721333" y="287693"/>
                      </a:lnTo>
                      <a:lnTo>
                        <a:pt x="793466" y="316462"/>
                      </a:lnTo>
                      <a:lnTo>
                        <a:pt x="865599" y="345232"/>
                      </a:lnTo>
                      <a:lnTo>
                        <a:pt x="937733" y="374001"/>
                      </a:lnTo>
                      <a:lnTo>
                        <a:pt x="1009866" y="402770"/>
                      </a:lnTo>
                      <a:lnTo>
                        <a:pt x="1081999" y="431540"/>
                      </a:lnTo>
                      <a:lnTo>
                        <a:pt x="1154133" y="460309"/>
                      </a:lnTo>
                      <a:lnTo>
                        <a:pt x="1226266" y="489078"/>
                      </a:lnTo>
                      <a:lnTo>
                        <a:pt x="1298399" y="517848"/>
                      </a:lnTo>
                      <a:lnTo>
                        <a:pt x="1370533" y="546617"/>
                      </a:lnTo>
                      <a:lnTo>
                        <a:pt x="1442666" y="575386"/>
                      </a:lnTo>
                      <a:lnTo>
                        <a:pt x="1514799" y="604156"/>
                      </a:lnTo>
                      <a:lnTo>
                        <a:pt x="1586933" y="632925"/>
                      </a:lnTo>
                      <a:lnTo>
                        <a:pt x="1659066" y="661694"/>
                      </a:lnTo>
                      <a:lnTo>
                        <a:pt x="1731199" y="690464"/>
                      </a:lnTo>
                      <a:lnTo>
                        <a:pt x="1803333" y="719233"/>
                      </a:lnTo>
                      <a:lnTo>
                        <a:pt x="1875466" y="748002"/>
                      </a:lnTo>
                      <a:lnTo>
                        <a:pt x="1947599" y="776772"/>
                      </a:lnTo>
                      <a:lnTo>
                        <a:pt x="2019733" y="805541"/>
                      </a:lnTo>
                      <a:lnTo>
                        <a:pt x="2091866" y="834310"/>
                      </a:lnTo>
                      <a:lnTo>
                        <a:pt x="2163999" y="863080"/>
                      </a:lnTo>
                      <a:lnTo>
                        <a:pt x="2236133" y="891849"/>
                      </a:lnTo>
                      <a:lnTo>
                        <a:pt x="2308266" y="920618"/>
                      </a:lnTo>
                      <a:lnTo>
                        <a:pt x="2380399" y="949388"/>
                      </a:lnTo>
                      <a:lnTo>
                        <a:pt x="2452533" y="978157"/>
                      </a:lnTo>
                      <a:lnTo>
                        <a:pt x="2524666" y="1006926"/>
                      </a:lnTo>
                      <a:lnTo>
                        <a:pt x="2596799" y="1035696"/>
                      </a:lnTo>
                      <a:lnTo>
                        <a:pt x="2668933" y="1064465"/>
                      </a:lnTo>
                      <a:lnTo>
                        <a:pt x="2741066" y="1093234"/>
                      </a:lnTo>
                      <a:lnTo>
                        <a:pt x="2813199" y="1122004"/>
                      </a:lnTo>
                      <a:lnTo>
                        <a:pt x="2885333" y="1150773"/>
                      </a:lnTo>
                      <a:lnTo>
                        <a:pt x="2957466" y="1179542"/>
                      </a:lnTo>
                      <a:lnTo>
                        <a:pt x="3029599" y="1208312"/>
                      </a:lnTo>
                      <a:lnTo>
                        <a:pt x="3101733" y="1237081"/>
                      </a:lnTo>
                      <a:lnTo>
                        <a:pt x="3173866" y="1265850"/>
                      </a:lnTo>
                      <a:lnTo>
                        <a:pt x="3245999" y="1294620"/>
                      </a:lnTo>
                      <a:lnTo>
                        <a:pt x="3318133" y="1323389"/>
                      </a:lnTo>
                      <a:lnTo>
                        <a:pt x="3390266" y="1352158"/>
                      </a:lnTo>
                      <a:lnTo>
                        <a:pt x="3462399" y="1380928"/>
                      </a:lnTo>
                      <a:lnTo>
                        <a:pt x="3534533" y="1409697"/>
                      </a:lnTo>
                      <a:lnTo>
                        <a:pt x="3606666" y="1438466"/>
                      </a:lnTo>
                      <a:lnTo>
                        <a:pt x="3678799" y="1467236"/>
                      </a:lnTo>
                      <a:lnTo>
                        <a:pt x="3750933" y="1496005"/>
                      </a:lnTo>
                      <a:lnTo>
                        <a:pt x="3823066" y="1524774"/>
                      </a:lnTo>
                      <a:lnTo>
                        <a:pt x="3895199" y="1553544"/>
                      </a:lnTo>
                      <a:lnTo>
                        <a:pt x="3967333" y="1582313"/>
                      </a:lnTo>
                      <a:lnTo>
                        <a:pt x="4039466" y="1611083"/>
                      </a:lnTo>
                      <a:lnTo>
                        <a:pt x="4111599" y="1639852"/>
                      </a:lnTo>
                      <a:lnTo>
                        <a:pt x="4183733" y="1668621"/>
                      </a:lnTo>
                      <a:lnTo>
                        <a:pt x="4255866" y="1697391"/>
                      </a:lnTo>
                      <a:lnTo>
                        <a:pt x="4327999" y="1726160"/>
                      </a:lnTo>
                      <a:lnTo>
                        <a:pt x="4400133" y="1754929"/>
                      </a:lnTo>
                      <a:lnTo>
                        <a:pt x="4472266" y="1783699"/>
                      </a:lnTo>
                      <a:lnTo>
                        <a:pt x="4544399" y="1812468"/>
                      </a:lnTo>
                      <a:lnTo>
                        <a:pt x="4616533" y="1841237"/>
                      </a:lnTo>
                      <a:lnTo>
                        <a:pt x="4688666" y="1870007"/>
                      </a:lnTo>
                      <a:lnTo>
                        <a:pt x="4760799" y="1898776"/>
                      </a:lnTo>
                      <a:lnTo>
                        <a:pt x="4832933" y="1927545"/>
                      </a:lnTo>
                      <a:lnTo>
                        <a:pt x="4905066" y="1956315"/>
                      </a:lnTo>
                      <a:lnTo>
                        <a:pt x="4977199" y="1985084"/>
                      </a:lnTo>
                      <a:lnTo>
                        <a:pt x="5049333" y="2013853"/>
                      </a:lnTo>
                      <a:lnTo>
                        <a:pt x="5121466" y="2042623"/>
                      </a:lnTo>
                      <a:lnTo>
                        <a:pt x="5193599" y="2071392"/>
                      </a:lnTo>
                      <a:lnTo>
                        <a:pt x="5265733" y="2100161"/>
                      </a:lnTo>
                      <a:lnTo>
                        <a:pt x="5337866" y="2128931"/>
                      </a:lnTo>
                      <a:lnTo>
                        <a:pt x="5409999" y="2157700"/>
                      </a:lnTo>
                      <a:lnTo>
                        <a:pt x="5482133" y="2186469"/>
                      </a:lnTo>
                      <a:lnTo>
                        <a:pt x="5554266" y="2215239"/>
                      </a:lnTo>
                      <a:lnTo>
                        <a:pt x="5626399" y="2244008"/>
                      </a:lnTo>
                      <a:lnTo>
                        <a:pt x="5698533" y="2272777"/>
                      </a:lnTo>
                    </a:path>
                  </a:pathLst>
                </a:custGeom>
                <a:ln w="27101" cap="flat">
                  <a:solidFill>
                    <a:srgbClr val="00FA9A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4" name="pt34"/>
                <p:cNvSpPr/>
                <p:nvPr/>
              </p:nvSpPr>
              <p:spPr>
                <a:xfrm>
                  <a:off x="3527969" y="4311688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5" name="pt35"/>
                <p:cNvSpPr/>
                <p:nvPr/>
              </p:nvSpPr>
              <p:spPr>
                <a:xfrm>
                  <a:off x="3527969" y="4428405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6" name="pt36"/>
                <p:cNvSpPr/>
                <p:nvPr/>
              </p:nvSpPr>
              <p:spPr>
                <a:xfrm>
                  <a:off x="3527969" y="4506523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7" name="pt37"/>
                <p:cNvSpPr/>
                <p:nvPr/>
              </p:nvSpPr>
              <p:spPr>
                <a:xfrm>
                  <a:off x="1199225" y="3907290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8" name="pt38"/>
                <p:cNvSpPr/>
                <p:nvPr/>
              </p:nvSpPr>
              <p:spPr>
                <a:xfrm>
                  <a:off x="1199225" y="4178498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9" name="pt39"/>
                <p:cNvSpPr/>
                <p:nvPr/>
              </p:nvSpPr>
              <p:spPr>
                <a:xfrm>
                  <a:off x="1199225" y="3814089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0" name="pt40"/>
                <p:cNvSpPr/>
                <p:nvPr/>
              </p:nvSpPr>
              <p:spPr>
                <a:xfrm>
                  <a:off x="4400123" y="4084412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1" name="pt41"/>
                <p:cNvSpPr/>
                <p:nvPr/>
              </p:nvSpPr>
              <p:spPr>
                <a:xfrm>
                  <a:off x="4400123" y="3713409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2" name="pt42"/>
                <p:cNvSpPr/>
                <p:nvPr/>
              </p:nvSpPr>
              <p:spPr>
                <a:xfrm>
                  <a:off x="4400123" y="4034088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3" name="pt43"/>
                <p:cNvSpPr/>
                <p:nvPr/>
              </p:nvSpPr>
              <p:spPr>
                <a:xfrm>
                  <a:off x="6021004" y="4676836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4" name="pt44"/>
                <p:cNvSpPr/>
                <p:nvPr/>
              </p:nvSpPr>
              <p:spPr>
                <a:xfrm>
                  <a:off x="6021004" y="4323669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5" name="pt45"/>
                <p:cNvSpPr/>
                <p:nvPr/>
              </p:nvSpPr>
              <p:spPr>
                <a:xfrm>
                  <a:off x="6021004" y="4642986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6" name="pt46"/>
                <p:cNvSpPr/>
                <p:nvPr/>
              </p:nvSpPr>
              <p:spPr>
                <a:xfrm>
                  <a:off x="1849254" y="3605465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7" name="pt47"/>
                <p:cNvSpPr/>
                <p:nvPr/>
              </p:nvSpPr>
              <p:spPr>
                <a:xfrm>
                  <a:off x="1849254" y="3949407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8" name="pt48"/>
                <p:cNvSpPr/>
                <p:nvPr/>
              </p:nvSpPr>
              <p:spPr>
                <a:xfrm>
                  <a:off x="1849254" y="3800303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9" name="pt49"/>
                <p:cNvSpPr/>
                <p:nvPr/>
              </p:nvSpPr>
              <p:spPr>
                <a:xfrm>
                  <a:off x="1235701" y="3670319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0" name="pt50"/>
                <p:cNvSpPr/>
                <p:nvPr/>
              </p:nvSpPr>
              <p:spPr>
                <a:xfrm>
                  <a:off x="1235701" y="3903908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1" name="pt51"/>
                <p:cNvSpPr/>
                <p:nvPr/>
              </p:nvSpPr>
              <p:spPr>
                <a:xfrm>
                  <a:off x="1235701" y="3898507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2" name="pt52"/>
                <p:cNvSpPr/>
                <p:nvPr/>
              </p:nvSpPr>
              <p:spPr>
                <a:xfrm>
                  <a:off x="1648501" y="5172942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3" name="pt53"/>
                <p:cNvSpPr/>
                <p:nvPr/>
              </p:nvSpPr>
              <p:spPr>
                <a:xfrm>
                  <a:off x="1648501" y="5140398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4" name="pt54"/>
                <p:cNvSpPr/>
                <p:nvPr/>
              </p:nvSpPr>
              <p:spPr>
                <a:xfrm>
                  <a:off x="4112477" y="5241939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5" name="pt55"/>
                <p:cNvSpPr/>
                <p:nvPr/>
              </p:nvSpPr>
              <p:spPr>
                <a:xfrm>
                  <a:off x="4112477" y="5136933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6" name="pg56"/>
                <p:cNvSpPr/>
                <p:nvPr/>
              </p:nvSpPr>
              <p:spPr>
                <a:xfrm>
                  <a:off x="1257927" y="3817825"/>
                  <a:ext cx="4821779" cy="12961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1779" h="1296184">
                      <a:moveTo>
                        <a:pt x="0" y="0"/>
                      </a:moveTo>
                      <a:lnTo>
                        <a:pt x="61035" y="12311"/>
                      </a:lnTo>
                      <a:lnTo>
                        <a:pt x="122070" y="24524"/>
                      </a:lnTo>
                      <a:lnTo>
                        <a:pt x="183105" y="36634"/>
                      </a:lnTo>
                      <a:lnTo>
                        <a:pt x="244140" y="48635"/>
                      </a:lnTo>
                      <a:lnTo>
                        <a:pt x="305175" y="60520"/>
                      </a:lnTo>
                      <a:lnTo>
                        <a:pt x="366211" y="72284"/>
                      </a:lnTo>
                      <a:lnTo>
                        <a:pt x="427246" y="83919"/>
                      </a:lnTo>
                      <a:lnTo>
                        <a:pt x="488281" y="95420"/>
                      </a:lnTo>
                      <a:lnTo>
                        <a:pt x="549316" y="106777"/>
                      </a:lnTo>
                      <a:lnTo>
                        <a:pt x="610351" y="117985"/>
                      </a:lnTo>
                      <a:lnTo>
                        <a:pt x="671387" y="129034"/>
                      </a:lnTo>
                      <a:lnTo>
                        <a:pt x="732422" y="139918"/>
                      </a:lnTo>
                      <a:lnTo>
                        <a:pt x="793457" y="150626"/>
                      </a:lnTo>
                      <a:lnTo>
                        <a:pt x="854492" y="161151"/>
                      </a:lnTo>
                      <a:lnTo>
                        <a:pt x="915527" y="171484"/>
                      </a:lnTo>
                      <a:lnTo>
                        <a:pt x="976562" y="181616"/>
                      </a:lnTo>
                      <a:lnTo>
                        <a:pt x="1037598" y="191538"/>
                      </a:lnTo>
                      <a:lnTo>
                        <a:pt x="1098633" y="201241"/>
                      </a:lnTo>
                      <a:lnTo>
                        <a:pt x="1159668" y="210717"/>
                      </a:lnTo>
                      <a:lnTo>
                        <a:pt x="1220703" y="219955"/>
                      </a:lnTo>
                      <a:lnTo>
                        <a:pt x="1281738" y="228949"/>
                      </a:lnTo>
                      <a:lnTo>
                        <a:pt x="1342774" y="237690"/>
                      </a:lnTo>
                      <a:lnTo>
                        <a:pt x="1403809" y="246170"/>
                      </a:lnTo>
                      <a:lnTo>
                        <a:pt x="1464844" y="254384"/>
                      </a:lnTo>
                      <a:lnTo>
                        <a:pt x="1525879" y="262324"/>
                      </a:lnTo>
                      <a:lnTo>
                        <a:pt x="1586914" y="269985"/>
                      </a:lnTo>
                      <a:lnTo>
                        <a:pt x="1647950" y="277363"/>
                      </a:lnTo>
                      <a:lnTo>
                        <a:pt x="1708985" y="284454"/>
                      </a:lnTo>
                      <a:lnTo>
                        <a:pt x="1770020" y="291256"/>
                      </a:lnTo>
                      <a:lnTo>
                        <a:pt x="1831055" y="297768"/>
                      </a:lnTo>
                      <a:lnTo>
                        <a:pt x="1892090" y="303989"/>
                      </a:lnTo>
                      <a:lnTo>
                        <a:pt x="1953125" y="309921"/>
                      </a:lnTo>
                      <a:lnTo>
                        <a:pt x="2014161" y="315565"/>
                      </a:lnTo>
                      <a:lnTo>
                        <a:pt x="2075196" y="320924"/>
                      </a:lnTo>
                      <a:lnTo>
                        <a:pt x="2136231" y="326003"/>
                      </a:lnTo>
                      <a:lnTo>
                        <a:pt x="2197266" y="330807"/>
                      </a:lnTo>
                      <a:lnTo>
                        <a:pt x="2258301" y="335341"/>
                      </a:lnTo>
                      <a:lnTo>
                        <a:pt x="2319337" y="339613"/>
                      </a:lnTo>
                      <a:lnTo>
                        <a:pt x="2380372" y="343629"/>
                      </a:lnTo>
                      <a:lnTo>
                        <a:pt x="2441407" y="347398"/>
                      </a:lnTo>
                      <a:lnTo>
                        <a:pt x="2502442" y="350927"/>
                      </a:lnTo>
                      <a:lnTo>
                        <a:pt x="2563477" y="354225"/>
                      </a:lnTo>
                      <a:lnTo>
                        <a:pt x="2624513" y="357302"/>
                      </a:lnTo>
                      <a:lnTo>
                        <a:pt x="2685548" y="360165"/>
                      </a:lnTo>
                      <a:lnTo>
                        <a:pt x="2746583" y="362824"/>
                      </a:lnTo>
                      <a:lnTo>
                        <a:pt x="2807618" y="365288"/>
                      </a:lnTo>
                      <a:lnTo>
                        <a:pt x="2868653" y="367566"/>
                      </a:lnTo>
                      <a:lnTo>
                        <a:pt x="2929688" y="369666"/>
                      </a:lnTo>
                      <a:lnTo>
                        <a:pt x="2990724" y="371598"/>
                      </a:lnTo>
                      <a:lnTo>
                        <a:pt x="3051759" y="373368"/>
                      </a:lnTo>
                      <a:lnTo>
                        <a:pt x="3112794" y="374985"/>
                      </a:lnTo>
                      <a:lnTo>
                        <a:pt x="3173829" y="376458"/>
                      </a:lnTo>
                      <a:lnTo>
                        <a:pt x="3234864" y="377792"/>
                      </a:lnTo>
                      <a:lnTo>
                        <a:pt x="3295900" y="378997"/>
                      </a:lnTo>
                      <a:lnTo>
                        <a:pt x="3356935" y="380077"/>
                      </a:lnTo>
                      <a:lnTo>
                        <a:pt x="3417970" y="381040"/>
                      </a:lnTo>
                      <a:lnTo>
                        <a:pt x="3479005" y="381891"/>
                      </a:lnTo>
                      <a:lnTo>
                        <a:pt x="3540040" y="382638"/>
                      </a:lnTo>
                      <a:lnTo>
                        <a:pt x="3601076" y="383284"/>
                      </a:lnTo>
                      <a:lnTo>
                        <a:pt x="3662111" y="383836"/>
                      </a:lnTo>
                      <a:lnTo>
                        <a:pt x="3723146" y="384299"/>
                      </a:lnTo>
                      <a:lnTo>
                        <a:pt x="3784181" y="384676"/>
                      </a:lnTo>
                      <a:lnTo>
                        <a:pt x="3845216" y="384973"/>
                      </a:lnTo>
                      <a:lnTo>
                        <a:pt x="3906251" y="385194"/>
                      </a:lnTo>
                      <a:lnTo>
                        <a:pt x="3967287" y="385342"/>
                      </a:lnTo>
                      <a:lnTo>
                        <a:pt x="4028322" y="385422"/>
                      </a:lnTo>
                      <a:lnTo>
                        <a:pt x="4089357" y="385436"/>
                      </a:lnTo>
                      <a:lnTo>
                        <a:pt x="4150392" y="385388"/>
                      </a:lnTo>
                      <a:lnTo>
                        <a:pt x="4211427" y="385282"/>
                      </a:lnTo>
                      <a:lnTo>
                        <a:pt x="4272463" y="385120"/>
                      </a:lnTo>
                      <a:lnTo>
                        <a:pt x="4333498" y="384904"/>
                      </a:lnTo>
                      <a:lnTo>
                        <a:pt x="4394533" y="384639"/>
                      </a:lnTo>
                      <a:lnTo>
                        <a:pt x="4455568" y="384325"/>
                      </a:lnTo>
                      <a:lnTo>
                        <a:pt x="4516603" y="383965"/>
                      </a:lnTo>
                      <a:lnTo>
                        <a:pt x="4577639" y="383562"/>
                      </a:lnTo>
                      <a:lnTo>
                        <a:pt x="4638674" y="383118"/>
                      </a:lnTo>
                      <a:lnTo>
                        <a:pt x="4699709" y="382634"/>
                      </a:lnTo>
                      <a:lnTo>
                        <a:pt x="4760744" y="382112"/>
                      </a:lnTo>
                      <a:lnTo>
                        <a:pt x="4821779" y="381554"/>
                      </a:lnTo>
                      <a:lnTo>
                        <a:pt x="4821779" y="1296184"/>
                      </a:lnTo>
                      <a:lnTo>
                        <a:pt x="4760744" y="1282701"/>
                      </a:lnTo>
                      <a:lnTo>
                        <a:pt x="4699709" y="1269254"/>
                      </a:lnTo>
                      <a:lnTo>
                        <a:pt x="4638674" y="1255844"/>
                      </a:lnTo>
                      <a:lnTo>
                        <a:pt x="4577639" y="1242474"/>
                      </a:lnTo>
                      <a:lnTo>
                        <a:pt x="4516603" y="1229146"/>
                      </a:lnTo>
                      <a:lnTo>
                        <a:pt x="4455568" y="1215861"/>
                      </a:lnTo>
                      <a:lnTo>
                        <a:pt x="4394533" y="1202622"/>
                      </a:lnTo>
                      <a:lnTo>
                        <a:pt x="4333498" y="1189431"/>
                      </a:lnTo>
                      <a:lnTo>
                        <a:pt x="4272463" y="1176290"/>
                      </a:lnTo>
                      <a:lnTo>
                        <a:pt x="4211427" y="1163203"/>
                      </a:lnTo>
                      <a:lnTo>
                        <a:pt x="4150392" y="1150171"/>
                      </a:lnTo>
                      <a:lnTo>
                        <a:pt x="4089357" y="1137198"/>
                      </a:lnTo>
                      <a:lnTo>
                        <a:pt x="4028322" y="1124287"/>
                      </a:lnTo>
                      <a:lnTo>
                        <a:pt x="3967287" y="1111441"/>
                      </a:lnTo>
                      <a:lnTo>
                        <a:pt x="3906251" y="1098664"/>
                      </a:lnTo>
                      <a:lnTo>
                        <a:pt x="3845216" y="1085960"/>
                      </a:lnTo>
                      <a:lnTo>
                        <a:pt x="3784181" y="1073331"/>
                      </a:lnTo>
                      <a:lnTo>
                        <a:pt x="3723146" y="1060783"/>
                      </a:lnTo>
                      <a:lnTo>
                        <a:pt x="3662111" y="1048320"/>
                      </a:lnTo>
                      <a:lnTo>
                        <a:pt x="3601076" y="1035947"/>
                      </a:lnTo>
                      <a:lnTo>
                        <a:pt x="3540040" y="1023668"/>
                      </a:lnTo>
                      <a:lnTo>
                        <a:pt x="3479005" y="1011489"/>
                      </a:lnTo>
                      <a:lnTo>
                        <a:pt x="3417970" y="999416"/>
                      </a:lnTo>
                      <a:lnTo>
                        <a:pt x="3356935" y="987453"/>
                      </a:lnTo>
                      <a:lnTo>
                        <a:pt x="3295900" y="975608"/>
                      </a:lnTo>
                      <a:lnTo>
                        <a:pt x="3234864" y="963887"/>
                      </a:lnTo>
                      <a:lnTo>
                        <a:pt x="3173829" y="952296"/>
                      </a:lnTo>
                      <a:lnTo>
                        <a:pt x="3112794" y="940844"/>
                      </a:lnTo>
                      <a:lnTo>
                        <a:pt x="3051759" y="929536"/>
                      </a:lnTo>
                      <a:lnTo>
                        <a:pt x="2990724" y="918381"/>
                      </a:lnTo>
                      <a:lnTo>
                        <a:pt x="2929688" y="907387"/>
                      </a:lnTo>
                      <a:lnTo>
                        <a:pt x="2868653" y="896561"/>
                      </a:lnTo>
                      <a:lnTo>
                        <a:pt x="2807618" y="885914"/>
                      </a:lnTo>
                      <a:lnTo>
                        <a:pt x="2746583" y="875453"/>
                      </a:lnTo>
                      <a:lnTo>
                        <a:pt x="2685548" y="865187"/>
                      </a:lnTo>
                      <a:lnTo>
                        <a:pt x="2624513" y="855125"/>
                      </a:lnTo>
                      <a:lnTo>
                        <a:pt x="2563477" y="845276"/>
                      </a:lnTo>
                      <a:lnTo>
                        <a:pt x="2502442" y="835649"/>
                      </a:lnTo>
                      <a:lnTo>
                        <a:pt x="2441407" y="826253"/>
                      </a:lnTo>
                      <a:lnTo>
                        <a:pt x="2380372" y="817096"/>
                      </a:lnTo>
                      <a:lnTo>
                        <a:pt x="2319337" y="808187"/>
                      </a:lnTo>
                      <a:lnTo>
                        <a:pt x="2258301" y="799533"/>
                      </a:lnTo>
                      <a:lnTo>
                        <a:pt x="2197266" y="791142"/>
                      </a:lnTo>
                      <a:lnTo>
                        <a:pt x="2136231" y="783021"/>
                      </a:lnTo>
                      <a:lnTo>
                        <a:pt x="2075196" y="775174"/>
                      </a:lnTo>
                      <a:lnTo>
                        <a:pt x="2014161" y="767609"/>
                      </a:lnTo>
                      <a:lnTo>
                        <a:pt x="1953125" y="760327"/>
                      </a:lnTo>
                      <a:lnTo>
                        <a:pt x="1892090" y="753334"/>
                      </a:lnTo>
                      <a:lnTo>
                        <a:pt x="1831055" y="746629"/>
                      </a:lnTo>
                      <a:lnTo>
                        <a:pt x="1770020" y="740216"/>
                      </a:lnTo>
                      <a:lnTo>
                        <a:pt x="1708985" y="734093"/>
                      </a:lnTo>
                      <a:lnTo>
                        <a:pt x="1647950" y="728259"/>
                      </a:lnTo>
                      <a:lnTo>
                        <a:pt x="1586914" y="722711"/>
                      </a:lnTo>
                      <a:lnTo>
                        <a:pt x="1525879" y="717447"/>
                      </a:lnTo>
                      <a:lnTo>
                        <a:pt x="1464844" y="712462"/>
                      </a:lnTo>
                      <a:lnTo>
                        <a:pt x="1403809" y="707750"/>
                      </a:lnTo>
                      <a:lnTo>
                        <a:pt x="1342774" y="703305"/>
                      </a:lnTo>
                      <a:lnTo>
                        <a:pt x="1281738" y="699121"/>
                      </a:lnTo>
                      <a:lnTo>
                        <a:pt x="1220703" y="695189"/>
                      </a:lnTo>
                      <a:lnTo>
                        <a:pt x="1159668" y="691502"/>
                      </a:lnTo>
                      <a:lnTo>
                        <a:pt x="1098633" y="688052"/>
                      </a:lnTo>
                      <a:lnTo>
                        <a:pt x="1037598" y="684830"/>
                      </a:lnTo>
                      <a:lnTo>
                        <a:pt x="976562" y="681826"/>
                      </a:lnTo>
                      <a:lnTo>
                        <a:pt x="915527" y="679033"/>
                      </a:lnTo>
                      <a:lnTo>
                        <a:pt x="854492" y="676441"/>
                      </a:lnTo>
                      <a:lnTo>
                        <a:pt x="793457" y="674041"/>
                      </a:lnTo>
                      <a:lnTo>
                        <a:pt x="732422" y="671824"/>
                      </a:lnTo>
                      <a:lnTo>
                        <a:pt x="671387" y="669782"/>
                      </a:lnTo>
                      <a:lnTo>
                        <a:pt x="610351" y="667906"/>
                      </a:lnTo>
                      <a:lnTo>
                        <a:pt x="549316" y="666188"/>
                      </a:lnTo>
                      <a:lnTo>
                        <a:pt x="488281" y="664621"/>
                      </a:lnTo>
                      <a:lnTo>
                        <a:pt x="427246" y="663196"/>
                      </a:lnTo>
                      <a:lnTo>
                        <a:pt x="366211" y="661906"/>
                      </a:lnTo>
                      <a:lnTo>
                        <a:pt x="305175" y="660744"/>
                      </a:lnTo>
                      <a:lnTo>
                        <a:pt x="244140" y="659705"/>
                      </a:lnTo>
                      <a:lnTo>
                        <a:pt x="183105" y="658780"/>
                      </a:lnTo>
                      <a:lnTo>
                        <a:pt x="122070" y="657964"/>
                      </a:lnTo>
                      <a:lnTo>
                        <a:pt x="61035" y="657252"/>
                      </a:lnTo>
                      <a:lnTo>
                        <a:pt x="0" y="656638"/>
                      </a:lnTo>
                      <a:close/>
                    </a:path>
                  </a:pathLst>
                </a:custGeom>
                <a:solidFill>
                  <a:srgbClr val="999999">
                    <a:alpha val="4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7" name="pl57"/>
                <p:cNvSpPr/>
                <p:nvPr/>
              </p:nvSpPr>
              <p:spPr>
                <a:xfrm>
                  <a:off x="1257927" y="3817825"/>
                  <a:ext cx="4821779" cy="38543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1779" h="385436">
                      <a:moveTo>
                        <a:pt x="0" y="0"/>
                      </a:moveTo>
                      <a:lnTo>
                        <a:pt x="61035" y="12311"/>
                      </a:lnTo>
                      <a:lnTo>
                        <a:pt x="122070" y="24524"/>
                      </a:lnTo>
                      <a:lnTo>
                        <a:pt x="183105" y="36634"/>
                      </a:lnTo>
                      <a:lnTo>
                        <a:pt x="244140" y="48635"/>
                      </a:lnTo>
                      <a:lnTo>
                        <a:pt x="305175" y="60520"/>
                      </a:lnTo>
                      <a:lnTo>
                        <a:pt x="366211" y="72284"/>
                      </a:lnTo>
                      <a:lnTo>
                        <a:pt x="427246" y="83919"/>
                      </a:lnTo>
                      <a:lnTo>
                        <a:pt x="488281" y="95420"/>
                      </a:lnTo>
                      <a:lnTo>
                        <a:pt x="549316" y="106777"/>
                      </a:lnTo>
                      <a:lnTo>
                        <a:pt x="610351" y="117985"/>
                      </a:lnTo>
                      <a:lnTo>
                        <a:pt x="671387" y="129034"/>
                      </a:lnTo>
                      <a:lnTo>
                        <a:pt x="732422" y="139918"/>
                      </a:lnTo>
                      <a:lnTo>
                        <a:pt x="793457" y="150626"/>
                      </a:lnTo>
                      <a:lnTo>
                        <a:pt x="854492" y="161151"/>
                      </a:lnTo>
                      <a:lnTo>
                        <a:pt x="915527" y="171484"/>
                      </a:lnTo>
                      <a:lnTo>
                        <a:pt x="976562" y="181616"/>
                      </a:lnTo>
                      <a:lnTo>
                        <a:pt x="1037598" y="191538"/>
                      </a:lnTo>
                      <a:lnTo>
                        <a:pt x="1098633" y="201241"/>
                      </a:lnTo>
                      <a:lnTo>
                        <a:pt x="1159668" y="210717"/>
                      </a:lnTo>
                      <a:lnTo>
                        <a:pt x="1220703" y="219955"/>
                      </a:lnTo>
                      <a:lnTo>
                        <a:pt x="1281738" y="228949"/>
                      </a:lnTo>
                      <a:lnTo>
                        <a:pt x="1342774" y="237690"/>
                      </a:lnTo>
                      <a:lnTo>
                        <a:pt x="1403809" y="246170"/>
                      </a:lnTo>
                      <a:lnTo>
                        <a:pt x="1464844" y="254384"/>
                      </a:lnTo>
                      <a:lnTo>
                        <a:pt x="1525879" y="262324"/>
                      </a:lnTo>
                      <a:lnTo>
                        <a:pt x="1586914" y="269985"/>
                      </a:lnTo>
                      <a:lnTo>
                        <a:pt x="1647950" y="277363"/>
                      </a:lnTo>
                      <a:lnTo>
                        <a:pt x="1708985" y="284454"/>
                      </a:lnTo>
                      <a:lnTo>
                        <a:pt x="1770020" y="291256"/>
                      </a:lnTo>
                      <a:lnTo>
                        <a:pt x="1831055" y="297768"/>
                      </a:lnTo>
                      <a:lnTo>
                        <a:pt x="1892090" y="303989"/>
                      </a:lnTo>
                      <a:lnTo>
                        <a:pt x="1953125" y="309921"/>
                      </a:lnTo>
                      <a:lnTo>
                        <a:pt x="2014161" y="315565"/>
                      </a:lnTo>
                      <a:lnTo>
                        <a:pt x="2075196" y="320924"/>
                      </a:lnTo>
                      <a:lnTo>
                        <a:pt x="2136231" y="326003"/>
                      </a:lnTo>
                      <a:lnTo>
                        <a:pt x="2197266" y="330807"/>
                      </a:lnTo>
                      <a:lnTo>
                        <a:pt x="2258301" y="335341"/>
                      </a:lnTo>
                      <a:lnTo>
                        <a:pt x="2319337" y="339613"/>
                      </a:lnTo>
                      <a:lnTo>
                        <a:pt x="2380372" y="343629"/>
                      </a:lnTo>
                      <a:lnTo>
                        <a:pt x="2441407" y="347398"/>
                      </a:lnTo>
                      <a:lnTo>
                        <a:pt x="2502442" y="350927"/>
                      </a:lnTo>
                      <a:lnTo>
                        <a:pt x="2563477" y="354225"/>
                      </a:lnTo>
                      <a:lnTo>
                        <a:pt x="2624513" y="357302"/>
                      </a:lnTo>
                      <a:lnTo>
                        <a:pt x="2685548" y="360165"/>
                      </a:lnTo>
                      <a:lnTo>
                        <a:pt x="2746583" y="362824"/>
                      </a:lnTo>
                      <a:lnTo>
                        <a:pt x="2807618" y="365288"/>
                      </a:lnTo>
                      <a:lnTo>
                        <a:pt x="2868653" y="367566"/>
                      </a:lnTo>
                      <a:lnTo>
                        <a:pt x="2929688" y="369666"/>
                      </a:lnTo>
                      <a:lnTo>
                        <a:pt x="2990724" y="371598"/>
                      </a:lnTo>
                      <a:lnTo>
                        <a:pt x="3051759" y="373368"/>
                      </a:lnTo>
                      <a:lnTo>
                        <a:pt x="3112794" y="374985"/>
                      </a:lnTo>
                      <a:lnTo>
                        <a:pt x="3173829" y="376458"/>
                      </a:lnTo>
                      <a:lnTo>
                        <a:pt x="3234864" y="377792"/>
                      </a:lnTo>
                      <a:lnTo>
                        <a:pt x="3295900" y="378997"/>
                      </a:lnTo>
                      <a:lnTo>
                        <a:pt x="3356935" y="380077"/>
                      </a:lnTo>
                      <a:lnTo>
                        <a:pt x="3417970" y="381040"/>
                      </a:lnTo>
                      <a:lnTo>
                        <a:pt x="3479005" y="381891"/>
                      </a:lnTo>
                      <a:lnTo>
                        <a:pt x="3540040" y="382638"/>
                      </a:lnTo>
                      <a:lnTo>
                        <a:pt x="3601076" y="383284"/>
                      </a:lnTo>
                      <a:lnTo>
                        <a:pt x="3662111" y="383836"/>
                      </a:lnTo>
                      <a:lnTo>
                        <a:pt x="3723146" y="384299"/>
                      </a:lnTo>
                      <a:lnTo>
                        <a:pt x="3784181" y="384676"/>
                      </a:lnTo>
                      <a:lnTo>
                        <a:pt x="3845216" y="384973"/>
                      </a:lnTo>
                      <a:lnTo>
                        <a:pt x="3906251" y="385194"/>
                      </a:lnTo>
                      <a:lnTo>
                        <a:pt x="3967287" y="385342"/>
                      </a:lnTo>
                      <a:lnTo>
                        <a:pt x="4028322" y="385422"/>
                      </a:lnTo>
                      <a:lnTo>
                        <a:pt x="4089357" y="385436"/>
                      </a:lnTo>
                      <a:lnTo>
                        <a:pt x="4150392" y="385388"/>
                      </a:lnTo>
                      <a:lnTo>
                        <a:pt x="4211427" y="385282"/>
                      </a:lnTo>
                      <a:lnTo>
                        <a:pt x="4272463" y="385120"/>
                      </a:lnTo>
                      <a:lnTo>
                        <a:pt x="4333498" y="384904"/>
                      </a:lnTo>
                      <a:lnTo>
                        <a:pt x="4394533" y="384639"/>
                      </a:lnTo>
                      <a:lnTo>
                        <a:pt x="4455568" y="384325"/>
                      </a:lnTo>
                      <a:lnTo>
                        <a:pt x="4516603" y="383965"/>
                      </a:lnTo>
                      <a:lnTo>
                        <a:pt x="4577639" y="383562"/>
                      </a:lnTo>
                      <a:lnTo>
                        <a:pt x="4638674" y="383118"/>
                      </a:lnTo>
                      <a:lnTo>
                        <a:pt x="4699709" y="382634"/>
                      </a:lnTo>
                      <a:lnTo>
                        <a:pt x="4760744" y="382112"/>
                      </a:lnTo>
                      <a:lnTo>
                        <a:pt x="4821779" y="381554"/>
                      </a:lnTo>
                    </a:path>
                  </a:pathLst>
                </a:custGeom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8" name="pl58"/>
                <p:cNvSpPr/>
                <p:nvPr/>
              </p:nvSpPr>
              <p:spPr>
                <a:xfrm>
                  <a:off x="1257927" y="4474464"/>
                  <a:ext cx="4821779" cy="63954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1779" h="639545">
                      <a:moveTo>
                        <a:pt x="4821779" y="639545"/>
                      </a:moveTo>
                      <a:lnTo>
                        <a:pt x="4760744" y="626062"/>
                      </a:lnTo>
                      <a:lnTo>
                        <a:pt x="4699709" y="612615"/>
                      </a:lnTo>
                      <a:lnTo>
                        <a:pt x="4638674" y="599205"/>
                      </a:lnTo>
                      <a:lnTo>
                        <a:pt x="4577639" y="585835"/>
                      </a:lnTo>
                      <a:lnTo>
                        <a:pt x="4516603" y="572507"/>
                      </a:lnTo>
                      <a:lnTo>
                        <a:pt x="4455568" y="559222"/>
                      </a:lnTo>
                      <a:lnTo>
                        <a:pt x="4394533" y="545983"/>
                      </a:lnTo>
                      <a:lnTo>
                        <a:pt x="4333498" y="532792"/>
                      </a:lnTo>
                      <a:lnTo>
                        <a:pt x="4272463" y="519651"/>
                      </a:lnTo>
                      <a:lnTo>
                        <a:pt x="4211427" y="506564"/>
                      </a:lnTo>
                      <a:lnTo>
                        <a:pt x="4150392" y="493532"/>
                      </a:lnTo>
                      <a:lnTo>
                        <a:pt x="4089357" y="480559"/>
                      </a:lnTo>
                      <a:lnTo>
                        <a:pt x="4028322" y="467648"/>
                      </a:lnTo>
                      <a:lnTo>
                        <a:pt x="3967287" y="454802"/>
                      </a:lnTo>
                      <a:lnTo>
                        <a:pt x="3906251" y="442025"/>
                      </a:lnTo>
                      <a:lnTo>
                        <a:pt x="3845216" y="429321"/>
                      </a:lnTo>
                      <a:lnTo>
                        <a:pt x="3784181" y="416692"/>
                      </a:lnTo>
                      <a:lnTo>
                        <a:pt x="3723146" y="404144"/>
                      </a:lnTo>
                      <a:lnTo>
                        <a:pt x="3662111" y="391681"/>
                      </a:lnTo>
                      <a:lnTo>
                        <a:pt x="3601076" y="379308"/>
                      </a:lnTo>
                      <a:lnTo>
                        <a:pt x="3540040" y="367029"/>
                      </a:lnTo>
                      <a:lnTo>
                        <a:pt x="3479005" y="354850"/>
                      </a:lnTo>
                      <a:lnTo>
                        <a:pt x="3417970" y="342777"/>
                      </a:lnTo>
                      <a:lnTo>
                        <a:pt x="3356935" y="330814"/>
                      </a:lnTo>
                      <a:lnTo>
                        <a:pt x="3295900" y="318969"/>
                      </a:lnTo>
                      <a:lnTo>
                        <a:pt x="3234864" y="307248"/>
                      </a:lnTo>
                      <a:lnTo>
                        <a:pt x="3173829" y="295658"/>
                      </a:lnTo>
                      <a:lnTo>
                        <a:pt x="3112794" y="284205"/>
                      </a:lnTo>
                      <a:lnTo>
                        <a:pt x="3051759" y="272897"/>
                      </a:lnTo>
                      <a:lnTo>
                        <a:pt x="2990724" y="261742"/>
                      </a:lnTo>
                      <a:lnTo>
                        <a:pt x="2929688" y="250748"/>
                      </a:lnTo>
                      <a:lnTo>
                        <a:pt x="2868653" y="239923"/>
                      </a:lnTo>
                      <a:lnTo>
                        <a:pt x="2807618" y="229275"/>
                      </a:lnTo>
                      <a:lnTo>
                        <a:pt x="2746583" y="218814"/>
                      </a:lnTo>
                      <a:lnTo>
                        <a:pt x="2685548" y="208548"/>
                      </a:lnTo>
                      <a:lnTo>
                        <a:pt x="2624513" y="198486"/>
                      </a:lnTo>
                      <a:lnTo>
                        <a:pt x="2563477" y="188637"/>
                      </a:lnTo>
                      <a:lnTo>
                        <a:pt x="2502442" y="179010"/>
                      </a:lnTo>
                      <a:lnTo>
                        <a:pt x="2441407" y="169614"/>
                      </a:lnTo>
                      <a:lnTo>
                        <a:pt x="2380372" y="160457"/>
                      </a:lnTo>
                      <a:lnTo>
                        <a:pt x="2319337" y="151548"/>
                      </a:lnTo>
                      <a:lnTo>
                        <a:pt x="2258301" y="142894"/>
                      </a:lnTo>
                      <a:lnTo>
                        <a:pt x="2197266" y="134503"/>
                      </a:lnTo>
                      <a:lnTo>
                        <a:pt x="2136231" y="126382"/>
                      </a:lnTo>
                      <a:lnTo>
                        <a:pt x="2075196" y="118536"/>
                      </a:lnTo>
                      <a:lnTo>
                        <a:pt x="2014161" y="110970"/>
                      </a:lnTo>
                      <a:lnTo>
                        <a:pt x="1953125" y="103688"/>
                      </a:lnTo>
                      <a:lnTo>
                        <a:pt x="1892090" y="96695"/>
                      </a:lnTo>
                      <a:lnTo>
                        <a:pt x="1831055" y="89991"/>
                      </a:lnTo>
                      <a:lnTo>
                        <a:pt x="1770020" y="83577"/>
                      </a:lnTo>
                      <a:lnTo>
                        <a:pt x="1708985" y="77454"/>
                      </a:lnTo>
                      <a:lnTo>
                        <a:pt x="1647950" y="71620"/>
                      </a:lnTo>
                      <a:lnTo>
                        <a:pt x="1586914" y="66073"/>
                      </a:lnTo>
                      <a:lnTo>
                        <a:pt x="1525879" y="60808"/>
                      </a:lnTo>
                      <a:lnTo>
                        <a:pt x="1464844" y="55823"/>
                      </a:lnTo>
                      <a:lnTo>
                        <a:pt x="1403809" y="51111"/>
                      </a:lnTo>
                      <a:lnTo>
                        <a:pt x="1342774" y="46666"/>
                      </a:lnTo>
                      <a:lnTo>
                        <a:pt x="1281738" y="42482"/>
                      </a:lnTo>
                      <a:lnTo>
                        <a:pt x="1220703" y="38550"/>
                      </a:lnTo>
                      <a:lnTo>
                        <a:pt x="1159668" y="34863"/>
                      </a:lnTo>
                      <a:lnTo>
                        <a:pt x="1098633" y="31413"/>
                      </a:lnTo>
                      <a:lnTo>
                        <a:pt x="1037598" y="28191"/>
                      </a:lnTo>
                      <a:lnTo>
                        <a:pt x="976562" y="25188"/>
                      </a:lnTo>
                      <a:lnTo>
                        <a:pt x="915527" y="22394"/>
                      </a:lnTo>
                      <a:lnTo>
                        <a:pt x="854492" y="19802"/>
                      </a:lnTo>
                      <a:lnTo>
                        <a:pt x="793457" y="17402"/>
                      </a:lnTo>
                      <a:lnTo>
                        <a:pt x="732422" y="15185"/>
                      </a:lnTo>
                      <a:lnTo>
                        <a:pt x="671387" y="13143"/>
                      </a:lnTo>
                      <a:lnTo>
                        <a:pt x="610351" y="11267"/>
                      </a:lnTo>
                      <a:lnTo>
                        <a:pt x="549316" y="9549"/>
                      </a:lnTo>
                      <a:lnTo>
                        <a:pt x="488281" y="7982"/>
                      </a:lnTo>
                      <a:lnTo>
                        <a:pt x="427246" y="6557"/>
                      </a:lnTo>
                      <a:lnTo>
                        <a:pt x="366211" y="5267"/>
                      </a:lnTo>
                      <a:lnTo>
                        <a:pt x="305175" y="4106"/>
                      </a:lnTo>
                      <a:lnTo>
                        <a:pt x="244140" y="3066"/>
                      </a:lnTo>
                      <a:lnTo>
                        <a:pt x="183105" y="2141"/>
                      </a:lnTo>
                      <a:lnTo>
                        <a:pt x="122070" y="1326"/>
                      </a:lnTo>
                      <a:lnTo>
                        <a:pt x="61035" y="614"/>
                      </a:lnTo>
                      <a:lnTo>
                        <a:pt x="0" y="0"/>
                      </a:lnTo>
                    </a:path>
                  </a:pathLst>
                </a:custGeom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9" name="pl59"/>
                <p:cNvSpPr/>
                <p:nvPr/>
              </p:nvSpPr>
              <p:spPr>
                <a:xfrm>
                  <a:off x="1257927" y="4146144"/>
                  <a:ext cx="4821779" cy="51054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821779" h="510549">
                      <a:moveTo>
                        <a:pt x="0" y="0"/>
                      </a:moveTo>
                      <a:lnTo>
                        <a:pt x="61035" y="6462"/>
                      </a:lnTo>
                      <a:lnTo>
                        <a:pt x="122070" y="12925"/>
                      </a:lnTo>
                      <a:lnTo>
                        <a:pt x="183105" y="19387"/>
                      </a:lnTo>
                      <a:lnTo>
                        <a:pt x="244140" y="25850"/>
                      </a:lnTo>
                      <a:lnTo>
                        <a:pt x="305175" y="32313"/>
                      </a:lnTo>
                      <a:lnTo>
                        <a:pt x="366211" y="38775"/>
                      </a:lnTo>
                      <a:lnTo>
                        <a:pt x="427246" y="45238"/>
                      </a:lnTo>
                      <a:lnTo>
                        <a:pt x="488281" y="51701"/>
                      </a:lnTo>
                      <a:lnTo>
                        <a:pt x="549316" y="58163"/>
                      </a:lnTo>
                      <a:lnTo>
                        <a:pt x="610351" y="64626"/>
                      </a:lnTo>
                      <a:lnTo>
                        <a:pt x="671387" y="71089"/>
                      </a:lnTo>
                      <a:lnTo>
                        <a:pt x="732422" y="77551"/>
                      </a:lnTo>
                      <a:lnTo>
                        <a:pt x="793457" y="84014"/>
                      </a:lnTo>
                      <a:lnTo>
                        <a:pt x="854492" y="90477"/>
                      </a:lnTo>
                      <a:lnTo>
                        <a:pt x="915527" y="96939"/>
                      </a:lnTo>
                      <a:lnTo>
                        <a:pt x="976562" y="103402"/>
                      </a:lnTo>
                      <a:lnTo>
                        <a:pt x="1037598" y="109865"/>
                      </a:lnTo>
                      <a:lnTo>
                        <a:pt x="1098633" y="116327"/>
                      </a:lnTo>
                      <a:lnTo>
                        <a:pt x="1159668" y="122790"/>
                      </a:lnTo>
                      <a:lnTo>
                        <a:pt x="1220703" y="129253"/>
                      </a:lnTo>
                      <a:lnTo>
                        <a:pt x="1281738" y="135715"/>
                      </a:lnTo>
                      <a:lnTo>
                        <a:pt x="1342774" y="142178"/>
                      </a:lnTo>
                      <a:lnTo>
                        <a:pt x="1403809" y="148641"/>
                      </a:lnTo>
                      <a:lnTo>
                        <a:pt x="1464844" y="155103"/>
                      </a:lnTo>
                      <a:lnTo>
                        <a:pt x="1525879" y="161566"/>
                      </a:lnTo>
                      <a:lnTo>
                        <a:pt x="1586914" y="168029"/>
                      </a:lnTo>
                      <a:lnTo>
                        <a:pt x="1647950" y="174491"/>
                      </a:lnTo>
                      <a:lnTo>
                        <a:pt x="1708985" y="180954"/>
                      </a:lnTo>
                      <a:lnTo>
                        <a:pt x="1770020" y="187417"/>
                      </a:lnTo>
                      <a:lnTo>
                        <a:pt x="1831055" y="193879"/>
                      </a:lnTo>
                      <a:lnTo>
                        <a:pt x="1892090" y="200342"/>
                      </a:lnTo>
                      <a:lnTo>
                        <a:pt x="1953125" y="206805"/>
                      </a:lnTo>
                      <a:lnTo>
                        <a:pt x="2014161" y="213267"/>
                      </a:lnTo>
                      <a:lnTo>
                        <a:pt x="2075196" y="219730"/>
                      </a:lnTo>
                      <a:lnTo>
                        <a:pt x="2136231" y="226193"/>
                      </a:lnTo>
                      <a:lnTo>
                        <a:pt x="2197266" y="232655"/>
                      </a:lnTo>
                      <a:lnTo>
                        <a:pt x="2258301" y="239118"/>
                      </a:lnTo>
                      <a:lnTo>
                        <a:pt x="2319337" y="245580"/>
                      </a:lnTo>
                      <a:lnTo>
                        <a:pt x="2380372" y="252043"/>
                      </a:lnTo>
                      <a:lnTo>
                        <a:pt x="2441407" y="258506"/>
                      </a:lnTo>
                      <a:lnTo>
                        <a:pt x="2502442" y="264968"/>
                      </a:lnTo>
                      <a:lnTo>
                        <a:pt x="2563477" y="271431"/>
                      </a:lnTo>
                      <a:lnTo>
                        <a:pt x="2624513" y="277894"/>
                      </a:lnTo>
                      <a:lnTo>
                        <a:pt x="2685548" y="284356"/>
                      </a:lnTo>
                      <a:lnTo>
                        <a:pt x="2746583" y="290819"/>
                      </a:lnTo>
                      <a:lnTo>
                        <a:pt x="2807618" y="297282"/>
                      </a:lnTo>
                      <a:lnTo>
                        <a:pt x="2868653" y="303744"/>
                      </a:lnTo>
                      <a:lnTo>
                        <a:pt x="2929688" y="310207"/>
                      </a:lnTo>
                      <a:lnTo>
                        <a:pt x="2990724" y="316670"/>
                      </a:lnTo>
                      <a:lnTo>
                        <a:pt x="3051759" y="323132"/>
                      </a:lnTo>
                      <a:lnTo>
                        <a:pt x="3112794" y="329595"/>
                      </a:lnTo>
                      <a:lnTo>
                        <a:pt x="3173829" y="336058"/>
                      </a:lnTo>
                      <a:lnTo>
                        <a:pt x="3234864" y="342520"/>
                      </a:lnTo>
                      <a:lnTo>
                        <a:pt x="3295900" y="348983"/>
                      </a:lnTo>
                      <a:lnTo>
                        <a:pt x="3356935" y="355446"/>
                      </a:lnTo>
                      <a:lnTo>
                        <a:pt x="3417970" y="361908"/>
                      </a:lnTo>
                      <a:lnTo>
                        <a:pt x="3479005" y="368371"/>
                      </a:lnTo>
                      <a:lnTo>
                        <a:pt x="3540040" y="374834"/>
                      </a:lnTo>
                      <a:lnTo>
                        <a:pt x="3601076" y="381296"/>
                      </a:lnTo>
                      <a:lnTo>
                        <a:pt x="3662111" y="387759"/>
                      </a:lnTo>
                      <a:lnTo>
                        <a:pt x="3723146" y="394222"/>
                      </a:lnTo>
                      <a:lnTo>
                        <a:pt x="3784181" y="400684"/>
                      </a:lnTo>
                      <a:lnTo>
                        <a:pt x="3845216" y="407147"/>
                      </a:lnTo>
                      <a:lnTo>
                        <a:pt x="3906251" y="413610"/>
                      </a:lnTo>
                      <a:lnTo>
                        <a:pt x="3967287" y="420072"/>
                      </a:lnTo>
                      <a:lnTo>
                        <a:pt x="4028322" y="426535"/>
                      </a:lnTo>
                      <a:lnTo>
                        <a:pt x="4089357" y="432998"/>
                      </a:lnTo>
                      <a:lnTo>
                        <a:pt x="4150392" y="439460"/>
                      </a:lnTo>
                      <a:lnTo>
                        <a:pt x="4211427" y="445923"/>
                      </a:lnTo>
                      <a:lnTo>
                        <a:pt x="4272463" y="452386"/>
                      </a:lnTo>
                      <a:lnTo>
                        <a:pt x="4333498" y="458848"/>
                      </a:lnTo>
                      <a:lnTo>
                        <a:pt x="4394533" y="465311"/>
                      </a:lnTo>
                      <a:lnTo>
                        <a:pt x="4455568" y="471773"/>
                      </a:lnTo>
                      <a:lnTo>
                        <a:pt x="4516603" y="478236"/>
                      </a:lnTo>
                      <a:lnTo>
                        <a:pt x="4577639" y="484699"/>
                      </a:lnTo>
                      <a:lnTo>
                        <a:pt x="4638674" y="491161"/>
                      </a:lnTo>
                      <a:lnTo>
                        <a:pt x="4699709" y="497624"/>
                      </a:lnTo>
                      <a:lnTo>
                        <a:pt x="4760744" y="504087"/>
                      </a:lnTo>
                      <a:lnTo>
                        <a:pt x="4821779" y="510549"/>
                      </a:lnTo>
                    </a:path>
                  </a:pathLst>
                </a:custGeom>
                <a:ln w="27101" cap="flat">
                  <a:solidFill>
                    <a:srgbClr val="1E90FF">
                      <a:alpha val="100000"/>
                    </a:srgbClr>
                  </a:solidFill>
                  <a:prstDash val="dash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71" name="pl71"/>
              <p:cNvSpPr/>
              <p:nvPr/>
            </p:nvSpPr>
            <p:spPr>
              <a:xfrm>
                <a:off x="972874" y="5723142"/>
                <a:ext cx="6271169" cy="0"/>
              </a:xfrm>
              <a:custGeom>
                <a:avLst/>
                <a:gdLst/>
                <a:ahLst/>
                <a:cxnLst/>
                <a:rect l="0" t="0" r="0" b="0"/>
                <a:pathLst>
                  <a:path w="6271169">
                    <a:moveTo>
                      <a:pt x="0" y="0"/>
                    </a:moveTo>
                    <a:lnTo>
                      <a:pt x="6271169" y="0"/>
                    </a:lnTo>
                  </a:path>
                </a:pathLst>
              </a:custGeom>
              <a:ln w="13550" cap="sq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" name="pl73"/>
              <p:cNvSpPr/>
              <p:nvPr/>
            </p:nvSpPr>
            <p:spPr>
              <a:xfrm>
                <a:off x="2744514" y="5723142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pl74"/>
              <p:cNvSpPr/>
              <p:nvPr/>
            </p:nvSpPr>
            <p:spPr>
              <a:xfrm>
                <a:off x="4474167" y="5723142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pl75"/>
              <p:cNvSpPr/>
              <p:nvPr/>
            </p:nvSpPr>
            <p:spPr>
              <a:xfrm>
                <a:off x="6203820" y="5723142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7" name="tx77"/>
              <p:cNvSpPr/>
              <p:nvPr/>
            </p:nvSpPr>
            <p:spPr>
              <a:xfrm>
                <a:off x="2713424" y="5869179"/>
                <a:ext cx="6217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1.00</a:t>
                </a:r>
                <a:endPara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78" name="tx78"/>
              <p:cNvSpPr/>
              <p:nvPr/>
            </p:nvSpPr>
            <p:spPr>
              <a:xfrm>
                <a:off x="4443077" y="5869179"/>
                <a:ext cx="6217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2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.00</a:t>
                </a:r>
                <a:endPara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79" name="tx79"/>
              <p:cNvSpPr/>
              <p:nvPr/>
            </p:nvSpPr>
            <p:spPr>
              <a:xfrm>
                <a:off x="6172730" y="5869179"/>
                <a:ext cx="6217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3.00</a:t>
                </a:r>
              </a:p>
            </p:txBody>
          </p:sp>
          <p:sp>
            <p:nvSpPr>
              <p:cNvPr id="80" name="tx80"/>
              <p:cNvSpPr/>
              <p:nvPr/>
            </p:nvSpPr>
            <p:spPr>
              <a:xfrm>
                <a:off x="3755363" y="6137094"/>
                <a:ext cx="706191" cy="10021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RDA Offset</a:t>
                </a:r>
              </a:p>
            </p:txBody>
          </p:sp>
          <p:sp>
            <p:nvSpPr>
              <p:cNvPr id="91" name="tx90">
                <a:extLst>
                  <a:ext uri="{FF2B5EF4-FFF2-40B4-BE49-F238E27FC236}">
                    <a16:creationId xmlns:a16="http://schemas.microsoft.com/office/drawing/2014/main" id="{797462EE-6D6F-144A-DA3F-E98DACDA5E8E}"/>
                  </a:ext>
                </a:extLst>
              </p:cNvPr>
              <p:cNvSpPr/>
              <p:nvPr/>
            </p:nvSpPr>
            <p:spPr>
              <a:xfrm>
                <a:off x="972874" y="1669789"/>
                <a:ext cx="3789182" cy="12015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(B) </a:t>
                </a:r>
                <a:r>
                  <a:rPr sz="20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Predicted</a:t>
                </a: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 RDA</a:t>
                </a:r>
                <a:r>
                  <a:rPr lang="en-US" sz="2000" baseline="-250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offset</a:t>
                </a:r>
                <a:r>
                  <a:rPr sz="20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 vs Survival</a:t>
                </a:r>
              </a:p>
            </p:txBody>
          </p:sp>
          <p:sp>
            <p:nvSpPr>
              <p:cNvPr id="92" name="pl60">
                <a:extLst>
                  <a:ext uri="{FF2B5EF4-FFF2-40B4-BE49-F238E27FC236}">
                    <a16:creationId xmlns:a16="http://schemas.microsoft.com/office/drawing/2014/main" id="{741E85CA-1A49-0B81-5058-D6432EE88453}"/>
                  </a:ext>
                </a:extLst>
              </p:cNvPr>
              <p:cNvSpPr/>
              <p:nvPr/>
            </p:nvSpPr>
            <p:spPr>
              <a:xfrm>
                <a:off x="972874" y="1896563"/>
                <a:ext cx="0" cy="3826579"/>
              </a:xfrm>
              <a:custGeom>
                <a:avLst/>
                <a:gdLst/>
                <a:ahLst/>
                <a:cxnLst/>
                <a:rect l="0" t="0" r="0" b="0"/>
                <a:pathLst>
                  <a:path h="3826579">
                    <a:moveTo>
                      <a:pt x="0" y="3826579"/>
                    </a:moveTo>
                    <a:lnTo>
                      <a:pt x="0" y="0"/>
                    </a:lnTo>
                  </a:path>
                </a:pathLst>
              </a:custGeom>
              <a:ln w="13550" cap="sq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" name="tx61">
                <a:extLst>
                  <a:ext uri="{FF2B5EF4-FFF2-40B4-BE49-F238E27FC236}">
                    <a16:creationId xmlns:a16="http://schemas.microsoft.com/office/drawing/2014/main" id="{E9391F71-5C3A-FD47-C5EC-90E0D6E69B8D}"/>
                  </a:ext>
                </a:extLst>
              </p:cNvPr>
              <p:cNvSpPr/>
              <p:nvPr/>
            </p:nvSpPr>
            <p:spPr>
              <a:xfrm>
                <a:off x="611560" y="5249276"/>
                <a:ext cx="2175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0.00</a:t>
                </a:r>
              </a:p>
            </p:txBody>
          </p:sp>
          <p:sp>
            <p:nvSpPr>
              <p:cNvPr id="94" name="tx62">
                <a:extLst>
                  <a:ext uri="{FF2B5EF4-FFF2-40B4-BE49-F238E27FC236}">
                    <a16:creationId xmlns:a16="http://schemas.microsoft.com/office/drawing/2014/main" id="{630304DA-2619-FFC6-D8AF-5C2F6D33374A}"/>
                  </a:ext>
                </a:extLst>
              </p:cNvPr>
              <p:cNvSpPr/>
              <p:nvPr/>
            </p:nvSpPr>
            <p:spPr>
              <a:xfrm>
                <a:off x="611560" y="4412866"/>
                <a:ext cx="2175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0.25</a:t>
                </a:r>
              </a:p>
            </p:txBody>
          </p:sp>
          <p:sp>
            <p:nvSpPr>
              <p:cNvPr id="95" name="tx63">
                <a:extLst>
                  <a:ext uri="{FF2B5EF4-FFF2-40B4-BE49-F238E27FC236}">
                    <a16:creationId xmlns:a16="http://schemas.microsoft.com/office/drawing/2014/main" id="{5B05A3E9-BDF3-40D0-2396-35993F5EEEA6}"/>
                  </a:ext>
                </a:extLst>
              </p:cNvPr>
              <p:cNvSpPr/>
              <p:nvPr/>
            </p:nvSpPr>
            <p:spPr>
              <a:xfrm>
                <a:off x="611560" y="3576455"/>
                <a:ext cx="2175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0.50</a:t>
                </a:r>
              </a:p>
            </p:txBody>
          </p:sp>
          <p:sp>
            <p:nvSpPr>
              <p:cNvPr id="96" name="tx64">
                <a:extLst>
                  <a:ext uri="{FF2B5EF4-FFF2-40B4-BE49-F238E27FC236}">
                    <a16:creationId xmlns:a16="http://schemas.microsoft.com/office/drawing/2014/main" id="{70A49591-4E09-4779-B4DB-3476A0D137F6}"/>
                  </a:ext>
                </a:extLst>
              </p:cNvPr>
              <p:cNvSpPr/>
              <p:nvPr/>
            </p:nvSpPr>
            <p:spPr>
              <a:xfrm>
                <a:off x="611560" y="2740045"/>
                <a:ext cx="2175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0.75</a:t>
                </a:r>
              </a:p>
            </p:txBody>
          </p:sp>
          <p:sp>
            <p:nvSpPr>
              <p:cNvPr id="97" name="tx65">
                <a:extLst>
                  <a:ext uri="{FF2B5EF4-FFF2-40B4-BE49-F238E27FC236}">
                    <a16:creationId xmlns:a16="http://schemas.microsoft.com/office/drawing/2014/main" id="{484CF43E-B410-285F-5EF9-D0247A05979B}"/>
                  </a:ext>
                </a:extLst>
              </p:cNvPr>
              <p:cNvSpPr/>
              <p:nvPr/>
            </p:nvSpPr>
            <p:spPr>
              <a:xfrm>
                <a:off x="611560" y="1903635"/>
                <a:ext cx="2175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1.00</a:t>
                </a:r>
              </a:p>
            </p:txBody>
          </p:sp>
          <p:sp>
            <p:nvSpPr>
              <p:cNvPr id="98" name="pl66">
                <a:extLst>
                  <a:ext uri="{FF2B5EF4-FFF2-40B4-BE49-F238E27FC236}">
                    <a16:creationId xmlns:a16="http://schemas.microsoft.com/office/drawing/2014/main" id="{7A291DF4-C2E9-315D-C366-0E77656E6B28}"/>
                  </a:ext>
                </a:extLst>
              </p:cNvPr>
              <p:cNvSpPr/>
              <p:nvPr/>
            </p:nvSpPr>
            <p:spPr>
              <a:xfrm>
                <a:off x="938079" y="5289327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pl67">
                <a:extLst>
                  <a:ext uri="{FF2B5EF4-FFF2-40B4-BE49-F238E27FC236}">
                    <a16:creationId xmlns:a16="http://schemas.microsoft.com/office/drawing/2014/main" id="{A2DB5B6B-E7B5-F6A5-19BE-C4F0BC676921}"/>
                  </a:ext>
                </a:extLst>
              </p:cNvPr>
              <p:cNvSpPr/>
              <p:nvPr/>
            </p:nvSpPr>
            <p:spPr>
              <a:xfrm>
                <a:off x="938079" y="4452916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" name="pl68">
                <a:extLst>
                  <a:ext uri="{FF2B5EF4-FFF2-40B4-BE49-F238E27FC236}">
                    <a16:creationId xmlns:a16="http://schemas.microsoft.com/office/drawing/2014/main" id="{12C04CCA-6EA9-FB15-49AA-B23700E6ABCB}"/>
                  </a:ext>
                </a:extLst>
              </p:cNvPr>
              <p:cNvSpPr/>
              <p:nvPr/>
            </p:nvSpPr>
            <p:spPr>
              <a:xfrm>
                <a:off x="938079" y="3616506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" name="pl69">
                <a:extLst>
                  <a:ext uri="{FF2B5EF4-FFF2-40B4-BE49-F238E27FC236}">
                    <a16:creationId xmlns:a16="http://schemas.microsoft.com/office/drawing/2014/main" id="{F011000C-F1D3-4ABE-96AC-A8424574EB1A}"/>
                  </a:ext>
                </a:extLst>
              </p:cNvPr>
              <p:cNvSpPr/>
              <p:nvPr/>
            </p:nvSpPr>
            <p:spPr>
              <a:xfrm>
                <a:off x="938079" y="2780096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" name="pl70">
                <a:extLst>
                  <a:ext uri="{FF2B5EF4-FFF2-40B4-BE49-F238E27FC236}">
                    <a16:creationId xmlns:a16="http://schemas.microsoft.com/office/drawing/2014/main" id="{E541FC4C-9231-C15F-5698-909DBCC37099}"/>
                  </a:ext>
                </a:extLst>
              </p:cNvPr>
              <p:cNvSpPr/>
              <p:nvPr/>
            </p:nvSpPr>
            <p:spPr>
              <a:xfrm>
                <a:off x="938079" y="1943685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3" name="tx81">
                <a:extLst>
                  <a:ext uri="{FF2B5EF4-FFF2-40B4-BE49-F238E27FC236}">
                    <a16:creationId xmlns:a16="http://schemas.microsoft.com/office/drawing/2014/main" id="{8016175A-553B-BB01-8662-E462B9ABC72B}"/>
                  </a:ext>
                </a:extLst>
              </p:cNvPr>
              <p:cNvSpPr/>
              <p:nvPr/>
            </p:nvSpPr>
            <p:spPr>
              <a:xfrm rot="16200000">
                <a:off x="197203" y="3759743"/>
                <a:ext cx="496884" cy="10021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Survival</a:t>
                </a:r>
              </a:p>
            </p:txBody>
          </p:sp>
          <p:sp>
            <p:nvSpPr>
              <p:cNvPr id="104" name="pl72">
                <a:extLst>
                  <a:ext uri="{FF2B5EF4-FFF2-40B4-BE49-F238E27FC236}">
                    <a16:creationId xmlns:a16="http://schemas.microsoft.com/office/drawing/2014/main" id="{9744C56C-22FB-CBB0-495E-70A40D0B9F19}"/>
                  </a:ext>
                </a:extLst>
              </p:cNvPr>
              <p:cNvSpPr/>
              <p:nvPr/>
            </p:nvSpPr>
            <p:spPr>
              <a:xfrm>
                <a:off x="1234765" y="5723142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5" name="tx76">
                <a:extLst>
                  <a:ext uri="{FF2B5EF4-FFF2-40B4-BE49-F238E27FC236}">
                    <a16:creationId xmlns:a16="http://schemas.microsoft.com/office/drawing/2014/main" id="{9A567217-B1BF-AA60-32C8-684C42A0B7D0}"/>
                  </a:ext>
                </a:extLst>
              </p:cNvPr>
              <p:cNvSpPr/>
              <p:nvPr/>
            </p:nvSpPr>
            <p:spPr>
              <a:xfrm>
                <a:off x="1125998" y="5869179"/>
                <a:ext cx="2175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0.00</a:t>
                </a:r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99664435-AE13-58DB-7B53-D056C77EA883}"/>
                  </a:ext>
                </a:extLst>
              </p:cNvPr>
              <p:cNvGrpSpPr/>
              <p:nvPr/>
            </p:nvGrpSpPr>
            <p:grpSpPr>
              <a:xfrm>
                <a:off x="7092280" y="1943313"/>
                <a:ext cx="1245877" cy="837615"/>
                <a:chOff x="7371333" y="3361640"/>
                <a:chExt cx="1245877" cy="837615"/>
              </a:xfrm>
            </p:grpSpPr>
            <p:sp>
              <p:nvSpPr>
                <p:cNvPr id="107" name="rc82">
                  <a:extLst>
                    <a:ext uri="{FF2B5EF4-FFF2-40B4-BE49-F238E27FC236}">
                      <a16:creationId xmlns:a16="http://schemas.microsoft.com/office/drawing/2014/main" id="{EB8B1611-CC6A-741A-68AD-A902377A4DEE}"/>
                    </a:ext>
                  </a:extLst>
                </p:cNvPr>
                <p:cNvSpPr/>
                <p:nvPr/>
              </p:nvSpPr>
              <p:spPr>
                <a:xfrm>
                  <a:off x="7383221" y="3420451"/>
                  <a:ext cx="1233989" cy="778804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08" name="tx83">
                  <a:extLst>
                    <a:ext uri="{FF2B5EF4-FFF2-40B4-BE49-F238E27FC236}">
                      <a16:creationId xmlns:a16="http://schemas.microsoft.com/office/drawing/2014/main" id="{90215EDD-E2B4-2C45-C0E8-F9B3F0579C0B}"/>
                    </a:ext>
                  </a:extLst>
                </p:cNvPr>
                <p:cNvSpPr/>
                <p:nvPr/>
              </p:nvSpPr>
              <p:spPr>
                <a:xfrm>
                  <a:off x="7371333" y="3361640"/>
                  <a:ext cx="1094811" cy="1002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/>
                <a:lstStyle/>
                <a:p>
                  <a:pPr marL="0" marR="0" indent="0" algn="l">
                    <a:lnSpc>
                      <a:spcPts val="1400"/>
                    </a:lnSpc>
                    <a:spcAft>
                      <a:spcPts val="0"/>
                    </a:spcAft>
                  </a:pPr>
                  <a:r>
                    <a:rPr lang="en-US" sz="1600" dirty="0">
                      <a:solidFill>
                        <a:srgbClr val="000000">
                          <a:alpha val="100000"/>
                        </a:srgbClr>
                      </a:solidFill>
                      <a:latin typeface="Helvetica"/>
                      <a:cs typeface="Helvetica"/>
                    </a:rPr>
                    <a:t>Common </a:t>
                  </a:r>
                </a:p>
                <a:p>
                  <a:pPr marL="0" marR="0" indent="0" algn="l">
                    <a:lnSpc>
                      <a:spcPts val="1400"/>
                    </a:lnSpc>
                    <a:spcAft>
                      <a:spcPts val="0"/>
                    </a:spcAft>
                  </a:pPr>
                  <a:r>
                    <a:rPr lang="en-US" sz="1600" dirty="0">
                      <a:solidFill>
                        <a:srgbClr val="000000">
                          <a:alpha val="100000"/>
                        </a:srgbClr>
                      </a:solidFill>
                      <a:latin typeface="Helvetica"/>
                      <a:cs typeface="Helvetica"/>
                    </a:rPr>
                    <a:t>Garden</a:t>
                  </a:r>
                  <a:endParaRPr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endParaRPr>
                </a:p>
              </p:txBody>
            </p:sp>
            <p:sp>
              <p:nvSpPr>
                <p:cNvPr id="109" name="rc84">
                  <a:extLst>
                    <a:ext uri="{FF2B5EF4-FFF2-40B4-BE49-F238E27FC236}">
                      <a16:creationId xmlns:a16="http://schemas.microsoft.com/office/drawing/2014/main" id="{80606CEF-2530-09B1-2FC3-7A3BE550C38A}"/>
                    </a:ext>
                  </a:extLst>
                </p:cNvPr>
                <p:cNvSpPr/>
                <p:nvPr/>
              </p:nvSpPr>
              <p:spPr>
                <a:xfrm>
                  <a:off x="7452810" y="3690754"/>
                  <a:ext cx="219455" cy="219456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0" name="pt85">
                  <a:extLst>
                    <a:ext uri="{FF2B5EF4-FFF2-40B4-BE49-F238E27FC236}">
                      <a16:creationId xmlns:a16="http://schemas.microsoft.com/office/drawing/2014/main" id="{0F3A2F47-B8DE-04B5-724F-7ECA4E30C2FA}"/>
                    </a:ext>
                  </a:extLst>
                </p:cNvPr>
                <p:cNvSpPr/>
                <p:nvPr/>
              </p:nvSpPr>
              <p:spPr>
                <a:xfrm>
                  <a:off x="7503836" y="3741779"/>
                  <a:ext cx="117405" cy="117405"/>
                </a:xfrm>
                <a:prstGeom prst="ellipse">
                  <a:avLst/>
                </a:prstGeom>
                <a:solidFill>
                  <a:srgbClr val="00FA9A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1" name="rc86">
                  <a:extLst>
                    <a:ext uri="{FF2B5EF4-FFF2-40B4-BE49-F238E27FC236}">
                      <a16:creationId xmlns:a16="http://schemas.microsoft.com/office/drawing/2014/main" id="{710A87EB-E8F3-099B-8EB8-0AA3CA13C512}"/>
                    </a:ext>
                  </a:extLst>
                </p:cNvPr>
                <p:cNvSpPr/>
                <p:nvPr/>
              </p:nvSpPr>
              <p:spPr>
                <a:xfrm>
                  <a:off x="7452810" y="3910210"/>
                  <a:ext cx="219455" cy="219456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2" name="pt87">
                  <a:extLst>
                    <a:ext uri="{FF2B5EF4-FFF2-40B4-BE49-F238E27FC236}">
                      <a16:creationId xmlns:a16="http://schemas.microsoft.com/office/drawing/2014/main" id="{DC4C6D25-39CD-60E9-05B1-592F46FA996A}"/>
                    </a:ext>
                  </a:extLst>
                </p:cNvPr>
                <p:cNvSpPr/>
                <p:nvPr/>
              </p:nvSpPr>
              <p:spPr>
                <a:xfrm>
                  <a:off x="7503836" y="3961235"/>
                  <a:ext cx="117405" cy="117405"/>
                </a:xfrm>
                <a:prstGeom prst="ellipse">
                  <a:avLst/>
                </a:prstGeom>
                <a:solidFill>
                  <a:srgbClr val="1E90FF">
                    <a:alpha val="100000"/>
                  </a:srgbClr>
                </a:solidFill>
                <a:ln w="9000" cap="rnd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3" name="tx88">
                  <a:extLst>
                    <a:ext uri="{FF2B5EF4-FFF2-40B4-BE49-F238E27FC236}">
                      <a16:creationId xmlns:a16="http://schemas.microsoft.com/office/drawing/2014/main" id="{0EF1C480-92A7-8DFB-03F4-09146C8E8229}"/>
                    </a:ext>
                  </a:extLst>
                </p:cNvPr>
                <p:cNvSpPr/>
                <p:nvPr/>
              </p:nvSpPr>
              <p:spPr>
                <a:xfrm>
                  <a:off x="7803381" y="3760431"/>
                  <a:ext cx="472013" cy="801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/>
                <a:lstStyle/>
                <a:p>
                  <a:pPr marL="0" marR="0" indent="0" algn="l">
                    <a:lnSpc>
                      <a:spcPts val="88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dirty="0">
                      <a:solidFill>
                        <a:srgbClr val="000000">
                          <a:alpha val="100000"/>
                        </a:srgbClr>
                      </a:solidFill>
                      <a:latin typeface="Helvetica"/>
                      <a:cs typeface="Helvetica"/>
                    </a:rPr>
                    <a:t>Lewisetta</a:t>
                  </a:r>
                </a:p>
              </p:txBody>
            </p:sp>
            <p:sp>
              <p:nvSpPr>
                <p:cNvPr id="114" name="tx89">
                  <a:extLst>
                    <a:ext uri="{FF2B5EF4-FFF2-40B4-BE49-F238E27FC236}">
                      <a16:creationId xmlns:a16="http://schemas.microsoft.com/office/drawing/2014/main" id="{3CABB569-065A-5215-AD87-91797A9E8800}"/>
                    </a:ext>
                  </a:extLst>
                </p:cNvPr>
                <p:cNvSpPr/>
                <p:nvPr/>
              </p:nvSpPr>
              <p:spPr>
                <a:xfrm>
                  <a:off x="7816953" y="3979887"/>
                  <a:ext cx="490484" cy="8010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/>
                <a:lstStyle/>
                <a:p>
                  <a:pPr marL="0" marR="0" indent="0" algn="l">
                    <a:lnSpc>
                      <a:spcPts val="88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00" dirty="0">
                      <a:solidFill>
                        <a:srgbClr val="000000">
                          <a:alpha val="100000"/>
                        </a:srgbClr>
                      </a:solidFill>
                      <a:latin typeface="Helvetica"/>
                      <a:cs typeface="Helvetica"/>
                    </a:rPr>
                    <a:t>York</a:t>
                  </a:r>
                  <a:r>
                    <a:rPr lang="en-US" sz="1200" dirty="0">
                      <a:solidFill>
                        <a:srgbClr val="000000">
                          <a:alpha val="100000"/>
                        </a:srgbClr>
                      </a:solidFill>
                      <a:latin typeface="Helvetica"/>
                      <a:cs typeface="Helvetica"/>
                    </a:rPr>
                    <a:t> </a:t>
                  </a:r>
                  <a:r>
                    <a:rPr sz="1200" dirty="0">
                      <a:solidFill>
                        <a:srgbClr val="000000">
                          <a:alpha val="100000"/>
                        </a:srgbClr>
                      </a:solidFill>
                      <a:latin typeface="Helvetica"/>
                      <a:cs typeface="Helvetica"/>
                    </a:rPr>
                    <a:t>River</a:t>
                  </a:r>
                </a:p>
              </p:txBody>
            </p:sp>
          </p:grpSp>
        </p:grp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77914126-6F44-ED95-FE3F-9A584ED5BA15}"/>
                </a:ext>
              </a:extLst>
            </p:cNvPr>
            <p:cNvSpPr/>
            <p:nvPr/>
          </p:nvSpPr>
          <p:spPr>
            <a:xfrm>
              <a:off x="1931361" y="4200888"/>
              <a:ext cx="936104" cy="504056"/>
            </a:xfrm>
            <a:prstGeom prst="roundRect">
              <a:avLst/>
            </a:prstGeom>
            <a:solidFill>
              <a:srgbClr val="1C90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bg1"/>
                  </a:solidFill>
                </a:rPr>
                <a:t>τ</a:t>
              </a:r>
              <a:r>
                <a:rPr lang="en-US" sz="1300" b="1" i="1" dirty="0">
                  <a:solidFill>
                    <a:schemeClr val="bg1"/>
                  </a:solidFill>
                </a:rPr>
                <a:t> = </a:t>
              </a:r>
              <a:r>
                <a:rPr lang="en-US" sz="1300" i="1" dirty="0">
                  <a:solidFill>
                    <a:schemeClr val="bg1"/>
                  </a:solidFill>
                </a:rPr>
                <a:t>-0.258</a:t>
              </a: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FB8FCBDA-B33B-A426-209F-01182DFB4CDA}"/>
                </a:ext>
              </a:extLst>
            </p:cNvPr>
            <p:cNvSpPr/>
            <p:nvPr/>
          </p:nvSpPr>
          <p:spPr>
            <a:xfrm>
              <a:off x="4762056" y="3616505"/>
              <a:ext cx="936104" cy="504056"/>
            </a:xfrm>
            <a:prstGeom prst="roundRect">
              <a:avLst/>
            </a:prstGeom>
            <a:solidFill>
              <a:srgbClr val="00FA9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tx1"/>
                  </a:solidFill>
                </a:rPr>
                <a:t>τ</a:t>
              </a:r>
              <a:r>
                <a:rPr lang="en-US" sz="1300" b="1" i="1" dirty="0">
                  <a:solidFill>
                    <a:schemeClr val="tx1"/>
                  </a:solidFill>
                </a:rPr>
                <a:t> = </a:t>
              </a:r>
              <a:r>
                <a:rPr lang="en-US" sz="1300" i="1" dirty="0">
                  <a:solidFill>
                    <a:schemeClr val="tx1"/>
                  </a:solidFill>
                </a:rPr>
                <a:t>-0.501</a:t>
              </a:r>
            </a:p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***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8C11633-3558-39ED-946D-AA519051D4BA}"/>
              </a:ext>
            </a:extLst>
          </p:cNvPr>
          <p:cNvGrpSpPr/>
          <p:nvPr/>
        </p:nvGrpSpPr>
        <p:grpSpPr>
          <a:xfrm>
            <a:off x="395536" y="1600200"/>
            <a:ext cx="8291264" cy="4637112"/>
            <a:chOff x="395536" y="1600200"/>
            <a:chExt cx="8291264" cy="4637112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t6"/>
            <p:cNvSpPr/>
            <p:nvPr/>
          </p:nvSpPr>
          <p:spPr>
            <a:xfrm>
              <a:off x="1446925" y="31783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7"/>
            <p:cNvSpPr/>
            <p:nvPr/>
          </p:nvSpPr>
          <p:spPr>
            <a:xfrm>
              <a:off x="1446925" y="28630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t8"/>
            <p:cNvSpPr/>
            <p:nvPr/>
          </p:nvSpPr>
          <p:spPr>
            <a:xfrm>
              <a:off x="1446925" y="28167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t9"/>
            <p:cNvSpPr/>
            <p:nvPr/>
          </p:nvSpPr>
          <p:spPr>
            <a:xfrm>
              <a:off x="3844711" y="326627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t10"/>
            <p:cNvSpPr/>
            <p:nvPr/>
          </p:nvSpPr>
          <p:spPr>
            <a:xfrm>
              <a:off x="3844711" y="313226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t11"/>
            <p:cNvSpPr/>
            <p:nvPr/>
          </p:nvSpPr>
          <p:spPr>
            <a:xfrm>
              <a:off x="3844711" y="299670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t12"/>
            <p:cNvSpPr/>
            <p:nvPr/>
          </p:nvSpPr>
          <p:spPr>
            <a:xfrm>
              <a:off x="5353529" y="342361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5353529" y="28905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t14"/>
            <p:cNvSpPr/>
            <p:nvPr/>
          </p:nvSpPr>
          <p:spPr>
            <a:xfrm>
              <a:off x="5353529" y="299138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t15"/>
            <p:cNvSpPr/>
            <p:nvPr/>
          </p:nvSpPr>
          <p:spPr>
            <a:xfrm>
              <a:off x="5134216" y="27783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6"/>
            <p:cNvSpPr/>
            <p:nvPr/>
          </p:nvSpPr>
          <p:spPr>
            <a:xfrm>
              <a:off x="5134216" y="209677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7"/>
            <p:cNvSpPr/>
            <p:nvPr/>
          </p:nvSpPr>
          <p:spPr>
            <a:xfrm>
              <a:off x="5134216" y="22626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6422426" y="37235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6422426" y="24864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6422426" y="33820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3325457" y="349061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325457" y="392155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3325457" y="359289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5005853" y="540083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5005853" y="516131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5005853" y="53179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6900288" y="50739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6900288" y="479042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900288" y="519004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1505628" y="2070498"/>
              <a:ext cx="5453362" cy="2735943"/>
            </a:xfrm>
            <a:custGeom>
              <a:avLst/>
              <a:gdLst/>
              <a:ahLst/>
              <a:cxnLst/>
              <a:rect l="0" t="0" r="0" b="0"/>
              <a:pathLst>
                <a:path w="5453362" h="2735943">
                  <a:moveTo>
                    <a:pt x="0" y="0"/>
                  </a:moveTo>
                  <a:lnTo>
                    <a:pt x="69029" y="29717"/>
                  </a:lnTo>
                  <a:lnTo>
                    <a:pt x="138059" y="59363"/>
                  </a:lnTo>
                  <a:lnTo>
                    <a:pt x="207089" y="88933"/>
                  </a:lnTo>
                  <a:lnTo>
                    <a:pt x="276119" y="118424"/>
                  </a:lnTo>
                  <a:lnTo>
                    <a:pt x="345149" y="147831"/>
                  </a:lnTo>
                  <a:lnTo>
                    <a:pt x="414179" y="177149"/>
                  </a:lnTo>
                  <a:lnTo>
                    <a:pt x="483209" y="206374"/>
                  </a:lnTo>
                  <a:lnTo>
                    <a:pt x="552239" y="235500"/>
                  </a:lnTo>
                  <a:lnTo>
                    <a:pt x="621269" y="264522"/>
                  </a:lnTo>
                  <a:lnTo>
                    <a:pt x="690299" y="293434"/>
                  </a:lnTo>
                  <a:lnTo>
                    <a:pt x="759328" y="322228"/>
                  </a:lnTo>
                  <a:lnTo>
                    <a:pt x="828358" y="350899"/>
                  </a:lnTo>
                  <a:lnTo>
                    <a:pt x="897388" y="379438"/>
                  </a:lnTo>
                  <a:lnTo>
                    <a:pt x="966418" y="407838"/>
                  </a:lnTo>
                  <a:lnTo>
                    <a:pt x="1035448" y="436090"/>
                  </a:lnTo>
                  <a:lnTo>
                    <a:pt x="1104478" y="464186"/>
                  </a:lnTo>
                  <a:lnTo>
                    <a:pt x="1173508" y="492114"/>
                  </a:lnTo>
                  <a:lnTo>
                    <a:pt x="1242538" y="519865"/>
                  </a:lnTo>
                  <a:lnTo>
                    <a:pt x="1311568" y="547428"/>
                  </a:lnTo>
                  <a:lnTo>
                    <a:pt x="1380598" y="574790"/>
                  </a:lnTo>
                  <a:lnTo>
                    <a:pt x="1449628" y="601939"/>
                  </a:lnTo>
                  <a:lnTo>
                    <a:pt x="1518657" y="628860"/>
                  </a:lnTo>
                  <a:lnTo>
                    <a:pt x="1587687" y="655539"/>
                  </a:lnTo>
                  <a:lnTo>
                    <a:pt x="1656717" y="681961"/>
                  </a:lnTo>
                  <a:lnTo>
                    <a:pt x="1725747" y="708109"/>
                  </a:lnTo>
                  <a:lnTo>
                    <a:pt x="1794777" y="733964"/>
                  </a:lnTo>
                  <a:lnTo>
                    <a:pt x="1863807" y="759509"/>
                  </a:lnTo>
                  <a:lnTo>
                    <a:pt x="1932837" y="784722"/>
                  </a:lnTo>
                  <a:lnTo>
                    <a:pt x="2001867" y="809584"/>
                  </a:lnTo>
                  <a:lnTo>
                    <a:pt x="2070897" y="834072"/>
                  </a:lnTo>
                  <a:lnTo>
                    <a:pt x="2139927" y="858164"/>
                  </a:lnTo>
                  <a:lnTo>
                    <a:pt x="2208956" y="881834"/>
                  </a:lnTo>
                  <a:lnTo>
                    <a:pt x="2277986" y="905060"/>
                  </a:lnTo>
                  <a:lnTo>
                    <a:pt x="2347016" y="927814"/>
                  </a:lnTo>
                  <a:lnTo>
                    <a:pt x="2416046" y="950072"/>
                  </a:lnTo>
                  <a:lnTo>
                    <a:pt x="2485076" y="971808"/>
                  </a:lnTo>
                  <a:lnTo>
                    <a:pt x="2554106" y="992994"/>
                  </a:lnTo>
                  <a:lnTo>
                    <a:pt x="2623136" y="1013606"/>
                  </a:lnTo>
                  <a:lnTo>
                    <a:pt x="2692166" y="1033619"/>
                  </a:lnTo>
                  <a:lnTo>
                    <a:pt x="2761196" y="1053009"/>
                  </a:lnTo>
                  <a:lnTo>
                    <a:pt x="2830226" y="1071753"/>
                  </a:lnTo>
                  <a:lnTo>
                    <a:pt x="2899256" y="1089831"/>
                  </a:lnTo>
                  <a:lnTo>
                    <a:pt x="2968285" y="1107225"/>
                  </a:lnTo>
                  <a:lnTo>
                    <a:pt x="3037315" y="1123921"/>
                  </a:lnTo>
                  <a:lnTo>
                    <a:pt x="3106345" y="1139905"/>
                  </a:lnTo>
                  <a:lnTo>
                    <a:pt x="3175375" y="1155169"/>
                  </a:lnTo>
                  <a:lnTo>
                    <a:pt x="3244405" y="1169708"/>
                  </a:lnTo>
                  <a:lnTo>
                    <a:pt x="3313435" y="1183522"/>
                  </a:lnTo>
                  <a:lnTo>
                    <a:pt x="3382465" y="1196612"/>
                  </a:lnTo>
                  <a:lnTo>
                    <a:pt x="3451495" y="1208984"/>
                  </a:lnTo>
                  <a:lnTo>
                    <a:pt x="3520525" y="1220650"/>
                  </a:lnTo>
                  <a:lnTo>
                    <a:pt x="3589555" y="1231621"/>
                  </a:lnTo>
                  <a:lnTo>
                    <a:pt x="3658584" y="1241914"/>
                  </a:lnTo>
                  <a:lnTo>
                    <a:pt x="3727614" y="1251549"/>
                  </a:lnTo>
                  <a:lnTo>
                    <a:pt x="3796644" y="1260545"/>
                  </a:lnTo>
                  <a:lnTo>
                    <a:pt x="3865674" y="1268927"/>
                  </a:lnTo>
                  <a:lnTo>
                    <a:pt x="3934704" y="1276718"/>
                  </a:lnTo>
                  <a:lnTo>
                    <a:pt x="4003734" y="1283944"/>
                  </a:lnTo>
                  <a:lnTo>
                    <a:pt x="4072764" y="1290630"/>
                  </a:lnTo>
                  <a:lnTo>
                    <a:pt x="4141794" y="1296802"/>
                  </a:lnTo>
                  <a:lnTo>
                    <a:pt x="4210824" y="1302487"/>
                  </a:lnTo>
                  <a:lnTo>
                    <a:pt x="4279854" y="1307710"/>
                  </a:lnTo>
                  <a:lnTo>
                    <a:pt x="4348884" y="1312497"/>
                  </a:lnTo>
                  <a:lnTo>
                    <a:pt x="4417913" y="1316872"/>
                  </a:lnTo>
                  <a:lnTo>
                    <a:pt x="4486943" y="1320858"/>
                  </a:lnTo>
                  <a:lnTo>
                    <a:pt x="4555973" y="1324478"/>
                  </a:lnTo>
                  <a:lnTo>
                    <a:pt x="4625003" y="1327754"/>
                  </a:lnTo>
                  <a:lnTo>
                    <a:pt x="4694033" y="1330706"/>
                  </a:lnTo>
                  <a:lnTo>
                    <a:pt x="4763063" y="1333354"/>
                  </a:lnTo>
                  <a:lnTo>
                    <a:pt x="4832093" y="1335716"/>
                  </a:lnTo>
                  <a:lnTo>
                    <a:pt x="4901123" y="1337810"/>
                  </a:lnTo>
                  <a:lnTo>
                    <a:pt x="4970153" y="1339652"/>
                  </a:lnTo>
                  <a:lnTo>
                    <a:pt x="5039183" y="1341257"/>
                  </a:lnTo>
                  <a:lnTo>
                    <a:pt x="5108212" y="1342640"/>
                  </a:lnTo>
                  <a:lnTo>
                    <a:pt x="5177242" y="1343814"/>
                  </a:lnTo>
                  <a:lnTo>
                    <a:pt x="5246272" y="1344792"/>
                  </a:lnTo>
                  <a:lnTo>
                    <a:pt x="5315302" y="1345586"/>
                  </a:lnTo>
                  <a:lnTo>
                    <a:pt x="5384332" y="1346206"/>
                  </a:lnTo>
                  <a:lnTo>
                    <a:pt x="5453362" y="1346663"/>
                  </a:lnTo>
                  <a:lnTo>
                    <a:pt x="5453362" y="2735943"/>
                  </a:lnTo>
                  <a:lnTo>
                    <a:pt x="5384332" y="2707792"/>
                  </a:lnTo>
                  <a:lnTo>
                    <a:pt x="5315302" y="2679803"/>
                  </a:lnTo>
                  <a:lnTo>
                    <a:pt x="5246272" y="2651988"/>
                  </a:lnTo>
                  <a:lnTo>
                    <a:pt x="5177242" y="2624358"/>
                  </a:lnTo>
                  <a:lnTo>
                    <a:pt x="5108212" y="2596924"/>
                  </a:lnTo>
                  <a:lnTo>
                    <a:pt x="5039183" y="2569699"/>
                  </a:lnTo>
                  <a:lnTo>
                    <a:pt x="4970153" y="2542696"/>
                  </a:lnTo>
                  <a:lnTo>
                    <a:pt x="4901123" y="2515929"/>
                  </a:lnTo>
                  <a:lnTo>
                    <a:pt x="4832093" y="2489415"/>
                  </a:lnTo>
                  <a:lnTo>
                    <a:pt x="4763063" y="2463169"/>
                  </a:lnTo>
                  <a:lnTo>
                    <a:pt x="4694033" y="2437208"/>
                  </a:lnTo>
                  <a:lnTo>
                    <a:pt x="4625003" y="2411552"/>
                  </a:lnTo>
                  <a:lnTo>
                    <a:pt x="4555973" y="2386220"/>
                  </a:lnTo>
                  <a:lnTo>
                    <a:pt x="4486943" y="2361231"/>
                  </a:lnTo>
                  <a:lnTo>
                    <a:pt x="4417913" y="2336609"/>
                  </a:lnTo>
                  <a:lnTo>
                    <a:pt x="4348884" y="2312375"/>
                  </a:lnTo>
                  <a:lnTo>
                    <a:pt x="4279854" y="2288554"/>
                  </a:lnTo>
                  <a:lnTo>
                    <a:pt x="4210824" y="2265169"/>
                  </a:lnTo>
                  <a:lnTo>
                    <a:pt x="4141794" y="2242245"/>
                  </a:lnTo>
                  <a:lnTo>
                    <a:pt x="4072764" y="2219809"/>
                  </a:lnTo>
                  <a:lnTo>
                    <a:pt x="4003734" y="2197887"/>
                  </a:lnTo>
                  <a:lnTo>
                    <a:pt x="3934704" y="2176504"/>
                  </a:lnTo>
                  <a:lnTo>
                    <a:pt x="3865674" y="2155687"/>
                  </a:lnTo>
                  <a:lnTo>
                    <a:pt x="3796644" y="2135460"/>
                  </a:lnTo>
                  <a:lnTo>
                    <a:pt x="3727614" y="2115849"/>
                  </a:lnTo>
                  <a:lnTo>
                    <a:pt x="3658584" y="2096875"/>
                  </a:lnTo>
                  <a:lnTo>
                    <a:pt x="3589555" y="2078560"/>
                  </a:lnTo>
                  <a:lnTo>
                    <a:pt x="3520525" y="2060923"/>
                  </a:lnTo>
                  <a:lnTo>
                    <a:pt x="3451495" y="2043980"/>
                  </a:lnTo>
                  <a:lnTo>
                    <a:pt x="3382465" y="2027744"/>
                  </a:lnTo>
                  <a:lnTo>
                    <a:pt x="3313435" y="2012226"/>
                  </a:lnTo>
                  <a:lnTo>
                    <a:pt x="3244405" y="1997431"/>
                  </a:lnTo>
                  <a:lnTo>
                    <a:pt x="3175375" y="1983362"/>
                  </a:lnTo>
                  <a:lnTo>
                    <a:pt x="3106345" y="1970018"/>
                  </a:lnTo>
                  <a:lnTo>
                    <a:pt x="3037315" y="1957393"/>
                  </a:lnTo>
                  <a:lnTo>
                    <a:pt x="2968285" y="1945480"/>
                  </a:lnTo>
                  <a:lnTo>
                    <a:pt x="2899256" y="1934266"/>
                  </a:lnTo>
                  <a:lnTo>
                    <a:pt x="2830226" y="1923736"/>
                  </a:lnTo>
                  <a:lnTo>
                    <a:pt x="2761196" y="1913872"/>
                  </a:lnTo>
                  <a:lnTo>
                    <a:pt x="2692166" y="1904653"/>
                  </a:lnTo>
                  <a:lnTo>
                    <a:pt x="2623136" y="1896058"/>
                  </a:lnTo>
                  <a:lnTo>
                    <a:pt x="2554106" y="1888061"/>
                  </a:lnTo>
                  <a:lnTo>
                    <a:pt x="2485076" y="1880640"/>
                  </a:lnTo>
                  <a:lnTo>
                    <a:pt x="2416046" y="1873767"/>
                  </a:lnTo>
                  <a:lnTo>
                    <a:pt x="2347016" y="1867416"/>
                  </a:lnTo>
                  <a:lnTo>
                    <a:pt x="2277986" y="1861563"/>
                  </a:lnTo>
                  <a:lnTo>
                    <a:pt x="2208956" y="1856180"/>
                  </a:lnTo>
                  <a:lnTo>
                    <a:pt x="2139927" y="1851242"/>
                  </a:lnTo>
                  <a:lnTo>
                    <a:pt x="2070897" y="1846725"/>
                  </a:lnTo>
                  <a:lnTo>
                    <a:pt x="2001867" y="1842605"/>
                  </a:lnTo>
                  <a:lnTo>
                    <a:pt x="1932837" y="1838858"/>
                  </a:lnTo>
                  <a:lnTo>
                    <a:pt x="1863807" y="1835464"/>
                  </a:lnTo>
                  <a:lnTo>
                    <a:pt x="1794777" y="1832400"/>
                  </a:lnTo>
                  <a:lnTo>
                    <a:pt x="1725747" y="1829647"/>
                  </a:lnTo>
                  <a:lnTo>
                    <a:pt x="1656717" y="1827186"/>
                  </a:lnTo>
                  <a:lnTo>
                    <a:pt x="1587687" y="1824999"/>
                  </a:lnTo>
                  <a:lnTo>
                    <a:pt x="1518657" y="1823071"/>
                  </a:lnTo>
                  <a:lnTo>
                    <a:pt x="1449628" y="1821384"/>
                  </a:lnTo>
                  <a:lnTo>
                    <a:pt x="1380598" y="1819924"/>
                  </a:lnTo>
                  <a:lnTo>
                    <a:pt x="1311568" y="1818678"/>
                  </a:lnTo>
                  <a:lnTo>
                    <a:pt x="1242538" y="1817632"/>
                  </a:lnTo>
                  <a:lnTo>
                    <a:pt x="1173508" y="1816775"/>
                  </a:lnTo>
                  <a:lnTo>
                    <a:pt x="1104478" y="1816095"/>
                  </a:lnTo>
                  <a:lnTo>
                    <a:pt x="1035448" y="1815582"/>
                  </a:lnTo>
                  <a:lnTo>
                    <a:pt x="966418" y="1815226"/>
                  </a:lnTo>
                  <a:lnTo>
                    <a:pt x="897388" y="1815017"/>
                  </a:lnTo>
                  <a:lnTo>
                    <a:pt x="828358" y="1814948"/>
                  </a:lnTo>
                  <a:lnTo>
                    <a:pt x="759328" y="1815011"/>
                  </a:lnTo>
                  <a:lnTo>
                    <a:pt x="690299" y="1815197"/>
                  </a:lnTo>
                  <a:lnTo>
                    <a:pt x="621269" y="1815500"/>
                  </a:lnTo>
                  <a:lnTo>
                    <a:pt x="552239" y="1815914"/>
                  </a:lnTo>
                  <a:lnTo>
                    <a:pt x="483209" y="1816432"/>
                  </a:lnTo>
                  <a:lnTo>
                    <a:pt x="414179" y="1817048"/>
                  </a:lnTo>
                  <a:lnTo>
                    <a:pt x="345149" y="1817758"/>
                  </a:lnTo>
                  <a:lnTo>
                    <a:pt x="276119" y="1818557"/>
                  </a:lnTo>
                  <a:lnTo>
                    <a:pt x="207089" y="1819439"/>
                  </a:lnTo>
                  <a:lnTo>
                    <a:pt x="138059" y="1820401"/>
                  </a:lnTo>
                  <a:lnTo>
                    <a:pt x="69029" y="1821439"/>
                  </a:lnTo>
                  <a:lnTo>
                    <a:pt x="0" y="182254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505628" y="2070498"/>
              <a:ext cx="5453362" cy="1346663"/>
            </a:xfrm>
            <a:custGeom>
              <a:avLst/>
              <a:gdLst/>
              <a:ahLst/>
              <a:cxnLst/>
              <a:rect l="0" t="0" r="0" b="0"/>
              <a:pathLst>
                <a:path w="5453362" h="1346663">
                  <a:moveTo>
                    <a:pt x="0" y="0"/>
                  </a:moveTo>
                  <a:lnTo>
                    <a:pt x="69029" y="29717"/>
                  </a:lnTo>
                  <a:lnTo>
                    <a:pt x="138059" y="59363"/>
                  </a:lnTo>
                  <a:lnTo>
                    <a:pt x="207089" y="88933"/>
                  </a:lnTo>
                  <a:lnTo>
                    <a:pt x="276119" y="118424"/>
                  </a:lnTo>
                  <a:lnTo>
                    <a:pt x="345149" y="147831"/>
                  </a:lnTo>
                  <a:lnTo>
                    <a:pt x="414179" y="177149"/>
                  </a:lnTo>
                  <a:lnTo>
                    <a:pt x="483209" y="206374"/>
                  </a:lnTo>
                  <a:lnTo>
                    <a:pt x="552239" y="235500"/>
                  </a:lnTo>
                  <a:lnTo>
                    <a:pt x="621269" y="264522"/>
                  </a:lnTo>
                  <a:lnTo>
                    <a:pt x="690299" y="293434"/>
                  </a:lnTo>
                  <a:lnTo>
                    <a:pt x="759328" y="322228"/>
                  </a:lnTo>
                  <a:lnTo>
                    <a:pt x="828358" y="350899"/>
                  </a:lnTo>
                  <a:lnTo>
                    <a:pt x="897388" y="379438"/>
                  </a:lnTo>
                  <a:lnTo>
                    <a:pt x="966418" y="407838"/>
                  </a:lnTo>
                  <a:lnTo>
                    <a:pt x="1035448" y="436090"/>
                  </a:lnTo>
                  <a:lnTo>
                    <a:pt x="1104478" y="464186"/>
                  </a:lnTo>
                  <a:lnTo>
                    <a:pt x="1173508" y="492114"/>
                  </a:lnTo>
                  <a:lnTo>
                    <a:pt x="1242538" y="519865"/>
                  </a:lnTo>
                  <a:lnTo>
                    <a:pt x="1311568" y="547428"/>
                  </a:lnTo>
                  <a:lnTo>
                    <a:pt x="1380598" y="574790"/>
                  </a:lnTo>
                  <a:lnTo>
                    <a:pt x="1449628" y="601939"/>
                  </a:lnTo>
                  <a:lnTo>
                    <a:pt x="1518657" y="628860"/>
                  </a:lnTo>
                  <a:lnTo>
                    <a:pt x="1587687" y="655539"/>
                  </a:lnTo>
                  <a:lnTo>
                    <a:pt x="1656717" y="681961"/>
                  </a:lnTo>
                  <a:lnTo>
                    <a:pt x="1725747" y="708109"/>
                  </a:lnTo>
                  <a:lnTo>
                    <a:pt x="1794777" y="733964"/>
                  </a:lnTo>
                  <a:lnTo>
                    <a:pt x="1863807" y="759509"/>
                  </a:lnTo>
                  <a:lnTo>
                    <a:pt x="1932837" y="784722"/>
                  </a:lnTo>
                  <a:lnTo>
                    <a:pt x="2001867" y="809584"/>
                  </a:lnTo>
                  <a:lnTo>
                    <a:pt x="2070897" y="834072"/>
                  </a:lnTo>
                  <a:lnTo>
                    <a:pt x="2139927" y="858164"/>
                  </a:lnTo>
                  <a:lnTo>
                    <a:pt x="2208956" y="881834"/>
                  </a:lnTo>
                  <a:lnTo>
                    <a:pt x="2277986" y="905060"/>
                  </a:lnTo>
                  <a:lnTo>
                    <a:pt x="2347016" y="927814"/>
                  </a:lnTo>
                  <a:lnTo>
                    <a:pt x="2416046" y="950072"/>
                  </a:lnTo>
                  <a:lnTo>
                    <a:pt x="2485076" y="971808"/>
                  </a:lnTo>
                  <a:lnTo>
                    <a:pt x="2554106" y="992994"/>
                  </a:lnTo>
                  <a:lnTo>
                    <a:pt x="2623136" y="1013606"/>
                  </a:lnTo>
                  <a:lnTo>
                    <a:pt x="2692166" y="1033619"/>
                  </a:lnTo>
                  <a:lnTo>
                    <a:pt x="2761196" y="1053009"/>
                  </a:lnTo>
                  <a:lnTo>
                    <a:pt x="2830226" y="1071753"/>
                  </a:lnTo>
                  <a:lnTo>
                    <a:pt x="2899256" y="1089831"/>
                  </a:lnTo>
                  <a:lnTo>
                    <a:pt x="2968285" y="1107225"/>
                  </a:lnTo>
                  <a:lnTo>
                    <a:pt x="3037315" y="1123921"/>
                  </a:lnTo>
                  <a:lnTo>
                    <a:pt x="3106345" y="1139905"/>
                  </a:lnTo>
                  <a:lnTo>
                    <a:pt x="3175375" y="1155169"/>
                  </a:lnTo>
                  <a:lnTo>
                    <a:pt x="3244405" y="1169708"/>
                  </a:lnTo>
                  <a:lnTo>
                    <a:pt x="3313435" y="1183522"/>
                  </a:lnTo>
                  <a:lnTo>
                    <a:pt x="3382465" y="1196612"/>
                  </a:lnTo>
                  <a:lnTo>
                    <a:pt x="3451495" y="1208984"/>
                  </a:lnTo>
                  <a:lnTo>
                    <a:pt x="3520525" y="1220650"/>
                  </a:lnTo>
                  <a:lnTo>
                    <a:pt x="3589555" y="1231621"/>
                  </a:lnTo>
                  <a:lnTo>
                    <a:pt x="3658584" y="1241914"/>
                  </a:lnTo>
                  <a:lnTo>
                    <a:pt x="3727614" y="1251549"/>
                  </a:lnTo>
                  <a:lnTo>
                    <a:pt x="3796644" y="1260545"/>
                  </a:lnTo>
                  <a:lnTo>
                    <a:pt x="3865674" y="1268927"/>
                  </a:lnTo>
                  <a:lnTo>
                    <a:pt x="3934704" y="1276718"/>
                  </a:lnTo>
                  <a:lnTo>
                    <a:pt x="4003734" y="1283944"/>
                  </a:lnTo>
                  <a:lnTo>
                    <a:pt x="4072764" y="1290630"/>
                  </a:lnTo>
                  <a:lnTo>
                    <a:pt x="4141794" y="1296802"/>
                  </a:lnTo>
                  <a:lnTo>
                    <a:pt x="4210824" y="1302487"/>
                  </a:lnTo>
                  <a:lnTo>
                    <a:pt x="4279854" y="1307710"/>
                  </a:lnTo>
                  <a:lnTo>
                    <a:pt x="4348884" y="1312497"/>
                  </a:lnTo>
                  <a:lnTo>
                    <a:pt x="4417913" y="1316872"/>
                  </a:lnTo>
                  <a:lnTo>
                    <a:pt x="4486943" y="1320858"/>
                  </a:lnTo>
                  <a:lnTo>
                    <a:pt x="4555973" y="1324478"/>
                  </a:lnTo>
                  <a:lnTo>
                    <a:pt x="4625003" y="1327754"/>
                  </a:lnTo>
                  <a:lnTo>
                    <a:pt x="4694033" y="1330706"/>
                  </a:lnTo>
                  <a:lnTo>
                    <a:pt x="4763063" y="1333354"/>
                  </a:lnTo>
                  <a:lnTo>
                    <a:pt x="4832093" y="1335716"/>
                  </a:lnTo>
                  <a:lnTo>
                    <a:pt x="4901123" y="1337810"/>
                  </a:lnTo>
                  <a:lnTo>
                    <a:pt x="4970153" y="1339652"/>
                  </a:lnTo>
                  <a:lnTo>
                    <a:pt x="5039183" y="1341257"/>
                  </a:lnTo>
                  <a:lnTo>
                    <a:pt x="5108212" y="1342640"/>
                  </a:lnTo>
                  <a:lnTo>
                    <a:pt x="5177242" y="1343814"/>
                  </a:lnTo>
                  <a:lnTo>
                    <a:pt x="5246272" y="1344792"/>
                  </a:lnTo>
                  <a:lnTo>
                    <a:pt x="5315302" y="1345586"/>
                  </a:lnTo>
                  <a:lnTo>
                    <a:pt x="5384332" y="1346206"/>
                  </a:lnTo>
                  <a:lnTo>
                    <a:pt x="5453362" y="1346663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505628" y="3885447"/>
              <a:ext cx="5453362" cy="920994"/>
            </a:xfrm>
            <a:custGeom>
              <a:avLst/>
              <a:gdLst/>
              <a:ahLst/>
              <a:cxnLst/>
              <a:rect l="0" t="0" r="0" b="0"/>
              <a:pathLst>
                <a:path w="5453362" h="920994">
                  <a:moveTo>
                    <a:pt x="5453362" y="920994"/>
                  </a:moveTo>
                  <a:lnTo>
                    <a:pt x="5384332" y="892843"/>
                  </a:lnTo>
                  <a:lnTo>
                    <a:pt x="5315302" y="864854"/>
                  </a:lnTo>
                  <a:lnTo>
                    <a:pt x="5246272" y="837039"/>
                  </a:lnTo>
                  <a:lnTo>
                    <a:pt x="5177242" y="809409"/>
                  </a:lnTo>
                  <a:lnTo>
                    <a:pt x="5108212" y="781975"/>
                  </a:lnTo>
                  <a:lnTo>
                    <a:pt x="5039183" y="754750"/>
                  </a:lnTo>
                  <a:lnTo>
                    <a:pt x="4970153" y="727747"/>
                  </a:lnTo>
                  <a:lnTo>
                    <a:pt x="4901123" y="700980"/>
                  </a:lnTo>
                  <a:lnTo>
                    <a:pt x="4832093" y="674466"/>
                  </a:lnTo>
                  <a:lnTo>
                    <a:pt x="4763063" y="648220"/>
                  </a:lnTo>
                  <a:lnTo>
                    <a:pt x="4694033" y="622259"/>
                  </a:lnTo>
                  <a:lnTo>
                    <a:pt x="4625003" y="596603"/>
                  </a:lnTo>
                  <a:lnTo>
                    <a:pt x="4555973" y="571271"/>
                  </a:lnTo>
                  <a:lnTo>
                    <a:pt x="4486943" y="546283"/>
                  </a:lnTo>
                  <a:lnTo>
                    <a:pt x="4417913" y="521660"/>
                  </a:lnTo>
                  <a:lnTo>
                    <a:pt x="4348884" y="497426"/>
                  </a:lnTo>
                  <a:lnTo>
                    <a:pt x="4279854" y="473605"/>
                  </a:lnTo>
                  <a:lnTo>
                    <a:pt x="4210824" y="450220"/>
                  </a:lnTo>
                  <a:lnTo>
                    <a:pt x="4141794" y="427296"/>
                  </a:lnTo>
                  <a:lnTo>
                    <a:pt x="4072764" y="404861"/>
                  </a:lnTo>
                  <a:lnTo>
                    <a:pt x="4003734" y="382938"/>
                  </a:lnTo>
                  <a:lnTo>
                    <a:pt x="3934704" y="361555"/>
                  </a:lnTo>
                  <a:lnTo>
                    <a:pt x="3865674" y="340738"/>
                  </a:lnTo>
                  <a:lnTo>
                    <a:pt x="3796644" y="320511"/>
                  </a:lnTo>
                  <a:lnTo>
                    <a:pt x="3727614" y="300900"/>
                  </a:lnTo>
                  <a:lnTo>
                    <a:pt x="3658584" y="281926"/>
                  </a:lnTo>
                  <a:lnTo>
                    <a:pt x="3589555" y="263611"/>
                  </a:lnTo>
                  <a:lnTo>
                    <a:pt x="3520525" y="245974"/>
                  </a:lnTo>
                  <a:lnTo>
                    <a:pt x="3451495" y="229031"/>
                  </a:lnTo>
                  <a:lnTo>
                    <a:pt x="3382465" y="212795"/>
                  </a:lnTo>
                  <a:lnTo>
                    <a:pt x="3313435" y="197277"/>
                  </a:lnTo>
                  <a:lnTo>
                    <a:pt x="3244405" y="182482"/>
                  </a:lnTo>
                  <a:lnTo>
                    <a:pt x="3175375" y="168413"/>
                  </a:lnTo>
                  <a:lnTo>
                    <a:pt x="3106345" y="155069"/>
                  </a:lnTo>
                  <a:lnTo>
                    <a:pt x="3037315" y="142444"/>
                  </a:lnTo>
                  <a:lnTo>
                    <a:pt x="2968285" y="130531"/>
                  </a:lnTo>
                  <a:lnTo>
                    <a:pt x="2899256" y="119317"/>
                  </a:lnTo>
                  <a:lnTo>
                    <a:pt x="2830226" y="108787"/>
                  </a:lnTo>
                  <a:lnTo>
                    <a:pt x="2761196" y="98923"/>
                  </a:lnTo>
                  <a:lnTo>
                    <a:pt x="2692166" y="89704"/>
                  </a:lnTo>
                  <a:lnTo>
                    <a:pt x="2623136" y="81109"/>
                  </a:lnTo>
                  <a:lnTo>
                    <a:pt x="2554106" y="73113"/>
                  </a:lnTo>
                  <a:lnTo>
                    <a:pt x="2485076" y="65691"/>
                  </a:lnTo>
                  <a:lnTo>
                    <a:pt x="2416046" y="58818"/>
                  </a:lnTo>
                  <a:lnTo>
                    <a:pt x="2347016" y="52467"/>
                  </a:lnTo>
                  <a:lnTo>
                    <a:pt x="2277986" y="46614"/>
                  </a:lnTo>
                  <a:lnTo>
                    <a:pt x="2208956" y="41231"/>
                  </a:lnTo>
                  <a:lnTo>
                    <a:pt x="2139927" y="36293"/>
                  </a:lnTo>
                  <a:lnTo>
                    <a:pt x="2070897" y="31776"/>
                  </a:lnTo>
                  <a:lnTo>
                    <a:pt x="2001867" y="27656"/>
                  </a:lnTo>
                  <a:lnTo>
                    <a:pt x="1932837" y="23909"/>
                  </a:lnTo>
                  <a:lnTo>
                    <a:pt x="1863807" y="20515"/>
                  </a:lnTo>
                  <a:lnTo>
                    <a:pt x="1794777" y="17451"/>
                  </a:lnTo>
                  <a:lnTo>
                    <a:pt x="1725747" y="14698"/>
                  </a:lnTo>
                  <a:lnTo>
                    <a:pt x="1656717" y="12237"/>
                  </a:lnTo>
                  <a:lnTo>
                    <a:pt x="1587687" y="10050"/>
                  </a:lnTo>
                  <a:lnTo>
                    <a:pt x="1518657" y="8122"/>
                  </a:lnTo>
                  <a:lnTo>
                    <a:pt x="1449628" y="6435"/>
                  </a:lnTo>
                  <a:lnTo>
                    <a:pt x="1380598" y="4975"/>
                  </a:lnTo>
                  <a:lnTo>
                    <a:pt x="1311568" y="3729"/>
                  </a:lnTo>
                  <a:lnTo>
                    <a:pt x="1242538" y="2683"/>
                  </a:lnTo>
                  <a:lnTo>
                    <a:pt x="1173508" y="1826"/>
                  </a:lnTo>
                  <a:lnTo>
                    <a:pt x="1104478" y="1146"/>
                  </a:lnTo>
                  <a:lnTo>
                    <a:pt x="1035448" y="633"/>
                  </a:lnTo>
                  <a:lnTo>
                    <a:pt x="966418" y="277"/>
                  </a:lnTo>
                  <a:lnTo>
                    <a:pt x="897388" y="69"/>
                  </a:lnTo>
                  <a:lnTo>
                    <a:pt x="828358" y="0"/>
                  </a:lnTo>
                  <a:lnTo>
                    <a:pt x="759328" y="62"/>
                  </a:lnTo>
                  <a:lnTo>
                    <a:pt x="690299" y="248"/>
                  </a:lnTo>
                  <a:lnTo>
                    <a:pt x="621269" y="551"/>
                  </a:lnTo>
                  <a:lnTo>
                    <a:pt x="552239" y="965"/>
                  </a:lnTo>
                  <a:lnTo>
                    <a:pt x="483209" y="1483"/>
                  </a:lnTo>
                  <a:lnTo>
                    <a:pt x="414179" y="2099"/>
                  </a:lnTo>
                  <a:lnTo>
                    <a:pt x="345149" y="2809"/>
                  </a:lnTo>
                  <a:lnTo>
                    <a:pt x="276119" y="3608"/>
                  </a:lnTo>
                  <a:lnTo>
                    <a:pt x="207089" y="4490"/>
                  </a:lnTo>
                  <a:lnTo>
                    <a:pt x="138059" y="5452"/>
                  </a:lnTo>
                  <a:lnTo>
                    <a:pt x="69029" y="6490"/>
                  </a:lnTo>
                  <a:lnTo>
                    <a:pt x="0" y="7599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505628" y="2981772"/>
              <a:ext cx="5453362" cy="1130029"/>
            </a:xfrm>
            <a:custGeom>
              <a:avLst/>
              <a:gdLst/>
              <a:ahLst/>
              <a:cxnLst/>
              <a:rect l="0" t="0" r="0" b="0"/>
              <a:pathLst>
                <a:path w="5453362" h="1130029">
                  <a:moveTo>
                    <a:pt x="0" y="0"/>
                  </a:moveTo>
                  <a:lnTo>
                    <a:pt x="69029" y="14304"/>
                  </a:lnTo>
                  <a:lnTo>
                    <a:pt x="138059" y="28608"/>
                  </a:lnTo>
                  <a:lnTo>
                    <a:pt x="207089" y="42912"/>
                  </a:lnTo>
                  <a:lnTo>
                    <a:pt x="276119" y="57216"/>
                  </a:lnTo>
                  <a:lnTo>
                    <a:pt x="345149" y="71520"/>
                  </a:lnTo>
                  <a:lnTo>
                    <a:pt x="414179" y="85825"/>
                  </a:lnTo>
                  <a:lnTo>
                    <a:pt x="483209" y="100129"/>
                  </a:lnTo>
                  <a:lnTo>
                    <a:pt x="552239" y="114433"/>
                  </a:lnTo>
                  <a:lnTo>
                    <a:pt x="621269" y="128737"/>
                  </a:lnTo>
                  <a:lnTo>
                    <a:pt x="690299" y="143041"/>
                  </a:lnTo>
                  <a:lnTo>
                    <a:pt x="759328" y="157345"/>
                  </a:lnTo>
                  <a:lnTo>
                    <a:pt x="828358" y="171650"/>
                  </a:lnTo>
                  <a:lnTo>
                    <a:pt x="897388" y="185954"/>
                  </a:lnTo>
                  <a:lnTo>
                    <a:pt x="966418" y="200258"/>
                  </a:lnTo>
                  <a:lnTo>
                    <a:pt x="1035448" y="214562"/>
                  </a:lnTo>
                  <a:lnTo>
                    <a:pt x="1104478" y="228866"/>
                  </a:lnTo>
                  <a:lnTo>
                    <a:pt x="1173508" y="243170"/>
                  </a:lnTo>
                  <a:lnTo>
                    <a:pt x="1242538" y="257475"/>
                  </a:lnTo>
                  <a:lnTo>
                    <a:pt x="1311568" y="271779"/>
                  </a:lnTo>
                  <a:lnTo>
                    <a:pt x="1380598" y="286083"/>
                  </a:lnTo>
                  <a:lnTo>
                    <a:pt x="1449628" y="300387"/>
                  </a:lnTo>
                  <a:lnTo>
                    <a:pt x="1518657" y="314691"/>
                  </a:lnTo>
                  <a:lnTo>
                    <a:pt x="1587687" y="328995"/>
                  </a:lnTo>
                  <a:lnTo>
                    <a:pt x="1656717" y="343300"/>
                  </a:lnTo>
                  <a:lnTo>
                    <a:pt x="1725747" y="357604"/>
                  </a:lnTo>
                  <a:lnTo>
                    <a:pt x="1794777" y="371908"/>
                  </a:lnTo>
                  <a:lnTo>
                    <a:pt x="1863807" y="386212"/>
                  </a:lnTo>
                  <a:lnTo>
                    <a:pt x="1932837" y="400516"/>
                  </a:lnTo>
                  <a:lnTo>
                    <a:pt x="2001867" y="414820"/>
                  </a:lnTo>
                  <a:lnTo>
                    <a:pt x="2070897" y="429125"/>
                  </a:lnTo>
                  <a:lnTo>
                    <a:pt x="2139927" y="443429"/>
                  </a:lnTo>
                  <a:lnTo>
                    <a:pt x="2208956" y="457733"/>
                  </a:lnTo>
                  <a:lnTo>
                    <a:pt x="2277986" y="472037"/>
                  </a:lnTo>
                  <a:lnTo>
                    <a:pt x="2347016" y="486341"/>
                  </a:lnTo>
                  <a:lnTo>
                    <a:pt x="2416046" y="500645"/>
                  </a:lnTo>
                  <a:lnTo>
                    <a:pt x="2485076" y="514950"/>
                  </a:lnTo>
                  <a:lnTo>
                    <a:pt x="2554106" y="529254"/>
                  </a:lnTo>
                  <a:lnTo>
                    <a:pt x="2623136" y="543558"/>
                  </a:lnTo>
                  <a:lnTo>
                    <a:pt x="2692166" y="557862"/>
                  </a:lnTo>
                  <a:lnTo>
                    <a:pt x="2761196" y="572166"/>
                  </a:lnTo>
                  <a:lnTo>
                    <a:pt x="2830226" y="586470"/>
                  </a:lnTo>
                  <a:lnTo>
                    <a:pt x="2899256" y="600775"/>
                  </a:lnTo>
                  <a:lnTo>
                    <a:pt x="2968285" y="615079"/>
                  </a:lnTo>
                  <a:lnTo>
                    <a:pt x="3037315" y="629383"/>
                  </a:lnTo>
                  <a:lnTo>
                    <a:pt x="3106345" y="643687"/>
                  </a:lnTo>
                  <a:lnTo>
                    <a:pt x="3175375" y="657991"/>
                  </a:lnTo>
                  <a:lnTo>
                    <a:pt x="3244405" y="672295"/>
                  </a:lnTo>
                  <a:lnTo>
                    <a:pt x="3313435" y="686600"/>
                  </a:lnTo>
                  <a:lnTo>
                    <a:pt x="3382465" y="700904"/>
                  </a:lnTo>
                  <a:lnTo>
                    <a:pt x="3451495" y="715208"/>
                  </a:lnTo>
                  <a:lnTo>
                    <a:pt x="3520525" y="729512"/>
                  </a:lnTo>
                  <a:lnTo>
                    <a:pt x="3589555" y="743816"/>
                  </a:lnTo>
                  <a:lnTo>
                    <a:pt x="3658584" y="758120"/>
                  </a:lnTo>
                  <a:lnTo>
                    <a:pt x="3727614" y="772425"/>
                  </a:lnTo>
                  <a:lnTo>
                    <a:pt x="3796644" y="786729"/>
                  </a:lnTo>
                  <a:lnTo>
                    <a:pt x="3865674" y="801033"/>
                  </a:lnTo>
                  <a:lnTo>
                    <a:pt x="3934704" y="815337"/>
                  </a:lnTo>
                  <a:lnTo>
                    <a:pt x="4003734" y="829641"/>
                  </a:lnTo>
                  <a:lnTo>
                    <a:pt x="4072764" y="843945"/>
                  </a:lnTo>
                  <a:lnTo>
                    <a:pt x="4141794" y="858250"/>
                  </a:lnTo>
                  <a:lnTo>
                    <a:pt x="4210824" y="872554"/>
                  </a:lnTo>
                  <a:lnTo>
                    <a:pt x="4279854" y="886858"/>
                  </a:lnTo>
                  <a:lnTo>
                    <a:pt x="4348884" y="901162"/>
                  </a:lnTo>
                  <a:lnTo>
                    <a:pt x="4417913" y="915466"/>
                  </a:lnTo>
                  <a:lnTo>
                    <a:pt x="4486943" y="929770"/>
                  </a:lnTo>
                  <a:lnTo>
                    <a:pt x="4555973" y="944075"/>
                  </a:lnTo>
                  <a:lnTo>
                    <a:pt x="4625003" y="958379"/>
                  </a:lnTo>
                  <a:lnTo>
                    <a:pt x="4694033" y="972683"/>
                  </a:lnTo>
                  <a:lnTo>
                    <a:pt x="4763063" y="986987"/>
                  </a:lnTo>
                  <a:lnTo>
                    <a:pt x="4832093" y="1001291"/>
                  </a:lnTo>
                  <a:lnTo>
                    <a:pt x="4901123" y="1015595"/>
                  </a:lnTo>
                  <a:lnTo>
                    <a:pt x="4970153" y="1029900"/>
                  </a:lnTo>
                  <a:lnTo>
                    <a:pt x="5039183" y="1044204"/>
                  </a:lnTo>
                  <a:lnTo>
                    <a:pt x="5108212" y="1058508"/>
                  </a:lnTo>
                  <a:lnTo>
                    <a:pt x="5177242" y="1072812"/>
                  </a:lnTo>
                  <a:lnTo>
                    <a:pt x="5246272" y="1087116"/>
                  </a:lnTo>
                  <a:lnTo>
                    <a:pt x="5315302" y="1101420"/>
                  </a:lnTo>
                  <a:lnTo>
                    <a:pt x="5384332" y="1115725"/>
                  </a:lnTo>
                  <a:lnTo>
                    <a:pt x="5453362" y="1130029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3879885" y="44821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3879885" y="460868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3879885" y="469335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199225" y="404382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199225" y="433779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199225" y="394280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6631819" y="42358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6631819" y="38336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6631819" y="41812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6636698" y="48779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6636698" y="449515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6636698" y="484127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4784926" y="371666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4784926" y="408947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4784926" y="392786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2452631" y="37869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2452631" y="40401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452631" y="403430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4966807" y="541571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4966807" y="53804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4799769" y="54905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4799769" y="537668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1257927" y="3724785"/>
              <a:ext cx="5437473" cy="1376976"/>
            </a:xfrm>
            <a:custGeom>
              <a:avLst/>
              <a:gdLst/>
              <a:ahLst/>
              <a:cxnLst/>
              <a:rect l="0" t="0" r="0" b="0"/>
              <a:pathLst>
                <a:path w="5437473" h="1376976">
                  <a:moveTo>
                    <a:pt x="0" y="0"/>
                  </a:moveTo>
                  <a:lnTo>
                    <a:pt x="68828" y="14203"/>
                  </a:lnTo>
                  <a:lnTo>
                    <a:pt x="137657" y="28360"/>
                  </a:lnTo>
                  <a:lnTo>
                    <a:pt x="206486" y="42470"/>
                  </a:lnTo>
                  <a:lnTo>
                    <a:pt x="275315" y="56528"/>
                  </a:lnTo>
                  <a:lnTo>
                    <a:pt x="344143" y="70534"/>
                  </a:lnTo>
                  <a:lnTo>
                    <a:pt x="412972" y="84483"/>
                  </a:lnTo>
                  <a:lnTo>
                    <a:pt x="481801" y="98373"/>
                  </a:lnTo>
                  <a:lnTo>
                    <a:pt x="550630" y="112202"/>
                  </a:lnTo>
                  <a:lnTo>
                    <a:pt x="619459" y="125964"/>
                  </a:lnTo>
                  <a:lnTo>
                    <a:pt x="688287" y="139658"/>
                  </a:lnTo>
                  <a:lnTo>
                    <a:pt x="757116" y="153278"/>
                  </a:lnTo>
                  <a:lnTo>
                    <a:pt x="825945" y="166822"/>
                  </a:lnTo>
                  <a:lnTo>
                    <a:pt x="894774" y="180284"/>
                  </a:lnTo>
                  <a:lnTo>
                    <a:pt x="963602" y="193661"/>
                  </a:lnTo>
                  <a:lnTo>
                    <a:pt x="1032431" y="206947"/>
                  </a:lnTo>
                  <a:lnTo>
                    <a:pt x="1101260" y="220137"/>
                  </a:lnTo>
                  <a:lnTo>
                    <a:pt x="1170089" y="233226"/>
                  </a:lnTo>
                  <a:lnTo>
                    <a:pt x="1238918" y="246208"/>
                  </a:lnTo>
                  <a:lnTo>
                    <a:pt x="1307746" y="259076"/>
                  </a:lnTo>
                  <a:lnTo>
                    <a:pt x="1376575" y="271825"/>
                  </a:lnTo>
                  <a:lnTo>
                    <a:pt x="1445404" y="284447"/>
                  </a:lnTo>
                  <a:lnTo>
                    <a:pt x="1514233" y="296935"/>
                  </a:lnTo>
                  <a:lnTo>
                    <a:pt x="1583061" y="309280"/>
                  </a:lnTo>
                  <a:lnTo>
                    <a:pt x="1651890" y="321476"/>
                  </a:lnTo>
                  <a:lnTo>
                    <a:pt x="1720719" y="333514"/>
                  </a:lnTo>
                  <a:lnTo>
                    <a:pt x="1789548" y="345384"/>
                  </a:lnTo>
                  <a:lnTo>
                    <a:pt x="1858377" y="357077"/>
                  </a:lnTo>
                  <a:lnTo>
                    <a:pt x="1927205" y="368584"/>
                  </a:lnTo>
                  <a:lnTo>
                    <a:pt x="1996034" y="379894"/>
                  </a:lnTo>
                  <a:lnTo>
                    <a:pt x="2064863" y="390997"/>
                  </a:lnTo>
                  <a:lnTo>
                    <a:pt x="2133692" y="401882"/>
                  </a:lnTo>
                  <a:lnTo>
                    <a:pt x="2202520" y="412539"/>
                  </a:lnTo>
                  <a:lnTo>
                    <a:pt x="2271349" y="422956"/>
                  </a:lnTo>
                  <a:lnTo>
                    <a:pt x="2340178" y="433121"/>
                  </a:lnTo>
                  <a:lnTo>
                    <a:pt x="2409007" y="443025"/>
                  </a:lnTo>
                  <a:lnTo>
                    <a:pt x="2477836" y="452655"/>
                  </a:lnTo>
                  <a:lnTo>
                    <a:pt x="2546664" y="462001"/>
                  </a:lnTo>
                  <a:lnTo>
                    <a:pt x="2615493" y="471053"/>
                  </a:lnTo>
                  <a:lnTo>
                    <a:pt x="2684322" y="479801"/>
                  </a:lnTo>
                  <a:lnTo>
                    <a:pt x="2753151" y="488235"/>
                  </a:lnTo>
                  <a:lnTo>
                    <a:pt x="2821979" y="496348"/>
                  </a:lnTo>
                  <a:lnTo>
                    <a:pt x="2890808" y="504131"/>
                  </a:lnTo>
                  <a:lnTo>
                    <a:pt x="2959637" y="511579"/>
                  </a:lnTo>
                  <a:lnTo>
                    <a:pt x="3028466" y="518686"/>
                  </a:lnTo>
                  <a:lnTo>
                    <a:pt x="3097295" y="525449"/>
                  </a:lnTo>
                  <a:lnTo>
                    <a:pt x="3166123" y="531865"/>
                  </a:lnTo>
                  <a:lnTo>
                    <a:pt x="3234952" y="537933"/>
                  </a:lnTo>
                  <a:lnTo>
                    <a:pt x="3303781" y="543654"/>
                  </a:lnTo>
                  <a:lnTo>
                    <a:pt x="3372610" y="549029"/>
                  </a:lnTo>
                  <a:lnTo>
                    <a:pt x="3441438" y="554063"/>
                  </a:lnTo>
                  <a:lnTo>
                    <a:pt x="3510267" y="558759"/>
                  </a:lnTo>
                  <a:lnTo>
                    <a:pt x="3579096" y="563123"/>
                  </a:lnTo>
                  <a:lnTo>
                    <a:pt x="3647925" y="567164"/>
                  </a:lnTo>
                  <a:lnTo>
                    <a:pt x="3716754" y="570887"/>
                  </a:lnTo>
                  <a:lnTo>
                    <a:pt x="3785582" y="574304"/>
                  </a:lnTo>
                  <a:lnTo>
                    <a:pt x="3854411" y="577423"/>
                  </a:lnTo>
                  <a:lnTo>
                    <a:pt x="3923240" y="580254"/>
                  </a:lnTo>
                  <a:lnTo>
                    <a:pt x="3992069" y="582809"/>
                  </a:lnTo>
                  <a:lnTo>
                    <a:pt x="4060897" y="585098"/>
                  </a:lnTo>
                  <a:lnTo>
                    <a:pt x="4129726" y="587132"/>
                  </a:lnTo>
                  <a:lnTo>
                    <a:pt x="4198555" y="588922"/>
                  </a:lnTo>
                  <a:lnTo>
                    <a:pt x="4267384" y="590481"/>
                  </a:lnTo>
                  <a:lnTo>
                    <a:pt x="4336213" y="591817"/>
                  </a:lnTo>
                  <a:lnTo>
                    <a:pt x="4405041" y="592943"/>
                  </a:lnTo>
                  <a:lnTo>
                    <a:pt x="4473870" y="593870"/>
                  </a:lnTo>
                  <a:lnTo>
                    <a:pt x="4542699" y="594606"/>
                  </a:lnTo>
                  <a:lnTo>
                    <a:pt x="4611528" y="595162"/>
                  </a:lnTo>
                  <a:lnTo>
                    <a:pt x="4680356" y="595548"/>
                  </a:lnTo>
                  <a:lnTo>
                    <a:pt x="4749185" y="595772"/>
                  </a:lnTo>
                  <a:lnTo>
                    <a:pt x="4818014" y="595844"/>
                  </a:lnTo>
                  <a:lnTo>
                    <a:pt x="4886843" y="595771"/>
                  </a:lnTo>
                  <a:lnTo>
                    <a:pt x="4955672" y="595561"/>
                  </a:lnTo>
                  <a:lnTo>
                    <a:pt x="5024500" y="595223"/>
                  </a:lnTo>
                  <a:lnTo>
                    <a:pt x="5093329" y="594762"/>
                  </a:lnTo>
                  <a:lnTo>
                    <a:pt x="5162158" y="594186"/>
                  </a:lnTo>
                  <a:lnTo>
                    <a:pt x="5230987" y="593501"/>
                  </a:lnTo>
                  <a:lnTo>
                    <a:pt x="5299815" y="592712"/>
                  </a:lnTo>
                  <a:lnTo>
                    <a:pt x="5368644" y="591826"/>
                  </a:lnTo>
                  <a:lnTo>
                    <a:pt x="5437473" y="590848"/>
                  </a:lnTo>
                  <a:lnTo>
                    <a:pt x="5437473" y="1376976"/>
                  </a:lnTo>
                  <a:lnTo>
                    <a:pt x="5368644" y="1363629"/>
                  </a:lnTo>
                  <a:lnTo>
                    <a:pt x="5299815" y="1350374"/>
                  </a:lnTo>
                  <a:lnTo>
                    <a:pt x="5230987" y="1337217"/>
                  </a:lnTo>
                  <a:lnTo>
                    <a:pt x="5162158" y="1324163"/>
                  </a:lnTo>
                  <a:lnTo>
                    <a:pt x="5093329" y="1311218"/>
                  </a:lnTo>
                  <a:lnTo>
                    <a:pt x="5024500" y="1298388"/>
                  </a:lnTo>
                  <a:lnTo>
                    <a:pt x="4955672" y="1285681"/>
                  </a:lnTo>
                  <a:lnTo>
                    <a:pt x="4886843" y="1273103"/>
                  </a:lnTo>
                  <a:lnTo>
                    <a:pt x="4818014" y="1260661"/>
                  </a:lnTo>
                  <a:lnTo>
                    <a:pt x="4749185" y="1248364"/>
                  </a:lnTo>
                  <a:lnTo>
                    <a:pt x="4680356" y="1236220"/>
                  </a:lnTo>
                  <a:lnTo>
                    <a:pt x="4611528" y="1224237"/>
                  </a:lnTo>
                  <a:lnTo>
                    <a:pt x="4542699" y="1212424"/>
                  </a:lnTo>
                  <a:lnTo>
                    <a:pt x="4473870" y="1200791"/>
                  </a:lnTo>
                  <a:lnTo>
                    <a:pt x="4405041" y="1189349"/>
                  </a:lnTo>
                  <a:lnTo>
                    <a:pt x="4336213" y="1178106"/>
                  </a:lnTo>
                  <a:lnTo>
                    <a:pt x="4267384" y="1167074"/>
                  </a:lnTo>
                  <a:lnTo>
                    <a:pt x="4198555" y="1156264"/>
                  </a:lnTo>
                  <a:lnTo>
                    <a:pt x="4129726" y="1145685"/>
                  </a:lnTo>
                  <a:lnTo>
                    <a:pt x="4060897" y="1135351"/>
                  </a:lnTo>
                  <a:lnTo>
                    <a:pt x="3992069" y="1125271"/>
                  </a:lnTo>
                  <a:lnTo>
                    <a:pt x="3923240" y="1115457"/>
                  </a:lnTo>
                  <a:lnTo>
                    <a:pt x="3854411" y="1105919"/>
                  </a:lnTo>
                  <a:lnTo>
                    <a:pt x="3785582" y="1096670"/>
                  </a:lnTo>
                  <a:lnTo>
                    <a:pt x="3716754" y="1087717"/>
                  </a:lnTo>
                  <a:lnTo>
                    <a:pt x="3647925" y="1079073"/>
                  </a:lnTo>
                  <a:lnTo>
                    <a:pt x="3579096" y="1070744"/>
                  </a:lnTo>
                  <a:lnTo>
                    <a:pt x="3510267" y="1062740"/>
                  </a:lnTo>
                  <a:lnTo>
                    <a:pt x="3441438" y="1055067"/>
                  </a:lnTo>
                  <a:lnTo>
                    <a:pt x="3372610" y="1047732"/>
                  </a:lnTo>
                  <a:lnTo>
                    <a:pt x="3303781" y="1040738"/>
                  </a:lnTo>
                  <a:lnTo>
                    <a:pt x="3234952" y="1034090"/>
                  </a:lnTo>
                  <a:lnTo>
                    <a:pt x="3166123" y="1027790"/>
                  </a:lnTo>
                  <a:lnTo>
                    <a:pt x="3097295" y="1021837"/>
                  </a:lnTo>
                  <a:lnTo>
                    <a:pt x="3028466" y="1016231"/>
                  </a:lnTo>
                  <a:lnTo>
                    <a:pt x="2959637" y="1010969"/>
                  </a:lnTo>
                  <a:lnTo>
                    <a:pt x="2890808" y="1006048"/>
                  </a:lnTo>
                  <a:lnTo>
                    <a:pt x="2821979" y="1001463"/>
                  </a:lnTo>
                  <a:lnTo>
                    <a:pt x="2753151" y="997207"/>
                  </a:lnTo>
                  <a:lnTo>
                    <a:pt x="2684322" y="993272"/>
                  </a:lnTo>
                  <a:lnTo>
                    <a:pt x="2615493" y="989651"/>
                  </a:lnTo>
                  <a:lnTo>
                    <a:pt x="2546664" y="986335"/>
                  </a:lnTo>
                  <a:lnTo>
                    <a:pt x="2477836" y="983312"/>
                  </a:lnTo>
                  <a:lnTo>
                    <a:pt x="2409007" y="980574"/>
                  </a:lnTo>
                  <a:lnTo>
                    <a:pt x="2340178" y="978109"/>
                  </a:lnTo>
                  <a:lnTo>
                    <a:pt x="2271349" y="975905"/>
                  </a:lnTo>
                  <a:lnTo>
                    <a:pt x="2202520" y="973953"/>
                  </a:lnTo>
                  <a:lnTo>
                    <a:pt x="2133692" y="972241"/>
                  </a:lnTo>
                  <a:lnTo>
                    <a:pt x="2064863" y="970758"/>
                  </a:lnTo>
                  <a:lnTo>
                    <a:pt x="1996034" y="969492"/>
                  </a:lnTo>
                  <a:lnTo>
                    <a:pt x="1927205" y="968433"/>
                  </a:lnTo>
                  <a:lnTo>
                    <a:pt x="1858377" y="967571"/>
                  </a:lnTo>
                  <a:lnTo>
                    <a:pt x="1789548" y="966896"/>
                  </a:lnTo>
                  <a:lnTo>
                    <a:pt x="1720719" y="966397"/>
                  </a:lnTo>
                  <a:lnTo>
                    <a:pt x="1651890" y="966066"/>
                  </a:lnTo>
                  <a:lnTo>
                    <a:pt x="1583061" y="965893"/>
                  </a:lnTo>
                  <a:lnTo>
                    <a:pt x="1514233" y="965870"/>
                  </a:lnTo>
                  <a:lnTo>
                    <a:pt x="1445404" y="965989"/>
                  </a:lnTo>
                  <a:lnTo>
                    <a:pt x="1376575" y="966242"/>
                  </a:lnTo>
                  <a:lnTo>
                    <a:pt x="1307746" y="966622"/>
                  </a:lnTo>
                  <a:lnTo>
                    <a:pt x="1238918" y="967122"/>
                  </a:lnTo>
                  <a:lnTo>
                    <a:pt x="1170089" y="967735"/>
                  </a:lnTo>
                  <a:lnTo>
                    <a:pt x="1101260" y="968455"/>
                  </a:lnTo>
                  <a:lnTo>
                    <a:pt x="1032431" y="969277"/>
                  </a:lnTo>
                  <a:lnTo>
                    <a:pt x="963602" y="970194"/>
                  </a:lnTo>
                  <a:lnTo>
                    <a:pt x="894774" y="971202"/>
                  </a:lnTo>
                  <a:lnTo>
                    <a:pt x="825945" y="972295"/>
                  </a:lnTo>
                  <a:lnTo>
                    <a:pt x="757116" y="973470"/>
                  </a:lnTo>
                  <a:lnTo>
                    <a:pt x="688287" y="974722"/>
                  </a:lnTo>
                  <a:lnTo>
                    <a:pt x="619459" y="976047"/>
                  </a:lnTo>
                  <a:lnTo>
                    <a:pt x="550630" y="977441"/>
                  </a:lnTo>
                  <a:lnTo>
                    <a:pt x="481801" y="978900"/>
                  </a:lnTo>
                  <a:lnTo>
                    <a:pt x="412972" y="980422"/>
                  </a:lnTo>
                  <a:lnTo>
                    <a:pt x="344143" y="982002"/>
                  </a:lnTo>
                  <a:lnTo>
                    <a:pt x="275315" y="983639"/>
                  </a:lnTo>
                  <a:lnTo>
                    <a:pt x="206486" y="985329"/>
                  </a:lnTo>
                  <a:lnTo>
                    <a:pt x="137657" y="987069"/>
                  </a:lnTo>
                  <a:lnTo>
                    <a:pt x="68828" y="988858"/>
                  </a:lnTo>
                  <a:lnTo>
                    <a:pt x="0" y="99069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257927" y="3724785"/>
              <a:ext cx="5437473" cy="595844"/>
            </a:xfrm>
            <a:custGeom>
              <a:avLst/>
              <a:gdLst/>
              <a:ahLst/>
              <a:cxnLst/>
              <a:rect l="0" t="0" r="0" b="0"/>
              <a:pathLst>
                <a:path w="5437473" h="595844">
                  <a:moveTo>
                    <a:pt x="0" y="0"/>
                  </a:moveTo>
                  <a:lnTo>
                    <a:pt x="68828" y="14203"/>
                  </a:lnTo>
                  <a:lnTo>
                    <a:pt x="137657" y="28360"/>
                  </a:lnTo>
                  <a:lnTo>
                    <a:pt x="206486" y="42470"/>
                  </a:lnTo>
                  <a:lnTo>
                    <a:pt x="275315" y="56528"/>
                  </a:lnTo>
                  <a:lnTo>
                    <a:pt x="344143" y="70534"/>
                  </a:lnTo>
                  <a:lnTo>
                    <a:pt x="412972" y="84483"/>
                  </a:lnTo>
                  <a:lnTo>
                    <a:pt x="481801" y="98373"/>
                  </a:lnTo>
                  <a:lnTo>
                    <a:pt x="550630" y="112202"/>
                  </a:lnTo>
                  <a:lnTo>
                    <a:pt x="619459" y="125964"/>
                  </a:lnTo>
                  <a:lnTo>
                    <a:pt x="688287" y="139658"/>
                  </a:lnTo>
                  <a:lnTo>
                    <a:pt x="757116" y="153278"/>
                  </a:lnTo>
                  <a:lnTo>
                    <a:pt x="825945" y="166822"/>
                  </a:lnTo>
                  <a:lnTo>
                    <a:pt x="894774" y="180284"/>
                  </a:lnTo>
                  <a:lnTo>
                    <a:pt x="963602" y="193661"/>
                  </a:lnTo>
                  <a:lnTo>
                    <a:pt x="1032431" y="206947"/>
                  </a:lnTo>
                  <a:lnTo>
                    <a:pt x="1101260" y="220137"/>
                  </a:lnTo>
                  <a:lnTo>
                    <a:pt x="1170089" y="233226"/>
                  </a:lnTo>
                  <a:lnTo>
                    <a:pt x="1238918" y="246208"/>
                  </a:lnTo>
                  <a:lnTo>
                    <a:pt x="1307746" y="259076"/>
                  </a:lnTo>
                  <a:lnTo>
                    <a:pt x="1376575" y="271825"/>
                  </a:lnTo>
                  <a:lnTo>
                    <a:pt x="1445404" y="284447"/>
                  </a:lnTo>
                  <a:lnTo>
                    <a:pt x="1514233" y="296935"/>
                  </a:lnTo>
                  <a:lnTo>
                    <a:pt x="1583061" y="309280"/>
                  </a:lnTo>
                  <a:lnTo>
                    <a:pt x="1651890" y="321476"/>
                  </a:lnTo>
                  <a:lnTo>
                    <a:pt x="1720719" y="333514"/>
                  </a:lnTo>
                  <a:lnTo>
                    <a:pt x="1789548" y="345384"/>
                  </a:lnTo>
                  <a:lnTo>
                    <a:pt x="1858377" y="357077"/>
                  </a:lnTo>
                  <a:lnTo>
                    <a:pt x="1927205" y="368584"/>
                  </a:lnTo>
                  <a:lnTo>
                    <a:pt x="1996034" y="379894"/>
                  </a:lnTo>
                  <a:lnTo>
                    <a:pt x="2064863" y="390997"/>
                  </a:lnTo>
                  <a:lnTo>
                    <a:pt x="2133692" y="401882"/>
                  </a:lnTo>
                  <a:lnTo>
                    <a:pt x="2202520" y="412539"/>
                  </a:lnTo>
                  <a:lnTo>
                    <a:pt x="2271349" y="422956"/>
                  </a:lnTo>
                  <a:lnTo>
                    <a:pt x="2340178" y="433121"/>
                  </a:lnTo>
                  <a:lnTo>
                    <a:pt x="2409007" y="443025"/>
                  </a:lnTo>
                  <a:lnTo>
                    <a:pt x="2477836" y="452655"/>
                  </a:lnTo>
                  <a:lnTo>
                    <a:pt x="2546664" y="462001"/>
                  </a:lnTo>
                  <a:lnTo>
                    <a:pt x="2615493" y="471053"/>
                  </a:lnTo>
                  <a:lnTo>
                    <a:pt x="2684322" y="479801"/>
                  </a:lnTo>
                  <a:lnTo>
                    <a:pt x="2753151" y="488235"/>
                  </a:lnTo>
                  <a:lnTo>
                    <a:pt x="2821979" y="496348"/>
                  </a:lnTo>
                  <a:lnTo>
                    <a:pt x="2890808" y="504131"/>
                  </a:lnTo>
                  <a:lnTo>
                    <a:pt x="2959637" y="511579"/>
                  </a:lnTo>
                  <a:lnTo>
                    <a:pt x="3028466" y="518686"/>
                  </a:lnTo>
                  <a:lnTo>
                    <a:pt x="3097295" y="525449"/>
                  </a:lnTo>
                  <a:lnTo>
                    <a:pt x="3166123" y="531865"/>
                  </a:lnTo>
                  <a:lnTo>
                    <a:pt x="3234952" y="537933"/>
                  </a:lnTo>
                  <a:lnTo>
                    <a:pt x="3303781" y="543654"/>
                  </a:lnTo>
                  <a:lnTo>
                    <a:pt x="3372610" y="549029"/>
                  </a:lnTo>
                  <a:lnTo>
                    <a:pt x="3441438" y="554063"/>
                  </a:lnTo>
                  <a:lnTo>
                    <a:pt x="3510267" y="558759"/>
                  </a:lnTo>
                  <a:lnTo>
                    <a:pt x="3579096" y="563123"/>
                  </a:lnTo>
                  <a:lnTo>
                    <a:pt x="3647925" y="567164"/>
                  </a:lnTo>
                  <a:lnTo>
                    <a:pt x="3716754" y="570887"/>
                  </a:lnTo>
                  <a:lnTo>
                    <a:pt x="3785582" y="574304"/>
                  </a:lnTo>
                  <a:lnTo>
                    <a:pt x="3854411" y="577423"/>
                  </a:lnTo>
                  <a:lnTo>
                    <a:pt x="3923240" y="580254"/>
                  </a:lnTo>
                  <a:lnTo>
                    <a:pt x="3992069" y="582809"/>
                  </a:lnTo>
                  <a:lnTo>
                    <a:pt x="4060897" y="585098"/>
                  </a:lnTo>
                  <a:lnTo>
                    <a:pt x="4129726" y="587132"/>
                  </a:lnTo>
                  <a:lnTo>
                    <a:pt x="4198555" y="588922"/>
                  </a:lnTo>
                  <a:lnTo>
                    <a:pt x="4267384" y="590481"/>
                  </a:lnTo>
                  <a:lnTo>
                    <a:pt x="4336213" y="591817"/>
                  </a:lnTo>
                  <a:lnTo>
                    <a:pt x="4405041" y="592943"/>
                  </a:lnTo>
                  <a:lnTo>
                    <a:pt x="4473870" y="593870"/>
                  </a:lnTo>
                  <a:lnTo>
                    <a:pt x="4542699" y="594606"/>
                  </a:lnTo>
                  <a:lnTo>
                    <a:pt x="4611528" y="595162"/>
                  </a:lnTo>
                  <a:lnTo>
                    <a:pt x="4680356" y="595548"/>
                  </a:lnTo>
                  <a:lnTo>
                    <a:pt x="4749185" y="595772"/>
                  </a:lnTo>
                  <a:lnTo>
                    <a:pt x="4818014" y="595844"/>
                  </a:lnTo>
                  <a:lnTo>
                    <a:pt x="4886843" y="595771"/>
                  </a:lnTo>
                  <a:lnTo>
                    <a:pt x="4955672" y="595561"/>
                  </a:lnTo>
                  <a:lnTo>
                    <a:pt x="5024500" y="595223"/>
                  </a:lnTo>
                  <a:lnTo>
                    <a:pt x="5093329" y="594762"/>
                  </a:lnTo>
                  <a:lnTo>
                    <a:pt x="5162158" y="594186"/>
                  </a:lnTo>
                  <a:lnTo>
                    <a:pt x="5230987" y="593501"/>
                  </a:lnTo>
                  <a:lnTo>
                    <a:pt x="5299815" y="592712"/>
                  </a:lnTo>
                  <a:lnTo>
                    <a:pt x="5368644" y="591826"/>
                  </a:lnTo>
                  <a:lnTo>
                    <a:pt x="5437473" y="590848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257927" y="4690655"/>
              <a:ext cx="5437473" cy="411105"/>
            </a:xfrm>
            <a:custGeom>
              <a:avLst/>
              <a:gdLst/>
              <a:ahLst/>
              <a:cxnLst/>
              <a:rect l="0" t="0" r="0" b="0"/>
              <a:pathLst>
                <a:path w="5437473" h="411105">
                  <a:moveTo>
                    <a:pt x="5437473" y="411105"/>
                  </a:moveTo>
                  <a:lnTo>
                    <a:pt x="5368644" y="397758"/>
                  </a:lnTo>
                  <a:lnTo>
                    <a:pt x="5299815" y="384503"/>
                  </a:lnTo>
                  <a:lnTo>
                    <a:pt x="5230987" y="371346"/>
                  </a:lnTo>
                  <a:lnTo>
                    <a:pt x="5162158" y="358292"/>
                  </a:lnTo>
                  <a:lnTo>
                    <a:pt x="5093329" y="345347"/>
                  </a:lnTo>
                  <a:lnTo>
                    <a:pt x="5024500" y="332518"/>
                  </a:lnTo>
                  <a:lnTo>
                    <a:pt x="4955672" y="319810"/>
                  </a:lnTo>
                  <a:lnTo>
                    <a:pt x="4886843" y="307232"/>
                  </a:lnTo>
                  <a:lnTo>
                    <a:pt x="4818014" y="294790"/>
                  </a:lnTo>
                  <a:lnTo>
                    <a:pt x="4749185" y="282493"/>
                  </a:lnTo>
                  <a:lnTo>
                    <a:pt x="4680356" y="270349"/>
                  </a:lnTo>
                  <a:lnTo>
                    <a:pt x="4611528" y="258366"/>
                  </a:lnTo>
                  <a:lnTo>
                    <a:pt x="4542699" y="246553"/>
                  </a:lnTo>
                  <a:lnTo>
                    <a:pt x="4473870" y="234921"/>
                  </a:lnTo>
                  <a:lnTo>
                    <a:pt x="4405041" y="223478"/>
                  </a:lnTo>
                  <a:lnTo>
                    <a:pt x="4336213" y="212235"/>
                  </a:lnTo>
                  <a:lnTo>
                    <a:pt x="4267384" y="201203"/>
                  </a:lnTo>
                  <a:lnTo>
                    <a:pt x="4198555" y="190393"/>
                  </a:lnTo>
                  <a:lnTo>
                    <a:pt x="4129726" y="179815"/>
                  </a:lnTo>
                  <a:lnTo>
                    <a:pt x="4060897" y="169480"/>
                  </a:lnTo>
                  <a:lnTo>
                    <a:pt x="3992069" y="159400"/>
                  </a:lnTo>
                  <a:lnTo>
                    <a:pt x="3923240" y="149586"/>
                  </a:lnTo>
                  <a:lnTo>
                    <a:pt x="3854411" y="140049"/>
                  </a:lnTo>
                  <a:lnTo>
                    <a:pt x="3785582" y="130799"/>
                  </a:lnTo>
                  <a:lnTo>
                    <a:pt x="3716754" y="121847"/>
                  </a:lnTo>
                  <a:lnTo>
                    <a:pt x="3647925" y="113202"/>
                  </a:lnTo>
                  <a:lnTo>
                    <a:pt x="3579096" y="104873"/>
                  </a:lnTo>
                  <a:lnTo>
                    <a:pt x="3510267" y="96869"/>
                  </a:lnTo>
                  <a:lnTo>
                    <a:pt x="3441438" y="89196"/>
                  </a:lnTo>
                  <a:lnTo>
                    <a:pt x="3372610" y="81861"/>
                  </a:lnTo>
                  <a:lnTo>
                    <a:pt x="3303781" y="74867"/>
                  </a:lnTo>
                  <a:lnTo>
                    <a:pt x="3234952" y="68219"/>
                  </a:lnTo>
                  <a:lnTo>
                    <a:pt x="3166123" y="61919"/>
                  </a:lnTo>
                  <a:lnTo>
                    <a:pt x="3097295" y="55966"/>
                  </a:lnTo>
                  <a:lnTo>
                    <a:pt x="3028466" y="50360"/>
                  </a:lnTo>
                  <a:lnTo>
                    <a:pt x="2959637" y="45099"/>
                  </a:lnTo>
                  <a:lnTo>
                    <a:pt x="2890808" y="40178"/>
                  </a:lnTo>
                  <a:lnTo>
                    <a:pt x="2821979" y="35592"/>
                  </a:lnTo>
                  <a:lnTo>
                    <a:pt x="2753151" y="31336"/>
                  </a:lnTo>
                  <a:lnTo>
                    <a:pt x="2684322" y="27402"/>
                  </a:lnTo>
                  <a:lnTo>
                    <a:pt x="2615493" y="23781"/>
                  </a:lnTo>
                  <a:lnTo>
                    <a:pt x="2546664" y="20464"/>
                  </a:lnTo>
                  <a:lnTo>
                    <a:pt x="2477836" y="17442"/>
                  </a:lnTo>
                  <a:lnTo>
                    <a:pt x="2409007" y="14703"/>
                  </a:lnTo>
                  <a:lnTo>
                    <a:pt x="2340178" y="12238"/>
                  </a:lnTo>
                  <a:lnTo>
                    <a:pt x="2271349" y="10035"/>
                  </a:lnTo>
                  <a:lnTo>
                    <a:pt x="2202520" y="8083"/>
                  </a:lnTo>
                  <a:lnTo>
                    <a:pt x="2133692" y="6370"/>
                  </a:lnTo>
                  <a:lnTo>
                    <a:pt x="2064863" y="4887"/>
                  </a:lnTo>
                  <a:lnTo>
                    <a:pt x="1996034" y="3621"/>
                  </a:lnTo>
                  <a:lnTo>
                    <a:pt x="1927205" y="2562"/>
                  </a:lnTo>
                  <a:lnTo>
                    <a:pt x="1858377" y="1700"/>
                  </a:lnTo>
                  <a:lnTo>
                    <a:pt x="1789548" y="1025"/>
                  </a:lnTo>
                  <a:lnTo>
                    <a:pt x="1720719" y="526"/>
                  </a:lnTo>
                  <a:lnTo>
                    <a:pt x="1651890" y="195"/>
                  </a:lnTo>
                  <a:lnTo>
                    <a:pt x="1583061" y="22"/>
                  </a:lnTo>
                  <a:lnTo>
                    <a:pt x="1514233" y="0"/>
                  </a:lnTo>
                  <a:lnTo>
                    <a:pt x="1445404" y="119"/>
                  </a:lnTo>
                  <a:lnTo>
                    <a:pt x="1376575" y="372"/>
                  </a:lnTo>
                  <a:lnTo>
                    <a:pt x="1307746" y="751"/>
                  </a:lnTo>
                  <a:lnTo>
                    <a:pt x="1238918" y="1251"/>
                  </a:lnTo>
                  <a:lnTo>
                    <a:pt x="1170089" y="1864"/>
                  </a:lnTo>
                  <a:lnTo>
                    <a:pt x="1101260" y="2584"/>
                  </a:lnTo>
                  <a:lnTo>
                    <a:pt x="1032431" y="3406"/>
                  </a:lnTo>
                  <a:lnTo>
                    <a:pt x="963602" y="4323"/>
                  </a:lnTo>
                  <a:lnTo>
                    <a:pt x="894774" y="5331"/>
                  </a:lnTo>
                  <a:lnTo>
                    <a:pt x="825945" y="6425"/>
                  </a:lnTo>
                  <a:lnTo>
                    <a:pt x="757116" y="7600"/>
                  </a:lnTo>
                  <a:lnTo>
                    <a:pt x="688287" y="8851"/>
                  </a:lnTo>
                  <a:lnTo>
                    <a:pt x="619459" y="10176"/>
                  </a:lnTo>
                  <a:lnTo>
                    <a:pt x="550630" y="11570"/>
                  </a:lnTo>
                  <a:lnTo>
                    <a:pt x="481801" y="13029"/>
                  </a:lnTo>
                  <a:lnTo>
                    <a:pt x="412972" y="14551"/>
                  </a:lnTo>
                  <a:lnTo>
                    <a:pt x="344143" y="16132"/>
                  </a:lnTo>
                  <a:lnTo>
                    <a:pt x="275315" y="17768"/>
                  </a:lnTo>
                  <a:lnTo>
                    <a:pt x="206486" y="19458"/>
                  </a:lnTo>
                  <a:lnTo>
                    <a:pt x="137657" y="21199"/>
                  </a:lnTo>
                  <a:lnTo>
                    <a:pt x="68828" y="22987"/>
                  </a:lnTo>
                  <a:lnTo>
                    <a:pt x="0" y="2482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257927" y="4220131"/>
              <a:ext cx="5437473" cy="488565"/>
            </a:xfrm>
            <a:custGeom>
              <a:avLst/>
              <a:gdLst/>
              <a:ahLst/>
              <a:cxnLst/>
              <a:rect l="0" t="0" r="0" b="0"/>
              <a:pathLst>
                <a:path w="5437473" h="488565">
                  <a:moveTo>
                    <a:pt x="0" y="0"/>
                  </a:moveTo>
                  <a:lnTo>
                    <a:pt x="68828" y="6184"/>
                  </a:lnTo>
                  <a:lnTo>
                    <a:pt x="137657" y="12368"/>
                  </a:lnTo>
                  <a:lnTo>
                    <a:pt x="206486" y="18553"/>
                  </a:lnTo>
                  <a:lnTo>
                    <a:pt x="275315" y="24737"/>
                  </a:lnTo>
                  <a:lnTo>
                    <a:pt x="344143" y="30921"/>
                  </a:lnTo>
                  <a:lnTo>
                    <a:pt x="412972" y="37106"/>
                  </a:lnTo>
                  <a:lnTo>
                    <a:pt x="481801" y="43290"/>
                  </a:lnTo>
                  <a:lnTo>
                    <a:pt x="550630" y="49474"/>
                  </a:lnTo>
                  <a:lnTo>
                    <a:pt x="619459" y="55659"/>
                  </a:lnTo>
                  <a:lnTo>
                    <a:pt x="688287" y="61843"/>
                  </a:lnTo>
                  <a:lnTo>
                    <a:pt x="757116" y="68028"/>
                  </a:lnTo>
                  <a:lnTo>
                    <a:pt x="825945" y="74212"/>
                  </a:lnTo>
                  <a:lnTo>
                    <a:pt x="894774" y="80396"/>
                  </a:lnTo>
                  <a:lnTo>
                    <a:pt x="963602" y="86581"/>
                  </a:lnTo>
                  <a:lnTo>
                    <a:pt x="1032431" y="92765"/>
                  </a:lnTo>
                  <a:lnTo>
                    <a:pt x="1101260" y="98949"/>
                  </a:lnTo>
                  <a:lnTo>
                    <a:pt x="1170089" y="105134"/>
                  </a:lnTo>
                  <a:lnTo>
                    <a:pt x="1238918" y="111318"/>
                  </a:lnTo>
                  <a:lnTo>
                    <a:pt x="1307746" y="117503"/>
                  </a:lnTo>
                  <a:lnTo>
                    <a:pt x="1376575" y="123687"/>
                  </a:lnTo>
                  <a:lnTo>
                    <a:pt x="1445404" y="129871"/>
                  </a:lnTo>
                  <a:lnTo>
                    <a:pt x="1514233" y="136056"/>
                  </a:lnTo>
                  <a:lnTo>
                    <a:pt x="1583061" y="142240"/>
                  </a:lnTo>
                  <a:lnTo>
                    <a:pt x="1651890" y="148424"/>
                  </a:lnTo>
                  <a:lnTo>
                    <a:pt x="1720719" y="154609"/>
                  </a:lnTo>
                  <a:lnTo>
                    <a:pt x="1789548" y="160793"/>
                  </a:lnTo>
                  <a:lnTo>
                    <a:pt x="1858377" y="166978"/>
                  </a:lnTo>
                  <a:lnTo>
                    <a:pt x="1927205" y="173162"/>
                  </a:lnTo>
                  <a:lnTo>
                    <a:pt x="1996034" y="179346"/>
                  </a:lnTo>
                  <a:lnTo>
                    <a:pt x="2064863" y="185531"/>
                  </a:lnTo>
                  <a:lnTo>
                    <a:pt x="2133692" y="191715"/>
                  </a:lnTo>
                  <a:lnTo>
                    <a:pt x="2202520" y="197899"/>
                  </a:lnTo>
                  <a:lnTo>
                    <a:pt x="2271349" y="204084"/>
                  </a:lnTo>
                  <a:lnTo>
                    <a:pt x="2340178" y="210268"/>
                  </a:lnTo>
                  <a:lnTo>
                    <a:pt x="2409007" y="216453"/>
                  </a:lnTo>
                  <a:lnTo>
                    <a:pt x="2477836" y="222637"/>
                  </a:lnTo>
                  <a:lnTo>
                    <a:pt x="2546664" y="228821"/>
                  </a:lnTo>
                  <a:lnTo>
                    <a:pt x="2615493" y="235006"/>
                  </a:lnTo>
                  <a:lnTo>
                    <a:pt x="2684322" y="241190"/>
                  </a:lnTo>
                  <a:lnTo>
                    <a:pt x="2753151" y="247374"/>
                  </a:lnTo>
                  <a:lnTo>
                    <a:pt x="2821979" y="253559"/>
                  </a:lnTo>
                  <a:lnTo>
                    <a:pt x="2890808" y="259743"/>
                  </a:lnTo>
                  <a:lnTo>
                    <a:pt x="2959637" y="265928"/>
                  </a:lnTo>
                  <a:lnTo>
                    <a:pt x="3028466" y="272112"/>
                  </a:lnTo>
                  <a:lnTo>
                    <a:pt x="3097295" y="278296"/>
                  </a:lnTo>
                  <a:lnTo>
                    <a:pt x="3166123" y="284481"/>
                  </a:lnTo>
                  <a:lnTo>
                    <a:pt x="3234952" y="290665"/>
                  </a:lnTo>
                  <a:lnTo>
                    <a:pt x="3303781" y="296849"/>
                  </a:lnTo>
                  <a:lnTo>
                    <a:pt x="3372610" y="303034"/>
                  </a:lnTo>
                  <a:lnTo>
                    <a:pt x="3441438" y="309218"/>
                  </a:lnTo>
                  <a:lnTo>
                    <a:pt x="3510267" y="315403"/>
                  </a:lnTo>
                  <a:lnTo>
                    <a:pt x="3579096" y="321587"/>
                  </a:lnTo>
                  <a:lnTo>
                    <a:pt x="3647925" y="327771"/>
                  </a:lnTo>
                  <a:lnTo>
                    <a:pt x="3716754" y="333956"/>
                  </a:lnTo>
                  <a:lnTo>
                    <a:pt x="3785582" y="340140"/>
                  </a:lnTo>
                  <a:lnTo>
                    <a:pt x="3854411" y="346324"/>
                  </a:lnTo>
                  <a:lnTo>
                    <a:pt x="3923240" y="352509"/>
                  </a:lnTo>
                  <a:lnTo>
                    <a:pt x="3992069" y="358693"/>
                  </a:lnTo>
                  <a:lnTo>
                    <a:pt x="4060897" y="364878"/>
                  </a:lnTo>
                  <a:lnTo>
                    <a:pt x="4129726" y="371062"/>
                  </a:lnTo>
                  <a:lnTo>
                    <a:pt x="4198555" y="377246"/>
                  </a:lnTo>
                  <a:lnTo>
                    <a:pt x="4267384" y="383431"/>
                  </a:lnTo>
                  <a:lnTo>
                    <a:pt x="4336213" y="389615"/>
                  </a:lnTo>
                  <a:lnTo>
                    <a:pt x="4405041" y="395799"/>
                  </a:lnTo>
                  <a:lnTo>
                    <a:pt x="4473870" y="401984"/>
                  </a:lnTo>
                  <a:lnTo>
                    <a:pt x="4542699" y="408168"/>
                  </a:lnTo>
                  <a:lnTo>
                    <a:pt x="4611528" y="414353"/>
                  </a:lnTo>
                  <a:lnTo>
                    <a:pt x="4680356" y="420537"/>
                  </a:lnTo>
                  <a:lnTo>
                    <a:pt x="4749185" y="426721"/>
                  </a:lnTo>
                  <a:lnTo>
                    <a:pt x="4818014" y="432906"/>
                  </a:lnTo>
                  <a:lnTo>
                    <a:pt x="4886843" y="439090"/>
                  </a:lnTo>
                  <a:lnTo>
                    <a:pt x="4955672" y="445274"/>
                  </a:lnTo>
                  <a:lnTo>
                    <a:pt x="5024500" y="451459"/>
                  </a:lnTo>
                  <a:lnTo>
                    <a:pt x="5093329" y="457643"/>
                  </a:lnTo>
                  <a:lnTo>
                    <a:pt x="5162158" y="463828"/>
                  </a:lnTo>
                  <a:lnTo>
                    <a:pt x="5230987" y="470012"/>
                  </a:lnTo>
                  <a:lnTo>
                    <a:pt x="5299815" y="476196"/>
                  </a:lnTo>
                  <a:lnTo>
                    <a:pt x="5368644" y="482381"/>
                  </a:lnTo>
                  <a:lnTo>
                    <a:pt x="5437473" y="488565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92CC190-E71A-C287-1DAE-D9590F5626C3}"/>
                </a:ext>
              </a:extLst>
            </p:cNvPr>
            <p:cNvGrpSpPr/>
            <p:nvPr/>
          </p:nvGrpSpPr>
          <p:grpSpPr>
            <a:xfrm>
              <a:off x="7092280" y="1943313"/>
              <a:ext cx="1245877" cy="837615"/>
              <a:chOff x="7371333" y="3361640"/>
              <a:chExt cx="1245877" cy="837615"/>
            </a:xfrm>
          </p:grpSpPr>
          <p:sp>
            <p:nvSpPr>
              <p:cNvPr id="90" name="rc82">
                <a:extLst>
                  <a:ext uri="{FF2B5EF4-FFF2-40B4-BE49-F238E27FC236}">
                    <a16:creationId xmlns:a16="http://schemas.microsoft.com/office/drawing/2014/main" id="{E874772F-C027-5DB8-C93F-84A4668C2E9C}"/>
                  </a:ext>
                </a:extLst>
              </p:cNvPr>
              <p:cNvSpPr/>
              <p:nvPr/>
            </p:nvSpPr>
            <p:spPr>
              <a:xfrm>
                <a:off x="7383221" y="3420451"/>
                <a:ext cx="1233989" cy="778804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tx83">
                <a:extLst>
                  <a:ext uri="{FF2B5EF4-FFF2-40B4-BE49-F238E27FC236}">
                    <a16:creationId xmlns:a16="http://schemas.microsoft.com/office/drawing/2014/main" id="{0FF01D06-8E47-E61B-04FD-99E34F0D9A91}"/>
                  </a:ext>
                </a:extLst>
              </p:cNvPr>
              <p:cNvSpPr/>
              <p:nvPr/>
            </p:nvSpPr>
            <p:spPr>
              <a:xfrm>
                <a:off x="7371333" y="3361640"/>
                <a:ext cx="1094811" cy="10021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4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Common </a:t>
                </a:r>
              </a:p>
              <a:p>
                <a:pPr marL="0" marR="0" indent="0" algn="l">
                  <a:lnSpc>
                    <a:spcPts val="14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Garden</a:t>
                </a:r>
                <a:endPara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92" name="rc84">
                <a:extLst>
                  <a:ext uri="{FF2B5EF4-FFF2-40B4-BE49-F238E27FC236}">
                    <a16:creationId xmlns:a16="http://schemas.microsoft.com/office/drawing/2014/main" id="{684A8C7C-AE1C-69BA-7E3D-8217509F2626}"/>
                  </a:ext>
                </a:extLst>
              </p:cNvPr>
              <p:cNvSpPr/>
              <p:nvPr/>
            </p:nvSpPr>
            <p:spPr>
              <a:xfrm>
                <a:off x="7452810" y="369075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" name="pt85">
                <a:extLst>
                  <a:ext uri="{FF2B5EF4-FFF2-40B4-BE49-F238E27FC236}">
                    <a16:creationId xmlns:a16="http://schemas.microsoft.com/office/drawing/2014/main" id="{D63C7C1D-59D6-5DED-D01F-C66E75607195}"/>
                  </a:ext>
                </a:extLst>
              </p:cNvPr>
              <p:cNvSpPr/>
              <p:nvPr/>
            </p:nvSpPr>
            <p:spPr>
              <a:xfrm>
                <a:off x="7503836" y="374177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" name="rc86">
                <a:extLst>
                  <a:ext uri="{FF2B5EF4-FFF2-40B4-BE49-F238E27FC236}">
                    <a16:creationId xmlns:a16="http://schemas.microsoft.com/office/drawing/2014/main" id="{C14601E9-49B4-3C3A-4104-4EDF32BA926B}"/>
                  </a:ext>
                </a:extLst>
              </p:cNvPr>
              <p:cNvSpPr/>
              <p:nvPr/>
            </p:nvSpPr>
            <p:spPr>
              <a:xfrm>
                <a:off x="7452810" y="391021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" name="pt87">
                <a:extLst>
                  <a:ext uri="{FF2B5EF4-FFF2-40B4-BE49-F238E27FC236}">
                    <a16:creationId xmlns:a16="http://schemas.microsoft.com/office/drawing/2014/main" id="{717BA0BE-13F7-6518-E39F-8EBC181BFD5C}"/>
                  </a:ext>
                </a:extLst>
              </p:cNvPr>
              <p:cNvSpPr/>
              <p:nvPr/>
            </p:nvSpPr>
            <p:spPr>
              <a:xfrm>
                <a:off x="7503836" y="396123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" name="tx88">
                <a:extLst>
                  <a:ext uri="{FF2B5EF4-FFF2-40B4-BE49-F238E27FC236}">
                    <a16:creationId xmlns:a16="http://schemas.microsoft.com/office/drawing/2014/main" id="{6C0CBBF8-9A4C-1CC1-A6CB-1260CFDE4074}"/>
                  </a:ext>
                </a:extLst>
              </p:cNvPr>
              <p:cNvSpPr/>
              <p:nvPr/>
            </p:nvSpPr>
            <p:spPr>
              <a:xfrm>
                <a:off x="7803381" y="3760431"/>
                <a:ext cx="472013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Lewisetta</a:t>
                </a:r>
              </a:p>
            </p:txBody>
          </p:sp>
          <p:sp>
            <p:nvSpPr>
              <p:cNvPr id="97" name="tx89">
                <a:extLst>
                  <a:ext uri="{FF2B5EF4-FFF2-40B4-BE49-F238E27FC236}">
                    <a16:creationId xmlns:a16="http://schemas.microsoft.com/office/drawing/2014/main" id="{E2244711-AD07-0375-D1D6-92A8F9D2AF9C}"/>
                  </a:ext>
                </a:extLst>
              </p:cNvPr>
              <p:cNvSpPr/>
              <p:nvPr/>
            </p:nvSpPr>
            <p:spPr>
              <a:xfrm>
                <a:off x="7816953" y="3979887"/>
                <a:ext cx="490484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York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 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River</a:t>
                </a:r>
              </a:p>
            </p:txBody>
          </p:sp>
        </p:grpSp>
        <p:sp>
          <p:nvSpPr>
            <p:cNvPr id="98" name="tx90">
              <a:extLst>
                <a:ext uri="{FF2B5EF4-FFF2-40B4-BE49-F238E27FC236}">
                  <a16:creationId xmlns:a16="http://schemas.microsoft.com/office/drawing/2014/main" id="{BC3519ED-8934-D04F-C586-AD9082E14A0B}"/>
                </a:ext>
              </a:extLst>
            </p:cNvPr>
            <p:cNvSpPr/>
            <p:nvPr/>
          </p:nvSpPr>
          <p:spPr>
            <a:xfrm>
              <a:off x="899592" y="1669789"/>
              <a:ext cx="3789182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</a:t>
              </a: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</a:t>
              </a: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GF</a:t>
              </a:r>
              <a:r>
                <a:rPr lang="en-US" sz="2000" baseline="-25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offset</a:t>
              </a: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vs Survival</a:t>
              </a:r>
            </a:p>
          </p:txBody>
        </p:sp>
        <p:sp>
          <p:nvSpPr>
            <p:cNvPr id="99" name="pl60">
              <a:extLst>
                <a:ext uri="{FF2B5EF4-FFF2-40B4-BE49-F238E27FC236}">
                  <a16:creationId xmlns:a16="http://schemas.microsoft.com/office/drawing/2014/main" id="{8563B00D-A7B3-9FFB-DFA7-2927AF16EAF1}"/>
                </a:ext>
              </a:extLst>
            </p:cNvPr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tx61">
              <a:extLst>
                <a:ext uri="{FF2B5EF4-FFF2-40B4-BE49-F238E27FC236}">
                  <a16:creationId xmlns:a16="http://schemas.microsoft.com/office/drawing/2014/main" id="{F757F349-3131-7DD5-F71A-DC04C16BC231}"/>
                </a:ext>
              </a:extLst>
            </p:cNvPr>
            <p:cNvSpPr/>
            <p:nvPr/>
          </p:nvSpPr>
          <p:spPr>
            <a:xfrm>
              <a:off x="611560" y="524927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01" name="tx62">
              <a:extLst>
                <a:ext uri="{FF2B5EF4-FFF2-40B4-BE49-F238E27FC236}">
                  <a16:creationId xmlns:a16="http://schemas.microsoft.com/office/drawing/2014/main" id="{224EDAC8-63AD-CCE8-2151-424317D28509}"/>
                </a:ext>
              </a:extLst>
            </p:cNvPr>
            <p:cNvSpPr/>
            <p:nvPr/>
          </p:nvSpPr>
          <p:spPr>
            <a:xfrm>
              <a:off x="611560" y="441286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02" name="tx63">
              <a:extLst>
                <a:ext uri="{FF2B5EF4-FFF2-40B4-BE49-F238E27FC236}">
                  <a16:creationId xmlns:a16="http://schemas.microsoft.com/office/drawing/2014/main" id="{60935BB5-A75B-6FC1-92A4-E46F0B4DDEB9}"/>
                </a:ext>
              </a:extLst>
            </p:cNvPr>
            <p:cNvSpPr/>
            <p:nvPr/>
          </p:nvSpPr>
          <p:spPr>
            <a:xfrm>
              <a:off x="611560" y="357645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03" name="tx64">
              <a:extLst>
                <a:ext uri="{FF2B5EF4-FFF2-40B4-BE49-F238E27FC236}">
                  <a16:creationId xmlns:a16="http://schemas.microsoft.com/office/drawing/2014/main" id="{071B1C95-7043-2C77-C3E1-3A2D4F159073}"/>
                </a:ext>
              </a:extLst>
            </p:cNvPr>
            <p:cNvSpPr/>
            <p:nvPr/>
          </p:nvSpPr>
          <p:spPr>
            <a:xfrm>
              <a:off x="611560" y="274004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04" name="tx65">
              <a:extLst>
                <a:ext uri="{FF2B5EF4-FFF2-40B4-BE49-F238E27FC236}">
                  <a16:creationId xmlns:a16="http://schemas.microsoft.com/office/drawing/2014/main" id="{EAAC28FD-81E7-2008-F476-32A5A675561D}"/>
                </a:ext>
              </a:extLst>
            </p:cNvPr>
            <p:cNvSpPr/>
            <p:nvPr/>
          </p:nvSpPr>
          <p:spPr>
            <a:xfrm>
              <a:off x="611560" y="190363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05" name="pl66">
              <a:extLst>
                <a:ext uri="{FF2B5EF4-FFF2-40B4-BE49-F238E27FC236}">
                  <a16:creationId xmlns:a16="http://schemas.microsoft.com/office/drawing/2014/main" id="{F7CC6E62-CC50-A558-C824-D9C8DE24D043}"/>
                </a:ext>
              </a:extLst>
            </p:cNvPr>
            <p:cNvSpPr/>
            <p:nvPr/>
          </p:nvSpPr>
          <p:spPr>
            <a:xfrm>
              <a:off x="938079" y="52893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67">
              <a:extLst>
                <a:ext uri="{FF2B5EF4-FFF2-40B4-BE49-F238E27FC236}">
                  <a16:creationId xmlns:a16="http://schemas.microsoft.com/office/drawing/2014/main" id="{FCE65FC0-B976-8EE7-9B43-B132B4D87CEC}"/>
                </a:ext>
              </a:extLst>
            </p:cNvPr>
            <p:cNvSpPr/>
            <p:nvPr/>
          </p:nvSpPr>
          <p:spPr>
            <a:xfrm>
              <a:off x="938079" y="44529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68">
              <a:extLst>
                <a:ext uri="{FF2B5EF4-FFF2-40B4-BE49-F238E27FC236}">
                  <a16:creationId xmlns:a16="http://schemas.microsoft.com/office/drawing/2014/main" id="{45E95A2F-306C-6732-CABD-45E203C84D07}"/>
                </a:ext>
              </a:extLst>
            </p:cNvPr>
            <p:cNvSpPr/>
            <p:nvPr/>
          </p:nvSpPr>
          <p:spPr>
            <a:xfrm>
              <a:off x="938079" y="36165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69">
              <a:extLst>
                <a:ext uri="{FF2B5EF4-FFF2-40B4-BE49-F238E27FC236}">
                  <a16:creationId xmlns:a16="http://schemas.microsoft.com/office/drawing/2014/main" id="{3D833DF3-B879-6AD6-5598-ED0F8433A166}"/>
                </a:ext>
              </a:extLst>
            </p:cNvPr>
            <p:cNvSpPr/>
            <p:nvPr/>
          </p:nvSpPr>
          <p:spPr>
            <a:xfrm>
              <a:off x="938079" y="278009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70">
              <a:extLst>
                <a:ext uri="{FF2B5EF4-FFF2-40B4-BE49-F238E27FC236}">
                  <a16:creationId xmlns:a16="http://schemas.microsoft.com/office/drawing/2014/main" id="{A850F84B-7107-F6FA-0CB2-4CCC233A7FCE}"/>
                </a:ext>
              </a:extLst>
            </p:cNvPr>
            <p:cNvSpPr/>
            <p:nvPr/>
          </p:nvSpPr>
          <p:spPr>
            <a:xfrm>
              <a:off x="938079" y="19436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tx81">
              <a:extLst>
                <a:ext uri="{FF2B5EF4-FFF2-40B4-BE49-F238E27FC236}">
                  <a16:creationId xmlns:a16="http://schemas.microsoft.com/office/drawing/2014/main" id="{0BA8141C-C50C-DDB6-1B54-94A3F3669F7E}"/>
                </a:ext>
              </a:extLst>
            </p:cNvPr>
            <p:cNvSpPr/>
            <p:nvPr/>
          </p:nvSpPr>
          <p:spPr>
            <a:xfrm rot="16200000">
              <a:off x="197203" y="37597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11" name="pl71">
              <a:extLst>
                <a:ext uri="{FF2B5EF4-FFF2-40B4-BE49-F238E27FC236}">
                  <a16:creationId xmlns:a16="http://schemas.microsoft.com/office/drawing/2014/main" id="{C5A71374-F1E7-A7B3-AA01-CA2FB2FEB44C}"/>
                </a:ext>
              </a:extLst>
            </p:cNvPr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gdLst/>
              <a:ahLst/>
              <a:cxnLst/>
              <a:rect l="0" t="0" r="0" b="0"/>
              <a:pathLst>
                <a:path w="6271169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73">
              <a:extLst>
                <a:ext uri="{FF2B5EF4-FFF2-40B4-BE49-F238E27FC236}">
                  <a16:creationId xmlns:a16="http://schemas.microsoft.com/office/drawing/2014/main" id="{37E7EBBD-8ED9-8177-7619-9E11E8F34DF7}"/>
                </a:ext>
              </a:extLst>
            </p:cNvPr>
            <p:cNvSpPr/>
            <p:nvPr/>
          </p:nvSpPr>
          <p:spPr>
            <a:xfrm>
              <a:off x="274451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74">
              <a:extLst>
                <a:ext uri="{FF2B5EF4-FFF2-40B4-BE49-F238E27FC236}">
                  <a16:creationId xmlns:a16="http://schemas.microsoft.com/office/drawing/2014/main" id="{3BAE5001-C030-01E7-8B1B-1491552818CC}"/>
                </a:ext>
              </a:extLst>
            </p:cNvPr>
            <p:cNvSpPr/>
            <p:nvPr/>
          </p:nvSpPr>
          <p:spPr>
            <a:xfrm>
              <a:off x="447416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75">
              <a:extLst>
                <a:ext uri="{FF2B5EF4-FFF2-40B4-BE49-F238E27FC236}">
                  <a16:creationId xmlns:a16="http://schemas.microsoft.com/office/drawing/2014/main" id="{AF435790-92FB-F7B9-53E9-2DAE7688F9E2}"/>
                </a:ext>
              </a:extLst>
            </p:cNvPr>
            <p:cNvSpPr/>
            <p:nvPr/>
          </p:nvSpPr>
          <p:spPr>
            <a:xfrm>
              <a:off x="620382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tx77">
              <a:extLst>
                <a:ext uri="{FF2B5EF4-FFF2-40B4-BE49-F238E27FC236}">
                  <a16:creationId xmlns:a16="http://schemas.microsoft.com/office/drawing/2014/main" id="{C5598BD8-72A9-56A3-11EC-A3BA6A08106F}"/>
                </a:ext>
              </a:extLst>
            </p:cNvPr>
            <p:cNvSpPr/>
            <p:nvPr/>
          </p:nvSpPr>
          <p:spPr>
            <a:xfrm>
              <a:off x="2713424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116" name="tx78">
              <a:extLst>
                <a:ext uri="{FF2B5EF4-FFF2-40B4-BE49-F238E27FC236}">
                  <a16:creationId xmlns:a16="http://schemas.microsoft.com/office/drawing/2014/main" id="{080989AF-F419-D016-3486-F1364ED3021D}"/>
                </a:ext>
              </a:extLst>
            </p:cNvPr>
            <p:cNvSpPr/>
            <p:nvPr/>
          </p:nvSpPr>
          <p:spPr>
            <a:xfrm>
              <a:off x="4443077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117" name="tx79">
              <a:extLst>
                <a:ext uri="{FF2B5EF4-FFF2-40B4-BE49-F238E27FC236}">
                  <a16:creationId xmlns:a16="http://schemas.microsoft.com/office/drawing/2014/main" id="{61586EB8-B4EC-0AF4-27DF-D956DAC82028}"/>
                </a:ext>
              </a:extLst>
            </p:cNvPr>
            <p:cNvSpPr/>
            <p:nvPr/>
          </p:nvSpPr>
          <p:spPr>
            <a:xfrm>
              <a:off x="6172730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118" name="tx80">
              <a:extLst>
                <a:ext uri="{FF2B5EF4-FFF2-40B4-BE49-F238E27FC236}">
                  <a16:creationId xmlns:a16="http://schemas.microsoft.com/office/drawing/2014/main" id="{4CB55319-3C6A-570E-EE87-83171DE3A940}"/>
                </a:ext>
              </a:extLst>
            </p:cNvPr>
            <p:cNvSpPr/>
            <p:nvPr/>
          </p:nvSpPr>
          <p:spPr>
            <a:xfrm>
              <a:off x="3755363" y="6137094"/>
              <a:ext cx="70619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</a:t>
              </a: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Offset</a:t>
              </a:r>
            </a:p>
          </p:txBody>
        </p:sp>
        <p:sp>
          <p:nvSpPr>
            <p:cNvPr id="119" name="pl72">
              <a:extLst>
                <a:ext uri="{FF2B5EF4-FFF2-40B4-BE49-F238E27FC236}">
                  <a16:creationId xmlns:a16="http://schemas.microsoft.com/office/drawing/2014/main" id="{42EEF221-1D05-EF28-7C5A-2BF74171EE13}"/>
                </a:ext>
              </a:extLst>
            </p:cNvPr>
            <p:cNvSpPr/>
            <p:nvPr/>
          </p:nvSpPr>
          <p:spPr>
            <a:xfrm>
              <a:off x="1234765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tx76">
              <a:extLst>
                <a:ext uri="{FF2B5EF4-FFF2-40B4-BE49-F238E27FC236}">
                  <a16:creationId xmlns:a16="http://schemas.microsoft.com/office/drawing/2014/main" id="{150F63B4-E40A-3394-4BD9-304053BB50CF}"/>
                </a:ext>
              </a:extLst>
            </p:cNvPr>
            <p:cNvSpPr/>
            <p:nvPr/>
          </p:nvSpPr>
          <p:spPr>
            <a:xfrm>
              <a:off x="1125998" y="586917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A7AA63C3-5501-8988-8580-82D24E2F7119}"/>
                </a:ext>
              </a:extLst>
            </p:cNvPr>
            <p:cNvSpPr/>
            <p:nvPr/>
          </p:nvSpPr>
          <p:spPr>
            <a:xfrm>
              <a:off x="2173372" y="2797495"/>
              <a:ext cx="936104" cy="504056"/>
            </a:xfrm>
            <a:prstGeom prst="roundRect">
              <a:avLst/>
            </a:prstGeom>
            <a:solidFill>
              <a:srgbClr val="00FA9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tx1"/>
                  </a:solidFill>
                </a:rPr>
                <a:t>τ</a:t>
              </a:r>
              <a:r>
                <a:rPr lang="en-US" sz="1300" b="1" i="1" dirty="0">
                  <a:solidFill>
                    <a:schemeClr val="tx1"/>
                  </a:solidFill>
                </a:rPr>
                <a:t> = </a:t>
              </a:r>
              <a:r>
                <a:rPr lang="en-US" sz="1300" i="1" dirty="0">
                  <a:solidFill>
                    <a:schemeClr val="tx1"/>
                  </a:solidFill>
                </a:rPr>
                <a:t>-0.137</a:t>
              </a:r>
            </a:p>
          </p:txBody>
        </p:sp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64133AFA-51BF-EE4E-4E22-8F050CB51869}"/>
                </a:ext>
              </a:extLst>
            </p:cNvPr>
            <p:cNvSpPr/>
            <p:nvPr/>
          </p:nvSpPr>
          <p:spPr>
            <a:xfrm>
              <a:off x="5243940" y="4527682"/>
              <a:ext cx="936104" cy="504056"/>
            </a:xfrm>
            <a:prstGeom prst="roundRect">
              <a:avLst/>
            </a:prstGeom>
            <a:solidFill>
              <a:srgbClr val="1C90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bg1"/>
                  </a:solidFill>
                </a:rPr>
                <a:t>τ</a:t>
              </a:r>
              <a:r>
                <a:rPr lang="en-US" sz="1300" b="1" i="1" dirty="0">
                  <a:solidFill>
                    <a:schemeClr val="bg1"/>
                  </a:solidFill>
                </a:rPr>
                <a:t> = </a:t>
              </a:r>
              <a:r>
                <a:rPr lang="en-US" sz="1300" i="1" dirty="0">
                  <a:solidFill>
                    <a:schemeClr val="bg1"/>
                  </a:solidFill>
                </a:rPr>
                <a:t>-0.285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43D020A-0C22-152A-3E4F-1F73DDFEA33C}"/>
              </a:ext>
            </a:extLst>
          </p:cNvPr>
          <p:cNvGrpSpPr/>
          <p:nvPr/>
        </p:nvGrpSpPr>
        <p:grpSpPr>
          <a:xfrm>
            <a:off x="395536" y="1644846"/>
            <a:ext cx="7942621" cy="4520458"/>
            <a:chOff x="395536" y="1644846"/>
            <a:chExt cx="7942621" cy="4520458"/>
          </a:xfrm>
        </p:grpSpPr>
        <p:sp>
          <p:nvSpPr>
            <p:cNvPr id="5" name="rc5"/>
            <p:cNvSpPr/>
            <p:nvPr/>
          </p:nvSpPr>
          <p:spPr>
            <a:xfrm>
              <a:off x="972874" y="1896563"/>
              <a:ext cx="6271169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C4662DB-D418-B7B3-0355-F01B84BFC0D5}"/>
                </a:ext>
              </a:extLst>
            </p:cNvPr>
            <p:cNvGrpSpPr/>
            <p:nvPr/>
          </p:nvGrpSpPr>
          <p:grpSpPr>
            <a:xfrm>
              <a:off x="1199225" y="2070498"/>
              <a:ext cx="5818468" cy="3537411"/>
              <a:chOff x="1199225" y="2070498"/>
              <a:chExt cx="5818468" cy="3537411"/>
            </a:xfrm>
          </p:grpSpPr>
          <p:sp>
            <p:nvSpPr>
              <p:cNvPr id="6" name="pt6"/>
              <p:cNvSpPr/>
              <p:nvPr/>
            </p:nvSpPr>
            <p:spPr>
              <a:xfrm>
                <a:off x="1199225" y="3372075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t7"/>
              <p:cNvSpPr/>
              <p:nvPr/>
            </p:nvSpPr>
            <p:spPr>
              <a:xfrm>
                <a:off x="1199225" y="3083280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t8"/>
              <p:cNvSpPr/>
              <p:nvPr/>
            </p:nvSpPr>
            <p:spPr>
              <a:xfrm>
                <a:off x="1199225" y="3040778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t9"/>
              <p:cNvSpPr/>
              <p:nvPr/>
            </p:nvSpPr>
            <p:spPr>
              <a:xfrm>
                <a:off x="4940136" y="3452675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t10"/>
              <p:cNvSpPr/>
              <p:nvPr/>
            </p:nvSpPr>
            <p:spPr>
              <a:xfrm>
                <a:off x="4940136" y="332988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t11"/>
              <p:cNvSpPr/>
              <p:nvPr/>
            </p:nvSpPr>
            <p:spPr>
              <a:xfrm>
                <a:off x="4940136" y="320569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t12"/>
              <p:cNvSpPr/>
              <p:nvPr/>
            </p:nvSpPr>
            <p:spPr>
              <a:xfrm>
                <a:off x="5463832" y="3596831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t13"/>
              <p:cNvSpPr/>
              <p:nvPr/>
            </p:nvSpPr>
            <p:spPr>
              <a:xfrm>
                <a:off x="5463832" y="3108403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t14"/>
              <p:cNvSpPr/>
              <p:nvPr/>
            </p:nvSpPr>
            <p:spPr>
              <a:xfrm>
                <a:off x="5463832" y="3200816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t15"/>
              <p:cNvSpPr/>
              <p:nvPr/>
            </p:nvSpPr>
            <p:spPr>
              <a:xfrm>
                <a:off x="3840206" y="3005650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t16"/>
              <p:cNvSpPr/>
              <p:nvPr/>
            </p:nvSpPr>
            <p:spPr>
              <a:xfrm>
                <a:off x="3840206" y="238118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t17"/>
              <p:cNvSpPr/>
              <p:nvPr/>
            </p:nvSpPr>
            <p:spPr>
              <a:xfrm>
                <a:off x="3840206" y="2533195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t18"/>
              <p:cNvSpPr/>
              <p:nvPr/>
            </p:nvSpPr>
            <p:spPr>
              <a:xfrm>
                <a:off x="6900288" y="387167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t19"/>
              <p:cNvSpPr/>
              <p:nvPr/>
            </p:nvSpPr>
            <p:spPr>
              <a:xfrm>
                <a:off x="6900288" y="2738170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t20"/>
              <p:cNvSpPr/>
              <p:nvPr/>
            </p:nvSpPr>
            <p:spPr>
              <a:xfrm>
                <a:off x="6900288" y="355876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t21"/>
              <p:cNvSpPr/>
              <p:nvPr/>
            </p:nvSpPr>
            <p:spPr>
              <a:xfrm>
                <a:off x="6873241" y="365820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t22"/>
              <p:cNvSpPr/>
              <p:nvPr/>
            </p:nvSpPr>
            <p:spPr>
              <a:xfrm>
                <a:off x="6873241" y="405303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t23"/>
              <p:cNvSpPr/>
              <p:nvPr/>
            </p:nvSpPr>
            <p:spPr>
              <a:xfrm>
                <a:off x="6873241" y="3751924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t24"/>
              <p:cNvSpPr/>
              <p:nvPr/>
            </p:nvSpPr>
            <p:spPr>
              <a:xfrm>
                <a:off x="5436307" y="540835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t25"/>
              <p:cNvSpPr/>
              <p:nvPr/>
            </p:nvSpPr>
            <p:spPr>
              <a:xfrm>
                <a:off x="5436307" y="5188904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t26"/>
              <p:cNvSpPr/>
              <p:nvPr/>
            </p:nvSpPr>
            <p:spPr>
              <a:xfrm>
                <a:off x="5436307" y="5332385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t27"/>
              <p:cNvSpPr/>
              <p:nvPr/>
            </p:nvSpPr>
            <p:spPr>
              <a:xfrm>
                <a:off x="6591407" y="5108852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t28"/>
              <p:cNvSpPr/>
              <p:nvPr/>
            </p:nvSpPr>
            <p:spPr>
              <a:xfrm>
                <a:off x="6591407" y="4849098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t29"/>
              <p:cNvSpPr/>
              <p:nvPr/>
            </p:nvSpPr>
            <p:spPr>
              <a:xfrm>
                <a:off x="6591407" y="5215221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g30"/>
              <p:cNvSpPr/>
              <p:nvPr/>
            </p:nvSpPr>
            <p:spPr>
              <a:xfrm>
                <a:off x="1257927" y="2070498"/>
                <a:ext cx="5701062" cy="2626917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2626917">
                    <a:moveTo>
                      <a:pt x="0" y="0"/>
                    </a:moveTo>
                    <a:lnTo>
                      <a:pt x="72165" y="28967"/>
                    </a:lnTo>
                    <a:lnTo>
                      <a:pt x="144330" y="57892"/>
                    </a:lnTo>
                    <a:lnTo>
                      <a:pt x="216496" y="86770"/>
                    </a:lnTo>
                    <a:lnTo>
                      <a:pt x="288661" y="115601"/>
                    </a:lnTo>
                    <a:lnTo>
                      <a:pt x="360826" y="144382"/>
                    </a:lnTo>
                    <a:lnTo>
                      <a:pt x="432992" y="173109"/>
                    </a:lnTo>
                    <a:lnTo>
                      <a:pt x="505157" y="201782"/>
                    </a:lnTo>
                    <a:lnTo>
                      <a:pt x="577322" y="230397"/>
                    </a:lnTo>
                    <a:lnTo>
                      <a:pt x="649488" y="258950"/>
                    </a:lnTo>
                    <a:lnTo>
                      <a:pt x="721653" y="287440"/>
                    </a:lnTo>
                    <a:lnTo>
                      <a:pt x="793818" y="315862"/>
                    </a:lnTo>
                    <a:lnTo>
                      <a:pt x="865984" y="344213"/>
                    </a:lnTo>
                    <a:lnTo>
                      <a:pt x="938149" y="372489"/>
                    </a:lnTo>
                    <a:lnTo>
                      <a:pt x="1010314" y="400686"/>
                    </a:lnTo>
                    <a:lnTo>
                      <a:pt x="1082480" y="428800"/>
                    </a:lnTo>
                    <a:lnTo>
                      <a:pt x="1154645" y="456826"/>
                    </a:lnTo>
                    <a:lnTo>
                      <a:pt x="1226811" y="484759"/>
                    </a:lnTo>
                    <a:lnTo>
                      <a:pt x="1298976" y="512594"/>
                    </a:lnTo>
                    <a:lnTo>
                      <a:pt x="1371141" y="540326"/>
                    </a:lnTo>
                    <a:lnTo>
                      <a:pt x="1443307" y="567948"/>
                    </a:lnTo>
                    <a:lnTo>
                      <a:pt x="1515472" y="595453"/>
                    </a:lnTo>
                    <a:lnTo>
                      <a:pt x="1587637" y="622836"/>
                    </a:lnTo>
                    <a:lnTo>
                      <a:pt x="1659803" y="650089"/>
                    </a:lnTo>
                    <a:lnTo>
                      <a:pt x="1731968" y="677203"/>
                    </a:lnTo>
                    <a:lnTo>
                      <a:pt x="1804133" y="704171"/>
                    </a:lnTo>
                    <a:lnTo>
                      <a:pt x="1876299" y="730983"/>
                    </a:lnTo>
                    <a:lnTo>
                      <a:pt x="1948464" y="757631"/>
                    </a:lnTo>
                    <a:lnTo>
                      <a:pt x="2020629" y="784103"/>
                    </a:lnTo>
                    <a:lnTo>
                      <a:pt x="2092795" y="810389"/>
                    </a:lnTo>
                    <a:lnTo>
                      <a:pt x="2164960" y="836478"/>
                    </a:lnTo>
                    <a:lnTo>
                      <a:pt x="2237125" y="862357"/>
                    </a:lnTo>
                    <a:lnTo>
                      <a:pt x="2309291" y="888012"/>
                    </a:lnTo>
                    <a:lnTo>
                      <a:pt x="2381456" y="913431"/>
                    </a:lnTo>
                    <a:lnTo>
                      <a:pt x="2453622" y="938599"/>
                    </a:lnTo>
                    <a:lnTo>
                      <a:pt x="2525787" y="963499"/>
                    </a:lnTo>
                    <a:lnTo>
                      <a:pt x="2597952" y="988116"/>
                    </a:lnTo>
                    <a:lnTo>
                      <a:pt x="2670118" y="1012433"/>
                    </a:lnTo>
                    <a:lnTo>
                      <a:pt x="2742283" y="1036431"/>
                    </a:lnTo>
                    <a:lnTo>
                      <a:pt x="2814448" y="1060093"/>
                    </a:lnTo>
                    <a:lnTo>
                      <a:pt x="2886614" y="1083399"/>
                    </a:lnTo>
                    <a:lnTo>
                      <a:pt x="2958779" y="1106329"/>
                    </a:lnTo>
                    <a:lnTo>
                      <a:pt x="3030944" y="1128863"/>
                    </a:lnTo>
                    <a:lnTo>
                      <a:pt x="3103110" y="1150981"/>
                    </a:lnTo>
                    <a:lnTo>
                      <a:pt x="3175275" y="1172662"/>
                    </a:lnTo>
                    <a:lnTo>
                      <a:pt x="3247440" y="1193885"/>
                    </a:lnTo>
                    <a:lnTo>
                      <a:pt x="3319606" y="1214632"/>
                    </a:lnTo>
                    <a:lnTo>
                      <a:pt x="3391771" y="1234881"/>
                    </a:lnTo>
                    <a:lnTo>
                      <a:pt x="3463936" y="1254616"/>
                    </a:lnTo>
                    <a:lnTo>
                      <a:pt x="3536102" y="1273819"/>
                    </a:lnTo>
                    <a:lnTo>
                      <a:pt x="3608267" y="1292474"/>
                    </a:lnTo>
                    <a:lnTo>
                      <a:pt x="3680433" y="1310567"/>
                    </a:lnTo>
                    <a:lnTo>
                      <a:pt x="3752598" y="1328088"/>
                    </a:lnTo>
                    <a:lnTo>
                      <a:pt x="3824763" y="1345026"/>
                    </a:lnTo>
                    <a:lnTo>
                      <a:pt x="3896929" y="1361375"/>
                    </a:lnTo>
                    <a:lnTo>
                      <a:pt x="3969094" y="1377132"/>
                    </a:lnTo>
                    <a:lnTo>
                      <a:pt x="4041259" y="1392296"/>
                    </a:lnTo>
                    <a:lnTo>
                      <a:pt x="4113425" y="1406867"/>
                    </a:lnTo>
                    <a:lnTo>
                      <a:pt x="4185590" y="1420853"/>
                    </a:lnTo>
                    <a:lnTo>
                      <a:pt x="4257755" y="1434258"/>
                    </a:lnTo>
                    <a:lnTo>
                      <a:pt x="4329921" y="1447095"/>
                    </a:lnTo>
                    <a:lnTo>
                      <a:pt x="4402086" y="1459375"/>
                    </a:lnTo>
                    <a:lnTo>
                      <a:pt x="4474251" y="1471112"/>
                    </a:lnTo>
                    <a:lnTo>
                      <a:pt x="4546417" y="1482323"/>
                    </a:lnTo>
                    <a:lnTo>
                      <a:pt x="4618582" y="1493026"/>
                    </a:lnTo>
                    <a:lnTo>
                      <a:pt x="4690748" y="1503239"/>
                    </a:lnTo>
                    <a:lnTo>
                      <a:pt x="4762913" y="1512981"/>
                    </a:lnTo>
                    <a:lnTo>
                      <a:pt x="4835078" y="1522273"/>
                    </a:lnTo>
                    <a:lnTo>
                      <a:pt x="4907244" y="1531136"/>
                    </a:lnTo>
                    <a:lnTo>
                      <a:pt x="4979409" y="1539590"/>
                    </a:lnTo>
                    <a:lnTo>
                      <a:pt x="5051574" y="1547655"/>
                    </a:lnTo>
                    <a:lnTo>
                      <a:pt x="5123740" y="1555351"/>
                    </a:lnTo>
                    <a:lnTo>
                      <a:pt x="5195905" y="1562698"/>
                    </a:lnTo>
                    <a:lnTo>
                      <a:pt x="5268070" y="1569714"/>
                    </a:lnTo>
                    <a:lnTo>
                      <a:pt x="5340236" y="1576419"/>
                    </a:lnTo>
                    <a:lnTo>
                      <a:pt x="5412401" y="1582830"/>
                    </a:lnTo>
                    <a:lnTo>
                      <a:pt x="5484566" y="1588964"/>
                    </a:lnTo>
                    <a:lnTo>
                      <a:pt x="5556732" y="1594835"/>
                    </a:lnTo>
                    <a:lnTo>
                      <a:pt x="5628897" y="1600461"/>
                    </a:lnTo>
                    <a:lnTo>
                      <a:pt x="5701062" y="1605855"/>
                    </a:lnTo>
                    <a:lnTo>
                      <a:pt x="5701062" y="2626917"/>
                    </a:lnTo>
                    <a:lnTo>
                      <a:pt x="5628897" y="2601181"/>
                    </a:lnTo>
                    <a:lnTo>
                      <a:pt x="5556732" y="2575677"/>
                    </a:lnTo>
                    <a:lnTo>
                      <a:pt x="5484566" y="2550419"/>
                    </a:lnTo>
                    <a:lnTo>
                      <a:pt x="5412401" y="2525423"/>
                    </a:lnTo>
                    <a:lnTo>
                      <a:pt x="5340236" y="2500704"/>
                    </a:lnTo>
                    <a:lnTo>
                      <a:pt x="5268070" y="2476279"/>
                    </a:lnTo>
                    <a:lnTo>
                      <a:pt x="5195905" y="2452166"/>
                    </a:lnTo>
                    <a:lnTo>
                      <a:pt x="5123740" y="2428383"/>
                    </a:lnTo>
                    <a:lnTo>
                      <a:pt x="5051574" y="2404950"/>
                    </a:lnTo>
                    <a:lnTo>
                      <a:pt x="4979409" y="2381885"/>
                    </a:lnTo>
                    <a:lnTo>
                      <a:pt x="4907244" y="2359209"/>
                    </a:lnTo>
                    <a:lnTo>
                      <a:pt x="4835078" y="2336941"/>
                    </a:lnTo>
                    <a:lnTo>
                      <a:pt x="4762913" y="2315104"/>
                    </a:lnTo>
                    <a:lnTo>
                      <a:pt x="4690748" y="2293717"/>
                    </a:lnTo>
                    <a:lnTo>
                      <a:pt x="4618582" y="2272800"/>
                    </a:lnTo>
                    <a:lnTo>
                      <a:pt x="4546417" y="2252372"/>
                    </a:lnTo>
                    <a:lnTo>
                      <a:pt x="4474251" y="2232454"/>
                    </a:lnTo>
                    <a:lnTo>
                      <a:pt x="4402086" y="2213061"/>
                    </a:lnTo>
                    <a:lnTo>
                      <a:pt x="4329921" y="2194211"/>
                    </a:lnTo>
                    <a:lnTo>
                      <a:pt x="4257755" y="2175918"/>
                    </a:lnTo>
                    <a:lnTo>
                      <a:pt x="4185590" y="2158194"/>
                    </a:lnTo>
                    <a:lnTo>
                      <a:pt x="4113425" y="2141050"/>
                    </a:lnTo>
                    <a:lnTo>
                      <a:pt x="4041259" y="2124492"/>
                    </a:lnTo>
                    <a:lnTo>
                      <a:pt x="3969094" y="2108525"/>
                    </a:lnTo>
                    <a:lnTo>
                      <a:pt x="3896929" y="2093152"/>
                    </a:lnTo>
                    <a:lnTo>
                      <a:pt x="3824763" y="2078372"/>
                    </a:lnTo>
                    <a:lnTo>
                      <a:pt x="3752598" y="2064181"/>
                    </a:lnTo>
                    <a:lnTo>
                      <a:pt x="3680433" y="2050571"/>
                    </a:lnTo>
                    <a:lnTo>
                      <a:pt x="3608267" y="2037535"/>
                    </a:lnTo>
                    <a:lnTo>
                      <a:pt x="3536102" y="2025060"/>
                    </a:lnTo>
                    <a:lnTo>
                      <a:pt x="3463936" y="2013133"/>
                    </a:lnTo>
                    <a:lnTo>
                      <a:pt x="3391771" y="2001738"/>
                    </a:lnTo>
                    <a:lnTo>
                      <a:pt x="3319606" y="1990858"/>
                    </a:lnTo>
                    <a:lnTo>
                      <a:pt x="3247440" y="1980475"/>
                    </a:lnTo>
                    <a:lnTo>
                      <a:pt x="3175275" y="1970568"/>
                    </a:lnTo>
                    <a:lnTo>
                      <a:pt x="3103110" y="1961119"/>
                    </a:lnTo>
                    <a:lnTo>
                      <a:pt x="3030944" y="1952107"/>
                    </a:lnTo>
                    <a:lnTo>
                      <a:pt x="2958779" y="1943512"/>
                    </a:lnTo>
                    <a:lnTo>
                      <a:pt x="2886614" y="1935312"/>
                    </a:lnTo>
                    <a:lnTo>
                      <a:pt x="2814448" y="1927488"/>
                    </a:lnTo>
                    <a:lnTo>
                      <a:pt x="2742283" y="1920020"/>
                    </a:lnTo>
                    <a:lnTo>
                      <a:pt x="2670118" y="1912889"/>
                    </a:lnTo>
                    <a:lnTo>
                      <a:pt x="2597952" y="1906076"/>
                    </a:lnTo>
                    <a:lnTo>
                      <a:pt x="2525787" y="1899563"/>
                    </a:lnTo>
                    <a:lnTo>
                      <a:pt x="2453622" y="1893333"/>
                    </a:lnTo>
                    <a:lnTo>
                      <a:pt x="2381456" y="1887371"/>
                    </a:lnTo>
                    <a:lnTo>
                      <a:pt x="2309291" y="1881660"/>
                    </a:lnTo>
                    <a:lnTo>
                      <a:pt x="2237125" y="1876186"/>
                    </a:lnTo>
                    <a:lnTo>
                      <a:pt x="2164960" y="1870935"/>
                    </a:lnTo>
                    <a:lnTo>
                      <a:pt x="2092795" y="1865894"/>
                    </a:lnTo>
                    <a:lnTo>
                      <a:pt x="2020629" y="1861050"/>
                    </a:lnTo>
                    <a:lnTo>
                      <a:pt x="1948464" y="1856393"/>
                    </a:lnTo>
                    <a:lnTo>
                      <a:pt x="1876299" y="1851910"/>
                    </a:lnTo>
                    <a:lnTo>
                      <a:pt x="1804133" y="1847593"/>
                    </a:lnTo>
                    <a:lnTo>
                      <a:pt x="1731968" y="1843431"/>
                    </a:lnTo>
                    <a:lnTo>
                      <a:pt x="1659803" y="1839416"/>
                    </a:lnTo>
                    <a:lnTo>
                      <a:pt x="1587637" y="1835538"/>
                    </a:lnTo>
                    <a:lnTo>
                      <a:pt x="1515472" y="1831791"/>
                    </a:lnTo>
                    <a:lnTo>
                      <a:pt x="1443307" y="1828167"/>
                    </a:lnTo>
                    <a:lnTo>
                      <a:pt x="1371141" y="1824659"/>
                    </a:lnTo>
                    <a:lnTo>
                      <a:pt x="1298976" y="1821261"/>
                    </a:lnTo>
                    <a:lnTo>
                      <a:pt x="1226811" y="1817967"/>
                    </a:lnTo>
                    <a:lnTo>
                      <a:pt x="1154645" y="1814770"/>
                    </a:lnTo>
                    <a:lnTo>
                      <a:pt x="1082480" y="1811666"/>
                    </a:lnTo>
                    <a:lnTo>
                      <a:pt x="1010314" y="1808650"/>
                    </a:lnTo>
                    <a:lnTo>
                      <a:pt x="938149" y="1805718"/>
                    </a:lnTo>
                    <a:lnTo>
                      <a:pt x="865984" y="1802864"/>
                    </a:lnTo>
                    <a:lnTo>
                      <a:pt x="793818" y="1800085"/>
                    </a:lnTo>
                    <a:lnTo>
                      <a:pt x="721653" y="1797377"/>
                    </a:lnTo>
                    <a:lnTo>
                      <a:pt x="649488" y="1794737"/>
                    </a:lnTo>
                    <a:lnTo>
                      <a:pt x="577322" y="1792161"/>
                    </a:lnTo>
                    <a:lnTo>
                      <a:pt x="505157" y="1789646"/>
                    </a:lnTo>
                    <a:lnTo>
                      <a:pt x="432992" y="1787189"/>
                    </a:lnTo>
                    <a:lnTo>
                      <a:pt x="360826" y="1784787"/>
                    </a:lnTo>
                    <a:lnTo>
                      <a:pt x="288661" y="1782438"/>
                    </a:lnTo>
                    <a:lnTo>
                      <a:pt x="216496" y="1780139"/>
                    </a:lnTo>
                    <a:lnTo>
                      <a:pt x="144330" y="1777887"/>
                    </a:lnTo>
                    <a:lnTo>
                      <a:pt x="72165" y="1775682"/>
                    </a:lnTo>
                    <a:lnTo>
                      <a:pt x="0" y="1773520"/>
                    </a:lnTo>
                    <a:close/>
                  </a:path>
                </a:pathLst>
              </a:custGeom>
              <a:solidFill>
                <a:srgbClr val="999999">
                  <a:alpha val="4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l31"/>
              <p:cNvSpPr/>
              <p:nvPr/>
            </p:nvSpPr>
            <p:spPr>
              <a:xfrm>
                <a:off x="1257927" y="2070498"/>
                <a:ext cx="5701062" cy="1605855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1605855">
                    <a:moveTo>
                      <a:pt x="0" y="0"/>
                    </a:moveTo>
                    <a:lnTo>
                      <a:pt x="72165" y="28967"/>
                    </a:lnTo>
                    <a:lnTo>
                      <a:pt x="144330" y="57892"/>
                    </a:lnTo>
                    <a:lnTo>
                      <a:pt x="216496" y="86770"/>
                    </a:lnTo>
                    <a:lnTo>
                      <a:pt x="288661" y="115601"/>
                    </a:lnTo>
                    <a:lnTo>
                      <a:pt x="360826" y="144382"/>
                    </a:lnTo>
                    <a:lnTo>
                      <a:pt x="432992" y="173109"/>
                    </a:lnTo>
                    <a:lnTo>
                      <a:pt x="505157" y="201782"/>
                    </a:lnTo>
                    <a:lnTo>
                      <a:pt x="577322" y="230397"/>
                    </a:lnTo>
                    <a:lnTo>
                      <a:pt x="649488" y="258950"/>
                    </a:lnTo>
                    <a:lnTo>
                      <a:pt x="721653" y="287440"/>
                    </a:lnTo>
                    <a:lnTo>
                      <a:pt x="793818" y="315862"/>
                    </a:lnTo>
                    <a:lnTo>
                      <a:pt x="865984" y="344213"/>
                    </a:lnTo>
                    <a:lnTo>
                      <a:pt x="938149" y="372489"/>
                    </a:lnTo>
                    <a:lnTo>
                      <a:pt x="1010314" y="400686"/>
                    </a:lnTo>
                    <a:lnTo>
                      <a:pt x="1082480" y="428800"/>
                    </a:lnTo>
                    <a:lnTo>
                      <a:pt x="1154645" y="456826"/>
                    </a:lnTo>
                    <a:lnTo>
                      <a:pt x="1226811" y="484759"/>
                    </a:lnTo>
                    <a:lnTo>
                      <a:pt x="1298976" y="512594"/>
                    </a:lnTo>
                    <a:lnTo>
                      <a:pt x="1371141" y="540326"/>
                    </a:lnTo>
                    <a:lnTo>
                      <a:pt x="1443307" y="567948"/>
                    </a:lnTo>
                    <a:lnTo>
                      <a:pt x="1515472" y="595453"/>
                    </a:lnTo>
                    <a:lnTo>
                      <a:pt x="1587637" y="622836"/>
                    </a:lnTo>
                    <a:lnTo>
                      <a:pt x="1659803" y="650089"/>
                    </a:lnTo>
                    <a:lnTo>
                      <a:pt x="1731968" y="677203"/>
                    </a:lnTo>
                    <a:lnTo>
                      <a:pt x="1804133" y="704171"/>
                    </a:lnTo>
                    <a:lnTo>
                      <a:pt x="1876299" y="730983"/>
                    </a:lnTo>
                    <a:lnTo>
                      <a:pt x="1948464" y="757631"/>
                    </a:lnTo>
                    <a:lnTo>
                      <a:pt x="2020629" y="784103"/>
                    </a:lnTo>
                    <a:lnTo>
                      <a:pt x="2092795" y="810389"/>
                    </a:lnTo>
                    <a:lnTo>
                      <a:pt x="2164960" y="836478"/>
                    </a:lnTo>
                    <a:lnTo>
                      <a:pt x="2237125" y="862357"/>
                    </a:lnTo>
                    <a:lnTo>
                      <a:pt x="2309291" y="888012"/>
                    </a:lnTo>
                    <a:lnTo>
                      <a:pt x="2381456" y="913431"/>
                    </a:lnTo>
                    <a:lnTo>
                      <a:pt x="2453622" y="938599"/>
                    </a:lnTo>
                    <a:lnTo>
                      <a:pt x="2525787" y="963499"/>
                    </a:lnTo>
                    <a:lnTo>
                      <a:pt x="2597952" y="988116"/>
                    </a:lnTo>
                    <a:lnTo>
                      <a:pt x="2670118" y="1012433"/>
                    </a:lnTo>
                    <a:lnTo>
                      <a:pt x="2742283" y="1036431"/>
                    </a:lnTo>
                    <a:lnTo>
                      <a:pt x="2814448" y="1060093"/>
                    </a:lnTo>
                    <a:lnTo>
                      <a:pt x="2886614" y="1083399"/>
                    </a:lnTo>
                    <a:lnTo>
                      <a:pt x="2958779" y="1106329"/>
                    </a:lnTo>
                    <a:lnTo>
                      <a:pt x="3030944" y="1128863"/>
                    </a:lnTo>
                    <a:lnTo>
                      <a:pt x="3103110" y="1150981"/>
                    </a:lnTo>
                    <a:lnTo>
                      <a:pt x="3175275" y="1172662"/>
                    </a:lnTo>
                    <a:lnTo>
                      <a:pt x="3247440" y="1193885"/>
                    </a:lnTo>
                    <a:lnTo>
                      <a:pt x="3319606" y="1214632"/>
                    </a:lnTo>
                    <a:lnTo>
                      <a:pt x="3391771" y="1234881"/>
                    </a:lnTo>
                    <a:lnTo>
                      <a:pt x="3463936" y="1254616"/>
                    </a:lnTo>
                    <a:lnTo>
                      <a:pt x="3536102" y="1273819"/>
                    </a:lnTo>
                    <a:lnTo>
                      <a:pt x="3608267" y="1292474"/>
                    </a:lnTo>
                    <a:lnTo>
                      <a:pt x="3680433" y="1310567"/>
                    </a:lnTo>
                    <a:lnTo>
                      <a:pt x="3752598" y="1328088"/>
                    </a:lnTo>
                    <a:lnTo>
                      <a:pt x="3824763" y="1345026"/>
                    </a:lnTo>
                    <a:lnTo>
                      <a:pt x="3896929" y="1361375"/>
                    </a:lnTo>
                    <a:lnTo>
                      <a:pt x="3969094" y="1377132"/>
                    </a:lnTo>
                    <a:lnTo>
                      <a:pt x="4041259" y="1392296"/>
                    </a:lnTo>
                    <a:lnTo>
                      <a:pt x="4113425" y="1406867"/>
                    </a:lnTo>
                    <a:lnTo>
                      <a:pt x="4185590" y="1420853"/>
                    </a:lnTo>
                    <a:lnTo>
                      <a:pt x="4257755" y="1434258"/>
                    </a:lnTo>
                    <a:lnTo>
                      <a:pt x="4329921" y="1447095"/>
                    </a:lnTo>
                    <a:lnTo>
                      <a:pt x="4402086" y="1459375"/>
                    </a:lnTo>
                    <a:lnTo>
                      <a:pt x="4474251" y="1471112"/>
                    </a:lnTo>
                    <a:lnTo>
                      <a:pt x="4546417" y="1482323"/>
                    </a:lnTo>
                    <a:lnTo>
                      <a:pt x="4618582" y="1493026"/>
                    </a:lnTo>
                    <a:lnTo>
                      <a:pt x="4690748" y="1503239"/>
                    </a:lnTo>
                    <a:lnTo>
                      <a:pt x="4762913" y="1512981"/>
                    </a:lnTo>
                    <a:lnTo>
                      <a:pt x="4835078" y="1522273"/>
                    </a:lnTo>
                    <a:lnTo>
                      <a:pt x="4907244" y="1531136"/>
                    </a:lnTo>
                    <a:lnTo>
                      <a:pt x="4979409" y="1539590"/>
                    </a:lnTo>
                    <a:lnTo>
                      <a:pt x="5051574" y="1547655"/>
                    </a:lnTo>
                    <a:lnTo>
                      <a:pt x="5123740" y="1555351"/>
                    </a:lnTo>
                    <a:lnTo>
                      <a:pt x="5195905" y="1562698"/>
                    </a:lnTo>
                    <a:lnTo>
                      <a:pt x="5268070" y="1569714"/>
                    </a:lnTo>
                    <a:lnTo>
                      <a:pt x="5340236" y="1576419"/>
                    </a:lnTo>
                    <a:lnTo>
                      <a:pt x="5412401" y="1582830"/>
                    </a:lnTo>
                    <a:lnTo>
                      <a:pt x="5484566" y="1588964"/>
                    </a:lnTo>
                    <a:lnTo>
                      <a:pt x="5556732" y="1594835"/>
                    </a:lnTo>
                    <a:lnTo>
                      <a:pt x="5628897" y="1600461"/>
                    </a:lnTo>
                    <a:lnTo>
                      <a:pt x="5701062" y="1605855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l32"/>
              <p:cNvSpPr/>
              <p:nvPr/>
            </p:nvSpPr>
            <p:spPr>
              <a:xfrm>
                <a:off x="1257927" y="3844019"/>
                <a:ext cx="5701062" cy="853397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853397">
                    <a:moveTo>
                      <a:pt x="5701062" y="853397"/>
                    </a:moveTo>
                    <a:lnTo>
                      <a:pt x="5628897" y="827661"/>
                    </a:lnTo>
                    <a:lnTo>
                      <a:pt x="5556732" y="802157"/>
                    </a:lnTo>
                    <a:lnTo>
                      <a:pt x="5484566" y="776899"/>
                    </a:lnTo>
                    <a:lnTo>
                      <a:pt x="5412401" y="751902"/>
                    </a:lnTo>
                    <a:lnTo>
                      <a:pt x="5340236" y="727183"/>
                    </a:lnTo>
                    <a:lnTo>
                      <a:pt x="5268070" y="702759"/>
                    </a:lnTo>
                    <a:lnTo>
                      <a:pt x="5195905" y="678646"/>
                    </a:lnTo>
                    <a:lnTo>
                      <a:pt x="5123740" y="654863"/>
                    </a:lnTo>
                    <a:lnTo>
                      <a:pt x="5051574" y="631429"/>
                    </a:lnTo>
                    <a:lnTo>
                      <a:pt x="4979409" y="608364"/>
                    </a:lnTo>
                    <a:lnTo>
                      <a:pt x="4907244" y="585688"/>
                    </a:lnTo>
                    <a:lnTo>
                      <a:pt x="4835078" y="563421"/>
                    </a:lnTo>
                    <a:lnTo>
                      <a:pt x="4762913" y="541583"/>
                    </a:lnTo>
                    <a:lnTo>
                      <a:pt x="4690748" y="520196"/>
                    </a:lnTo>
                    <a:lnTo>
                      <a:pt x="4618582" y="499279"/>
                    </a:lnTo>
                    <a:lnTo>
                      <a:pt x="4546417" y="478852"/>
                    </a:lnTo>
                    <a:lnTo>
                      <a:pt x="4474251" y="458933"/>
                    </a:lnTo>
                    <a:lnTo>
                      <a:pt x="4402086" y="439541"/>
                    </a:lnTo>
                    <a:lnTo>
                      <a:pt x="4329921" y="420691"/>
                    </a:lnTo>
                    <a:lnTo>
                      <a:pt x="4257755" y="402398"/>
                    </a:lnTo>
                    <a:lnTo>
                      <a:pt x="4185590" y="384674"/>
                    </a:lnTo>
                    <a:lnTo>
                      <a:pt x="4113425" y="367529"/>
                    </a:lnTo>
                    <a:lnTo>
                      <a:pt x="4041259" y="350971"/>
                    </a:lnTo>
                    <a:lnTo>
                      <a:pt x="3969094" y="335005"/>
                    </a:lnTo>
                    <a:lnTo>
                      <a:pt x="3896929" y="319632"/>
                    </a:lnTo>
                    <a:lnTo>
                      <a:pt x="3824763" y="304852"/>
                    </a:lnTo>
                    <a:lnTo>
                      <a:pt x="3752598" y="290660"/>
                    </a:lnTo>
                    <a:lnTo>
                      <a:pt x="3680433" y="277051"/>
                    </a:lnTo>
                    <a:lnTo>
                      <a:pt x="3608267" y="264014"/>
                    </a:lnTo>
                    <a:lnTo>
                      <a:pt x="3536102" y="251539"/>
                    </a:lnTo>
                    <a:lnTo>
                      <a:pt x="3463936" y="239612"/>
                    </a:lnTo>
                    <a:lnTo>
                      <a:pt x="3391771" y="228217"/>
                    </a:lnTo>
                    <a:lnTo>
                      <a:pt x="3319606" y="217337"/>
                    </a:lnTo>
                    <a:lnTo>
                      <a:pt x="3247440" y="206954"/>
                    </a:lnTo>
                    <a:lnTo>
                      <a:pt x="3175275" y="197048"/>
                    </a:lnTo>
                    <a:lnTo>
                      <a:pt x="3103110" y="187599"/>
                    </a:lnTo>
                    <a:lnTo>
                      <a:pt x="3030944" y="178587"/>
                    </a:lnTo>
                    <a:lnTo>
                      <a:pt x="2958779" y="169991"/>
                    </a:lnTo>
                    <a:lnTo>
                      <a:pt x="2886614" y="161791"/>
                    </a:lnTo>
                    <a:lnTo>
                      <a:pt x="2814448" y="153967"/>
                    </a:lnTo>
                    <a:lnTo>
                      <a:pt x="2742283" y="146499"/>
                    </a:lnTo>
                    <a:lnTo>
                      <a:pt x="2670118" y="139368"/>
                    </a:lnTo>
                    <a:lnTo>
                      <a:pt x="2597952" y="132555"/>
                    </a:lnTo>
                    <a:lnTo>
                      <a:pt x="2525787" y="126042"/>
                    </a:lnTo>
                    <a:lnTo>
                      <a:pt x="2453622" y="119813"/>
                    </a:lnTo>
                    <a:lnTo>
                      <a:pt x="2381456" y="113851"/>
                    </a:lnTo>
                    <a:lnTo>
                      <a:pt x="2309291" y="108140"/>
                    </a:lnTo>
                    <a:lnTo>
                      <a:pt x="2237125" y="102666"/>
                    </a:lnTo>
                    <a:lnTo>
                      <a:pt x="2164960" y="97415"/>
                    </a:lnTo>
                    <a:lnTo>
                      <a:pt x="2092795" y="92373"/>
                    </a:lnTo>
                    <a:lnTo>
                      <a:pt x="2020629" y="87530"/>
                    </a:lnTo>
                    <a:lnTo>
                      <a:pt x="1948464" y="82872"/>
                    </a:lnTo>
                    <a:lnTo>
                      <a:pt x="1876299" y="78390"/>
                    </a:lnTo>
                    <a:lnTo>
                      <a:pt x="1804133" y="74073"/>
                    </a:lnTo>
                    <a:lnTo>
                      <a:pt x="1731968" y="69911"/>
                    </a:lnTo>
                    <a:lnTo>
                      <a:pt x="1659803" y="65895"/>
                    </a:lnTo>
                    <a:lnTo>
                      <a:pt x="1587637" y="62018"/>
                    </a:lnTo>
                    <a:lnTo>
                      <a:pt x="1515472" y="58271"/>
                    </a:lnTo>
                    <a:lnTo>
                      <a:pt x="1443307" y="54647"/>
                    </a:lnTo>
                    <a:lnTo>
                      <a:pt x="1371141" y="51139"/>
                    </a:lnTo>
                    <a:lnTo>
                      <a:pt x="1298976" y="47741"/>
                    </a:lnTo>
                    <a:lnTo>
                      <a:pt x="1226811" y="44446"/>
                    </a:lnTo>
                    <a:lnTo>
                      <a:pt x="1154645" y="41249"/>
                    </a:lnTo>
                    <a:lnTo>
                      <a:pt x="1082480" y="38146"/>
                    </a:lnTo>
                    <a:lnTo>
                      <a:pt x="1010314" y="35130"/>
                    </a:lnTo>
                    <a:lnTo>
                      <a:pt x="938149" y="32197"/>
                    </a:lnTo>
                    <a:lnTo>
                      <a:pt x="865984" y="29343"/>
                    </a:lnTo>
                    <a:lnTo>
                      <a:pt x="793818" y="26565"/>
                    </a:lnTo>
                    <a:lnTo>
                      <a:pt x="721653" y="23857"/>
                    </a:lnTo>
                    <a:lnTo>
                      <a:pt x="649488" y="21217"/>
                    </a:lnTo>
                    <a:lnTo>
                      <a:pt x="577322" y="18640"/>
                    </a:lnTo>
                    <a:lnTo>
                      <a:pt x="505157" y="16125"/>
                    </a:lnTo>
                    <a:lnTo>
                      <a:pt x="432992" y="13668"/>
                    </a:lnTo>
                    <a:lnTo>
                      <a:pt x="360826" y="11266"/>
                    </a:lnTo>
                    <a:lnTo>
                      <a:pt x="288661" y="8917"/>
                    </a:lnTo>
                    <a:lnTo>
                      <a:pt x="216496" y="6618"/>
                    </a:lnTo>
                    <a:lnTo>
                      <a:pt x="144330" y="4367"/>
                    </a:lnTo>
                    <a:lnTo>
                      <a:pt x="72165" y="2161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l33"/>
              <p:cNvSpPr/>
              <p:nvPr/>
            </p:nvSpPr>
            <p:spPr>
              <a:xfrm>
                <a:off x="1257927" y="2957259"/>
                <a:ext cx="5701062" cy="1229626"/>
              </a:xfrm>
              <a:custGeom>
                <a:avLst/>
                <a:gdLst/>
                <a:ahLst/>
                <a:cxnLst/>
                <a:rect l="0" t="0" r="0" b="0"/>
                <a:pathLst>
                  <a:path w="5701062" h="1229626">
                    <a:moveTo>
                      <a:pt x="0" y="0"/>
                    </a:moveTo>
                    <a:lnTo>
                      <a:pt x="72165" y="15564"/>
                    </a:lnTo>
                    <a:lnTo>
                      <a:pt x="144330" y="31129"/>
                    </a:lnTo>
                    <a:lnTo>
                      <a:pt x="216496" y="46694"/>
                    </a:lnTo>
                    <a:lnTo>
                      <a:pt x="288661" y="62259"/>
                    </a:lnTo>
                    <a:lnTo>
                      <a:pt x="360826" y="77824"/>
                    </a:lnTo>
                    <a:lnTo>
                      <a:pt x="432992" y="93389"/>
                    </a:lnTo>
                    <a:lnTo>
                      <a:pt x="505157" y="108954"/>
                    </a:lnTo>
                    <a:lnTo>
                      <a:pt x="577322" y="124519"/>
                    </a:lnTo>
                    <a:lnTo>
                      <a:pt x="649488" y="140084"/>
                    </a:lnTo>
                    <a:lnTo>
                      <a:pt x="721653" y="155648"/>
                    </a:lnTo>
                    <a:lnTo>
                      <a:pt x="793818" y="171213"/>
                    </a:lnTo>
                    <a:lnTo>
                      <a:pt x="865984" y="186778"/>
                    </a:lnTo>
                    <a:lnTo>
                      <a:pt x="938149" y="202343"/>
                    </a:lnTo>
                    <a:lnTo>
                      <a:pt x="1010314" y="217908"/>
                    </a:lnTo>
                    <a:lnTo>
                      <a:pt x="1082480" y="233473"/>
                    </a:lnTo>
                    <a:lnTo>
                      <a:pt x="1154645" y="249038"/>
                    </a:lnTo>
                    <a:lnTo>
                      <a:pt x="1226811" y="264603"/>
                    </a:lnTo>
                    <a:lnTo>
                      <a:pt x="1298976" y="280168"/>
                    </a:lnTo>
                    <a:lnTo>
                      <a:pt x="1371141" y="295732"/>
                    </a:lnTo>
                    <a:lnTo>
                      <a:pt x="1443307" y="311297"/>
                    </a:lnTo>
                    <a:lnTo>
                      <a:pt x="1515472" y="326862"/>
                    </a:lnTo>
                    <a:lnTo>
                      <a:pt x="1587637" y="342427"/>
                    </a:lnTo>
                    <a:lnTo>
                      <a:pt x="1659803" y="357992"/>
                    </a:lnTo>
                    <a:lnTo>
                      <a:pt x="1731968" y="373557"/>
                    </a:lnTo>
                    <a:lnTo>
                      <a:pt x="1804133" y="389122"/>
                    </a:lnTo>
                    <a:lnTo>
                      <a:pt x="1876299" y="404687"/>
                    </a:lnTo>
                    <a:lnTo>
                      <a:pt x="1948464" y="420252"/>
                    </a:lnTo>
                    <a:lnTo>
                      <a:pt x="2020629" y="435816"/>
                    </a:lnTo>
                    <a:lnTo>
                      <a:pt x="2092795" y="451381"/>
                    </a:lnTo>
                    <a:lnTo>
                      <a:pt x="2164960" y="466946"/>
                    </a:lnTo>
                    <a:lnTo>
                      <a:pt x="2237125" y="482511"/>
                    </a:lnTo>
                    <a:lnTo>
                      <a:pt x="2309291" y="498076"/>
                    </a:lnTo>
                    <a:lnTo>
                      <a:pt x="2381456" y="513641"/>
                    </a:lnTo>
                    <a:lnTo>
                      <a:pt x="2453622" y="529206"/>
                    </a:lnTo>
                    <a:lnTo>
                      <a:pt x="2525787" y="544771"/>
                    </a:lnTo>
                    <a:lnTo>
                      <a:pt x="2597952" y="560336"/>
                    </a:lnTo>
                    <a:lnTo>
                      <a:pt x="2670118" y="575900"/>
                    </a:lnTo>
                    <a:lnTo>
                      <a:pt x="2742283" y="591465"/>
                    </a:lnTo>
                    <a:lnTo>
                      <a:pt x="2814448" y="607030"/>
                    </a:lnTo>
                    <a:lnTo>
                      <a:pt x="2886614" y="622595"/>
                    </a:lnTo>
                    <a:lnTo>
                      <a:pt x="2958779" y="638160"/>
                    </a:lnTo>
                    <a:lnTo>
                      <a:pt x="3030944" y="653725"/>
                    </a:lnTo>
                    <a:lnTo>
                      <a:pt x="3103110" y="669290"/>
                    </a:lnTo>
                    <a:lnTo>
                      <a:pt x="3175275" y="684855"/>
                    </a:lnTo>
                    <a:lnTo>
                      <a:pt x="3247440" y="700420"/>
                    </a:lnTo>
                    <a:lnTo>
                      <a:pt x="3319606" y="715984"/>
                    </a:lnTo>
                    <a:lnTo>
                      <a:pt x="3391771" y="731549"/>
                    </a:lnTo>
                    <a:lnTo>
                      <a:pt x="3463936" y="747114"/>
                    </a:lnTo>
                    <a:lnTo>
                      <a:pt x="3536102" y="762679"/>
                    </a:lnTo>
                    <a:lnTo>
                      <a:pt x="3608267" y="778244"/>
                    </a:lnTo>
                    <a:lnTo>
                      <a:pt x="3680433" y="793809"/>
                    </a:lnTo>
                    <a:lnTo>
                      <a:pt x="3752598" y="809374"/>
                    </a:lnTo>
                    <a:lnTo>
                      <a:pt x="3824763" y="824939"/>
                    </a:lnTo>
                    <a:lnTo>
                      <a:pt x="3896929" y="840504"/>
                    </a:lnTo>
                    <a:lnTo>
                      <a:pt x="3969094" y="856068"/>
                    </a:lnTo>
                    <a:lnTo>
                      <a:pt x="4041259" y="871633"/>
                    </a:lnTo>
                    <a:lnTo>
                      <a:pt x="4113425" y="887198"/>
                    </a:lnTo>
                    <a:lnTo>
                      <a:pt x="4185590" y="902763"/>
                    </a:lnTo>
                    <a:lnTo>
                      <a:pt x="4257755" y="918328"/>
                    </a:lnTo>
                    <a:lnTo>
                      <a:pt x="4329921" y="933893"/>
                    </a:lnTo>
                    <a:lnTo>
                      <a:pt x="4402086" y="949458"/>
                    </a:lnTo>
                    <a:lnTo>
                      <a:pt x="4474251" y="965023"/>
                    </a:lnTo>
                    <a:lnTo>
                      <a:pt x="4546417" y="980588"/>
                    </a:lnTo>
                    <a:lnTo>
                      <a:pt x="4618582" y="996152"/>
                    </a:lnTo>
                    <a:lnTo>
                      <a:pt x="4690748" y="1011717"/>
                    </a:lnTo>
                    <a:lnTo>
                      <a:pt x="4762913" y="1027282"/>
                    </a:lnTo>
                    <a:lnTo>
                      <a:pt x="4835078" y="1042847"/>
                    </a:lnTo>
                    <a:lnTo>
                      <a:pt x="4907244" y="1058412"/>
                    </a:lnTo>
                    <a:lnTo>
                      <a:pt x="4979409" y="1073977"/>
                    </a:lnTo>
                    <a:lnTo>
                      <a:pt x="5051574" y="1089542"/>
                    </a:lnTo>
                    <a:lnTo>
                      <a:pt x="5123740" y="1105107"/>
                    </a:lnTo>
                    <a:lnTo>
                      <a:pt x="5195905" y="1120672"/>
                    </a:lnTo>
                    <a:lnTo>
                      <a:pt x="5268070" y="1136236"/>
                    </a:lnTo>
                    <a:lnTo>
                      <a:pt x="5340236" y="1151801"/>
                    </a:lnTo>
                    <a:lnTo>
                      <a:pt x="5412401" y="1167366"/>
                    </a:lnTo>
                    <a:lnTo>
                      <a:pt x="5484566" y="1182931"/>
                    </a:lnTo>
                    <a:lnTo>
                      <a:pt x="5556732" y="1198496"/>
                    </a:lnTo>
                    <a:lnTo>
                      <a:pt x="5628897" y="1214061"/>
                    </a:lnTo>
                    <a:lnTo>
                      <a:pt x="5701062" y="1229626"/>
                    </a:lnTo>
                  </a:path>
                </a:pathLst>
              </a:custGeom>
              <a:ln w="27101" cap="flat">
                <a:solidFill>
                  <a:srgbClr val="00FA9A">
                    <a:alpha val="100000"/>
                  </a:srgbClr>
                </a:solidFill>
                <a:prstDash val="dash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t34"/>
              <p:cNvSpPr/>
              <p:nvPr/>
            </p:nvSpPr>
            <p:spPr>
              <a:xfrm>
                <a:off x="5137120" y="456667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t35"/>
              <p:cNvSpPr/>
              <p:nvPr/>
            </p:nvSpPr>
            <p:spPr>
              <a:xfrm>
                <a:off x="5137120" y="4682583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t36"/>
              <p:cNvSpPr/>
              <p:nvPr/>
            </p:nvSpPr>
            <p:spPr>
              <a:xfrm>
                <a:off x="5137120" y="4760162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t37"/>
              <p:cNvSpPr/>
              <p:nvPr/>
            </p:nvSpPr>
            <p:spPr>
              <a:xfrm>
                <a:off x="1487521" y="4165063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t38"/>
              <p:cNvSpPr/>
              <p:nvPr/>
            </p:nvSpPr>
            <p:spPr>
              <a:xfrm>
                <a:off x="1487521" y="443440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t39"/>
              <p:cNvSpPr/>
              <p:nvPr/>
            </p:nvSpPr>
            <p:spPr>
              <a:xfrm>
                <a:off x="1487521" y="407250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t40"/>
              <p:cNvSpPr/>
              <p:nvPr/>
            </p:nvSpPr>
            <p:spPr>
              <a:xfrm>
                <a:off x="5945044" y="4340963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t41"/>
              <p:cNvSpPr/>
              <p:nvPr/>
            </p:nvSpPr>
            <p:spPr>
              <a:xfrm>
                <a:off x="5945044" y="397252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t42"/>
              <p:cNvSpPr/>
              <p:nvPr/>
            </p:nvSpPr>
            <p:spPr>
              <a:xfrm>
                <a:off x="5945044" y="4290986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t43"/>
              <p:cNvSpPr/>
              <p:nvPr/>
            </p:nvSpPr>
            <p:spPr>
              <a:xfrm>
                <a:off x="5663809" y="492930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t44"/>
              <p:cNvSpPr/>
              <p:nvPr/>
            </p:nvSpPr>
            <p:spPr>
              <a:xfrm>
                <a:off x="5663809" y="457857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t45"/>
              <p:cNvSpPr/>
              <p:nvPr/>
            </p:nvSpPr>
            <p:spPr>
              <a:xfrm>
                <a:off x="5663809" y="4895683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t46"/>
              <p:cNvSpPr/>
              <p:nvPr/>
            </p:nvSpPr>
            <p:spPr>
              <a:xfrm>
                <a:off x="6278218" y="3865321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t47"/>
              <p:cNvSpPr/>
              <p:nvPr/>
            </p:nvSpPr>
            <p:spPr>
              <a:xfrm>
                <a:off x="6278218" y="420689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t48"/>
              <p:cNvSpPr/>
              <p:nvPr/>
            </p:nvSpPr>
            <p:spPr>
              <a:xfrm>
                <a:off x="6278218" y="405881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t49"/>
              <p:cNvSpPr/>
              <p:nvPr/>
            </p:nvSpPr>
            <p:spPr>
              <a:xfrm>
                <a:off x="3466103" y="3929727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t50"/>
              <p:cNvSpPr/>
              <p:nvPr/>
            </p:nvSpPr>
            <p:spPr>
              <a:xfrm>
                <a:off x="3466103" y="416170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t51"/>
              <p:cNvSpPr/>
              <p:nvPr/>
            </p:nvSpPr>
            <p:spPr>
              <a:xfrm>
                <a:off x="3466103" y="4156340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t52"/>
              <p:cNvSpPr/>
              <p:nvPr/>
            </p:nvSpPr>
            <p:spPr>
              <a:xfrm>
                <a:off x="5425776" y="5421984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t53"/>
              <p:cNvSpPr/>
              <p:nvPr/>
            </p:nvSpPr>
            <p:spPr>
              <a:xfrm>
                <a:off x="5425776" y="5389664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t54"/>
              <p:cNvSpPr/>
              <p:nvPr/>
            </p:nvSpPr>
            <p:spPr>
              <a:xfrm>
                <a:off x="6710483" y="5490504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t55"/>
              <p:cNvSpPr/>
              <p:nvPr/>
            </p:nvSpPr>
            <p:spPr>
              <a:xfrm>
                <a:off x="6710483" y="5386223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g56"/>
              <p:cNvSpPr/>
              <p:nvPr/>
            </p:nvSpPr>
            <p:spPr>
              <a:xfrm>
                <a:off x="1546223" y="3678868"/>
                <a:ext cx="5222962" cy="1451204"/>
              </a:xfrm>
              <a:custGeom>
                <a:avLst/>
                <a:gdLst/>
                <a:ahLst/>
                <a:cxnLst/>
                <a:rect l="0" t="0" r="0" b="0"/>
                <a:pathLst>
                  <a:path w="5222962" h="1451204">
                    <a:moveTo>
                      <a:pt x="0" y="0"/>
                    </a:moveTo>
                    <a:lnTo>
                      <a:pt x="66113" y="15772"/>
                    </a:lnTo>
                    <a:lnTo>
                      <a:pt x="132226" y="31515"/>
                    </a:lnTo>
                    <a:lnTo>
                      <a:pt x="198340" y="47226"/>
                    </a:lnTo>
                    <a:lnTo>
                      <a:pt x="264453" y="62904"/>
                    </a:lnTo>
                    <a:lnTo>
                      <a:pt x="330567" y="78547"/>
                    </a:lnTo>
                    <a:lnTo>
                      <a:pt x="396680" y="94154"/>
                    </a:lnTo>
                    <a:lnTo>
                      <a:pt x="462794" y="109722"/>
                    </a:lnTo>
                    <a:lnTo>
                      <a:pt x="528907" y="125250"/>
                    </a:lnTo>
                    <a:lnTo>
                      <a:pt x="595021" y="140735"/>
                    </a:lnTo>
                    <a:lnTo>
                      <a:pt x="661134" y="156175"/>
                    </a:lnTo>
                    <a:lnTo>
                      <a:pt x="727247" y="171567"/>
                    </a:lnTo>
                    <a:lnTo>
                      <a:pt x="793361" y="186910"/>
                    </a:lnTo>
                    <a:lnTo>
                      <a:pt x="859474" y="202200"/>
                    </a:lnTo>
                    <a:lnTo>
                      <a:pt x="925588" y="217435"/>
                    </a:lnTo>
                    <a:lnTo>
                      <a:pt x="991701" y="232610"/>
                    </a:lnTo>
                    <a:lnTo>
                      <a:pt x="1057815" y="247724"/>
                    </a:lnTo>
                    <a:lnTo>
                      <a:pt x="1123928" y="262771"/>
                    </a:lnTo>
                    <a:lnTo>
                      <a:pt x="1190042" y="277749"/>
                    </a:lnTo>
                    <a:lnTo>
                      <a:pt x="1256155" y="292653"/>
                    </a:lnTo>
                    <a:lnTo>
                      <a:pt x="1322269" y="307479"/>
                    </a:lnTo>
                    <a:lnTo>
                      <a:pt x="1388382" y="322223"/>
                    </a:lnTo>
                    <a:lnTo>
                      <a:pt x="1454495" y="336878"/>
                    </a:lnTo>
                    <a:lnTo>
                      <a:pt x="1520609" y="351440"/>
                    </a:lnTo>
                    <a:lnTo>
                      <a:pt x="1586722" y="365903"/>
                    </a:lnTo>
                    <a:lnTo>
                      <a:pt x="1652836" y="380261"/>
                    </a:lnTo>
                    <a:lnTo>
                      <a:pt x="1718949" y="394507"/>
                    </a:lnTo>
                    <a:lnTo>
                      <a:pt x="1785063" y="408635"/>
                    </a:lnTo>
                    <a:lnTo>
                      <a:pt x="1851176" y="422637"/>
                    </a:lnTo>
                    <a:lnTo>
                      <a:pt x="1917290" y="436505"/>
                    </a:lnTo>
                    <a:lnTo>
                      <a:pt x="1983403" y="450231"/>
                    </a:lnTo>
                    <a:lnTo>
                      <a:pt x="2049516" y="463806"/>
                    </a:lnTo>
                    <a:lnTo>
                      <a:pt x="2115630" y="477220"/>
                    </a:lnTo>
                    <a:lnTo>
                      <a:pt x="2181743" y="490465"/>
                    </a:lnTo>
                    <a:lnTo>
                      <a:pt x="2247857" y="503529"/>
                    </a:lnTo>
                    <a:lnTo>
                      <a:pt x="2313970" y="516402"/>
                    </a:lnTo>
                    <a:lnTo>
                      <a:pt x="2380084" y="529073"/>
                    </a:lnTo>
                    <a:lnTo>
                      <a:pt x="2446197" y="541530"/>
                    </a:lnTo>
                    <a:lnTo>
                      <a:pt x="2512311" y="553761"/>
                    </a:lnTo>
                    <a:lnTo>
                      <a:pt x="2578424" y="565755"/>
                    </a:lnTo>
                    <a:lnTo>
                      <a:pt x="2644538" y="577498"/>
                    </a:lnTo>
                    <a:lnTo>
                      <a:pt x="2710651" y="588978"/>
                    </a:lnTo>
                    <a:lnTo>
                      <a:pt x="2776764" y="600184"/>
                    </a:lnTo>
                    <a:lnTo>
                      <a:pt x="2842878" y="611102"/>
                    </a:lnTo>
                    <a:lnTo>
                      <a:pt x="2908991" y="621722"/>
                    </a:lnTo>
                    <a:lnTo>
                      <a:pt x="2975105" y="632032"/>
                    </a:lnTo>
                    <a:lnTo>
                      <a:pt x="3041218" y="642021"/>
                    </a:lnTo>
                    <a:lnTo>
                      <a:pt x="3107332" y="651680"/>
                    </a:lnTo>
                    <a:lnTo>
                      <a:pt x="3173445" y="661001"/>
                    </a:lnTo>
                    <a:lnTo>
                      <a:pt x="3239559" y="669976"/>
                    </a:lnTo>
                    <a:lnTo>
                      <a:pt x="3305672" y="678601"/>
                    </a:lnTo>
                    <a:lnTo>
                      <a:pt x="3371785" y="686870"/>
                    </a:lnTo>
                    <a:lnTo>
                      <a:pt x="3437899" y="694782"/>
                    </a:lnTo>
                    <a:lnTo>
                      <a:pt x="3504012" y="702336"/>
                    </a:lnTo>
                    <a:lnTo>
                      <a:pt x="3570126" y="709532"/>
                    </a:lnTo>
                    <a:lnTo>
                      <a:pt x="3636239" y="716374"/>
                    </a:lnTo>
                    <a:lnTo>
                      <a:pt x="3702353" y="722866"/>
                    </a:lnTo>
                    <a:lnTo>
                      <a:pt x="3768466" y="729014"/>
                    </a:lnTo>
                    <a:lnTo>
                      <a:pt x="3834580" y="734825"/>
                    </a:lnTo>
                    <a:lnTo>
                      <a:pt x="3900693" y="740308"/>
                    </a:lnTo>
                    <a:lnTo>
                      <a:pt x="3966807" y="745473"/>
                    </a:lnTo>
                    <a:lnTo>
                      <a:pt x="4032920" y="750331"/>
                    </a:lnTo>
                    <a:lnTo>
                      <a:pt x="4099033" y="754892"/>
                    </a:lnTo>
                    <a:lnTo>
                      <a:pt x="4165147" y="759168"/>
                    </a:lnTo>
                    <a:lnTo>
                      <a:pt x="4231260" y="763172"/>
                    </a:lnTo>
                    <a:lnTo>
                      <a:pt x="4297374" y="766916"/>
                    </a:lnTo>
                    <a:lnTo>
                      <a:pt x="4363487" y="770412"/>
                    </a:lnTo>
                    <a:lnTo>
                      <a:pt x="4429601" y="773673"/>
                    </a:lnTo>
                    <a:lnTo>
                      <a:pt x="4495714" y="776711"/>
                    </a:lnTo>
                    <a:lnTo>
                      <a:pt x="4561828" y="779537"/>
                    </a:lnTo>
                    <a:lnTo>
                      <a:pt x="4627941" y="782163"/>
                    </a:lnTo>
                    <a:lnTo>
                      <a:pt x="4694054" y="784601"/>
                    </a:lnTo>
                    <a:lnTo>
                      <a:pt x="4760168" y="786861"/>
                    </a:lnTo>
                    <a:lnTo>
                      <a:pt x="4826281" y="788952"/>
                    </a:lnTo>
                    <a:lnTo>
                      <a:pt x="4892395" y="790885"/>
                    </a:lnTo>
                    <a:lnTo>
                      <a:pt x="4958508" y="792670"/>
                    </a:lnTo>
                    <a:lnTo>
                      <a:pt x="5024622" y="794314"/>
                    </a:lnTo>
                    <a:lnTo>
                      <a:pt x="5090735" y="795825"/>
                    </a:lnTo>
                    <a:lnTo>
                      <a:pt x="5156849" y="797213"/>
                    </a:lnTo>
                    <a:lnTo>
                      <a:pt x="5222962" y="798483"/>
                    </a:lnTo>
                    <a:lnTo>
                      <a:pt x="5222962" y="1451204"/>
                    </a:lnTo>
                    <a:lnTo>
                      <a:pt x="5156849" y="1436934"/>
                    </a:lnTo>
                    <a:lnTo>
                      <a:pt x="5090735" y="1422781"/>
                    </a:lnTo>
                    <a:lnTo>
                      <a:pt x="5024622" y="1408752"/>
                    </a:lnTo>
                    <a:lnTo>
                      <a:pt x="4958508" y="1394855"/>
                    </a:lnTo>
                    <a:lnTo>
                      <a:pt x="4892395" y="1381098"/>
                    </a:lnTo>
                    <a:lnTo>
                      <a:pt x="4826281" y="1367491"/>
                    </a:lnTo>
                    <a:lnTo>
                      <a:pt x="4760168" y="1354042"/>
                    </a:lnTo>
                    <a:lnTo>
                      <a:pt x="4694054" y="1340760"/>
                    </a:lnTo>
                    <a:lnTo>
                      <a:pt x="4627941" y="1327657"/>
                    </a:lnTo>
                    <a:lnTo>
                      <a:pt x="4561828" y="1314743"/>
                    </a:lnTo>
                    <a:lnTo>
                      <a:pt x="4495714" y="1302028"/>
                    </a:lnTo>
                    <a:lnTo>
                      <a:pt x="4429601" y="1289525"/>
                    </a:lnTo>
                    <a:lnTo>
                      <a:pt x="4363487" y="1277245"/>
                    </a:lnTo>
                    <a:lnTo>
                      <a:pt x="4297374" y="1265201"/>
                    </a:lnTo>
                    <a:lnTo>
                      <a:pt x="4231260" y="1253404"/>
                    </a:lnTo>
                    <a:lnTo>
                      <a:pt x="4165147" y="1241867"/>
                    </a:lnTo>
                    <a:lnTo>
                      <a:pt x="4099033" y="1230602"/>
                    </a:lnTo>
                    <a:lnTo>
                      <a:pt x="4032920" y="1219623"/>
                    </a:lnTo>
                    <a:lnTo>
                      <a:pt x="3966807" y="1208939"/>
                    </a:lnTo>
                    <a:lnTo>
                      <a:pt x="3900693" y="1198563"/>
                    </a:lnTo>
                    <a:lnTo>
                      <a:pt x="3834580" y="1188506"/>
                    </a:lnTo>
                    <a:lnTo>
                      <a:pt x="3768466" y="1178776"/>
                    </a:lnTo>
                    <a:lnTo>
                      <a:pt x="3702353" y="1169383"/>
                    </a:lnTo>
                    <a:lnTo>
                      <a:pt x="3636239" y="1160334"/>
                    </a:lnTo>
                    <a:lnTo>
                      <a:pt x="3570126" y="1151636"/>
                    </a:lnTo>
                    <a:lnTo>
                      <a:pt x="3504012" y="1143291"/>
                    </a:lnTo>
                    <a:lnTo>
                      <a:pt x="3437899" y="1135304"/>
                    </a:lnTo>
                    <a:lnTo>
                      <a:pt x="3371785" y="1127675"/>
                    </a:lnTo>
                    <a:lnTo>
                      <a:pt x="3305672" y="1120403"/>
                    </a:lnTo>
                    <a:lnTo>
                      <a:pt x="3239559" y="1113487"/>
                    </a:lnTo>
                    <a:lnTo>
                      <a:pt x="3173445" y="1106922"/>
                    </a:lnTo>
                    <a:lnTo>
                      <a:pt x="3107332" y="1100702"/>
                    </a:lnTo>
                    <a:lnTo>
                      <a:pt x="3041218" y="1094820"/>
                    </a:lnTo>
                    <a:lnTo>
                      <a:pt x="2975105" y="1089269"/>
                    </a:lnTo>
                    <a:lnTo>
                      <a:pt x="2908991" y="1084037"/>
                    </a:lnTo>
                    <a:lnTo>
                      <a:pt x="2842878" y="1079116"/>
                    </a:lnTo>
                    <a:lnTo>
                      <a:pt x="2776764" y="1074494"/>
                    </a:lnTo>
                    <a:lnTo>
                      <a:pt x="2710651" y="1070159"/>
                    </a:lnTo>
                    <a:lnTo>
                      <a:pt x="2644538" y="1066098"/>
                    </a:lnTo>
                    <a:lnTo>
                      <a:pt x="2578424" y="1062301"/>
                    </a:lnTo>
                    <a:lnTo>
                      <a:pt x="2512311" y="1058753"/>
                    </a:lnTo>
                    <a:lnTo>
                      <a:pt x="2446197" y="1055444"/>
                    </a:lnTo>
                    <a:lnTo>
                      <a:pt x="2380084" y="1052360"/>
                    </a:lnTo>
                    <a:lnTo>
                      <a:pt x="2313970" y="1049490"/>
                    </a:lnTo>
                    <a:lnTo>
                      <a:pt x="2247857" y="1046822"/>
                    </a:lnTo>
                    <a:lnTo>
                      <a:pt x="2181743" y="1044346"/>
                    </a:lnTo>
                    <a:lnTo>
                      <a:pt x="2115630" y="1042050"/>
                    </a:lnTo>
                    <a:lnTo>
                      <a:pt x="2049516" y="1039923"/>
                    </a:lnTo>
                    <a:lnTo>
                      <a:pt x="1983403" y="1037957"/>
                    </a:lnTo>
                    <a:lnTo>
                      <a:pt x="1917290" y="1036143"/>
                    </a:lnTo>
                    <a:lnTo>
                      <a:pt x="1851176" y="1034470"/>
                    </a:lnTo>
                    <a:lnTo>
                      <a:pt x="1785063" y="1032931"/>
                    </a:lnTo>
                    <a:lnTo>
                      <a:pt x="1718949" y="1031518"/>
                    </a:lnTo>
                    <a:lnTo>
                      <a:pt x="1652836" y="1030223"/>
                    </a:lnTo>
                    <a:lnTo>
                      <a:pt x="1586722" y="1029040"/>
                    </a:lnTo>
                    <a:lnTo>
                      <a:pt x="1520609" y="1027963"/>
                    </a:lnTo>
                    <a:lnTo>
                      <a:pt x="1454495" y="1026984"/>
                    </a:lnTo>
                    <a:lnTo>
                      <a:pt x="1388382" y="1026098"/>
                    </a:lnTo>
                    <a:lnTo>
                      <a:pt x="1322269" y="1025301"/>
                    </a:lnTo>
                    <a:lnTo>
                      <a:pt x="1256155" y="1024586"/>
                    </a:lnTo>
                    <a:lnTo>
                      <a:pt x="1190042" y="1023949"/>
                    </a:lnTo>
                    <a:lnTo>
                      <a:pt x="1123928" y="1023386"/>
                    </a:lnTo>
                    <a:lnTo>
                      <a:pt x="1057815" y="1022893"/>
                    </a:lnTo>
                    <a:lnTo>
                      <a:pt x="991701" y="1022466"/>
                    </a:lnTo>
                    <a:lnTo>
                      <a:pt x="925588" y="1022100"/>
                    </a:lnTo>
                    <a:lnTo>
                      <a:pt x="859474" y="1021794"/>
                    </a:lnTo>
                    <a:lnTo>
                      <a:pt x="793361" y="1021543"/>
                    </a:lnTo>
                    <a:lnTo>
                      <a:pt x="727247" y="1021345"/>
                    </a:lnTo>
                    <a:lnTo>
                      <a:pt x="661134" y="1021197"/>
                    </a:lnTo>
                    <a:lnTo>
                      <a:pt x="595021" y="1021096"/>
                    </a:lnTo>
                    <a:lnTo>
                      <a:pt x="528907" y="1021041"/>
                    </a:lnTo>
                    <a:lnTo>
                      <a:pt x="462794" y="1021027"/>
                    </a:lnTo>
                    <a:lnTo>
                      <a:pt x="396680" y="1021055"/>
                    </a:lnTo>
                    <a:lnTo>
                      <a:pt x="330567" y="1021120"/>
                    </a:lnTo>
                    <a:lnTo>
                      <a:pt x="264453" y="1021223"/>
                    </a:lnTo>
                    <a:lnTo>
                      <a:pt x="198340" y="1021360"/>
                    </a:lnTo>
                    <a:lnTo>
                      <a:pt x="132226" y="1021530"/>
                    </a:lnTo>
                    <a:lnTo>
                      <a:pt x="66113" y="1021732"/>
                    </a:lnTo>
                    <a:lnTo>
                      <a:pt x="0" y="1021964"/>
                    </a:lnTo>
                    <a:close/>
                  </a:path>
                </a:pathLst>
              </a:custGeom>
              <a:solidFill>
                <a:srgbClr val="999999">
                  <a:alpha val="4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l57"/>
              <p:cNvSpPr/>
              <p:nvPr/>
            </p:nvSpPr>
            <p:spPr>
              <a:xfrm>
                <a:off x="1546223" y="3678868"/>
                <a:ext cx="5222962" cy="798483"/>
              </a:xfrm>
              <a:custGeom>
                <a:avLst/>
                <a:gdLst/>
                <a:ahLst/>
                <a:cxnLst/>
                <a:rect l="0" t="0" r="0" b="0"/>
                <a:pathLst>
                  <a:path w="5222962" h="798483">
                    <a:moveTo>
                      <a:pt x="0" y="0"/>
                    </a:moveTo>
                    <a:lnTo>
                      <a:pt x="66113" y="15772"/>
                    </a:lnTo>
                    <a:lnTo>
                      <a:pt x="132226" y="31515"/>
                    </a:lnTo>
                    <a:lnTo>
                      <a:pt x="198340" y="47226"/>
                    </a:lnTo>
                    <a:lnTo>
                      <a:pt x="264453" y="62904"/>
                    </a:lnTo>
                    <a:lnTo>
                      <a:pt x="330567" y="78547"/>
                    </a:lnTo>
                    <a:lnTo>
                      <a:pt x="396680" y="94154"/>
                    </a:lnTo>
                    <a:lnTo>
                      <a:pt x="462794" y="109722"/>
                    </a:lnTo>
                    <a:lnTo>
                      <a:pt x="528907" y="125250"/>
                    </a:lnTo>
                    <a:lnTo>
                      <a:pt x="595021" y="140735"/>
                    </a:lnTo>
                    <a:lnTo>
                      <a:pt x="661134" y="156175"/>
                    </a:lnTo>
                    <a:lnTo>
                      <a:pt x="727247" y="171567"/>
                    </a:lnTo>
                    <a:lnTo>
                      <a:pt x="793361" y="186910"/>
                    </a:lnTo>
                    <a:lnTo>
                      <a:pt x="859474" y="202200"/>
                    </a:lnTo>
                    <a:lnTo>
                      <a:pt x="925588" y="217435"/>
                    </a:lnTo>
                    <a:lnTo>
                      <a:pt x="991701" y="232610"/>
                    </a:lnTo>
                    <a:lnTo>
                      <a:pt x="1057815" y="247724"/>
                    </a:lnTo>
                    <a:lnTo>
                      <a:pt x="1123928" y="262771"/>
                    </a:lnTo>
                    <a:lnTo>
                      <a:pt x="1190042" y="277749"/>
                    </a:lnTo>
                    <a:lnTo>
                      <a:pt x="1256155" y="292653"/>
                    </a:lnTo>
                    <a:lnTo>
                      <a:pt x="1322269" y="307479"/>
                    </a:lnTo>
                    <a:lnTo>
                      <a:pt x="1388382" y="322223"/>
                    </a:lnTo>
                    <a:lnTo>
                      <a:pt x="1454495" y="336878"/>
                    </a:lnTo>
                    <a:lnTo>
                      <a:pt x="1520609" y="351440"/>
                    </a:lnTo>
                    <a:lnTo>
                      <a:pt x="1586722" y="365903"/>
                    </a:lnTo>
                    <a:lnTo>
                      <a:pt x="1652836" y="380261"/>
                    </a:lnTo>
                    <a:lnTo>
                      <a:pt x="1718949" y="394507"/>
                    </a:lnTo>
                    <a:lnTo>
                      <a:pt x="1785063" y="408635"/>
                    </a:lnTo>
                    <a:lnTo>
                      <a:pt x="1851176" y="422637"/>
                    </a:lnTo>
                    <a:lnTo>
                      <a:pt x="1917290" y="436505"/>
                    </a:lnTo>
                    <a:lnTo>
                      <a:pt x="1983403" y="450231"/>
                    </a:lnTo>
                    <a:lnTo>
                      <a:pt x="2049516" y="463806"/>
                    </a:lnTo>
                    <a:lnTo>
                      <a:pt x="2115630" y="477220"/>
                    </a:lnTo>
                    <a:lnTo>
                      <a:pt x="2181743" y="490465"/>
                    </a:lnTo>
                    <a:lnTo>
                      <a:pt x="2247857" y="503529"/>
                    </a:lnTo>
                    <a:lnTo>
                      <a:pt x="2313970" y="516402"/>
                    </a:lnTo>
                    <a:lnTo>
                      <a:pt x="2380084" y="529073"/>
                    </a:lnTo>
                    <a:lnTo>
                      <a:pt x="2446197" y="541530"/>
                    </a:lnTo>
                    <a:lnTo>
                      <a:pt x="2512311" y="553761"/>
                    </a:lnTo>
                    <a:lnTo>
                      <a:pt x="2578424" y="565755"/>
                    </a:lnTo>
                    <a:lnTo>
                      <a:pt x="2644538" y="577498"/>
                    </a:lnTo>
                    <a:lnTo>
                      <a:pt x="2710651" y="588978"/>
                    </a:lnTo>
                    <a:lnTo>
                      <a:pt x="2776764" y="600184"/>
                    </a:lnTo>
                    <a:lnTo>
                      <a:pt x="2842878" y="611102"/>
                    </a:lnTo>
                    <a:lnTo>
                      <a:pt x="2908991" y="621722"/>
                    </a:lnTo>
                    <a:lnTo>
                      <a:pt x="2975105" y="632032"/>
                    </a:lnTo>
                    <a:lnTo>
                      <a:pt x="3041218" y="642021"/>
                    </a:lnTo>
                    <a:lnTo>
                      <a:pt x="3107332" y="651680"/>
                    </a:lnTo>
                    <a:lnTo>
                      <a:pt x="3173445" y="661001"/>
                    </a:lnTo>
                    <a:lnTo>
                      <a:pt x="3239559" y="669976"/>
                    </a:lnTo>
                    <a:lnTo>
                      <a:pt x="3305672" y="678601"/>
                    </a:lnTo>
                    <a:lnTo>
                      <a:pt x="3371785" y="686870"/>
                    </a:lnTo>
                    <a:lnTo>
                      <a:pt x="3437899" y="694782"/>
                    </a:lnTo>
                    <a:lnTo>
                      <a:pt x="3504012" y="702336"/>
                    </a:lnTo>
                    <a:lnTo>
                      <a:pt x="3570126" y="709532"/>
                    </a:lnTo>
                    <a:lnTo>
                      <a:pt x="3636239" y="716374"/>
                    </a:lnTo>
                    <a:lnTo>
                      <a:pt x="3702353" y="722866"/>
                    </a:lnTo>
                    <a:lnTo>
                      <a:pt x="3768466" y="729014"/>
                    </a:lnTo>
                    <a:lnTo>
                      <a:pt x="3834580" y="734825"/>
                    </a:lnTo>
                    <a:lnTo>
                      <a:pt x="3900693" y="740308"/>
                    </a:lnTo>
                    <a:lnTo>
                      <a:pt x="3966807" y="745473"/>
                    </a:lnTo>
                    <a:lnTo>
                      <a:pt x="4032920" y="750331"/>
                    </a:lnTo>
                    <a:lnTo>
                      <a:pt x="4099033" y="754892"/>
                    </a:lnTo>
                    <a:lnTo>
                      <a:pt x="4165147" y="759168"/>
                    </a:lnTo>
                    <a:lnTo>
                      <a:pt x="4231260" y="763172"/>
                    </a:lnTo>
                    <a:lnTo>
                      <a:pt x="4297374" y="766916"/>
                    </a:lnTo>
                    <a:lnTo>
                      <a:pt x="4363487" y="770412"/>
                    </a:lnTo>
                    <a:lnTo>
                      <a:pt x="4429601" y="773673"/>
                    </a:lnTo>
                    <a:lnTo>
                      <a:pt x="4495714" y="776711"/>
                    </a:lnTo>
                    <a:lnTo>
                      <a:pt x="4561828" y="779537"/>
                    </a:lnTo>
                    <a:lnTo>
                      <a:pt x="4627941" y="782163"/>
                    </a:lnTo>
                    <a:lnTo>
                      <a:pt x="4694054" y="784601"/>
                    </a:lnTo>
                    <a:lnTo>
                      <a:pt x="4760168" y="786861"/>
                    </a:lnTo>
                    <a:lnTo>
                      <a:pt x="4826281" y="788952"/>
                    </a:lnTo>
                    <a:lnTo>
                      <a:pt x="4892395" y="790885"/>
                    </a:lnTo>
                    <a:lnTo>
                      <a:pt x="4958508" y="792670"/>
                    </a:lnTo>
                    <a:lnTo>
                      <a:pt x="5024622" y="794314"/>
                    </a:lnTo>
                    <a:lnTo>
                      <a:pt x="5090735" y="795825"/>
                    </a:lnTo>
                    <a:lnTo>
                      <a:pt x="5156849" y="797213"/>
                    </a:lnTo>
                    <a:lnTo>
                      <a:pt x="5222962" y="798483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pl58"/>
              <p:cNvSpPr/>
              <p:nvPr/>
            </p:nvSpPr>
            <p:spPr>
              <a:xfrm>
                <a:off x="1546223" y="4699896"/>
                <a:ext cx="5222962" cy="430177"/>
              </a:xfrm>
              <a:custGeom>
                <a:avLst/>
                <a:gdLst/>
                <a:ahLst/>
                <a:cxnLst/>
                <a:rect l="0" t="0" r="0" b="0"/>
                <a:pathLst>
                  <a:path w="5222962" h="430177">
                    <a:moveTo>
                      <a:pt x="5222962" y="430177"/>
                    </a:moveTo>
                    <a:lnTo>
                      <a:pt x="5156849" y="415906"/>
                    </a:lnTo>
                    <a:lnTo>
                      <a:pt x="5090735" y="401753"/>
                    </a:lnTo>
                    <a:lnTo>
                      <a:pt x="5024622" y="387724"/>
                    </a:lnTo>
                    <a:lnTo>
                      <a:pt x="4958508" y="373827"/>
                    </a:lnTo>
                    <a:lnTo>
                      <a:pt x="4892395" y="360070"/>
                    </a:lnTo>
                    <a:lnTo>
                      <a:pt x="4826281" y="346463"/>
                    </a:lnTo>
                    <a:lnTo>
                      <a:pt x="4760168" y="333014"/>
                    </a:lnTo>
                    <a:lnTo>
                      <a:pt x="4694054" y="319732"/>
                    </a:lnTo>
                    <a:lnTo>
                      <a:pt x="4627941" y="306629"/>
                    </a:lnTo>
                    <a:lnTo>
                      <a:pt x="4561828" y="293715"/>
                    </a:lnTo>
                    <a:lnTo>
                      <a:pt x="4495714" y="281000"/>
                    </a:lnTo>
                    <a:lnTo>
                      <a:pt x="4429601" y="268497"/>
                    </a:lnTo>
                    <a:lnTo>
                      <a:pt x="4363487" y="256217"/>
                    </a:lnTo>
                    <a:lnTo>
                      <a:pt x="4297374" y="244173"/>
                    </a:lnTo>
                    <a:lnTo>
                      <a:pt x="4231260" y="232376"/>
                    </a:lnTo>
                    <a:lnTo>
                      <a:pt x="4165147" y="220839"/>
                    </a:lnTo>
                    <a:lnTo>
                      <a:pt x="4099033" y="209575"/>
                    </a:lnTo>
                    <a:lnTo>
                      <a:pt x="4032920" y="198595"/>
                    </a:lnTo>
                    <a:lnTo>
                      <a:pt x="3966807" y="187911"/>
                    </a:lnTo>
                    <a:lnTo>
                      <a:pt x="3900693" y="177535"/>
                    </a:lnTo>
                    <a:lnTo>
                      <a:pt x="3834580" y="167478"/>
                    </a:lnTo>
                    <a:lnTo>
                      <a:pt x="3768466" y="157748"/>
                    </a:lnTo>
                    <a:lnTo>
                      <a:pt x="3702353" y="148355"/>
                    </a:lnTo>
                    <a:lnTo>
                      <a:pt x="3636239" y="139306"/>
                    </a:lnTo>
                    <a:lnTo>
                      <a:pt x="3570126" y="130608"/>
                    </a:lnTo>
                    <a:lnTo>
                      <a:pt x="3504012" y="122263"/>
                    </a:lnTo>
                    <a:lnTo>
                      <a:pt x="3437899" y="114276"/>
                    </a:lnTo>
                    <a:lnTo>
                      <a:pt x="3371785" y="106647"/>
                    </a:lnTo>
                    <a:lnTo>
                      <a:pt x="3305672" y="99375"/>
                    </a:lnTo>
                    <a:lnTo>
                      <a:pt x="3239559" y="92459"/>
                    </a:lnTo>
                    <a:lnTo>
                      <a:pt x="3173445" y="85894"/>
                    </a:lnTo>
                    <a:lnTo>
                      <a:pt x="3107332" y="79674"/>
                    </a:lnTo>
                    <a:lnTo>
                      <a:pt x="3041218" y="73792"/>
                    </a:lnTo>
                    <a:lnTo>
                      <a:pt x="2975105" y="68241"/>
                    </a:lnTo>
                    <a:lnTo>
                      <a:pt x="2908991" y="63010"/>
                    </a:lnTo>
                    <a:lnTo>
                      <a:pt x="2842878" y="58088"/>
                    </a:lnTo>
                    <a:lnTo>
                      <a:pt x="2776764" y="53466"/>
                    </a:lnTo>
                    <a:lnTo>
                      <a:pt x="2710651" y="49131"/>
                    </a:lnTo>
                    <a:lnTo>
                      <a:pt x="2644538" y="45070"/>
                    </a:lnTo>
                    <a:lnTo>
                      <a:pt x="2578424" y="41273"/>
                    </a:lnTo>
                    <a:lnTo>
                      <a:pt x="2512311" y="37725"/>
                    </a:lnTo>
                    <a:lnTo>
                      <a:pt x="2446197" y="34416"/>
                    </a:lnTo>
                    <a:lnTo>
                      <a:pt x="2380084" y="31332"/>
                    </a:lnTo>
                    <a:lnTo>
                      <a:pt x="2313970" y="28462"/>
                    </a:lnTo>
                    <a:lnTo>
                      <a:pt x="2247857" y="25794"/>
                    </a:lnTo>
                    <a:lnTo>
                      <a:pt x="2181743" y="23318"/>
                    </a:lnTo>
                    <a:lnTo>
                      <a:pt x="2115630" y="21022"/>
                    </a:lnTo>
                    <a:lnTo>
                      <a:pt x="2049516" y="18895"/>
                    </a:lnTo>
                    <a:lnTo>
                      <a:pt x="1983403" y="16930"/>
                    </a:lnTo>
                    <a:lnTo>
                      <a:pt x="1917290" y="15115"/>
                    </a:lnTo>
                    <a:lnTo>
                      <a:pt x="1851176" y="13442"/>
                    </a:lnTo>
                    <a:lnTo>
                      <a:pt x="1785063" y="11903"/>
                    </a:lnTo>
                    <a:lnTo>
                      <a:pt x="1718949" y="10490"/>
                    </a:lnTo>
                    <a:lnTo>
                      <a:pt x="1652836" y="9195"/>
                    </a:lnTo>
                    <a:lnTo>
                      <a:pt x="1586722" y="8012"/>
                    </a:lnTo>
                    <a:lnTo>
                      <a:pt x="1520609" y="6935"/>
                    </a:lnTo>
                    <a:lnTo>
                      <a:pt x="1454495" y="5956"/>
                    </a:lnTo>
                    <a:lnTo>
                      <a:pt x="1388382" y="5070"/>
                    </a:lnTo>
                    <a:lnTo>
                      <a:pt x="1322269" y="4273"/>
                    </a:lnTo>
                    <a:lnTo>
                      <a:pt x="1256155" y="3558"/>
                    </a:lnTo>
                    <a:lnTo>
                      <a:pt x="1190042" y="2921"/>
                    </a:lnTo>
                    <a:lnTo>
                      <a:pt x="1123928" y="2358"/>
                    </a:lnTo>
                    <a:lnTo>
                      <a:pt x="1057815" y="1865"/>
                    </a:lnTo>
                    <a:lnTo>
                      <a:pt x="991701" y="1438"/>
                    </a:lnTo>
                    <a:lnTo>
                      <a:pt x="925588" y="1073"/>
                    </a:lnTo>
                    <a:lnTo>
                      <a:pt x="859474" y="766"/>
                    </a:lnTo>
                    <a:lnTo>
                      <a:pt x="793361" y="515"/>
                    </a:lnTo>
                    <a:lnTo>
                      <a:pt x="727247" y="317"/>
                    </a:lnTo>
                    <a:lnTo>
                      <a:pt x="661134" y="169"/>
                    </a:lnTo>
                    <a:lnTo>
                      <a:pt x="595021" y="69"/>
                    </a:lnTo>
                    <a:lnTo>
                      <a:pt x="528907" y="13"/>
                    </a:lnTo>
                    <a:lnTo>
                      <a:pt x="462794" y="0"/>
                    </a:lnTo>
                    <a:lnTo>
                      <a:pt x="396680" y="27"/>
                    </a:lnTo>
                    <a:lnTo>
                      <a:pt x="330567" y="93"/>
                    </a:lnTo>
                    <a:lnTo>
                      <a:pt x="264453" y="195"/>
                    </a:lnTo>
                    <a:lnTo>
                      <a:pt x="198340" y="332"/>
                    </a:lnTo>
                    <a:lnTo>
                      <a:pt x="132226" y="502"/>
                    </a:lnTo>
                    <a:lnTo>
                      <a:pt x="66113" y="704"/>
                    </a:lnTo>
                    <a:lnTo>
                      <a:pt x="0" y="936"/>
                    </a:lnTo>
                  </a:path>
                </a:pathLst>
              </a:custGeom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pl59"/>
              <p:cNvSpPr/>
              <p:nvPr/>
            </p:nvSpPr>
            <p:spPr>
              <a:xfrm>
                <a:off x="1546223" y="4189850"/>
                <a:ext cx="5222962" cy="613861"/>
              </a:xfrm>
              <a:custGeom>
                <a:avLst/>
                <a:gdLst/>
                <a:ahLst/>
                <a:cxnLst/>
                <a:rect l="0" t="0" r="0" b="0"/>
                <a:pathLst>
                  <a:path w="5222962" h="613861">
                    <a:moveTo>
                      <a:pt x="0" y="0"/>
                    </a:moveTo>
                    <a:lnTo>
                      <a:pt x="66113" y="7770"/>
                    </a:lnTo>
                    <a:lnTo>
                      <a:pt x="132226" y="15540"/>
                    </a:lnTo>
                    <a:lnTo>
                      <a:pt x="198340" y="23311"/>
                    </a:lnTo>
                    <a:lnTo>
                      <a:pt x="264453" y="31081"/>
                    </a:lnTo>
                    <a:lnTo>
                      <a:pt x="330567" y="38852"/>
                    </a:lnTo>
                    <a:lnTo>
                      <a:pt x="396680" y="46622"/>
                    </a:lnTo>
                    <a:lnTo>
                      <a:pt x="462794" y="54392"/>
                    </a:lnTo>
                    <a:lnTo>
                      <a:pt x="528907" y="62163"/>
                    </a:lnTo>
                    <a:lnTo>
                      <a:pt x="595021" y="69933"/>
                    </a:lnTo>
                    <a:lnTo>
                      <a:pt x="661134" y="77704"/>
                    </a:lnTo>
                    <a:lnTo>
                      <a:pt x="727247" y="85474"/>
                    </a:lnTo>
                    <a:lnTo>
                      <a:pt x="793361" y="93244"/>
                    </a:lnTo>
                    <a:lnTo>
                      <a:pt x="859474" y="101015"/>
                    </a:lnTo>
                    <a:lnTo>
                      <a:pt x="925588" y="108785"/>
                    </a:lnTo>
                    <a:lnTo>
                      <a:pt x="991701" y="116556"/>
                    </a:lnTo>
                    <a:lnTo>
                      <a:pt x="1057815" y="124326"/>
                    </a:lnTo>
                    <a:lnTo>
                      <a:pt x="1123928" y="132096"/>
                    </a:lnTo>
                    <a:lnTo>
                      <a:pt x="1190042" y="139867"/>
                    </a:lnTo>
                    <a:lnTo>
                      <a:pt x="1256155" y="147637"/>
                    </a:lnTo>
                    <a:lnTo>
                      <a:pt x="1322269" y="155408"/>
                    </a:lnTo>
                    <a:lnTo>
                      <a:pt x="1388382" y="163178"/>
                    </a:lnTo>
                    <a:lnTo>
                      <a:pt x="1454495" y="170948"/>
                    </a:lnTo>
                    <a:lnTo>
                      <a:pt x="1520609" y="178719"/>
                    </a:lnTo>
                    <a:lnTo>
                      <a:pt x="1586722" y="186489"/>
                    </a:lnTo>
                    <a:lnTo>
                      <a:pt x="1652836" y="194260"/>
                    </a:lnTo>
                    <a:lnTo>
                      <a:pt x="1718949" y="202030"/>
                    </a:lnTo>
                    <a:lnTo>
                      <a:pt x="1785063" y="209800"/>
                    </a:lnTo>
                    <a:lnTo>
                      <a:pt x="1851176" y="217571"/>
                    </a:lnTo>
                    <a:lnTo>
                      <a:pt x="1917290" y="225341"/>
                    </a:lnTo>
                    <a:lnTo>
                      <a:pt x="1983403" y="233112"/>
                    </a:lnTo>
                    <a:lnTo>
                      <a:pt x="2049516" y="240882"/>
                    </a:lnTo>
                    <a:lnTo>
                      <a:pt x="2115630" y="248652"/>
                    </a:lnTo>
                    <a:lnTo>
                      <a:pt x="2181743" y="256423"/>
                    </a:lnTo>
                    <a:lnTo>
                      <a:pt x="2247857" y="264193"/>
                    </a:lnTo>
                    <a:lnTo>
                      <a:pt x="2313970" y="271964"/>
                    </a:lnTo>
                    <a:lnTo>
                      <a:pt x="2380084" y="279734"/>
                    </a:lnTo>
                    <a:lnTo>
                      <a:pt x="2446197" y="287504"/>
                    </a:lnTo>
                    <a:lnTo>
                      <a:pt x="2512311" y="295275"/>
                    </a:lnTo>
                    <a:lnTo>
                      <a:pt x="2578424" y="303045"/>
                    </a:lnTo>
                    <a:lnTo>
                      <a:pt x="2644538" y="310816"/>
                    </a:lnTo>
                    <a:lnTo>
                      <a:pt x="2710651" y="318586"/>
                    </a:lnTo>
                    <a:lnTo>
                      <a:pt x="2776764" y="326356"/>
                    </a:lnTo>
                    <a:lnTo>
                      <a:pt x="2842878" y="334127"/>
                    </a:lnTo>
                    <a:lnTo>
                      <a:pt x="2908991" y="341897"/>
                    </a:lnTo>
                    <a:lnTo>
                      <a:pt x="2975105" y="349668"/>
                    </a:lnTo>
                    <a:lnTo>
                      <a:pt x="3041218" y="357438"/>
                    </a:lnTo>
                    <a:lnTo>
                      <a:pt x="3107332" y="365208"/>
                    </a:lnTo>
                    <a:lnTo>
                      <a:pt x="3173445" y="372979"/>
                    </a:lnTo>
                    <a:lnTo>
                      <a:pt x="3239559" y="380749"/>
                    </a:lnTo>
                    <a:lnTo>
                      <a:pt x="3305672" y="388520"/>
                    </a:lnTo>
                    <a:lnTo>
                      <a:pt x="3371785" y="396290"/>
                    </a:lnTo>
                    <a:lnTo>
                      <a:pt x="3437899" y="404061"/>
                    </a:lnTo>
                    <a:lnTo>
                      <a:pt x="3504012" y="411831"/>
                    </a:lnTo>
                    <a:lnTo>
                      <a:pt x="3570126" y="419601"/>
                    </a:lnTo>
                    <a:lnTo>
                      <a:pt x="3636239" y="427372"/>
                    </a:lnTo>
                    <a:lnTo>
                      <a:pt x="3702353" y="435142"/>
                    </a:lnTo>
                    <a:lnTo>
                      <a:pt x="3768466" y="442913"/>
                    </a:lnTo>
                    <a:lnTo>
                      <a:pt x="3834580" y="450683"/>
                    </a:lnTo>
                    <a:lnTo>
                      <a:pt x="3900693" y="458453"/>
                    </a:lnTo>
                    <a:lnTo>
                      <a:pt x="3966807" y="466224"/>
                    </a:lnTo>
                    <a:lnTo>
                      <a:pt x="4032920" y="473994"/>
                    </a:lnTo>
                    <a:lnTo>
                      <a:pt x="4099033" y="481765"/>
                    </a:lnTo>
                    <a:lnTo>
                      <a:pt x="4165147" y="489535"/>
                    </a:lnTo>
                    <a:lnTo>
                      <a:pt x="4231260" y="497305"/>
                    </a:lnTo>
                    <a:lnTo>
                      <a:pt x="4297374" y="505076"/>
                    </a:lnTo>
                    <a:lnTo>
                      <a:pt x="4363487" y="512846"/>
                    </a:lnTo>
                    <a:lnTo>
                      <a:pt x="4429601" y="520617"/>
                    </a:lnTo>
                    <a:lnTo>
                      <a:pt x="4495714" y="528387"/>
                    </a:lnTo>
                    <a:lnTo>
                      <a:pt x="4561828" y="536157"/>
                    </a:lnTo>
                    <a:lnTo>
                      <a:pt x="4627941" y="543928"/>
                    </a:lnTo>
                    <a:lnTo>
                      <a:pt x="4694054" y="551698"/>
                    </a:lnTo>
                    <a:lnTo>
                      <a:pt x="4760168" y="559469"/>
                    </a:lnTo>
                    <a:lnTo>
                      <a:pt x="4826281" y="567239"/>
                    </a:lnTo>
                    <a:lnTo>
                      <a:pt x="4892395" y="575009"/>
                    </a:lnTo>
                    <a:lnTo>
                      <a:pt x="4958508" y="582780"/>
                    </a:lnTo>
                    <a:lnTo>
                      <a:pt x="5024622" y="590550"/>
                    </a:lnTo>
                    <a:lnTo>
                      <a:pt x="5090735" y="598321"/>
                    </a:lnTo>
                    <a:lnTo>
                      <a:pt x="5156849" y="606091"/>
                    </a:lnTo>
                    <a:lnTo>
                      <a:pt x="5222962" y="613861"/>
                    </a:lnTo>
                  </a:path>
                </a:pathLst>
              </a:custGeom>
              <a:ln w="27101" cap="flat">
                <a:solidFill>
                  <a:srgbClr val="1E90FF">
                    <a:alpha val="100000"/>
                  </a:srgbClr>
                </a:solidFill>
                <a:prstDash val="dash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71" name="pl71"/>
            <p:cNvSpPr/>
            <p:nvPr/>
          </p:nvSpPr>
          <p:spPr>
            <a:xfrm>
              <a:off x="972874" y="5723142"/>
              <a:ext cx="6271169" cy="0"/>
            </a:xfrm>
            <a:custGeom>
              <a:avLst/>
              <a:gdLst/>
              <a:ahLst/>
              <a:cxnLst/>
              <a:rect l="0" t="0" r="0" b="0"/>
              <a:pathLst>
                <a:path w="6271169">
                  <a:moveTo>
                    <a:pt x="0" y="0"/>
                  </a:moveTo>
                  <a:lnTo>
                    <a:pt x="627116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13669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333445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530192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5726939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692368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x77"/>
            <p:cNvSpPr/>
            <p:nvPr/>
          </p:nvSpPr>
          <p:spPr>
            <a:xfrm>
              <a:off x="2105609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78" name="tx78"/>
            <p:cNvSpPr/>
            <p:nvPr/>
          </p:nvSpPr>
          <p:spPr>
            <a:xfrm>
              <a:off x="3302356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.00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79" name="tx79"/>
            <p:cNvSpPr/>
            <p:nvPr/>
          </p:nvSpPr>
          <p:spPr>
            <a:xfrm>
              <a:off x="4499103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3.00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80" name="tx80"/>
            <p:cNvSpPr/>
            <p:nvPr/>
          </p:nvSpPr>
          <p:spPr>
            <a:xfrm>
              <a:off x="5695849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4.00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81" name="tx81"/>
            <p:cNvSpPr/>
            <p:nvPr/>
          </p:nvSpPr>
          <p:spPr>
            <a:xfrm>
              <a:off x="6892596" y="5869179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5.00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sp>
          <p:nvSpPr>
            <p:cNvPr id="82" name="tx82"/>
            <p:cNvSpPr/>
            <p:nvPr/>
          </p:nvSpPr>
          <p:spPr>
            <a:xfrm>
              <a:off x="3370766" y="6065086"/>
              <a:ext cx="14753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</a:t>
              </a: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7E0A7E3-877A-D7DA-A84E-05796F413EDF}"/>
                </a:ext>
              </a:extLst>
            </p:cNvPr>
            <p:cNvGrpSpPr/>
            <p:nvPr/>
          </p:nvGrpSpPr>
          <p:grpSpPr>
            <a:xfrm>
              <a:off x="7092280" y="1943313"/>
              <a:ext cx="1245877" cy="837615"/>
              <a:chOff x="7371333" y="3361640"/>
              <a:chExt cx="1245877" cy="837615"/>
            </a:xfrm>
          </p:grpSpPr>
          <p:sp>
            <p:nvSpPr>
              <p:cNvPr id="94" name="rc82">
                <a:extLst>
                  <a:ext uri="{FF2B5EF4-FFF2-40B4-BE49-F238E27FC236}">
                    <a16:creationId xmlns:a16="http://schemas.microsoft.com/office/drawing/2014/main" id="{3839552C-F596-2E32-DDCD-62A754AD6B62}"/>
                  </a:ext>
                </a:extLst>
              </p:cNvPr>
              <p:cNvSpPr/>
              <p:nvPr/>
            </p:nvSpPr>
            <p:spPr>
              <a:xfrm>
                <a:off x="7383221" y="3420451"/>
                <a:ext cx="1233989" cy="778804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" name="tx83">
                <a:extLst>
                  <a:ext uri="{FF2B5EF4-FFF2-40B4-BE49-F238E27FC236}">
                    <a16:creationId xmlns:a16="http://schemas.microsoft.com/office/drawing/2014/main" id="{EDFDE744-6247-5C0D-D2C7-8A9C305F6FBF}"/>
                  </a:ext>
                </a:extLst>
              </p:cNvPr>
              <p:cNvSpPr/>
              <p:nvPr/>
            </p:nvSpPr>
            <p:spPr>
              <a:xfrm>
                <a:off x="7371333" y="3361640"/>
                <a:ext cx="1094811" cy="10021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4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Common </a:t>
                </a:r>
              </a:p>
              <a:p>
                <a:pPr marL="0" marR="0" indent="0" algn="l">
                  <a:lnSpc>
                    <a:spcPts val="14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Garden</a:t>
                </a:r>
                <a:endPara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  <p:sp>
            <p:nvSpPr>
              <p:cNvPr id="96" name="rc84">
                <a:extLst>
                  <a:ext uri="{FF2B5EF4-FFF2-40B4-BE49-F238E27FC236}">
                    <a16:creationId xmlns:a16="http://schemas.microsoft.com/office/drawing/2014/main" id="{7ED9A32D-E56B-8C6A-7B04-D0307B8E767D}"/>
                  </a:ext>
                </a:extLst>
              </p:cNvPr>
              <p:cNvSpPr/>
              <p:nvPr/>
            </p:nvSpPr>
            <p:spPr>
              <a:xfrm>
                <a:off x="7452810" y="369075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" name="pt85">
                <a:extLst>
                  <a:ext uri="{FF2B5EF4-FFF2-40B4-BE49-F238E27FC236}">
                    <a16:creationId xmlns:a16="http://schemas.microsoft.com/office/drawing/2014/main" id="{D28ECCB7-113D-BD92-73ED-4422B4CCC305}"/>
                  </a:ext>
                </a:extLst>
              </p:cNvPr>
              <p:cNvSpPr/>
              <p:nvPr/>
            </p:nvSpPr>
            <p:spPr>
              <a:xfrm>
                <a:off x="7503836" y="3741779"/>
                <a:ext cx="117405" cy="117405"/>
              </a:xfrm>
              <a:prstGeom prst="ellipse">
                <a:avLst/>
              </a:prstGeom>
              <a:solidFill>
                <a:srgbClr val="00FA9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" name="rc86">
                <a:extLst>
                  <a:ext uri="{FF2B5EF4-FFF2-40B4-BE49-F238E27FC236}">
                    <a16:creationId xmlns:a16="http://schemas.microsoft.com/office/drawing/2014/main" id="{53CF71CB-83B5-4563-3D0E-8CF5560A4915}"/>
                  </a:ext>
                </a:extLst>
              </p:cNvPr>
              <p:cNvSpPr/>
              <p:nvPr/>
            </p:nvSpPr>
            <p:spPr>
              <a:xfrm>
                <a:off x="7452810" y="391021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pt87">
                <a:extLst>
                  <a:ext uri="{FF2B5EF4-FFF2-40B4-BE49-F238E27FC236}">
                    <a16:creationId xmlns:a16="http://schemas.microsoft.com/office/drawing/2014/main" id="{3EE71782-E61A-1E3C-097E-23C6614BE7F1}"/>
                  </a:ext>
                </a:extLst>
              </p:cNvPr>
              <p:cNvSpPr/>
              <p:nvPr/>
            </p:nvSpPr>
            <p:spPr>
              <a:xfrm>
                <a:off x="7503836" y="3961235"/>
                <a:ext cx="117405" cy="117405"/>
              </a:xfrm>
              <a:prstGeom prst="ellipse">
                <a:avLst/>
              </a:prstGeom>
              <a:solidFill>
                <a:srgbClr val="1E90FF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" name="tx88">
                <a:extLst>
                  <a:ext uri="{FF2B5EF4-FFF2-40B4-BE49-F238E27FC236}">
                    <a16:creationId xmlns:a16="http://schemas.microsoft.com/office/drawing/2014/main" id="{DAA2A347-E69F-06A3-58E0-B03B0C090FD6}"/>
                  </a:ext>
                </a:extLst>
              </p:cNvPr>
              <p:cNvSpPr/>
              <p:nvPr/>
            </p:nvSpPr>
            <p:spPr>
              <a:xfrm>
                <a:off x="7803381" y="3760431"/>
                <a:ext cx="472013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Lewisetta</a:t>
                </a:r>
              </a:p>
            </p:txBody>
          </p:sp>
          <p:sp>
            <p:nvSpPr>
              <p:cNvPr id="101" name="tx89">
                <a:extLst>
                  <a:ext uri="{FF2B5EF4-FFF2-40B4-BE49-F238E27FC236}">
                    <a16:creationId xmlns:a16="http://schemas.microsoft.com/office/drawing/2014/main" id="{6FA514A5-470B-B4E5-17B2-4D0C8A564BEA}"/>
                  </a:ext>
                </a:extLst>
              </p:cNvPr>
              <p:cNvSpPr/>
              <p:nvPr/>
            </p:nvSpPr>
            <p:spPr>
              <a:xfrm>
                <a:off x="7816953" y="3979887"/>
                <a:ext cx="490484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York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 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River</a:t>
                </a:r>
              </a:p>
            </p:txBody>
          </p:sp>
        </p:grpSp>
        <p:sp>
          <p:nvSpPr>
            <p:cNvPr id="103" name="tx90">
              <a:extLst>
                <a:ext uri="{FF2B5EF4-FFF2-40B4-BE49-F238E27FC236}">
                  <a16:creationId xmlns:a16="http://schemas.microsoft.com/office/drawing/2014/main" id="{9D87ECEF-5FBA-7B12-EC2F-355C4490C881}"/>
                </a:ext>
              </a:extLst>
            </p:cNvPr>
            <p:cNvSpPr/>
            <p:nvPr/>
          </p:nvSpPr>
          <p:spPr>
            <a:xfrm>
              <a:off x="1331640" y="1644846"/>
              <a:ext cx="3789182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Environmental Distance </a:t>
              </a:r>
              <a:r>
                <a:rPr sz="20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vs Survival</a:t>
              </a:r>
            </a:p>
          </p:txBody>
        </p:sp>
        <p:sp>
          <p:nvSpPr>
            <p:cNvPr id="104" name="pl60">
              <a:extLst>
                <a:ext uri="{FF2B5EF4-FFF2-40B4-BE49-F238E27FC236}">
                  <a16:creationId xmlns:a16="http://schemas.microsoft.com/office/drawing/2014/main" id="{8D76EBC5-810C-8871-BDB4-C5376CDEC71C}"/>
                </a:ext>
              </a:extLst>
            </p:cNvPr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tx61">
              <a:extLst>
                <a:ext uri="{FF2B5EF4-FFF2-40B4-BE49-F238E27FC236}">
                  <a16:creationId xmlns:a16="http://schemas.microsoft.com/office/drawing/2014/main" id="{5C85898F-12E9-C0FD-1EB7-946742AF7A61}"/>
                </a:ext>
              </a:extLst>
            </p:cNvPr>
            <p:cNvSpPr/>
            <p:nvPr/>
          </p:nvSpPr>
          <p:spPr>
            <a:xfrm>
              <a:off x="611560" y="524927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06" name="tx62">
              <a:extLst>
                <a:ext uri="{FF2B5EF4-FFF2-40B4-BE49-F238E27FC236}">
                  <a16:creationId xmlns:a16="http://schemas.microsoft.com/office/drawing/2014/main" id="{4CBE8925-30C1-F0D5-40A5-BFA11439D92D}"/>
                </a:ext>
              </a:extLst>
            </p:cNvPr>
            <p:cNvSpPr/>
            <p:nvPr/>
          </p:nvSpPr>
          <p:spPr>
            <a:xfrm>
              <a:off x="611560" y="441286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07" name="tx63">
              <a:extLst>
                <a:ext uri="{FF2B5EF4-FFF2-40B4-BE49-F238E27FC236}">
                  <a16:creationId xmlns:a16="http://schemas.microsoft.com/office/drawing/2014/main" id="{6B7F1651-EEB6-6848-523C-78DC193FDC37}"/>
                </a:ext>
              </a:extLst>
            </p:cNvPr>
            <p:cNvSpPr/>
            <p:nvPr/>
          </p:nvSpPr>
          <p:spPr>
            <a:xfrm>
              <a:off x="611560" y="357645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08" name="tx64">
              <a:extLst>
                <a:ext uri="{FF2B5EF4-FFF2-40B4-BE49-F238E27FC236}">
                  <a16:creationId xmlns:a16="http://schemas.microsoft.com/office/drawing/2014/main" id="{D8F541D0-BCEC-04E9-4FF0-947089A6FC2C}"/>
                </a:ext>
              </a:extLst>
            </p:cNvPr>
            <p:cNvSpPr/>
            <p:nvPr/>
          </p:nvSpPr>
          <p:spPr>
            <a:xfrm>
              <a:off x="611560" y="274004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09" name="tx65">
              <a:extLst>
                <a:ext uri="{FF2B5EF4-FFF2-40B4-BE49-F238E27FC236}">
                  <a16:creationId xmlns:a16="http://schemas.microsoft.com/office/drawing/2014/main" id="{68998787-7F87-7E2B-82E9-B786D7AC72F4}"/>
                </a:ext>
              </a:extLst>
            </p:cNvPr>
            <p:cNvSpPr/>
            <p:nvPr/>
          </p:nvSpPr>
          <p:spPr>
            <a:xfrm>
              <a:off x="611560" y="1903635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10" name="pl66">
              <a:extLst>
                <a:ext uri="{FF2B5EF4-FFF2-40B4-BE49-F238E27FC236}">
                  <a16:creationId xmlns:a16="http://schemas.microsoft.com/office/drawing/2014/main" id="{C01A334E-EA7A-E944-E23E-4697E602F5D4}"/>
                </a:ext>
              </a:extLst>
            </p:cNvPr>
            <p:cNvSpPr/>
            <p:nvPr/>
          </p:nvSpPr>
          <p:spPr>
            <a:xfrm>
              <a:off x="938079" y="52893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67">
              <a:extLst>
                <a:ext uri="{FF2B5EF4-FFF2-40B4-BE49-F238E27FC236}">
                  <a16:creationId xmlns:a16="http://schemas.microsoft.com/office/drawing/2014/main" id="{0D592AAC-64B6-5FB4-302D-A06C1A5B0D41}"/>
                </a:ext>
              </a:extLst>
            </p:cNvPr>
            <p:cNvSpPr/>
            <p:nvPr/>
          </p:nvSpPr>
          <p:spPr>
            <a:xfrm>
              <a:off x="938079" y="44529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68">
              <a:extLst>
                <a:ext uri="{FF2B5EF4-FFF2-40B4-BE49-F238E27FC236}">
                  <a16:creationId xmlns:a16="http://schemas.microsoft.com/office/drawing/2014/main" id="{B398A9D9-1DD5-FA16-7FF9-D598595E53B0}"/>
                </a:ext>
              </a:extLst>
            </p:cNvPr>
            <p:cNvSpPr/>
            <p:nvPr/>
          </p:nvSpPr>
          <p:spPr>
            <a:xfrm>
              <a:off x="938079" y="36165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69">
              <a:extLst>
                <a:ext uri="{FF2B5EF4-FFF2-40B4-BE49-F238E27FC236}">
                  <a16:creationId xmlns:a16="http://schemas.microsoft.com/office/drawing/2014/main" id="{ECC778E1-23A0-09DF-D762-33D9F5CC3227}"/>
                </a:ext>
              </a:extLst>
            </p:cNvPr>
            <p:cNvSpPr/>
            <p:nvPr/>
          </p:nvSpPr>
          <p:spPr>
            <a:xfrm>
              <a:off x="938079" y="278009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70">
              <a:extLst>
                <a:ext uri="{FF2B5EF4-FFF2-40B4-BE49-F238E27FC236}">
                  <a16:creationId xmlns:a16="http://schemas.microsoft.com/office/drawing/2014/main" id="{D0BB13C8-9BDE-2EF2-7125-A5D96C82483B}"/>
                </a:ext>
              </a:extLst>
            </p:cNvPr>
            <p:cNvSpPr/>
            <p:nvPr/>
          </p:nvSpPr>
          <p:spPr>
            <a:xfrm>
              <a:off x="938079" y="19436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tx81">
              <a:extLst>
                <a:ext uri="{FF2B5EF4-FFF2-40B4-BE49-F238E27FC236}">
                  <a16:creationId xmlns:a16="http://schemas.microsoft.com/office/drawing/2014/main" id="{A1074F1E-15BB-36C9-E2BB-0D05D6D1A926}"/>
                </a:ext>
              </a:extLst>
            </p:cNvPr>
            <p:cNvSpPr/>
            <p:nvPr/>
          </p:nvSpPr>
          <p:spPr>
            <a:xfrm rot="16200000">
              <a:off x="197203" y="37597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16" name="pl72">
              <a:extLst>
                <a:ext uri="{FF2B5EF4-FFF2-40B4-BE49-F238E27FC236}">
                  <a16:creationId xmlns:a16="http://schemas.microsoft.com/office/drawing/2014/main" id="{EA246D14-4525-68F9-D4D0-E405916ED738}"/>
                </a:ext>
              </a:extLst>
            </p:cNvPr>
            <p:cNvSpPr/>
            <p:nvPr/>
          </p:nvSpPr>
          <p:spPr>
            <a:xfrm>
              <a:off x="1079808" y="572424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tx76">
              <a:extLst>
                <a:ext uri="{FF2B5EF4-FFF2-40B4-BE49-F238E27FC236}">
                  <a16:creationId xmlns:a16="http://schemas.microsoft.com/office/drawing/2014/main" id="{FF0A438D-8966-BEA1-8F4F-AAF342EF1C9E}"/>
                </a:ext>
              </a:extLst>
            </p:cNvPr>
            <p:cNvSpPr/>
            <p:nvPr/>
          </p:nvSpPr>
          <p:spPr>
            <a:xfrm>
              <a:off x="971041" y="5870280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93085C00-DCF0-C4C7-181F-50753DABBE22}"/>
                </a:ext>
              </a:extLst>
            </p:cNvPr>
            <p:cNvSpPr/>
            <p:nvPr/>
          </p:nvSpPr>
          <p:spPr>
            <a:xfrm>
              <a:off x="2173372" y="2797495"/>
              <a:ext cx="936104" cy="504056"/>
            </a:xfrm>
            <a:prstGeom prst="roundRect">
              <a:avLst/>
            </a:prstGeom>
            <a:solidFill>
              <a:srgbClr val="00FA9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tx1"/>
                  </a:solidFill>
                </a:rPr>
                <a:t>τ</a:t>
              </a:r>
              <a:r>
                <a:rPr lang="en-US" sz="1300" b="1" i="1" dirty="0">
                  <a:solidFill>
                    <a:schemeClr val="tx1"/>
                  </a:solidFill>
                </a:rPr>
                <a:t> = </a:t>
              </a:r>
              <a:r>
                <a:rPr lang="en-US" sz="1300" i="1" dirty="0">
                  <a:solidFill>
                    <a:schemeClr val="tx1"/>
                  </a:solidFill>
                </a:rPr>
                <a:t>-0.273</a:t>
              </a: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C820EFFF-023A-44E1-3008-13AD45C5ECFF}"/>
                </a:ext>
              </a:extLst>
            </p:cNvPr>
            <p:cNvSpPr/>
            <p:nvPr/>
          </p:nvSpPr>
          <p:spPr>
            <a:xfrm>
              <a:off x="3496627" y="4470990"/>
              <a:ext cx="936104" cy="504056"/>
            </a:xfrm>
            <a:prstGeom prst="roundRect">
              <a:avLst/>
            </a:prstGeom>
            <a:solidFill>
              <a:srgbClr val="1C90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300" b="1" i="1" dirty="0">
                  <a:solidFill>
                    <a:schemeClr val="bg1"/>
                  </a:solidFill>
                </a:rPr>
                <a:t>τ</a:t>
              </a:r>
              <a:r>
                <a:rPr lang="en-US" sz="1300" b="1" i="1" dirty="0">
                  <a:solidFill>
                    <a:schemeClr val="bg1"/>
                  </a:solidFill>
                </a:rPr>
                <a:t> = </a:t>
              </a:r>
              <a:r>
                <a:rPr lang="en-US" sz="1300" i="1" dirty="0">
                  <a:solidFill>
                    <a:schemeClr val="bg1"/>
                  </a:solidFill>
                </a:rPr>
                <a:t>-0.131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t6"/>
            <p:cNvSpPr/>
            <p:nvPr/>
          </p:nvSpPr>
          <p:spPr>
            <a:xfrm>
              <a:off x="1169635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7"/>
            <p:cNvSpPr/>
            <p:nvPr/>
          </p:nvSpPr>
          <p:spPr>
            <a:xfrm>
              <a:off x="1169635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t8"/>
            <p:cNvSpPr/>
            <p:nvPr/>
          </p:nvSpPr>
          <p:spPr>
            <a:xfrm>
              <a:off x="1169635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t9"/>
            <p:cNvSpPr/>
            <p:nvPr/>
          </p:nvSpPr>
          <p:spPr>
            <a:xfrm>
              <a:off x="2469939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t10"/>
            <p:cNvSpPr/>
            <p:nvPr/>
          </p:nvSpPr>
          <p:spPr>
            <a:xfrm>
              <a:off x="2469939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t11"/>
            <p:cNvSpPr/>
            <p:nvPr/>
          </p:nvSpPr>
          <p:spPr>
            <a:xfrm>
              <a:off x="2469939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t12"/>
            <p:cNvSpPr/>
            <p:nvPr/>
          </p:nvSpPr>
          <p:spPr>
            <a:xfrm>
              <a:off x="3250740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3250740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t14"/>
            <p:cNvSpPr/>
            <p:nvPr/>
          </p:nvSpPr>
          <p:spPr>
            <a:xfrm>
              <a:off x="3250740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t15"/>
            <p:cNvSpPr/>
            <p:nvPr/>
          </p:nvSpPr>
          <p:spPr>
            <a:xfrm>
              <a:off x="2144567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6"/>
            <p:cNvSpPr/>
            <p:nvPr/>
          </p:nvSpPr>
          <p:spPr>
            <a:xfrm>
              <a:off x="2144567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7"/>
            <p:cNvSpPr/>
            <p:nvPr/>
          </p:nvSpPr>
          <p:spPr>
            <a:xfrm>
              <a:off x="2144567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4306380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4306380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4306380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3717722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717722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3717722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4029364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4029364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4029364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6898879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6898879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898879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1228338" y="2180629"/>
              <a:ext cx="5729243" cy="2559004"/>
            </a:xfrm>
            <a:custGeom>
              <a:avLst/>
              <a:gdLst/>
              <a:ahLst/>
              <a:cxnLst/>
              <a:rect l="0" t="0" r="0" b="0"/>
              <a:pathLst>
                <a:path w="5729243" h="2559004">
                  <a:moveTo>
                    <a:pt x="0" y="0"/>
                  </a:moveTo>
                  <a:lnTo>
                    <a:pt x="72522" y="28257"/>
                  </a:lnTo>
                  <a:lnTo>
                    <a:pt x="145044" y="56404"/>
                  </a:lnTo>
                  <a:lnTo>
                    <a:pt x="217566" y="84435"/>
                  </a:lnTo>
                  <a:lnTo>
                    <a:pt x="290088" y="112341"/>
                  </a:lnTo>
                  <a:lnTo>
                    <a:pt x="362610" y="140115"/>
                  </a:lnTo>
                  <a:lnTo>
                    <a:pt x="435132" y="167746"/>
                  </a:lnTo>
                  <a:lnTo>
                    <a:pt x="507654" y="195226"/>
                  </a:lnTo>
                  <a:lnTo>
                    <a:pt x="580176" y="222543"/>
                  </a:lnTo>
                  <a:lnTo>
                    <a:pt x="652698" y="249687"/>
                  </a:lnTo>
                  <a:lnTo>
                    <a:pt x="725220" y="276646"/>
                  </a:lnTo>
                  <a:lnTo>
                    <a:pt x="797742" y="303407"/>
                  </a:lnTo>
                  <a:lnTo>
                    <a:pt x="870264" y="329955"/>
                  </a:lnTo>
                  <a:lnTo>
                    <a:pt x="942786" y="356276"/>
                  </a:lnTo>
                  <a:lnTo>
                    <a:pt x="1015308" y="382356"/>
                  </a:lnTo>
                  <a:lnTo>
                    <a:pt x="1087830" y="408176"/>
                  </a:lnTo>
                  <a:lnTo>
                    <a:pt x="1160353" y="433719"/>
                  </a:lnTo>
                  <a:lnTo>
                    <a:pt x="1232875" y="458968"/>
                  </a:lnTo>
                  <a:lnTo>
                    <a:pt x="1305397" y="483902"/>
                  </a:lnTo>
                  <a:lnTo>
                    <a:pt x="1377919" y="508503"/>
                  </a:lnTo>
                  <a:lnTo>
                    <a:pt x="1450441" y="532748"/>
                  </a:lnTo>
                  <a:lnTo>
                    <a:pt x="1522963" y="556618"/>
                  </a:lnTo>
                  <a:lnTo>
                    <a:pt x="1595485" y="580091"/>
                  </a:lnTo>
                  <a:lnTo>
                    <a:pt x="1668007" y="603146"/>
                  </a:lnTo>
                  <a:lnTo>
                    <a:pt x="1740529" y="625762"/>
                  </a:lnTo>
                  <a:lnTo>
                    <a:pt x="1813051" y="647918"/>
                  </a:lnTo>
                  <a:lnTo>
                    <a:pt x="1885573" y="669595"/>
                  </a:lnTo>
                  <a:lnTo>
                    <a:pt x="1958095" y="690776"/>
                  </a:lnTo>
                  <a:lnTo>
                    <a:pt x="2030617" y="711445"/>
                  </a:lnTo>
                  <a:lnTo>
                    <a:pt x="2103139" y="731587"/>
                  </a:lnTo>
                  <a:lnTo>
                    <a:pt x="2175661" y="751191"/>
                  </a:lnTo>
                  <a:lnTo>
                    <a:pt x="2248184" y="770250"/>
                  </a:lnTo>
                  <a:lnTo>
                    <a:pt x="2320706" y="788757"/>
                  </a:lnTo>
                  <a:lnTo>
                    <a:pt x="2393228" y="806710"/>
                  </a:lnTo>
                  <a:lnTo>
                    <a:pt x="2465750" y="824112"/>
                  </a:lnTo>
                  <a:lnTo>
                    <a:pt x="2538272" y="840966"/>
                  </a:lnTo>
                  <a:lnTo>
                    <a:pt x="2610794" y="857281"/>
                  </a:lnTo>
                  <a:lnTo>
                    <a:pt x="2683316" y="873066"/>
                  </a:lnTo>
                  <a:lnTo>
                    <a:pt x="2755838" y="888335"/>
                  </a:lnTo>
                  <a:lnTo>
                    <a:pt x="2828360" y="903105"/>
                  </a:lnTo>
                  <a:lnTo>
                    <a:pt x="2900882" y="917391"/>
                  </a:lnTo>
                  <a:lnTo>
                    <a:pt x="2973404" y="931214"/>
                  </a:lnTo>
                  <a:lnTo>
                    <a:pt x="3045926" y="944593"/>
                  </a:lnTo>
                  <a:lnTo>
                    <a:pt x="3118448" y="957549"/>
                  </a:lnTo>
                  <a:lnTo>
                    <a:pt x="3190970" y="970103"/>
                  </a:lnTo>
                  <a:lnTo>
                    <a:pt x="3263492" y="982277"/>
                  </a:lnTo>
                  <a:lnTo>
                    <a:pt x="3336014" y="994091"/>
                  </a:lnTo>
                  <a:lnTo>
                    <a:pt x="3408537" y="1005567"/>
                  </a:lnTo>
                  <a:lnTo>
                    <a:pt x="3481059" y="1016724"/>
                  </a:lnTo>
                  <a:lnTo>
                    <a:pt x="3553581" y="1027583"/>
                  </a:lnTo>
                  <a:lnTo>
                    <a:pt x="3626103" y="1038160"/>
                  </a:lnTo>
                  <a:lnTo>
                    <a:pt x="3698625" y="1048475"/>
                  </a:lnTo>
                  <a:lnTo>
                    <a:pt x="3771147" y="1058544"/>
                  </a:lnTo>
                  <a:lnTo>
                    <a:pt x="3843669" y="1068382"/>
                  </a:lnTo>
                  <a:lnTo>
                    <a:pt x="3916191" y="1078006"/>
                  </a:lnTo>
                  <a:lnTo>
                    <a:pt x="3988713" y="1087428"/>
                  </a:lnTo>
                  <a:lnTo>
                    <a:pt x="4061235" y="1096661"/>
                  </a:lnTo>
                  <a:lnTo>
                    <a:pt x="4133757" y="1105719"/>
                  </a:lnTo>
                  <a:lnTo>
                    <a:pt x="4206279" y="1114612"/>
                  </a:lnTo>
                  <a:lnTo>
                    <a:pt x="4278801" y="1123352"/>
                  </a:lnTo>
                  <a:lnTo>
                    <a:pt x="4351323" y="1131947"/>
                  </a:lnTo>
                  <a:lnTo>
                    <a:pt x="4423845" y="1140407"/>
                  </a:lnTo>
                  <a:lnTo>
                    <a:pt x="4496368" y="1148741"/>
                  </a:lnTo>
                  <a:lnTo>
                    <a:pt x="4568890" y="1156957"/>
                  </a:lnTo>
                  <a:lnTo>
                    <a:pt x="4641412" y="1165061"/>
                  </a:lnTo>
                  <a:lnTo>
                    <a:pt x="4713934" y="1173062"/>
                  </a:lnTo>
                  <a:lnTo>
                    <a:pt x="4786456" y="1180964"/>
                  </a:lnTo>
                  <a:lnTo>
                    <a:pt x="4858978" y="1188774"/>
                  </a:lnTo>
                  <a:lnTo>
                    <a:pt x="4931500" y="1196498"/>
                  </a:lnTo>
                  <a:lnTo>
                    <a:pt x="5004022" y="1204141"/>
                  </a:lnTo>
                  <a:lnTo>
                    <a:pt x="5076544" y="1211706"/>
                  </a:lnTo>
                  <a:lnTo>
                    <a:pt x="5149066" y="1219200"/>
                  </a:lnTo>
                  <a:lnTo>
                    <a:pt x="5221588" y="1226625"/>
                  </a:lnTo>
                  <a:lnTo>
                    <a:pt x="5294110" y="1233986"/>
                  </a:lnTo>
                  <a:lnTo>
                    <a:pt x="5366632" y="1241287"/>
                  </a:lnTo>
                  <a:lnTo>
                    <a:pt x="5439154" y="1248529"/>
                  </a:lnTo>
                  <a:lnTo>
                    <a:pt x="5511676" y="1255718"/>
                  </a:lnTo>
                  <a:lnTo>
                    <a:pt x="5584198" y="1262855"/>
                  </a:lnTo>
                  <a:lnTo>
                    <a:pt x="5656721" y="1269943"/>
                  </a:lnTo>
                  <a:lnTo>
                    <a:pt x="5729243" y="1276985"/>
                  </a:lnTo>
                  <a:lnTo>
                    <a:pt x="5729243" y="2559004"/>
                  </a:lnTo>
                  <a:lnTo>
                    <a:pt x="5656721" y="2529708"/>
                  </a:lnTo>
                  <a:lnTo>
                    <a:pt x="5584198" y="2500459"/>
                  </a:lnTo>
                  <a:lnTo>
                    <a:pt x="5511676" y="2471258"/>
                  </a:lnTo>
                  <a:lnTo>
                    <a:pt x="5439154" y="2442108"/>
                  </a:lnTo>
                  <a:lnTo>
                    <a:pt x="5366632" y="2413013"/>
                  </a:lnTo>
                  <a:lnTo>
                    <a:pt x="5294110" y="2383976"/>
                  </a:lnTo>
                  <a:lnTo>
                    <a:pt x="5221588" y="2354999"/>
                  </a:lnTo>
                  <a:lnTo>
                    <a:pt x="5149066" y="2326086"/>
                  </a:lnTo>
                  <a:lnTo>
                    <a:pt x="5076544" y="2297242"/>
                  </a:lnTo>
                  <a:lnTo>
                    <a:pt x="5004022" y="2268470"/>
                  </a:lnTo>
                  <a:lnTo>
                    <a:pt x="4931500" y="2239775"/>
                  </a:lnTo>
                  <a:lnTo>
                    <a:pt x="4858978" y="2211161"/>
                  </a:lnTo>
                  <a:lnTo>
                    <a:pt x="4786456" y="2182633"/>
                  </a:lnTo>
                  <a:lnTo>
                    <a:pt x="4713934" y="2154198"/>
                  </a:lnTo>
                  <a:lnTo>
                    <a:pt x="4641412" y="2125860"/>
                  </a:lnTo>
                  <a:lnTo>
                    <a:pt x="4568890" y="2097627"/>
                  </a:lnTo>
                  <a:lnTo>
                    <a:pt x="4496368" y="2069505"/>
                  </a:lnTo>
                  <a:lnTo>
                    <a:pt x="4423845" y="2041501"/>
                  </a:lnTo>
                  <a:lnTo>
                    <a:pt x="4351323" y="2013623"/>
                  </a:lnTo>
                  <a:lnTo>
                    <a:pt x="4278801" y="1985881"/>
                  </a:lnTo>
                  <a:lnTo>
                    <a:pt x="4206279" y="1958282"/>
                  </a:lnTo>
                  <a:lnTo>
                    <a:pt x="4133757" y="1930838"/>
                  </a:lnTo>
                  <a:lnTo>
                    <a:pt x="4061235" y="1903558"/>
                  </a:lnTo>
                  <a:lnTo>
                    <a:pt x="3988713" y="1876454"/>
                  </a:lnTo>
                  <a:lnTo>
                    <a:pt x="3916191" y="1849538"/>
                  </a:lnTo>
                  <a:lnTo>
                    <a:pt x="3843669" y="1822823"/>
                  </a:lnTo>
                  <a:lnTo>
                    <a:pt x="3771147" y="1796324"/>
                  </a:lnTo>
                  <a:lnTo>
                    <a:pt x="3698625" y="1770055"/>
                  </a:lnTo>
                  <a:lnTo>
                    <a:pt x="3626103" y="1744032"/>
                  </a:lnTo>
                  <a:lnTo>
                    <a:pt x="3553581" y="1718272"/>
                  </a:lnTo>
                  <a:lnTo>
                    <a:pt x="3481059" y="1692792"/>
                  </a:lnTo>
                  <a:lnTo>
                    <a:pt x="3408537" y="1667612"/>
                  </a:lnTo>
                  <a:lnTo>
                    <a:pt x="3336014" y="1642750"/>
                  </a:lnTo>
                  <a:lnTo>
                    <a:pt x="3263492" y="1618227"/>
                  </a:lnTo>
                  <a:lnTo>
                    <a:pt x="3190970" y="1594063"/>
                  </a:lnTo>
                  <a:lnTo>
                    <a:pt x="3118448" y="1570279"/>
                  </a:lnTo>
                  <a:lnTo>
                    <a:pt x="3045926" y="1546897"/>
                  </a:lnTo>
                  <a:lnTo>
                    <a:pt x="2973404" y="1523938"/>
                  </a:lnTo>
                  <a:lnTo>
                    <a:pt x="2900882" y="1501423"/>
                  </a:lnTo>
                  <a:lnTo>
                    <a:pt x="2828360" y="1479372"/>
                  </a:lnTo>
                  <a:lnTo>
                    <a:pt x="2755838" y="1457803"/>
                  </a:lnTo>
                  <a:lnTo>
                    <a:pt x="2683316" y="1436735"/>
                  </a:lnTo>
                  <a:lnTo>
                    <a:pt x="2610794" y="1416182"/>
                  </a:lnTo>
                  <a:lnTo>
                    <a:pt x="2538272" y="1396159"/>
                  </a:lnTo>
                  <a:lnTo>
                    <a:pt x="2465750" y="1376675"/>
                  </a:lnTo>
                  <a:lnTo>
                    <a:pt x="2393228" y="1357739"/>
                  </a:lnTo>
                  <a:lnTo>
                    <a:pt x="2320706" y="1339355"/>
                  </a:lnTo>
                  <a:lnTo>
                    <a:pt x="2248184" y="1321524"/>
                  </a:lnTo>
                  <a:lnTo>
                    <a:pt x="2175661" y="1304245"/>
                  </a:lnTo>
                  <a:lnTo>
                    <a:pt x="2103139" y="1287512"/>
                  </a:lnTo>
                  <a:lnTo>
                    <a:pt x="2030617" y="1271316"/>
                  </a:lnTo>
                  <a:lnTo>
                    <a:pt x="1958095" y="1255646"/>
                  </a:lnTo>
                  <a:lnTo>
                    <a:pt x="1885573" y="1240490"/>
                  </a:lnTo>
                  <a:lnTo>
                    <a:pt x="1813051" y="1225829"/>
                  </a:lnTo>
                  <a:lnTo>
                    <a:pt x="1740529" y="1211648"/>
                  </a:lnTo>
                  <a:lnTo>
                    <a:pt x="1668007" y="1197925"/>
                  </a:lnTo>
                  <a:lnTo>
                    <a:pt x="1595485" y="1184642"/>
                  </a:lnTo>
                  <a:lnTo>
                    <a:pt x="1522963" y="1171778"/>
                  </a:lnTo>
                  <a:lnTo>
                    <a:pt x="1450441" y="1159310"/>
                  </a:lnTo>
                  <a:lnTo>
                    <a:pt x="1377919" y="1147218"/>
                  </a:lnTo>
                  <a:lnTo>
                    <a:pt x="1305397" y="1135480"/>
                  </a:lnTo>
                  <a:lnTo>
                    <a:pt x="1232875" y="1124077"/>
                  </a:lnTo>
                  <a:lnTo>
                    <a:pt x="1160353" y="1112988"/>
                  </a:lnTo>
                  <a:lnTo>
                    <a:pt x="1087830" y="1102193"/>
                  </a:lnTo>
                  <a:lnTo>
                    <a:pt x="1015308" y="1091676"/>
                  </a:lnTo>
                  <a:lnTo>
                    <a:pt x="942786" y="1081417"/>
                  </a:lnTo>
                  <a:lnTo>
                    <a:pt x="870264" y="1071401"/>
                  </a:lnTo>
                  <a:lnTo>
                    <a:pt x="797742" y="1061611"/>
                  </a:lnTo>
                  <a:lnTo>
                    <a:pt x="725220" y="1052034"/>
                  </a:lnTo>
                  <a:lnTo>
                    <a:pt x="652698" y="1042655"/>
                  </a:lnTo>
                  <a:lnTo>
                    <a:pt x="580176" y="1033461"/>
                  </a:lnTo>
                  <a:lnTo>
                    <a:pt x="507654" y="1024441"/>
                  </a:lnTo>
                  <a:lnTo>
                    <a:pt x="435132" y="1015583"/>
                  </a:lnTo>
                  <a:lnTo>
                    <a:pt x="362610" y="1006876"/>
                  </a:lnTo>
                  <a:lnTo>
                    <a:pt x="290088" y="998312"/>
                  </a:lnTo>
                  <a:lnTo>
                    <a:pt x="217566" y="989880"/>
                  </a:lnTo>
                  <a:lnTo>
                    <a:pt x="145044" y="981573"/>
                  </a:lnTo>
                  <a:lnTo>
                    <a:pt x="72522" y="973383"/>
                  </a:lnTo>
                  <a:lnTo>
                    <a:pt x="0" y="96530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228338" y="2180629"/>
              <a:ext cx="5729243" cy="1276985"/>
            </a:xfrm>
            <a:custGeom>
              <a:avLst/>
              <a:gdLst/>
              <a:ahLst/>
              <a:cxnLst/>
              <a:rect l="0" t="0" r="0" b="0"/>
              <a:pathLst>
                <a:path w="5729243" h="1276985">
                  <a:moveTo>
                    <a:pt x="0" y="0"/>
                  </a:moveTo>
                  <a:lnTo>
                    <a:pt x="72522" y="28257"/>
                  </a:lnTo>
                  <a:lnTo>
                    <a:pt x="145044" y="56404"/>
                  </a:lnTo>
                  <a:lnTo>
                    <a:pt x="217566" y="84435"/>
                  </a:lnTo>
                  <a:lnTo>
                    <a:pt x="290088" y="112341"/>
                  </a:lnTo>
                  <a:lnTo>
                    <a:pt x="362610" y="140115"/>
                  </a:lnTo>
                  <a:lnTo>
                    <a:pt x="435132" y="167746"/>
                  </a:lnTo>
                  <a:lnTo>
                    <a:pt x="507654" y="195226"/>
                  </a:lnTo>
                  <a:lnTo>
                    <a:pt x="580176" y="222543"/>
                  </a:lnTo>
                  <a:lnTo>
                    <a:pt x="652698" y="249687"/>
                  </a:lnTo>
                  <a:lnTo>
                    <a:pt x="725220" y="276646"/>
                  </a:lnTo>
                  <a:lnTo>
                    <a:pt x="797742" y="303407"/>
                  </a:lnTo>
                  <a:lnTo>
                    <a:pt x="870264" y="329955"/>
                  </a:lnTo>
                  <a:lnTo>
                    <a:pt x="942786" y="356276"/>
                  </a:lnTo>
                  <a:lnTo>
                    <a:pt x="1015308" y="382356"/>
                  </a:lnTo>
                  <a:lnTo>
                    <a:pt x="1087830" y="408176"/>
                  </a:lnTo>
                  <a:lnTo>
                    <a:pt x="1160353" y="433719"/>
                  </a:lnTo>
                  <a:lnTo>
                    <a:pt x="1232875" y="458968"/>
                  </a:lnTo>
                  <a:lnTo>
                    <a:pt x="1305397" y="483902"/>
                  </a:lnTo>
                  <a:lnTo>
                    <a:pt x="1377919" y="508503"/>
                  </a:lnTo>
                  <a:lnTo>
                    <a:pt x="1450441" y="532748"/>
                  </a:lnTo>
                  <a:lnTo>
                    <a:pt x="1522963" y="556618"/>
                  </a:lnTo>
                  <a:lnTo>
                    <a:pt x="1595485" y="580091"/>
                  </a:lnTo>
                  <a:lnTo>
                    <a:pt x="1668007" y="603146"/>
                  </a:lnTo>
                  <a:lnTo>
                    <a:pt x="1740529" y="625762"/>
                  </a:lnTo>
                  <a:lnTo>
                    <a:pt x="1813051" y="647918"/>
                  </a:lnTo>
                  <a:lnTo>
                    <a:pt x="1885573" y="669595"/>
                  </a:lnTo>
                  <a:lnTo>
                    <a:pt x="1958095" y="690776"/>
                  </a:lnTo>
                  <a:lnTo>
                    <a:pt x="2030617" y="711445"/>
                  </a:lnTo>
                  <a:lnTo>
                    <a:pt x="2103139" y="731587"/>
                  </a:lnTo>
                  <a:lnTo>
                    <a:pt x="2175661" y="751191"/>
                  </a:lnTo>
                  <a:lnTo>
                    <a:pt x="2248184" y="770250"/>
                  </a:lnTo>
                  <a:lnTo>
                    <a:pt x="2320706" y="788757"/>
                  </a:lnTo>
                  <a:lnTo>
                    <a:pt x="2393228" y="806710"/>
                  </a:lnTo>
                  <a:lnTo>
                    <a:pt x="2465750" y="824112"/>
                  </a:lnTo>
                  <a:lnTo>
                    <a:pt x="2538272" y="840966"/>
                  </a:lnTo>
                  <a:lnTo>
                    <a:pt x="2610794" y="857281"/>
                  </a:lnTo>
                  <a:lnTo>
                    <a:pt x="2683316" y="873066"/>
                  </a:lnTo>
                  <a:lnTo>
                    <a:pt x="2755838" y="888335"/>
                  </a:lnTo>
                  <a:lnTo>
                    <a:pt x="2828360" y="903105"/>
                  </a:lnTo>
                  <a:lnTo>
                    <a:pt x="2900882" y="917391"/>
                  </a:lnTo>
                  <a:lnTo>
                    <a:pt x="2973404" y="931214"/>
                  </a:lnTo>
                  <a:lnTo>
                    <a:pt x="3045926" y="944593"/>
                  </a:lnTo>
                  <a:lnTo>
                    <a:pt x="3118448" y="957549"/>
                  </a:lnTo>
                  <a:lnTo>
                    <a:pt x="3190970" y="970103"/>
                  </a:lnTo>
                  <a:lnTo>
                    <a:pt x="3263492" y="982277"/>
                  </a:lnTo>
                  <a:lnTo>
                    <a:pt x="3336014" y="994091"/>
                  </a:lnTo>
                  <a:lnTo>
                    <a:pt x="3408537" y="1005567"/>
                  </a:lnTo>
                  <a:lnTo>
                    <a:pt x="3481059" y="1016724"/>
                  </a:lnTo>
                  <a:lnTo>
                    <a:pt x="3553581" y="1027583"/>
                  </a:lnTo>
                  <a:lnTo>
                    <a:pt x="3626103" y="1038160"/>
                  </a:lnTo>
                  <a:lnTo>
                    <a:pt x="3698625" y="1048475"/>
                  </a:lnTo>
                  <a:lnTo>
                    <a:pt x="3771147" y="1058544"/>
                  </a:lnTo>
                  <a:lnTo>
                    <a:pt x="3843669" y="1068382"/>
                  </a:lnTo>
                  <a:lnTo>
                    <a:pt x="3916191" y="1078006"/>
                  </a:lnTo>
                  <a:lnTo>
                    <a:pt x="3988713" y="1087428"/>
                  </a:lnTo>
                  <a:lnTo>
                    <a:pt x="4061235" y="1096661"/>
                  </a:lnTo>
                  <a:lnTo>
                    <a:pt x="4133757" y="1105719"/>
                  </a:lnTo>
                  <a:lnTo>
                    <a:pt x="4206279" y="1114612"/>
                  </a:lnTo>
                  <a:lnTo>
                    <a:pt x="4278801" y="1123352"/>
                  </a:lnTo>
                  <a:lnTo>
                    <a:pt x="4351323" y="1131947"/>
                  </a:lnTo>
                  <a:lnTo>
                    <a:pt x="4423845" y="1140407"/>
                  </a:lnTo>
                  <a:lnTo>
                    <a:pt x="4496368" y="1148741"/>
                  </a:lnTo>
                  <a:lnTo>
                    <a:pt x="4568890" y="1156957"/>
                  </a:lnTo>
                  <a:lnTo>
                    <a:pt x="4641412" y="1165061"/>
                  </a:lnTo>
                  <a:lnTo>
                    <a:pt x="4713934" y="1173062"/>
                  </a:lnTo>
                  <a:lnTo>
                    <a:pt x="4786456" y="1180964"/>
                  </a:lnTo>
                  <a:lnTo>
                    <a:pt x="4858978" y="1188774"/>
                  </a:lnTo>
                  <a:lnTo>
                    <a:pt x="4931500" y="1196498"/>
                  </a:lnTo>
                  <a:lnTo>
                    <a:pt x="5004022" y="1204141"/>
                  </a:lnTo>
                  <a:lnTo>
                    <a:pt x="5076544" y="1211706"/>
                  </a:lnTo>
                  <a:lnTo>
                    <a:pt x="5149066" y="1219200"/>
                  </a:lnTo>
                  <a:lnTo>
                    <a:pt x="5221588" y="1226625"/>
                  </a:lnTo>
                  <a:lnTo>
                    <a:pt x="5294110" y="1233986"/>
                  </a:lnTo>
                  <a:lnTo>
                    <a:pt x="5366632" y="1241287"/>
                  </a:lnTo>
                  <a:lnTo>
                    <a:pt x="5439154" y="1248529"/>
                  </a:lnTo>
                  <a:lnTo>
                    <a:pt x="5511676" y="1255718"/>
                  </a:lnTo>
                  <a:lnTo>
                    <a:pt x="5584198" y="1262855"/>
                  </a:lnTo>
                  <a:lnTo>
                    <a:pt x="5656721" y="1269943"/>
                  </a:lnTo>
                  <a:lnTo>
                    <a:pt x="5729243" y="127698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228338" y="3145932"/>
              <a:ext cx="5729243" cy="1593701"/>
            </a:xfrm>
            <a:custGeom>
              <a:avLst/>
              <a:gdLst/>
              <a:ahLst/>
              <a:cxnLst/>
              <a:rect l="0" t="0" r="0" b="0"/>
              <a:pathLst>
                <a:path w="5729243" h="1593701">
                  <a:moveTo>
                    <a:pt x="5729243" y="1593701"/>
                  </a:moveTo>
                  <a:lnTo>
                    <a:pt x="5656721" y="1564405"/>
                  </a:lnTo>
                  <a:lnTo>
                    <a:pt x="5584198" y="1535156"/>
                  </a:lnTo>
                  <a:lnTo>
                    <a:pt x="5511676" y="1505955"/>
                  </a:lnTo>
                  <a:lnTo>
                    <a:pt x="5439154" y="1476805"/>
                  </a:lnTo>
                  <a:lnTo>
                    <a:pt x="5366632" y="1447710"/>
                  </a:lnTo>
                  <a:lnTo>
                    <a:pt x="5294110" y="1418673"/>
                  </a:lnTo>
                  <a:lnTo>
                    <a:pt x="5221588" y="1389696"/>
                  </a:lnTo>
                  <a:lnTo>
                    <a:pt x="5149066" y="1360784"/>
                  </a:lnTo>
                  <a:lnTo>
                    <a:pt x="5076544" y="1331939"/>
                  </a:lnTo>
                  <a:lnTo>
                    <a:pt x="5004022" y="1303167"/>
                  </a:lnTo>
                  <a:lnTo>
                    <a:pt x="4931500" y="1274472"/>
                  </a:lnTo>
                  <a:lnTo>
                    <a:pt x="4858978" y="1245858"/>
                  </a:lnTo>
                  <a:lnTo>
                    <a:pt x="4786456" y="1217330"/>
                  </a:lnTo>
                  <a:lnTo>
                    <a:pt x="4713934" y="1188895"/>
                  </a:lnTo>
                  <a:lnTo>
                    <a:pt x="4641412" y="1160557"/>
                  </a:lnTo>
                  <a:lnTo>
                    <a:pt x="4568890" y="1132324"/>
                  </a:lnTo>
                  <a:lnTo>
                    <a:pt x="4496368" y="1104202"/>
                  </a:lnTo>
                  <a:lnTo>
                    <a:pt x="4423845" y="1076198"/>
                  </a:lnTo>
                  <a:lnTo>
                    <a:pt x="4351323" y="1048321"/>
                  </a:lnTo>
                  <a:lnTo>
                    <a:pt x="4278801" y="1020578"/>
                  </a:lnTo>
                  <a:lnTo>
                    <a:pt x="4206279" y="992979"/>
                  </a:lnTo>
                  <a:lnTo>
                    <a:pt x="4133757" y="965535"/>
                  </a:lnTo>
                  <a:lnTo>
                    <a:pt x="4061235" y="938255"/>
                  </a:lnTo>
                  <a:lnTo>
                    <a:pt x="3988713" y="911151"/>
                  </a:lnTo>
                  <a:lnTo>
                    <a:pt x="3916191" y="884235"/>
                  </a:lnTo>
                  <a:lnTo>
                    <a:pt x="3843669" y="857521"/>
                  </a:lnTo>
                  <a:lnTo>
                    <a:pt x="3771147" y="831021"/>
                  </a:lnTo>
                  <a:lnTo>
                    <a:pt x="3698625" y="804752"/>
                  </a:lnTo>
                  <a:lnTo>
                    <a:pt x="3626103" y="778729"/>
                  </a:lnTo>
                  <a:lnTo>
                    <a:pt x="3553581" y="752969"/>
                  </a:lnTo>
                  <a:lnTo>
                    <a:pt x="3481059" y="727490"/>
                  </a:lnTo>
                  <a:lnTo>
                    <a:pt x="3408537" y="702309"/>
                  </a:lnTo>
                  <a:lnTo>
                    <a:pt x="3336014" y="677447"/>
                  </a:lnTo>
                  <a:lnTo>
                    <a:pt x="3263492" y="652924"/>
                  </a:lnTo>
                  <a:lnTo>
                    <a:pt x="3190970" y="628760"/>
                  </a:lnTo>
                  <a:lnTo>
                    <a:pt x="3118448" y="604976"/>
                  </a:lnTo>
                  <a:lnTo>
                    <a:pt x="3045926" y="581594"/>
                  </a:lnTo>
                  <a:lnTo>
                    <a:pt x="2973404" y="558636"/>
                  </a:lnTo>
                  <a:lnTo>
                    <a:pt x="2900882" y="536120"/>
                  </a:lnTo>
                  <a:lnTo>
                    <a:pt x="2828360" y="514069"/>
                  </a:lnTo>
                  <a:lnTo>
                    <a:pt x="2755838" y="492500"/>
                  </a:lnTo>
                  <a:lnTo>
                    <a:pt x="2683316" y="471432"/>
                  </a:lnTo>
                  <a:lnTo>
                    <a:pt x="2610794" y="450880"/>
                  </a:lnTo>
                  <a:lnTo>
                    <a:pt x="2538272" y="430856"/>
                  </a:lnTo>
                  <a:lnTo>
                    <a:pt x="2465750" y="411372"/>
                  </a:lnTo>
                  <a:lnTo>
                    <a:pt x="2393228" y="392436"/>
                  </a:lnTo>
                  <a:lnTo>
                    <a:pt x="2320706" y="374052"/>
                  </a:lnTo>
                  <a:lnTo>
                    <a:pt x="2248184" y="356221"/>
                  </a:lnTo>
                  <a:lnTo>
                    <a:pt x="2175661" y="338942"/>
                  </a:lnTo>
                  <a:lnTo>
                    <a:pt x="2103139" y="322209"/>
                  </a:lnTo>
                  <a:lnTo>
                    <a:pt x="2030617" y="306013"/>
                  </a:lnTo>
                  <a:lnTo>
                    <a:pt x="1958095" y="290344"/>
                  </a:lnTo>
                  <a:lnTo>
                    <a:pt x="1885573" y="275187"/>
                  </a:lnTo>
                  <a:lnTo>
                    <a:pt x="1813051" y="260526"/>
                  </a:lnTo>
                  <a:lnTo>
                    <a:pt x="1740529" y="246345"/>
                  </a:lnTo>
                  <a:lnTo>
                    <a:pt x="1668007" y="232623"/>
                  </a:lnTo>
                  <a:lnTo>
                    <a:pt x="1595485" y="219340"/>
                  </a:lnTo>
                  <a:lnTo>
                    <a:pt x="1522963" y="206475"/>
                  </a:lnTo>
                  <a:lnTo>
                    <a:pt x="1450441" y="194007"/>
                  </a:lnTo>
                  <a:lnTo>
                    <a:pt x="1377919" y="181915"/>
                  </a:lnTo>
                  <a:lnTo>
                    <a:pt x="1305397" y="170177"/>
                  </a:lnTo>
                  <a:lnTo>
                    <a:pt x="1232875" y="158774"/>
                  </a:lnTo>
                  <a:lnTo>
                    <a:pt x="1160353" y="147685"/>
                  </a:lnTo>
                  <a:lnTo>
                    <a:pt x="1087830" y="136891"/>
                  </a:lnTo>
                  <a:lnTo>
                    <a:pt x="1015308" y="126373"/>
                  </a:lnTo>
                  <a:lnTo>
                    <a:pt x="942786" y="116114"/>
                  </a:lnTo>
                  <a:lnTo>
                    <a:pt x="870264" y="106098"/>
                  </a:lnTo>
                  <a:lnTo>
                    <a:pt x="797742" y="96308"/>
                  </a:lnTo>
                  <a:lnTo>
                    <a:pt x="725220" y="86731"/>
                  </a:lnTo>
                  <a:lnTo>
                    <a:pt x="652698" y="77352"/>
                  </a:lnTo>
                  <a:lnTo>
                    <a:pt x="580176" y="68158"/>
                  </a:lnTo>
                  <a:lnTo>
                    <a:pt x="507654" y="59138"/>
                  </a:lnTo>
                  <a:lnTo>
                    <a:pt x="435132" y="50280"/>
                  </a:lnTo>
                  <a:lnTo>
                    <a:pt x="362610" y="41573"/>
                  </a:lnTo>
                  <a:lnTo>
                    <a:pt x="290088" y="33009"/>
                  </a:lnTo>
                  <a:lnTo>
                    <a:pt x="217566" y="24577"/>
                  </a:lnTo>
                  <a:lnTo>
                    <a:pt x="145044" y="16270"/>
                  </a:lnTo>
                  <a:lnTo>
                    <a:pt x="72522" y="80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228338" y="2663281"/>
              <a:ext cx="5729243" cy="1435343"/>
            </a:xfrm>
            <a:custGeom>
              <a:avLst/>
              <a:gdLst/>
              <a:ahLst/>
              <a:cxnLst/>
              <a:rect l="0" t="0" r="0" b="0"/>
              <a:pathLst>
                <a:path w="5729243" h="1435343">
                  <a:moveTo>
                    <a:pt x="0" y="0"/>
                  </a:moveTo>
                  <a:lnTo>
                    <a:pt x="72522" y="18168"/>
                  </a:lnTo>
                  <a:lnTo>
                    <a:pt x="145044" y="36337"/>
                  </a:lnTo>
                  <a:lnTo>
                    <a:pt x="217566" y="54506"/>
                  </a:lnTo>
                  <a:lnTo>
                    <a:pt x="290088" y="72675"/>
                  </a:lnTo>
                  <a:lnTo>
                    <a:pt x="362610" y="90844"/>
                  </a:lnTo>
                  <a:lnTo>
                    <a:pt x="435132" y="109013"/>
                  </a:lnTo>
                  <a:lnTo>
                    <a:pt x="507654" y="127182"/>
                  </a:lnTo>
                  <a:lnTo>
                    <a:pt x="580176" y="145351"/>
                  </a:lnTo>
                  <a:lnTo>
                    <a:pt x="652698" y="163520"/>
                  </a:lnTo>
                  <a:lnTo>
                    <a:pt x="725220" y="181689"/>
                  </a:lnTo>
                  <a:lnTo>
                    <a:pt x="797742" y="199857"/>
                  </a:lnTo>
                  <a:lnTo>
                    <a:pt x="870264" y="218026"/>
                  </a:lnTo>
                  <a:lnTo>
                    <a:pt x="942786" y="236195"/>
                  </a:lnTo>
                  <a:lnTo>
                    <a:pt x="1015308" y="254364"/>
                  </a:lnTo>
                  <a:lnTo>
                    <a:pt x="1087830" y="272533"/>
                  </a:lnTo>
                  <a:lnTo>
                    <a:pt x="1160353" y="290702"/>
                  </a:lnTo>
                  <a:lnTo>
                    <a:pt x="1232875" y="308871"/>
                  </a:lnTo>
                  <a:lnTo>
                    <a:pt x="1305397" y="327040"/>
                  </a:lnTo>
                  <a:lnTo>
                    <a:pt x="1377919" y="345209"/>
                  </a:lnTo>
                  <a:lnTo>
                    <a:pt x="1450441" y="363378"/>
                  </a:lnTo>
                  <a:lnTo>
                    <a:pt x="1522963" y="381547"/>
                  </a:lnTo>
                  <a:lnTo>
                    <a:pt x="1595485" y="399715"/>
                  </a:lnTo>
                  <a:lnTo>
                    <a:pt x="1668007" y="417884"/>
                  </a:lnTo>
                  <a:lnTo>
                    <a:pt x="1740529" y="436053"/>
                  </a:lnTo>
                  <a:lnTo>
                    <a:pt x="1813051" y="454222"/>
                  </a:lnTo>
                  <a:lnTo>
                    <a:pt x="1885573" y="472391"/>
                  </a:lnTo>
                  <a:lnTo>
                    <a:pt x="1958095" y="490560"/>
                  </a:lnTo>
                  <a:lnTo>
                    <a:pt x="2030617" y="508729"/>
                  </a:lnTo>
                  <a:lnTo>
                    <a:pt x="2103139" y="526898"/>
                  </a:lnTo>
                  <a:lnTo>
                    <a:pt x="2175661" y="545067"/>
                  </a:lnTo>
                  <a:lnTo>
                    <a:pt x="2248184" y="563236"/>
                  </a:lnTo>
                  <a:lnTo>
                    <a:pt x="2320706" y="581404"/>
                  </a:lnTo>
                  <a:lnTo>
                    <a:pt x="2393228" y="599573"/>
                  </a:lnTo>
                  <a:lnTo>
                    <a:pt x="2465750" y="617742"/>
                  </a:lnTo>
                  <a:lnTo>
                    <a:pt x="2538272" y="635911"/>
                  </a:lnTo>
                  <a:lnTo>
                    <a:pt x="2610794" y="654080"/>
                  </a:lnTo>
                  <a:lnTo>
                    <a:pt x="2683316" y="672249"/>
                  </a:lnTo>
                  <a:lnTo>
                    <a:pt x="2755838" y="690418"/>
                  </a:lnTo>
                  <a:lnTo>
                    <a:pt x="2828360" y="708587"/>
                  </a:lnTo>
                  <a:lnTo>
                    <a:pt x="2900882" y="726756"/>
                  </a:lnTo>
                  <a:lnTo>
                    <a:pt x="2973404" y="744925"/>
                  </a:lnTo>
                  <a:lnTo>
                    <a:pt x="3045926" y="763094"/>
                  </a:lnTo>
                  <a:lnTo>
                    <a:pt x="3118448" y="781262"/>
                  </a:lnTo>
                  <a:lnTo>
                    <a:pt x="3190970" y="799431"/>
                  </a:lnTo>
                  <a:lnTo>
                    <a:pt x="3263492" y="817600"/>
                  </a:lnTo>
                  <a:lnTo>
                    <a:pt x="3336014" y="835769"/>
                  </a:lnTo>
                  <a:lnTo>
                    <a:pt x="3408537" y="853938"/>
                  </a:lnTo>
                  <a:lnTo>
                    <a:pt x="3481059" y="872107"/>
                  </a:lnTo>
                  <a:lnTo>
                    <a:pt x="3553581" y="890276"/>
                  </a:lnTo>
                  <a:lnTo>
                    <a:pt x="3626103" y="908445"/>
                  </a:lnTo>
                  <a:lnTo>
                    <a:pt x="3698625" y="926614"/>
                  </a:lnTo>
                  <a:lnTo>
                    <a:pt x="3771147" y="944783"/>
                  </a:lnTo>
                  <a:lnTo>
                    <a:pt x="3843669" y="962951"/>
                  </a:lnTo>
                  <a:lnTo>
                    <a:pt x="3916191" y="981120"/>
                  </a:lnTo>
                  <a:lnTo>
                    <a:pt x="3988713" y="999289"/>
                  </a:lnTo>
                  <a:lnTo>
                    <a:pt x="4061235" y="1017458"/>
                  </a:lnTo>
                  <a:lnTo>
                    <a:pt x="4133757" y="1035627"/>
                  </a:lnTo>
                  <a:lnTo>
                    <a:pt x="4206279" y="1053796"/>
                  </a:lnTo>
                  <a:lnTo>
                    <a:pt x="4278801" y="1071965"/>
                  </a:lnTo>
                  <a:lnTo>
                    <a:pt x="4351323" y="1090134"/>
                  </a:lnTo>
                  <a:lnTo>
                    <a:pt x="4423845" y="1108303"/>
                  </a:lnTo>
                  <a:lnTo>
                    <a:pt x="4496368" y="1126472"/>
                  </a:lnTo>
                  <a:lnTo>
                    <a:pt x="4568890" y="1144641"/>
                  </a:lnTo>
                  <a:lnTo>
                    <a:pt x="4641412" y="1162809"/>
                  </a:lnTo>
                  <a:lnTo>
                    <a:pt x="4713934" y="1180978"/>
                  </a:lnTo>
                  <a:lnTo>
                    <a:pt x="4786456" y="1199147"/>
                  </a:lnTo>
                  <a:lnTo>
                    <a:pt x="4858978" y="1217316"/>
                  </a:lnTo>
                  <a:lnTo>
                    <a:pt x="4931500" y="1235485"/>
                  </a:lnTo>
                  <a:lnTo>
                    <a:pt x="5004022" y="1253654"/>
                  </a:lnTo>
                  <a:lnTo>
                    <a:pt x="5076544" y="1271823"/>
                  </a:lnTo>
                  <a:lnTo>
                    <a:pt x="5149066" y="1289992"/>
                  </a:lnTo>
                  <a:lnTo>
                    <a:pt x="5221588" y="1308161"/>
                  </a:lnTo>
                  <a:lnTo>
                    <a:pt x="5294110" y="1326330"/>
                  </a:lnTo>
                  <a:lnTo>
                    <a:pt x="5366632" y="1344498"/>
                  </a:lnTo>
                  <a:lnTo>
                    <a:pt x="5439154" y="1362667"/>
                  </a:lnTo>
                  <a:lnTo>
                    <a:pt x="5511676" y="1380836"/>
                  </a:lnTo>
                  <a:lnTo>
                    <a:pt x="5584198" y="1399005"/>
                  </a:lnTo>
                  <a:lnTo>
                    <a:pt x="5656721" y="1417174"/>
                  </a:lnTo>
                  <a:lnTo>
                    <a:pt x="5729243" y="1435343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2832170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2832170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832170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196946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196946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196946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4881067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4881067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4881067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3176334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3176334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3176334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3438464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3438464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438464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554184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1554184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554184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276411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3276411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4089738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4089738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1255649" y="3677909"/>
              <a:ext cx="3684120" cy="1271988"/>
            </a:xfrm>
            <a:custGeom>
              <a:avLst/>
              <a:gdLst/>
              <a:ahLst/>
              <a:cxnLst/>
              <a:rect l="0" t="0" r="0" b="0"/>
              <a:pathLst>
                <a:path w="3684120" h="1271988">
                  <a:moveTo>
                    <a:pt x="0" y="0"/>
                  </a:moveTo>
                  <a:lnTo>
                    <a:pt x="46634" y="13779"/>
                  </a:lnTo>
                  <a:lnTo>
                    <a:pt x="93268" y="27513"/>
                  </a:lnTo>
                  <a:lnTo>
                    <a:pt x="139903" y="41200"/>
                  </a:lnTo>
                  <a:lnTo>
                    <a:pt x="186537" y="54835"/>
                  </a:lnTo>
                  <a:lnTo>
                    <a:pt x="233172" y="68417"/>
                  </a:lnTo>
                  <a:lnTo>
                    <a:pt x="279806" y="81943"/>
                  </a:lnTo>
                  <a:lnTo>
                    <a:pt x="326441" y="95408"/>
                  </a:lnTo>
                  <a:lnTo>
                    <a:pt x="373075" y="108809"/>
                  </a:lnTo>
                  <a:lnTo>
                    <a:pt x="419709" y="122143"/>
                  </a:lnTo>
                  <a:lnTo>
                    <a:pt x="466344" y="135405"/>
                  </a:lnTo>
                  <a:lnTo>
                    <a:pt x="512978" y="148591"/>
                  </a:lnTo>
                  <a:lnTo>
                    <a:pt x="559613" y="161696"/>
                  </a:lnTo>
                  <a:lnTo>
                    <a:pt x="606247" y="174716"/>
                  </a:lnTo>
                  <a:lnTo>
                    <a:pt x="652882" y="187644"/>
                  </a:lnTo>
                  <a:lnTo>
                    <a:pt x="699516" y="200476"/>
                  </a:lnTo>
                  <a:lnTo>
                    <a:pt x="746150" y="213205"/>
                  </a:lnTo>
                  <a:lnTo>
                    <a:pt x="792785" y="225826"/>
                  </a:lnTo>
                  <a:lnTo>
                    <a:pt x="839419" y="238330"/>
                  </a:lnTo>
                  <a:lnTo>
                    <a:pt x="886054" y="250712"/>
                  </a:lnTo>
                  <a:lnTo>
                    <a:pt x="932688" y="262964"/>
                  </a:lnTo>
                  <a:lnTo>
                    <a:pt x="979323" y="275078"/>
                  </a:lnTo>
                  <a:lnTo>
                    <a:pt x="1025957" y="287047"/>
                  </a:lnTo>
                  <a:lnTo>
                    <a:pt x="1072591" y="298861"/>
                  </a:lnTo>
                  <a:lnTo>
                    <a:pt x="1119226" y="310512"/>
                  </a:lnTo>
                  <a:lnTo>
                    <a:pt x="1165860" y="321991"/>
                  </a:lnTo>
                  <a:lnTo>
                    <a:pt x="1212495" y="333289"/>
                  </a:lnTo>
                  <a:lnTo>
                    <a:pt x="1259129" y="344398"/>
                  </a:lnTo>
                  <a:lnTo>
                    <a:pt x="1305764" y="355307"/>
                  </a:lnTo>
                  <a:lnTo>
                    <a:pt x="1352398" y="366008"/>
                  </a:lnTo>
                  <a:lnTo>
                    <a:pt x="1399033" y="376492"/>
                  </a:lnTo>
                  <a:lnTo>
                    <a:pt x="1445667" y="386750"/>
                  </a:lnTo>
                  <a:lnTo>
                    <a:pt x="1492301" y="396775"/>
                  </a:lnTo>
                  <a:lnTo>
                    <a:pt x="1538936" y="406558"/>
                  </a:lnTo>
                  <a:lnTo>
                    <a:pt x="1585570" y="416093"/>
                  </a:lnTo>
                  <a:lnTo>
                    <a:pt x="1632205" y="425375"/>
                  </a:lnTo>
                  <a:lnTo>
                    <a:pt x="1678839" y="434397"/>
                  </a:lnTo>
                  <a:lnTo>
                    <a:pt x="1725474" y="443157"/>
                  </a:lnTo>
                  <a:lnTo>
                    <a:pt x="1772108" y="451651"/>
                  </a:lnTo>
                  <a:lnTo>
                    <a:pt x="1818742" y="459879"/>
                  </a:lnTo>
                  <a:lnTo>
                    <a:pt x="1865377" y="467839"/>
                  </a:lnTo>
                  <a:lnTo>
                    <a:pt x="1912011" y="475534"/>
                  </a:lnTo>
                  <a:lnTo>
                    <a:pt x="1958646" y="482965"/>
                  </a:lnTo>
                  <a:lnTo>
                    <a:pt x="2005280" y="490135"/>
                  </a:lnTo>
                  <a:lnTo>
                    <a:pt x="2051915" y="497051"/>
                  </a:lnTo>
                  <a:lnTo>
                    <a:pt x="2098549" y="503717"/>
                  </a:lnTo>
                  <a:lnTo>
                    <a:pt x="2145183" y="510140"/>
                  </a:lnTo>
                  <a:lnTo>
                    <a:pt x="2191818" y="516327"/>
                  </a:lnTo>
                  <a:lnTo>
                    <a:pt x="2238452" y="522286"/>
                  </a:lnTo>
                  <a:lnTo>
                    <a:pt x="2285087" y="528025"/>
                  </a:lnTo>
                  <a:lnTo>
                    <a:pt x="2331721" y="533554"/>
                  </a:lnTo>
                  <a:lnTo>
                    <a:pt x="2378356" y="538882"/>
                  </a:lnTo>
                  <a:lnTo>
                    <a:pt x="2424990" y="544017"/>
                  </a:lnTo>
                  <a:lnTo>
                    <a:pt x="2471625" y="548968"/>
                  </a:lnTo>
                  <a:lnTo>
                    <a:pt x="2518259" y="553746"/>
                  </a:lnTo>
                  <a:lnTo>
                    <a:pt x="2564893" y="558358"/>
                  </a:lnTo>
                  <a:lnTo>
                    <a:pt x="2611528" y="562813"/>
                  </a:lnTo>
                  <a:lnTo>
                    <a:pt x="2658162" y="567121"/>
                  </a:lnTo>
                  <a:lnTo>
                    <a:pt x="2704797" y="571288"/>
                  </a:lnTo>
                  <a:lnTo>
                    <a:pt x="2751431" y="575324"/>
                  </a:lnTo>
                  <a:lnTo>
                    <a:pt x="2798066" y="579234"/>
                  </a:lnTo>
                  <a:lnTo>
                    <a:pt x="2844700" y="583028"/>
                  </a:lnTo>
                  <a:lnTo>
                    <a:pt x="2891334" y="586710"/>
                  </a:lnTo>
                  <a:lnTo>
                    <a:pt x="2937969" y="590289"/>
                  </a:lnTo>
                  <a:lnTo>
                    <a:pt x="2984603" y="593769"/>
                  </a:lnTo>
                  <a:lnTo>
                    <a:pt x="3031238" y="597157"/>
                  </a:lnTo>
                  <a:lnTo>
                    <a:pt x="3077872" y="600457"/>
                  </a:lnTo>
                  <a:lnTo>
                    <a:pt x="3124507" y="603676"/>
                  </a:lnTo>
                  <a:lnTo>
                    <a:pt x="3171141" y="606817"/>
                  </a:lnTo>
                  <a:lnTo>
                    <a:pt x="3217775" y="609885"/>
                  </a:lnTo>
                  <a:lnTo>
                    <a:pt x="3264410" y="612885"/>
                  </a:lnTo>
                  <a:lnTo>
                    <a:pt x="3311044" y="615820"/>
                  </a:lnTo>
                  <a:lnTo>
                    <a:pt x="3357679" y="618693"/>
                  </a:lnTo>
                  <a:lnTo>
                    <a:pt x="3404313" y="621509"/>
                  </a:lnTo>
                  <a:lnTo>
                    <a:pt x="3450948" y="624271"/>
                  </a:lnTo>
                  <a:lnTo>
                    <a:pt x="3497582" y="626981"/>
                  </a:lnTo>
                  <a:lnTo>
                    <a:pt x="3544217" y="629643"/>
                  </a:lnTo>
                  <a:lnTo>
                    <a:pt x="3590851" y="632259"/>
                  </a:lnTo>
                  <a:lnTo>
                    <a:pt x="3637485" y="634831"/>
                  </a:lnTo>
                  <a:lnTo>
                    <a:pt x="3684120" y="637362"/>
                  </a:lnTo>
                  <a:lnTo>
                    <a:pt x="3684120" y="1271988"/>
                  </a:lnTo>
                  <a:lnTo>
                    <a:pt x="3637485" y="1258136"/>
                  </a:lnTo>
                  <a:lnTo>
                    <a:pt x="3590851" y="1244324"/>
                  </a:lnTo>
                  <a:lnTo>
                    <a:pt x="3544217" y="1230557"/>
                  </a:lnTo>
                  <a:lnTo>
                    <a:pt x="3497582" y="1216835"/>
                  </a:lnTo>
                  <a:lnTo>
                    <a:pt x="3450948" y="1203162"/>
                  </a:lnTo>
                  <a:lnTo>
                    <a:pt x="3404313" y="1189541"/>
                  </a:lnTo>
                  <a:lnTo>
                    <a:pt x="3357679" y="1175973"/>
                  </a:lnTo>
                  <a:lnTo>
                    <a:pt x="3311044" y="1162464"/>
                  </a:lnTo>
                  <a:lnTo>
                    <a:pt x="3264410" y="1149016"/>
                  </a:lnTo>
                  <a:lnTo>
                    <a:pt x="3217775" y="1135632"/>
                  </a:lnTo>
                  <a:lnTo>
                    <a:pt x="3171141" y="1122317"/>
                  </a:lnTo>
                  <a:lnTo>
                    <a:pt x="3124507" y="1109075"/>
                  </a:lnTo>
                  <a:lnTo>
                    <a:pt x="3077872" y="1095910"/>
                  </a:lnTo>
                  <a:lnTo>
                    <a:pt x="3031238" y="1082827"/>
                  </a:lnTo>
                  <a:lnTo>
                    <a:pt x="2984603" y="1069832"/>
                  </a:lnTo>
                  <a:lnTo>
                    <a:pt x="2937969" y="1056929"/>
                  </a:lnTo>
                  <a:lnTo>
                    <a:pt x="2891334" y="1044124"/>
                  </a:lnTo>
                  <a:lnTo>
                    <a:pt x="2844700" y="1031423"/>
                  </a:lnTo>
                  <a:lnTo>
                    <a:pt x="2798066" y="1018833"/>
                  </a:lnTo>
                  <a:lnTo>
                    <a:pt x="2751431" y="1006361"/>
                  </a:lnTo>
                  <a:lnTo>
                    <a:pt x="2704797" y="994013"/>
                  </a:lnTo>
                  <a:lnTo>
                    <a:pt x="2658162" y="981797"/>
                  </a:lnTo>
                  <a:lnTo>
                    <a:pt x="2611528" y="969721"/>
                  </a:lnTo>
                  <a:lnTo>
                    <a:pt x="2564893" y="957793"/>
                  </a:lnTo>
                  <a:lnTo>
                    <a:pt x="2518259" y="946022"/>
                  </a:lnTo>
                  <a:lnTo>
                    <a:pt x="2471625" y="934416"/>
                  </a:lnTo>
                  <a:lnTo>
                    <a:pt x="2424990" y="922985"/>
                  </a:lnTo>
                  <a:lnTo>
                    <a:pt x="2378356" y="911736"/>
                  </a:lnTo>
                  <a:lnTo>
                    <a:pt x="2331721" y="900681"/>
                  </a:lnTo>
                  <a:lnTo>
                    <a:pt x="2285087" y="889826"/>
                  </a:lnTo>
                  <a:lnTo>
                    <a:pt x="2238452" y="879183"/>
                  </a:lnTo>
                  <a:lnTo>
                    <a:pt x="2191818" y="868758"/>
                  </a:lnTo>
                  <a:lnTo>
                    <a:pt x="2145183" y="858562"/>
                  </a:lnTo>
                  <a:lnTo>
                    <a:pt x="2098549" y="848602"/>
                  </a:lnTo>
                  <a:lnTo>
                    <a:pt x="2051915" y="838884"/>
                  </a:lnTo>
                  <a:lnTo>
                    <a:pt x="2005280" y="829417"/>
                  </a:lnTo>
                  <a:lnTo>
                    <a:pt x="1958646" y="820204"/>
                  </a:lnTo>
                  <a:lnTo>
                    <a:pt x="1912011" y="811252"/>
                  </a:lnTo>
                  <a:lnTo>
                    <a:pt x="1865377" y="802563"/>
                  </a:lnTo>
                  <a:lnTo>
                    <a:pt x="1818742" y="794140"/>
                  </a:lnTo>
                  <a:lnTo>
                    <a:pt x="1772108" y="785985"/>
                  </a:lnTo>
                  <a:lnTo>
                    <a:pt x="1725474" y="778096"/>
                  </a:lnTo>
                  <a:lnTo>
                    <a:pt x="1678839" y="770472"/>
                  </a:lnTo>
                  <a:lnTo>
                    <a:pt x="1632205" y="763111"/>
                  </a:lnTo>
                  <a:lnTo>
                    <a:pt x="1585570" y="756009"/>
                  </a:lnTo>
                  <a:lnTo>
                    <a:pt x="1538936" y="749161"/>
                  </a:lnTo>
                  <a:lnTo>
                    <a:pt x="1492301" y="742561"/>
                  </a:lnTo>
                  <a:lnTo>
                    <a:pt x="1445667" y="736203"/>
                  </a:lnTo>
                  <a:lnTo>
                    <a:pt x="1399033" y="730078"/>
                  </a:lnTo>
                  <a:lnTo>
                    <a:pt x="1352398" y="724178"/>
                  </a:lnTo>
                  <a:lnTo>
                    <a:pt x="1305764" y="718496"/>
                  </a:lnTo>
                  <a:lnTo>
                    <a:pt x="1259129" y="713022"/>
                  </a:lnTo>
                  <a:lnTo>
                    <a:pt x="1212495" y="707747"/>
                  </a:lnTo>
                  <a:lnTo>
                    <a:pt x="1165860" y="702662"/>
                  </a:lnTo>
                  <a:lnTo>
                    <a:pt x="1119226" y="697758"/>
                  </a:lnTo>
                  <a:lnTo>
                    <a:pt x="1072591" y="693026"/>
                  </a:lnTo>
                  <a:lnTo>
                    <a:pt x="1025957" y="688457"/>
                  </a:lnTo>
                  <a:lnTo>
                    <a:pt x="979323" y="684042"/>
                  </a:lnTo>
                  <a:lnTo>
                    <a:pt x="932688" y="679773"/>
                  </a:lnTo>
                  <a:lnTo>
                    <a:pt x="886054" y="675641"/>
                  </a:lnTo>
                  <a:lnTo>
                    <a:pt x="839419" y="671640"/>
                  </a:lnTo>
                  <a:lnTo>
                    <a:pt x="792785" y="667762"/>
                  </a:lnTo>
                  <a:lnTo>
                    <a:pt x="746150" y="663999"/>
                  </a:lnTo>
                  <a:lnTo>
                    <a:pt x="699516" y="660345"/>
                  </a:lnTo>
                  <a:lnTo>
                    <a:pt x="652882" y="656793"/>
                  </a:lnTo>
                  <a:lnTo>
                    <a:pt x="606247" y="653338"/>
                  </a:lnTo>
                  <a:lnTo>
                    <a:pt x="559613" y="649975"/>
                  </a:lnTo>
                  <a:lnTo>
                    <a:pt x="512978" y="646697"/>
                  </a:lnTo>
                  <a:lnTo>
                    <a:pt x="466344" y="643499"/>
                  </a:lnTo>
                  <a:lnTo>
                    <a:pt x="419709" y="640378"/>
                  </a:lnTo>
                  <a:lnTo>
                    <a:pt x="373075" y="637329"/>
                  </a:lnTo>
                  <a:lnTo>
                    <a:pt x="326441" y="634347"/>
                  </a:lnTo>
                  <a:lnTo>
                    <a:pt x="279806" y="631428"/>
                  </a:lnTo>
                  <a:lnTo>
                    <a:pt x="233172" y="628570"/>
                  </a:lnTo>
                  <a:lnTo>
                    <a:pt x="186537" y="625769"/>
                  </a:lnTo>
                  <a:lnTo>
                    <a:pt x="139903" y="623022"/>
                  </a:lnTo>
                  <a:lnTo>
                    <a:pt x="93268" y="620325"/>
                  </a:lnTo>
                  <a:lnTo>
                    <a:pt x="46634" y="617676"/>
                  </a:lnTo>
                  <a:lnTo>
                    <a:pt x="0" y="61507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255649" y="3677909"/>
              <a:ext cx="3684120" cy="637362"/>
            </a:xfrm>
            <a:custGeom>
              <a:avLst/>
              <a:gdLst/>
              <a:ahLst/>
              <a:cxnLst/>
              <a:rect l="0" t="0" r="0" b="0"/>
              <a:pathLst>
                <a:path w="3684120" h="637362">
                  <a:moveTo>
                    <a:pt x="0" y="0"/>
                  </a:moveTo>
                  <a:lnTo>
                    <a:pt x="46634" y="13779"/>
                  </a:lnTo>
                  <a:lnTo>
                    <a:pt x="93268" y="27513"/>
                  </a:lnTo>
                  <a:lnTo>
                    <a:pt x="139903" y="41200"/>
                  </a:lnTo>
                  <a:lnTo>
                    <a:pt x="186537" y="54835"/>
                  </a:lnTo>
                  <a:lnTo>
                    <a:pt x="233172" y="68417"/>
                  </a:lnTo>
                  <a:lnTo>
                    <a:pt x="279806" y="81943"/>
                  </a:lnTo>
                  <a:lnTo>
                    <a:pt x="326441" y="95408"/>
                  </a:lnTo>
                  <a:lnTo>
                    <a:pt x="373075" y="108809"/>
                  </a:lnTo>
                  <a:lnTo>
                    <a:pt x="419709" y="122143"/>
                  </a:lnTo>
                  <a:lnTo>
                    <a:pt x="466344" y="135405"/>
                  </a:lnTo>
                  <a:lnTo>
                    <a:pt x="512978" y="148591"/>
                  </a:lnTo>
                  <a:lnTo>
                    <a:pt x="559613" y="161696"/>
                  </a:lnTo>
                  <a:lnTo>
                    <a:pt x="606247" y="174716"/>
                  </a:lnTo>
                  <a:lnTo>
                    <a:pt x="652882" y="187644"/>
                  </a:lnTo>
                  <a:lnTo>
                    <a:pt x="699516" y="200476"/>
                  </a:lnTo>
                  <a:lnTo>
                    <a:pt x="746150" y="213205"/>
                  </a:lnTo>
                  <a:lnTo>
                    <a:pt x="792785" y="225826"/>
                  </a:lnTo>
                  <a:lnTo>
                    <a:pt x="839419" y="238330"/>
                  </a:lnTo>
                  <a:lnTo>
                    <a:pt x="886054" y="250712"/>
                  </a:lnTo>
                  <a:lnTo>
                    <a:pt x="932688" y="262964"/>
                  </a:lnTo>
                  <a:lnTo>
                    <a:pt x="979323" y="275078"/>
                  </a:lnTo>
                  <a:lnTo>
                    <a:pt x="1025957" y="287047"/>
                  </a:lnTo>
                  <a:lnTo>
                    <a:pt x="1072591" y="298861"/>
                  </a:lnTo>
                  <a:lnTo>
                    <a:pt x="1119226" y="310512"/>
                  </a:lnTo>
                  <a:lnTo>
                    <a:pt x="1165860" y="321991"/>
                  </a:lnTo>
                  <a:lnTo>
                    <a:pt x="1212495" y="333289"/>
                  </a:lnTo>
                  <a:lnTo>
                    <a:pt x="1259129" y="344398"/>
                  </a:lnTo>
                  <a:lnTo>
                    <a:pt x="1305764" y="355307"/>
                  </a:lnTo>
                  <a:lnTo>
                    <a:pt x="1352398" y="366008"/>
                  </a:lnTo>
                  <a:lnTo>
                    <a:pt x="1399033" y="376492"/>
                  </a:lnTo>
                  <a:lnTo>
                    <a:pt x="1445667" y="386750"/>
                  </a:lnTo>
                  <a:lnTo>
                    <a:pt x="1492301" y="396775"/>
                  </a:lnTo>
                  <a:lnTo>
                    <a:pt x="1538936" y="406558"/>
                  </a:lnTo>
                  <a:lnTo>
                    <a:pt x="1585570" y="416093"/>
                  </a:lnTo>
                  <a:lnTo>
                    <a:pt x="1632205" y="425375"/>
                  </a:lnTo>
                  <a:lnTo>
                    <a:pt x="1678839" y="434397"/>
                  </a:lnTo>
                  <a:lnTo>
                    <a:pt x="1725474" y="443157"/>
                  </a:lnTo>
                  <a:lnTo>
                    <a:pt x="1772108" y="451651"/>
                  </a:lnTo>
                  <a:lnTo>
                    <a:pt x="1818742" y="459879"/>
                  </a:lnTo>
                  <a:lnTo>
                    <a:pt x="1865377" y="467839"/>
                  </a:lnTo>
                  <a:lnTo>
                    <a:pt x="1912011" y="475534"/>
                  </a:lnTo>
                  <a:lnTo>
                    <a:pt x="1958646" y="482965"/>
                  </a:lnTo>
                  <a:lnTo>
                    <a:pt x="2005280" y="490135"/>
                  </a:lnTo>
                  <a:lnTo>
                    <a:pt x="2051915" y="497051"/>
                  </a:lnTo>
                  <a:lnTo>
                    <a:pt x="2098549" y="503717"/>
                  </a:lnTo>
                  <a:lnTo>
                    <a:pt x="2145183" y="510140"/>
                  </a:lnTo>
                  <a:lnTo>
                    <a:pt x="2191818" y="516327"/>
                  </a:lnTo>
                  <a:lnTo>
                    <a:pt x="2238452" y="522286"/>
                  </a:lnTo>
                  <a:lnTo>
                    <a:pt x="2285087" y="528025"/>
                  </a:lnTo>
                  <a:lnTo>
                    <a:pt x="2331721" y="533554"/>
                  </a:lnTo>
                  <a:lnTo>
                    <a:pt x="2378356" y="538882"/>
                  </a:lnTo>
                  <a:lnTo>
                    <a:pt x="2424990" y="544017"/>
                  </a:lnTo>
                  <a:lnTo>
                    <a:pt x="2471625" y="548968"/>
                  </a:lnTo>
                  <a:lnTo>
                    <a:pt x="2518259" y="553746"/>
                  </a:lnTo>
                  <a:lnTo>
                    <a:pt x="2564893" y="558358"/>
                  </a:lnTo>
                  <a:lnTo>
                    <a:pt x="2611528" y="562813"/>
                  </a:lnTo>
                  <a:lnTo>
                    <a:pt x="2658162" y="567121"/>
                  </a:lnTo>
                  <a:lnTo>
                    <a:pt x="2704797" y="571288"/>
                  </a:lnTo>
                  <a:lnTo>
                    <a:pt x="2751431" y="575324"/>
                  </a:lnTo>
                  <a:lnTo>
                    <a:pt x="2798066" y="579234"/>
                  </a:lnTo>
                  <a:lnTo>
                    <a:pt x="2844700" y="583028"/>
                  </a:lnTo>
                  <a:lnTo>
                    <a:pt x="2891334" y="586710"/>
                  </a:lnTo>
                  <a:lnTo>
                    <a:pt x="2937969" y="590289"/>
                  </a:lnTo>
                  <a:lnTo>
                    <a:pt x="2984603" y="593769"/>
                  </a:lnTo>
                  <a:lnTo>
                    <a:pt x="3031238" y="597157"/>
                  </a:lnTo>
                  <a:lnTo>
                    <a:pt x="3077872" y="600457"/>
                  </a:lnTo>
                  <a:lnTo>
                    <a:pt x="3124507" y="603676"/>
                  </a:lnTo>
                  <a:lnTo>
                    <a:pt x="3171141" y="606817"/>
                  </a:lnTo>
                  <a:lnTo>
                    <a:pt x="3217775" y="609885"/>
                  </a:lnTo>
                  <a:lnTo>
                    <a:pt x="3264410" y="612885"/>
                  </a:lnTo>
                  <a:lnTo>
                    <a:pt x="3311044" y="615820"/>
                  </a:lnTo>
                  <a:lnTo>
                    <a:pt x="3357679" y="618693"/>
                  </a:lnTo>
                  <a:lnTo>
                    <a:pt x="3404313" y="621509"/>
                  </a:lnTo>
                  <a:lnTo>
                    <a:pt x="3450948" y="624271"/>
                  </a:lnTo>
                  <a:lnTo>
                    <a:pt x="3497582" y="626981"/>
                  </a:lnTo>
                  <a:lnTo>
                    <a:pt x="3544217" y="629643"/>
                  </a:lnTo>
                  <a:lnTo>
                    <a:pt x="3590851" y="632259"/>
                  </a:lnTo>
                  <a:lnTo>
                    <a:pt x="3637485" y="634831"/>
                  </a:lnTo>
                  <a:lnTo>
                    <a:pt x="3684120" y="63736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255649" y="4292981"/>
              <a:ext cx="3684120" cy="656915"/>
            </a:xfrm>
            <a:custGeom>
              <a:avLst/>
              <a:gdLst/>
              <a:ahLst/>
              <a:cxnLst/>
              <a:rect l="0" t="0" r="0" b="0"/>
              <a:pathLst>
                <a:path w="3684120" h="656915">
                  <a:moveTo>
                    <a:pt x="3684120" y="656915"/>
                  </a:moveTo>
                  <a:lnTo>
                    <a:pt x="3637485" y="643063"/>
                  </a:lnTo>
                  <a:lnTo>
                    <a:pt x="3590851" y="629252"/>
                  </a:lnTo>
                  <a:lnTo>
                    <a:pt x="3544217" y="615484"/>
                  </a:lnTo>
                  <a:lnTo>
                    <a:pt x="3497582" y="601763"/>
                  </a:lnTo>
                  <a:lnTo>
                    <a:pt x="3450948" y="588090"/>
                  </a:lnTo>
                  <a:lnTo>
                    <a:pt x="3404313" y="574468"/>
                  </a:lnTo>
                  <a:lnTo>
                    <a:pt x="3357679" y="560901"/>
                  </a:lnTo>
                  <a:lnTo>
                    <a:pt x="3311044" y="547391"/>
                  </a:lnTo>
                  <a:lnTo>
                    <a:pt x="3264410" y="533943"/>
                  </a:lnTo>
                  <a:lnTo>
                    <a:pt x="3217775" y="520559"/>
                  </a:lnTo>
                  <a:lnTo>
                    <a:pt x="3171141" y="507244"/>
                  </a:lnTo>
                  <a:lnTo>
                    <a:pt x="3124507" y="494002"/>
                  </a:lnTo>
                  <a:lnTo>
                    <a:pt x="3077872" y="480838"/>
                  </a:lnTo>
                  <a:lnTo>
                    <a:pt x="3031238" y="467755"/>
                  </a:lnTo>
                  <a:lnTo>
                    <a:pt x="2984603" y="454759"/>
                  </a:lnTo>
                  <a:lnTo>
                    <a:pt x="2937969" y="441856"/>
                  </a:lnTo>
                  <a:lnTo>
                    <a:pt x="2891334" y="429051"/>
                  </a:lnTo>
                  <a:lnTo>
                    <a:pt x="2844700" y="416351"/>
                  </a:lnTo>
                  <a:lnTo>
                    <a:pt x="2798066" y="403761"/>
                  </a:lnTo>
                  <a:lnTo>
                    <a:pt x="2751431" y="391288"/>
                  </a:lnTo>
                  <a:lnTo>
                    <a:pt x="2704797" y="378940"/>
                  </a:lnTo>
                  <a:lnTo>
                    <a:pt x="2658162" y="366724"/>
                  </a:lnTo>
                  <a:lnTo>
                    <a:pt x="2611528" y="354649"/>
                  </a:lnTo>
                  <a:lnTo>
                    <a:pt x="2564893" y="342721"/>
                  </a:lnTo>
                  <a:lnTo>
                    <a:pt x="2518259" y="330950"/>
                  </a:lnTo>
                  <a:lnTo>
                    <a:pt x="2471625" y="319344"/>
                  </a:lnTo>
                  <a:lnTo>
                    <a:pt x="2424990" y="307912"/>
                  </a:lnTo>
                  <a:lnTo>
                    <a:pt x="2378356" y="296664"/>
                  </a:lnTo>
                  <a:lnTo>
                    <a:pt x="2331721" y="285608"/>
                  </a:lnTo>
                  <a:lnTo>
                    <a:pt x="2285087" y="274754"/>
                  </a:lnTo>
                  <a:lnTo>
                    <a:pt x="2238452" y="264110"/>
                  </a:lnTo>
                  <a:lnTo>
                    <a:pt x="2191818" y="253686"/>
                  </a:lnTo>
                  <a:lnTo>
                    <a:pt x="2145183" y="243490"/>
                  </a:lnTo>
                  <a:lnTo>
                    <a:pt x="2098549" y="233529"/>
                  </a:lnTo>
                  <a:lnTo>
                    <a:pt x="2051915" y="223812"/>
                  </a:lnTo>
                  <a:lnTo>
                    <a:pt x="2005280" y="214344"/>
                  </a:lnTo>
                  <a:lnTo>
                    <a:pt x="1958646" y="205132"/>
                  </a:lnTo>
                  <a:lnTo>
                    <a:pt x="1912011" y="196179"/>
                  </a:lnTo>
                  <a:lnTo>
                    <a:pt x="1865377" y="187491"/>
                  </a:lnTo>
                  <a:lnTo>
                    <a:pt x="1818742" y="179068"/>
                  </a:lnTo>
                  <a:lnTo>
                    <a:pt x="1772108" y="170912"/>
                  </a:lnTo>
                  <a:lnTo>
                    <a:pt x="1725474" y="163023"/>
                  </a:lnTo>
                  <a:lnTo>
                    <a:pt x="1678839" y="155400"/>
                  </a:lnTo>
                  <a:lnTo>
                    <a:pt x="1632205" y="148039"/>
                  </a:lnTo>
                  <a:lnTo>
                    <a:pt x="1585570" y="140937"/>
                  </a:lnTo>
                  <a:lnTo>
                    <a:pt x="1538936" y="134089"/>
                  </a:lnTo>
                  <a:lnTo>
                    <a:pt x="1492301" y="127489"/>
                  </a:lnTo>
                  <a:lnTo>
                    <a:pt x="1445667" y="121130"/>
                  </a:lnTo>
                  <a:lnTo>
                    <a:pt x="1399033" y="115005"/>
                  </a:lnTo>
                  <a:lnTo>
                    <a:pt x="1352398" y="109106"/>
                  </a:lnTo>
                  <a:lnTo>
                    <a:pt x="1305764" y="103423"/>
                  </a:lnTo>
                  <a:lnTo>
                    <a:pt x="1259129" y="97949"/>
                  </a:lnTo>
                  <a:lnTo>
                    <a:pt x="1212495" y="92675"/>
                  </a:lnTo>
                  <a:lnTo>
                    <a:pt x="1165860" y="87590"/>
                  </a:lnTo>
                  <a:lnTo>
                    <a:pt x="1119226" y="82686"/>
                  </a:lnTo>
                  <a:lnTo>
                    <a:pt x="1072591" y="77953"/>
                  </a:lnTo>
                  <a:lnTo>
                    <a:pt x="1025957" y="73384"/>
                  </a:lnTo>
                  <a:lnTo>
                    <a:pt x="979323" y="68969"/>
                  </a:lnTo>
                  <a:lnTo>
                    <a:pt x="932688" y="64700"/>
                  </a:lnTo>
                  <a:lnTo>
                    <a:pt x="886054" y="60569"/>
                  </a:lnTo>
                  <a:lnTo>
                    <a:pt x="839419" y="56568"/>
                  </a:lnTo>
                  <a:lnTo>
                    <a:pt x="792785" y="52689"/>
                  </a:lnTo>
                  <a:lnTo>
                    <a:pt x="746150" y="48926"/>
                  </a:lnTo>
                  <a:lnTo>
                    <a:pt x="699516" y="45272"/>
                  </a:lnTo>
                  <a:lnTo>
                    <a:pt x="652882" y="41721"/>
                  </a:lnTo>
                  <a:lnTo>
                    <a:pt x="606247" y="38266"/>
                  </a:lnTo>
                  <a:lnTo>
                    <a:pt x="559613" y="34902"/>
                  </a:lnTo>
                  <a:lnTo>
                    <a:pt x="512978" y="31624"/>
                  </a:lnTo>
                  <a:lnTo>
                    <a:pt x="466344" y="28427"/>
                  </a:lnTo>
                  <a:lnTo>
                    <a:pt x="419709" y="25306"/>
                  </a:lnTo>
                  <a:lnTo>
                    <a:pt x="373075" y="22256"/>
                  </a:lnTo>
                  <a:lnTo>
                    <a:pt x="326441" y="19274"/>
                  </a:lnTo>
                  <a:lnTo>
                    <a:pt x="279806" y="16356"/>
                  </a:lnTo>
                  <a:lnTo>
                    <a:pt x="233172" y="13498"/>
                  </a:lnTo>
                  <a:lnTo>
                    <a:pt x="186537" y="10697"/>
                  </a:lnTo>
                  <a:lnTo>
                    <a:pt x="139903" y="7949"/>
                  </a:lnTo>
                  <a:lnTo>
                    <a:pt x="93268" y="5252"/>
                  </a:lnTo>
                  <a:lnTo>
                    <a:pt x="46634" y="26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255649" y="3985445"/>
              <a:ext cx="3684120" cy="647139"/>
            </a:xfrm>
            <a:custGeom>
              <a:avLst/>
              <a:gdLst/>
              <a:ahLst/>
              <a:cxnLst/>
              <a:rect l="0" t="0" r="0" b="0"/>
              <a:pathLst>
                <a:path w="3684120" h="647139">
                  <a:moveTo>
                    <a:pt x="0" y="0"/>
                  </a:moveTo>
                  <a:lnTo>
                    <a:pt x="46634" y="8191"/>
                  </a:lnTo>
                  <a:lnTo>
                    <a:pt x="93268" y="16383"/>
                  </a:lnTo>
                  <a:lnTo>
                    <a:pt x="139903" y="24574"/>
                  </a:lnTo>
                  <a:lnTo>
                    <a:pt x="186537" y="32766"/>
                  </a:lnTo>
                  <a:lnTo>
                    <a:pt x="233172" y="40958"/>
                  </a:lnTo>
                  <a:lnTo>
                    <a:pt x="279806" y="49149"/>
                  </a:lnTo>
                  <a:lnTo>
                    <a:pt x="326441" y="57341"/>
                  </a:lnTo>
                  <a:lnTo>
                    <a:pt x="373075" y="65533"/>
                  </a:lnTo>
                  <a:lnTo>
                    <a:pt x="419709" y="73724"/>
                  </a:lnTo>
                  <a:lnTo>
                    <a:pt x="466344" y="81916"/>
                  </a:lnTo>
                  <a:lnTo>
                    <a:pt x="512978" y="90107"/>
                  </a:lnTo>
                  <a:lnTo>
                    <a:pt x="559613" y="98299"/>
                  </a:lnTo>
                  <a:lnTo>
                    <a:pt x="606247" y="106491"/>
                  </a:lnTo>
                  <a:lnTo>
                    <a:pt x="652882" y="114682"/>
                  </a:lnTo>
                  <a:lnTo>
                    <a:pt x="699516" y="122874"/>
                  </a:lnTo>
                  <a:lnTo>
                    <a:pt x="746150" y="131066"/>
                  </a:lnTo>
                  <a:lnTo>
                    <a:pt x="792785" y="139257"/>
                  </a:lnTo>
                  <a:lnTo>
                    <a:pt x="839419" y="147449"/>
                  </a:lnTo>
                  <a:lnTo>
                    <a:pt x="886054" y="155641"/>
                  </a:lnTo>
                  <a:lnTo>
                    <a:pt x="932688" y="163832"/>
                  </a:lnTo>
                  <a:lnTo>
                    <a:pt x="979323" y="172024"/>
                  </a:lnTo>
                  <a:lnTo>
                    <a:pt x="1025957" y="180215"/>
                  </a:lnTo>
                  <a:lnTo>
                    <a:pt x="1072591" y="188407"/>
                  </a:lnTo>
                  <a:lnTo>
                    <a:pt x="1119226" y="196599"/>
                  </a:lnTo>
                  <a:lnTo>
                    <a:pt x="1165860" y="204790"/>
                  </a:lnTo>
                  <a:lnTo>
                    <a:pt x="1212495" y="212982"/>
                  </a:lnTo>
                  <a:lnTo>
                    <a:pt x="1259129" y="221174"/>
                  </a:lnTo>
                  <a:lnTo>
                    <a:pt x="1305764" y="229365"/>
                  </a:lnTo>
                  <a:lnTo>
                    <a:pt x="1352398" y="237557"/>
                  </a:lnTo>
                  <a:lnTo>
                    <a:pt x="1399033" y="245749"/>
                  </a:lnTo>
                  <a:lnTo>
                    <a:pt x="1445667" y="253940"/>
                  </a:lnTo>
                  <a:lnTo>
                    <a:pt x="1492301" y="262132"/>
                  </a:lnTo>
                  <a:lnTo>
                    <a:pt x="1538936" y="270323"/>
                  </a:lnTo>
                  <a:lnTo>
                    <a:pt x="1585570" y="278515"/>
                  </a:lnTo>
                  <a:lnTo>
                    <a:pt x="1632205" y="286707"/>
                  </a:lnTo>
                  <a:lnTo>
                    <a:pt x="1678839" y="294898"/>
                  </a:lnTo>
                  <a:lnTo>
                    <a:pt x="1725474" y="303090"/>
                  </a:lnTo>
                  <a:lnTo>
                    <a:pt x="1772108" y="311282"/>
                  </a:lnTo>
                  <a:lnTo>
                    <a:pt x="1818742" y="319473"/>
                  </a:lnTo>
                  <a:lnTo>
                    <a:pt x="1865377" y="327665"/>
                  </a:lnTo>
                  <a:lnTo>
                    <a:pt x="1912011" y="335856"/>
                  </a:lnTo>
                  <a:lnTo>
                    <a:pt x="1958646" y="344048"/>
                  </a:lnTo>
                  <a:lnTo>
                    <a:pt x="2005280" y="352240"/>
                  </a:lnTo>
                  <a:lnTo>
                    <a:pt x="2051915" y="360431"/>
                  </a:lnTo>
                  <a:lnTo>
                    <a:pt x="2098549" y="368623"/>
                  </a:lnTo>
                  <a:lnTo>
                    <a:pt x="2145183" y="376815"/>
                  </a:lnTo>
                  <a:lnTo>
                    <a:pt x="2191818" y="385006"/>
                  </a:lnTo>
                  <a:lnTo>
                    <a:pt x="2238452" y="393198"/>
                  </a:lnTo>
                  <a:lnTo>
                    <a:pt x="2285087" y="401390"/>
                  </a:lnTo>
                  <a:lnTo>
                    <a:pt x="2331721" y="409581"/>
                  </a:lnTo>
                  <a:lnTo>
                    <a:pt x="2378356" y="417773"/>
                  </a:lnTo>
                  <a:lnTo>
                    <a:pt x="2424990" y="425964"/>
                  </a:lnTo>
                  <a:lnTo>
                    <a:pt x="2471625" y="434156"/>
                  </a:lnTo>
                  <a:lnTo>
                    <a:pt x="2518259" y="442348"/>
                  </a:lnTo>
                  <a:lnTo>
                    <a:pt x="2564893" y="450539"/>
                  </a:lnTo>
                  <a:lnTo>
                    <a:pt x="2611528" y="458731"/>
                  </a:lnTo>
                  <a:lnTo>
                    <a:pt x="2658162" y="466923"/>
                  </a:lnTo>
                  <a:lnTo>
                    <a:pt x="2704797" y="475114"/>
                  </a:lnTo>
                  <a:lnTo>
                    <a:pt x="2751431" y="483306"/>
                  </a:lnTo>
                  <a:lnTo>
                    <a:pt x="2798066" y="491498"/>
                  </a:lnTo>
                  <a:lnTo>
                    <a:pt x="2844700" y="499689"/>
                  </a:lnTo>
                  <a:lnTo>
                    <a:pt x="2891334" y="507881"/>
                  </a:lnTo>
                  <a:lnTo>
                    <a:pt x="2937969" y="516072"/>
                  </a:lnTo>
                  <a:lnTo>
                    <a:pt x="2984603" y="524264"/>
                  </a:lnTo>
                  <a:lnTo>
                    <a:pt x="3031238" y="532456"/>
                  </a:lnTo>
                  <a:lnTo>
                    <a:pt x="3077872" y="540647"/>
                  </a:lnTo>
                  <a:lnTo>
                    <a:pt x="3124507" y="548839"/>
                  </a:lnTo>
                  <a:lnTo>
                    <a:pt x="3171141" y="557031"/>
                  </a:lnTo>
                  <a:lnTo>
                    <a:pt x="3217775" y="565222"/>
                  </a:lnTo>
                  <a:lnTo>
                    <a:pt x="3264410" y="573414"/>
                  </a:lnTo>
                  <a:lnTo>
                    <a:pt x="3311044" y="581605"/>
                  </a:lnTo>
                  <a:lnTo>
                    <a:pt x="3357679" y="589797"/>
                  </a:lnTo>
                  <a:lnTo>
                    <a:pt x="3404313" y="597989"/>
                  </a:lnTo>
                  <a:lnTo>
                    <a:pt x="3450948" y="606180"/>
                  </a:lnTo>
                  <a:lnTo>
                    <a:pt x="3497582" y="614372"/>
                  </a:lnTo>
                  <a:lnTo>
                    <a:pt x="3544217" y="622564"/>
                  </a:lnTo>
                  <a:lnTo>
                    <a:pt x="3590851" y="630755"/>
                  </a:lnTo>
                  <a:lnTo>
                    <a:pt x="3637485" y="638947"/>
                  </a:lnTo>
                  <a:lnTo>
                    <a:pt x="3684120" y="64713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gdLst/>
              <a:ahLst/>
              <a:cxnLst/>
              <a:rect l="0" t="0" r="0" b="0"/>
              <a:pathLst>
                <a:path w="6302167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1205062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84917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449328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613739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1096294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740406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384518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028630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55272" y="5925448"/>
              <a:ext cx="67537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LEA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519251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(LEA) vs Size at Final Time Point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t6"/>
            <p:cNvSpPr/>
            <p:nvPr/>
          </p:nvSpPr>
          <p:spPr>
            <a:xfrm>
              <a:off x="1418560" y="294481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7"/>
            <p:cNvSpPr/>
            <p:nvPr/>
          </p:nvSpPr>
          <p:spPr>
            <a:xfrm>
              <a:off x="1418560" y="23487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t8"/>
            <p:cNvSpPr/>
            <p:nvPr/>
          </p:nvSpPr>
          <p:spPr>
            <a:xfrm>
              <a:off x="1418560" y="245197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t9"/>
            <p:cNvSpPr/>
            <p:nvPr/>
          </p:nvSpPr>
          <p:spPr>
            <a:xfrm>
              <a:off x="3828199" y="27343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t10"/>
            <p:cNvSpPr/>
            <p:nvPr/>
          </p:nvSpPr>
          <p:spPr>
            <a:xfrm>
              <a:off x="3828199" y="29088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t11"/>
            <p:cNvSpPr/>
            <p:nvPr/>
          </p:nvSpPr>
          <p:spPr>
            <a:xfrm>
              <a:off x="3828199" y="27087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t12"/>
            <p:cNvSpPr/>
            <p:nvPr/>
          </p:nvSpPr>
          <p:spPr>
            <a:xfrm>
              <a:off x="5344474" y="30731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5344474" y="301703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t14"/>
            <p:cNvSpPr/>
            <p:nvPr/>
          </p:nvSpPr>
          <p:spPr>
            <a:xfrm>
              <a:off x="5344474" y="317287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t15"/>
            <p:cNvSpPr/>
            <p:nvPr/>
          </p:nvSpPr>
          <p:spPr>
            <a:xfrm>
              <a:off x="5124077" y="210097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6"/>
            <p:cNvSpPr/>
            <p:nvPr/>
          </p:nvSpPr>
          <p:spPr>
            <a:xfrm>
              <a:off x="5124077" y="293879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7"/>
            <p:cNvSpPr/>
            <p:nvPr/>
          </p:nvSpPr>
          <p:spPr>
            <a:xfrm>
              <a:off x="5124077" y="298254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6418655" y="326302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6418655" y="323839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6418655" y="345404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3306378" y="310232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306378" y="31218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3306378" y="292120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4995080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4995080" y="458411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4995080" y="437779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6898879" y="364517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6898879" y="368845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898879" y="365894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1477263" y="2070498"/>
              <a:ext cx="5480318" cy="2132092"/>
            </a:xfrm>
            <a:custGeom>
              <a:avLst/>
              <a:gdLst/>
              <a:ahLst/>
              <a:cxnLst/>
              <a:rect l="0" t="0" r="0" b="0"/>
              <a:pathLst>
                <a:path w="5480318" h="2132092">
                  <a:moveTo>
                    <a:pt x="0" y="0"/>
                  </a:moveTo>
                  <a:lnTo>
                    <a:pt x="69371" y="23538"/>
                  </a:lnTo>
                  <a:lnTo>
                    <a:pt x="138742" y="47026"/>
                  </a:lnTo>
                  <a:lnTo>
                    <a:pt x="208113" y="70461"/>
                  </a:lnTo>
                  <a:lnTo>
                    <a:pt x="277484" y="93840"/>
                  </a:lnTo>
                  <a:lnTo>
                    <a:pt x="346855" y="117161"/>
                  </a:lnTo>
                  <a:lnTo>
                    <a:pt x="416226" y="140419"/>
                  </a:lnTo>
                  <a:lnTo>
                    <a:pt x="485597" y="163612"/>
                  </a:lnTo>
                  <a:lnTo>
                    <a:pt x="554968" y="186735"/>
                  </a:lnTo>
                  <a:lnTo>
                    <a:pt x="624340" y="209785"/>
                  </a:lnTo>
                  <a:lnTo>
                    <a:pt x="693711" y="232758"/>
                  </a:lnTo>
                  <a:lnTo>
                    <a:pt x="763082" y="255648"/>
                  </a:lnTo>
                  <a:lnTo>
                    <a:pt x="832453" y="278452"/>
                  </a:lnTo>
                  <a:lnTo>
                    <a:pt x="901824" y="301163"/>
                  </a:lnTo>
                  <a:lnTo>
                    <a:pt x="971195" y="323777"/>
                  </a:lnTo>
                  <a:lnTo>
                    <a:pt x="1040566" y="346287"/>
                  </a:lnTo>
                  <a:lnTo>
                    <a:pt x="1109937" y="368686"/>
                  </a:lnTo>
                  <a:lnTo>
                    <a:pt x="1179308" y="390969"/>
                  </a:lnTo>
                  <a:lnTo>
                    <a:pt x="1248680" y="413127"/>
                  </a:lnTo>
                  <a:lnTo>
                    <a:pt x="1318051" y="435153"/>
                  </a:lnTo>
                  <a:lnTo>
                    <a:pt x="1387422" y="457038"/>
                  </a:lnTo>
                  <a:lnTo>
                    <a:pt x="1456793" y="478773"/>
                  </a:lnTo>
                  <a:lnTo>
                    <a:pt x="1526164" y="500348"/>
                  </a:lnTo>
                  <a:lnTo>
                    <a:pt x="1595535" y="521754"/>
                  </a:lnTo>
                  <a:lnTo>
                    <a:pt x="1664906" y="542979"/>
                  </a:lnTo>
                  <a:lnTo>
                    <a:pt x="1734277" y="564011"/>
                  </a:lnTo>
                  <a:lnTo>
                    <a:pt x="1803649" y="584839"/>
                  </a:lnTo>
                  <a:lnTo>
                    <a:pt x="1873020" y="605448"/>
                  </a:lnTo>
                  <a:lnTo>
                    <a:pt x="1942391" y="625824"/>
                  </a:lnTo>
                  <a:lnTo>
                    <a:pt x="2011762" y="645954"/>
                  </a:lnTo>
                  <a:lnTo>
                    <a:pt x="2081133" y="665822"/>
                  </a:lnTo>
                  <a:lnTo>
                    <a:pt x="2150504" y="685411"/>
                  </a:lnTo>
                  <a:lnTo>
                    <a:pt x="2219875" y="704704"/>
                  </a:lnTo>
                  <a:lnTo>
                    <a:pt x="2289246" y="723685"/>
                  </a:lnTo>
                  <a:lnTo>
                    <a:pt x="2358617" y="742336"/>
                  </a:lnTo>
                  <a:lnTo>
                    <a:pt x="2427989" y="760638"/>
                  </a:lnTo>
                  <a:lnTo>
                    <a:pt x="2497360" y="778573"/>
                  </a:lnTo>
                  <a:lnTo>
                    <a:pt x="2566731" y="796123"/>
                  </a:lnTo>
                  <a:lnTo>
                    <a:pt x="2636102" y="813269"/>
                  </a:lnTo>
                  <a:lnTo>
                    <a:pt x="2705473" y="829995"/>
                  </a:lnTo>
                  <a:lnTo>
                    <a:pt x="2774844" y="846283"/>
                  </a:lnTo>
                  <a:lnTo>
                    <a:pt x="2844215" y="862119"/>
                  </a:lnTo>
                  <a:lnTo>
                    <a:pt x="2913586" y="877486"/>
                  </a:lnTo>
                  <a:lnTo>
                    <a:pt x="2982958" y="892374"/>
                  </a:lnTo>
                  <a:lnTo>
                    <a:pt x="3052329" y="906771"/>
                  </a:lnTo>
                  <a:lnTo>
                    <a:pt x="3121700" y="920669"/>
                  </a:lnTo>
                  <a:lnTo>
                    <a:pt x="3191071" y="934061"/>
                  </a:lnTo>
                  <a:lnTo>
                    <a:pt x="3260442" y="946945"/>
                  </a:lnTo>
                  <a:lnTo>
                    <a:pt x="3329813" y="959319"/>
                  </a:lnTo>
                  <a:lnTo>
                    <a:pt x="3399184" y="971184"/>
                  </a:lnTo>
                  <a:lnTo>
                    <a:pt x="3468555" y="982547"/>
                  </a:lnTo>
                  <a:lnTo>
                    <a:pt x="3537926" y="993413"/>
                  </a:lnTo>
                  <a:lnTo>
                    <a:pt x="3607298" y="1003792"/>
                  </a:lnTo>
                  <a:lnTo>
                    <a:pt x="3676669" y="1013695"/>
                  </a:lnTo>
                  <a:lnTo>
                    <a:pt x="3746040" y="1023135"/>
                  </a:lnTo>
                  <a:lnTo>
                    <a:pt x="3815411" y="1032128"/>
                  </a:lnTo>
                  <a:lnTo>
                    <a:pt x="3884782" y="1040688"/>
                  </a:lnTo>
                  <a:lnTo>
                    <a:pt x="3954153" y="1048835"/>
                  </a:lnTo>
                  <a:lnTo>
                    <a:pt x="4023524" y="1056584"/>
                  </a:lnTo>
                  <a:lnTo>
                    <a:pt x="4092895" y="1063955"/>
                  </a:lnTo>
                  <a:lnTo>
                    <a:pt x="4162267" y="1070965"/>
                  </a:lnTo>
                  <a:lnTo>
                    <a:pt x="4231638" y="1077633"/>
                  </a:lnTo>
                  <a:lnTo>
                    <a:pt x="4301009" y="1083976"/>
                  </a:lnTo>
                  <a:lnTo>
                    <a:pt x="4370380" y="1090013"/>
                  </a:lnTo>
                  <a:lnTo>
                    <a:pt x="4439751" y="1095761"/>
                  </a:lnTo>
                  <a:lnTo>
                    <a:pt x="4509122" y="1101237"/>
                  </a:lnTo>
                  <a:lnTo>
                    <a:pt x="4578493" y="1106455"/>
                  </a:lnTo>
                  <a:lnTo>
                    <a:pt x="4647864" y="1111431"/>
                  </a:lnTo>
                  <a:lnTo>
                    <a:pt x="4717235" y="1116181"/>
                  </a:lnTo>
                  <a:lnTo>
                    <a:pt x="4786607" y="1120717"/>
                  </a:lnTo>
                  <a:lnTo>
                    <a:pt x="4855978" y="1125052"/>
                  </a:lnTo>
                  <a:lnTo>
                    <a:pt x="4925349" y="1129199"/>
                  </a:lnTo>
                  <a:lnTo>
                    <a:pt x="4994720" y="1133169"/>
                  </a:lnTo>
                  <a:lnTo>
                    <a:pt x="5064091" y="1136973"/>
                  </a:lnTo>
                  <a:lnTo>
                    <a:pt x="5133462" y="1140621"/>
                  </a:lnTo>
                  <a:lnTo>
                    <a:pt x="5202833" y="1144122"/>
                  </a:lnTo>
                  <a:lnTo>
                    <a:pt x="5272204" y="1147486"/>
                  </a:lnTo>
                  <a:lnTo>
                    <a:pt x="5341576" y="1150720"/>
                  </a:lnTo>
                  <a:lnTo>
                    <a:pt x="5410947" y="1153832"/>
                  </a:lnTo>
                  <a:lnTo>
                    <a:pt x="5480318" y="1156830"/>
                  </a:lnTo>
                  <a:lnTo>
                    <a:pt x="5480318" y="2132092"/>
                  </a:lnTo>
                  <a:lnTo>
                    <a:pt x="5410947" y="2109653"/>
                  </a:lnTo>
                  <a:lnTo>
                    <a:pt x="5341576" y="2087328"/>
                  </a:lnTo>
                  <a:lnTo>
                    <a:pt x="5272204" y="2065125"/>
                  </a:lnTo>
                  <a:lnTo>
                    <a:pt x="5202833" y="2043052"/>
                  </a:lnTo>
                  <a:lnTo>
                    <a:pt x="5133462" y="2021117"/>
                  </a:lnTo>
                  <a:lnTo>
                    <a:pt x="5064091" y="1999328"/>
                  </a:lnTo>
                  <a:lnTo>
                    <a:pt x="4994720" y="1977695"/>
                  </a:lnTo>
                  <a:lnTo>
                    <a:pt x="4925349" y="1956228"/>
                  </a:lnTo>
                  <a:lnTo>
                    <a:pt x="4855978" y="1934938"/>
                  </a:lnTo>
                  <a:lnTo>
                    <a:pt x="4786607" y="1913837"/>
                  </a:lnTo>
                  <a:lnTo>
                    <a:pt x="4717235" y="1892936"/>
                  </a:lnTo>
                  <a:lnTo>
                    <a:pt x="4647864" y="1872248"/>
                  </a:lnTo>
                  <a:lnTo>
                    <a:pt x="4578493" y="1851788"/>
                  </a:lnTo>
                  <a:lnTo>
                    <a:pt x="4509122" y="1831569"/>
                  </a:lnTo>
                  <a:lnTo>
                    <a:pt x="4439751" y="1811608"/>
                  </a:lnTo>
                  <a:lnTo>
                    <a:pt x="4370380" y="1791919"/>
                  </a:lnTo>
                  <a:lnTo>
                    <a:pt x="4301009" y="1772519"/>
                  </a:lnTo>
                  <a:lnTo>
                    <a:pt x="4231638" y="1753426"/>
                  </a:lnTo>
                  <a:lnTo>
                    <a:pt x="4162267" y="1734657"/>
                  </a:lnTo>
                  <a:lnTo>
                    <a:pt x="4092895" y="1716230"/>
                  </a:lnTo>
                  <a:lnTo>
                    <a:pt x="4023524" y="1698164"/>
                  </a:lnTo>
                  <a:lnTo>
                    <a:pt x="3954153" y="1680476"/>
                  </a:lnTo>
                  <a:lnTo>
                    <a:pt x="3884782" y="1663186"/>
                  </a:lnTo>
                  <a:lnTo>
                    <a:pt x="3815411" y="1646310"/>
                  </a:lnTo>
                  <a:lnTo>
                    <a:pt x="3746040" y="1629866"/>
                  </a:lnTo>
                  <a:lnTo>
                    <a:pt x="3676669" y="1613869"/>
                  </a:lnTo>
                  <a:lnTo>
                    <a:pt x="3607298" y="1598335"/>
                  </a:lnTo>
                  <a:lnTo>
                    <a:pt x="3537926" y="1583277"/>
                  </a:lnTo>
                  <a:lnTo>
                    <a:pt x="3468555" y="1568706"/>
                  </a:lnTo>
                  <a:lnTo>
                    <a:pt x="3399184" y="1554632"/>
                  </a:lnTo>
                  <a:lnTo>
                    <a:pt x="3329813" y="1541061"/>
                  </a:lnTo>
                  <a:lnTo>
                    <a:pt x="3260442" y="1527998"/>
                  </a:lnTo>
                  <a:lnTo>
                    <a:pt x="3191071" y="1515445"/>
                  </a:lnTo>
                  <a:lnTo>
                    <a:pt x="3121700" y="1503400"/>
                  </a:lnTo>
                  <a:lnTo>
                    <a:pt x="3052329" y="1491861"/>
                  </a:lnTo>
                  <a:lnTo>
                    <a:pt x="2982958" y="1480821"/>
                  </a:lnTo>
                  <a:lnTo>
                    <a:pt x="2913586" y="1470272"/>
                  </a:lnTo>
                  <a:lnTo>
                    <a:pt x="2844215" y="1460203"/>
                  </a:lnTo>
                  <a:lnTo>
                    <a:pt x="2774844" y="1450601"/>
                  </a:lnTo>
                  <a:lnTo>
                    <a:pt x="2705473" y="1441453"/>
                  </a:lnTo>
                  <a:lnTo>
                    <a:pt x="2636102" y="1432742"/>
                  </a:lnTo>
                  <a:lnTo>
                    <a:pt x="2566731" y="1424452"/>
                  </a:lnTo>
                  <a:lnTo>
                    <a:pt x="2497360" y="1416565"/>
                  </a:lnTo>
                  <a:lnTo>
                    <a:pt x="2427989" y="1409063"/>
                  </a:lnTo>
                  <a:lnTo>
                    <a:pt x="2358617" y="1401928"/>
                  </a:lnTo>
                  <a:lnTo>
                    <a:pt x="2289246" y="1395142"/>
                  </a:lnTo>
                  <a:lnTo>
                    <a:pt x="2219875" y="1388686"/>
                  </a:lnTo>
                  <a:lnTo>
                    <a:pt x="2150504" y="1382542"/>
                  </a:lnTo>
                  <a:lnTo>
                    <a:pt x="2081133" y="1376695"/>
                  </a:lnTo>
                  <a:lnTo>
                    <a:pt x="2011762" y="1371125"/>
                  </a:lnTo>
                  <a:lnTo>
                    <a:pt x="1942391" y="1365818"/>
                  </a:lnTo>
                  <a:lnTo>
                    <a:pt x="1873020" y="1360758"/>
                  </a:lnTo>
                  <a:lnTo>
                    <a:pt x="1803649" y="1355930"/>
                  </a:lnTo>
                  <a:lnTo>
                    <a:pt x="1734277" y="1351321"/>
                  </a:lnTo>
                  <a:lnTo>
                    <a:pt x="1664906" y="1346916"/>
                  </a:lnTo>
                  <a:lnTo>
                    <a:pt x="1595535" y="1342704"/>
                  </a:lnTo>
                  <a:lnTo>
                    <a:pt x="1526164" y="1338673"/>
                  </a:lnTo>
                  <a:lnTo>
                    <a:pt x="1456793" y="1334812"/>
                  </a:lnTo>
                  <a:lnTo>
                    <a:pt x="1387422" y="1331110"/>
                  </a:lnTo>
                  <a:lnTo>
                    <a:pt x="1318051" y="1327558"/>
                  </a:lnTo>
                  <a:lnTo>
                    <a:pt x="1248680" y="1324147"/>
                  </a:lnTo>
                  <a:lnTo>
                    <a:pt x="1179308" y="1320868"/>
                  </a:lnTo>
                  <a:lnTo>
                    <a:pt x="1109937" y="1317714"/>
                  </a:lnTo>
                  <a:lnTo>
                    <a:pt x="1040566" y="1314677"/>
                  </a:lnTo>
                  <a:lnTo>
                    <a:pt x="971195" y="1311750"/>
                  </a:lnTo>
                  <a:lnTo>
                    <a:pt x="901824" y="1308927"/>
                  </a:lnTo>
                  <a:lnTo>
                    <a:pt x="832453" y="1306201"/>
                  </a:lnTo>
                  <a:lnTo>
                    <a:pt x="763082" y="1303568"/>
                  </a:lnTo>
                  <a:lnTo>
                    <a:pt x="693711" y="1301022"/>
                  </a:lnTo>
                  <a:lnTo>
                    <a:pt x="624340" y="1298557"/>
                  </a:lnTo>
                  <a:lnTo>
                    <a:pt x="554968" y="1296171"/>
                  </a:lnTo>
                  <a:lnTo>
                    <a:pt x="485597" y="1293857"/>
                  </a:lnTo>
                  <a:lnTo>
                    <a:pt x="416226" y="1291613"/>
                  </a:lnTo>
                  <a:lnTo>
                    <a:pt x="346855" y="1289435"/>
                  </a:lnTo>
                  <a:lnTo>
                    <a:pt x="277484" y="1287318"/>
                  </a:lnTo>
                  <a:lnTo>
                    <a:pt x="208113" y="1285261"/>
                  </a:lnTo>
                  <a:lnTo>
                    <a:pt x="138742" y="1283259"/>
                  </a:lnTo>
                  <a:lnTo>
                    <a:pt x="69371" y="1281310"/>
                  </a:lnTo>
                  <a:lnTo>
                    <a:pt x="0" y="127941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477263" y="2070498"/>
              <a:ext cx="5480318" cy="1156830"/>
            </a:xfrm>
            <a:custGeom>
              <a:avLst/>
              <a:gdLst/>
              <a:ahLst/>
              <a:cxnLst/>
              <a:rect l="0" t="0" r="0" b="0"/>
              <a:pathLst>
                <a:path w="5480318" h="1156830">
                  <a:moveTo>
                    <a:pt x="0" y="0"/>
                  </a:moveTo>
                  <a:lnTo>
                    <a:pt x="69371" y="23538"/>
                  </a:lnTo>
                  <a:lnTo>
                    <a:pt x="138742" y="47026"/>
                  </a:lnTo>
                  <a:lnTo>
                    <a:pt x="208113" y="70461"/>
                  </a:lnTo>
                  <a:lnTo>
                    <a:pt x="277484" y="93840"/>
                  </a:lnTo>
                  <a:lnTo>
                    <a:pt x="346855" y="117161"/>
                  </a:lnTo>
                  <a:lnTo>
                    <a:pt x="416226" y="140419"/>
                  </a:lnTo>
                  <a:lnTo>
                    <a:pt x="485597" y="163612"/>
                  </a:lnTo>
                  <a:lnTo>
                    <a:pt x="554968" y="186735"/>
                  </a:lnTo>
                  <a:lnTo>
                    <a:pt x="624340" y="209785"/>
                  </a:lnTo>
                  <a:lnTo>
                    <a:pt x="693711" y="232758"/>
                  </a:lnTo>
                  <a:lnTo>
                    <a:pt x="763082" y="255648"/>
                  </a:lnTo>
                  <a:lnTo>
                    <a:pt x="832453" y="278452"/>
                  </a:lnTo>
                  <a:lnTo>
                    <a:pt x="901824" y="301163"/>
                  </a:lnTo>
                  <a:lnTo>
                    <a:pt x="971195" y="323777"/>
                  </a:lnTo>
                  <a:lnTo>
                    <a:pt x="1040566" y="346287"/>
                  </a:lnTo>
                  <a:lnTo>
                    <a:pt x="1109937" y="368686"/>
                  </a:lnTo>
                  <a:lnTo>
                    <a:pt x="1179308" y="390969"/>
                  </a:lnTo>
                  <a:lnTo>
                    <a:pt x="1248680" y="413127"/>
                  </a:lnTo>
                  <a:lnTo>
                    <a:pt x="1318051" y="435153"/>
                  </a:lnTo>
                  <a:lnTo>
                    <a:pt x="1387422" y="457038"/>
                  </a:lnTo>
                  <a:lnTo>
                    <a:pt x="1456793" y="478773"/>
                  </a:lnTo>
                  <a:lnTo>
                    <a:pt x="1526164" y="500348"/>
                  </a:lnTo>
                  <a:lnTo>
                    <a:pt x="1595535" y="521754"/>
                  </a:lnTo>
                  <a:lnTo>
                    <a:pt x="1664906" y="542979"/>
                  </a:lnTo>
                  <a:lnTo>
                    <a:pt x="1734277" y="564011"/>
                  </a:lnTo>
                  <a:lnTo>
                    <a:pt x="1803649" y="584839"/>
                  </a:lnTo>
                  <a:lnTo>
                    <a:pt x="1873020" y="605448"/>
                  </a:lnTo>
                  <a:lnTo>
                    <a:pt x="1942391" y="625824"/>
                  </a:lnTo>
                  <a:lnTo>
                    <a:pt x="2011762" y="645954"/>
                  </a:lnTo>
                  <a:lnTo>
                    <a:pt x="2081133" y="665822"/>
                  </a:lnTo>
                  <a:lnTo>
                    <a:pt x="2150504" y="685411"/>
                  </a:lnTo>
                  <a:lnTo>
                    <a:pt x="2219875" y="704704"/>
                  </a:lnTo>
                  <a:lnTo>
                    <a:pt x="2289246" y="723685"/>
                  </a:lnTo>
                  <a:lnTo>
                    <a:pt x="2358617" y="742336"/>
                  </a:lnTo>
                  <a:lnTo>
                    <a:pt x="2427989" y="760638"/>
                  </a:lnTo>
                  <a:lnTo>
                    <a:pt x="2497360" y="778573"/>
                  </a:lnTo>
                  <a:lnTo>
                    <a:pt x="2566731" y="796123"/>
                  </a:lnTo>
                  <a:lnTo>
                    <a:pt x="2636102" y="813269"/>
                  </a:lnTo>
                  <a:lnTo>
                    <a:pt x="2705473" y="829995"/>
                  </a:lnTo>
                  <a:lnTo>
                    <a:pt x="2774844" y="846283"/>
                  </a:lnTo>
                  <a:lnTo>
                    <a:pt x="2844215" y="862119"/>
                  </a:lnTo>
                  <a:lnTo>
                    <a:pt x="2913586" y="877486"/>
                  </a:lnTo>
                  <a:lnTo>
                    <a:pt x="2982958" y="892374"/>
                  </a:lnTo>
                  <a:lnTo>
                    <a:pt x="3052329" y="906771"/>
                  </a:lnTo>
                  <a:lnTo>
                    <a:pt x="3121700" y="920669"/>
                  </a:lnTo>
                  <a:lnTo>
                    <a:pt x="3191071" y="934061"/>
                  </a:lnTo>
                  <a:lnTo>
                    <a:pt x="3260442" y="946945"/>
                  </a:lnTo>
                  <a:lnTo>
                    <a:pt x="3329813" y="959319"/>
                  </a:lnTo>
                  <a:lnTo>
                    <a:pt x="3399184" y="971184"/>
                  </a:lnTo>
                  <a:lnTo>
                    <a:pt x="3468555" y="982547"/>
                  </a:lnTo>
                  <a:lnTo>
                    <a:pt x="3537926" y="993413"/>
                  </a:lnTo>
                  <a:lnTo>
                    <a:pt x="3607298" y="1003792"/>
                  </a:lnTo>
                  <a:lnTo>
                    <a:pt x="3676669" y="1013695"/>
                  </a:lnTo>
                  <a:lnTo>
                    <a:pt x="3746040" y="1023135"/>
                  </a:lnTo>
                  <a:lnTo>
                    <a:pt x="3815411" y="1032128"/>
                  </a:lnTo>
                  <a:lnTo>
                    <a:pt x="3884782" y="1040688"/>
                  </a:lnTo>
                  <a:lnTo>
                    <a:pt x="3954153" y="1048835"/>
                  </a:lnTo>
                  <a:lnTo>
                    <a:pt x="4023524" y="1056584"/>
                  </a:lnTo>
                  <a:lnTo>
                    <a:pt x="4092895" y="1063955"/>
                  </a:lnTo>
                  <a:lnTo>
                    <a:pt x="4162267" y="1070965"/>
                  </a:lnTo>
                  <a:lnTo>
                    <a:pt x="4231638" y="1077633"/>
                  </a:lnTo>
                  <a:lnTo>
                    <a:pt x="4301009" y="1083976"/>
                  </a:lnTo>
                  <a:lnTo>
                    <a:pt x="4370380" y="1090013"/>
                  </a:lnTo>
                  <a:lnTo>
                    <a:pt x="4439751" y="1095761"/>
                  </a:lnTo>
                  <a:lnTo>
                    <a:pt x="4509122" y="1101237"/>
                  </a:lnTo>
                  <a:lnTo>
                    <a:pt x="4578493" y="1106455"/>
                  </a:lnTo>
                  <a:lnTo>
                    <a:pt x="4647864" y="1111431"/>
                  </a:lnTo>
                  <a:lnTo>
                    <a:pt x="4717235" y="1116181"/>
                  </a:lnTo>
                  <a:lnTo>
                    <a:pt x="4786607" y="1120717"/>
                  </a:lnTo>
                  <a:lnTo>
                    <a:pt x="4855978" y="1125052"/>
                  </a:lnTo>
                  <a:lnTo>
                    <a:pt x="4925349" y="1129199"/>
                  </a:lnTo>
                  <a:lnTo>
                    <a:pt x="4994720" y="1133169"/>
                  </a:lnTo>
                  <a:lnTo>
                    <a:pt x="5064091" y="1136973"/>
                  </a:lnTo>
                  <a:lnTo>
                    <a:pt x="5133462" y="1140621"/>
                  </a:lnTo>
                  <a:lnTo>
                    <a:pt x="5202833" y="1144122"/>
                  </a:lnTo>
                  <a:lnTo>
                    <a:pt x="5272204" y="1147486"/>
                  </a:lnTo>
                  <a:lnTo>
                    <a:pt x="5341576" y="1150720"/>
                  </a:lnTo>
                  <a:lnTo>
                    <a:pt x="5410947" y="1153832"/>
                  </a:lnTo>
                  <a:lnTo>
                    <a:pt x="5480318" y="115683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477263" y="3349910"/>
              <a:ext cx="5480318" cy="852680"/>
            </a:xfrm>
            <a:custGeom>
              <a:avLst/>
              <a:gdLst/>
              <a:ahLst/>
              <a:cxnLst/>
              <a:rect l="0" t="0" r="0" b="0"/>
              <a:pathLst>
                <a:path w="5480318" h="852680">
                  <a:moveTo>
                    <a:pt x="5480318" y="852680"/>
                  </a:moveTo>
                  <a:lnTo>
                    <a:pt x="5410947" y="830241"/>
                  </a:lnTo>
                  <a:lnTo>
                    <a:pt x="5341576" y="807916"/>
                  </a:lnTo>
                  <a:lnTo>
                    <a:pt x="5272204" y="785713"/>
                  </a:lnTo>
                  <a:lnTo>
                    <a:pt x="5202833" y="763640"/>
                  </a:lnTo>
                  <a:lnTo>
                    <a:pt x="5133462" y="741705"/>
                  </a:lnTo>
                  <a:lnTo>
                    <a:pt x="5064091" y="719916"/>
                  </a:lnTo>
                  <a:lnTo>
                    <a:pt x="4994720" y="698283"/>
                  </a:lnTo>
                  <a:lnTo>
                    <a:pt x="4925349" y="676816"/>
                  </a:lnTo>
                  <a:lnTo>
                    <a:pt x="4855978" y="655526"/>
                  </a:lnTo>
                  <a:lnTo>
                    <a:pt x="4786607" y="634424"/>
                  </a:lnTo>
                  <a:lnTo>
                    <a:pt x="4717235" y="613524"/>
                  </a:lnTo>
                  <a:lnTo>
                    <a:pt x="4647864" y="592836"/>
                  </a:lnTo>
                  <a:lnTo>
                    <a:pt x="4578493" y="572376"/>
                  </a:lnTo>
                  <a:lnTo>
                    <a:pt x="4509122" y="552157"/>
                  </a:lnTo>
                  <a:lnTo>
                    <a:pt x="4439751" y="532196"/>
                  </a:lnTo>
                  <a:lnTo>
                    <a:pt x="4370380" y="512507"/>
                  </a:lnTo>
                  <a:lnTo>
                    <a:pt x="4301009" y="493107"/>
                  </a:lnTo>
                  <a:lnTo>
                    <a:pt x="4231638" y="474014"/>
                  </a:lnTo>
                  <a:lnTo>
                    <a:pt x="4162267" y="455245"/>
                  </a:lnTo>
                  <a:lnTo>
                    <a:pt x="4092895" y="436818"/>
                  </a:lnTo>
                  <a:lnTo>
                    <a:pt x="4023524" y="418752"/>
                  </a:lnTo>
                  <a:lnTo>
                    <a:pt x="3954153" y="401064"/>
                  </a:lnTo>
                  <a:lnTo>
                    <a:pt x="3884782" y="383774"/>
                  </a:lnTo>
                  <a:lnTo>
                    <a:pt x="3815411" y="366898"/>
                  </a:lnTo>
                  <a:lnTo>
                    <a:pt x="3746040" y="350454"/>
                  </a:lnTo>
                  <a:lnTo>
                    <a:pt x="3676669" y="334457"/>
                  </a:lnTo>
                  <a:lnTo>
                    <a:pt x="3607298" y="318923"/>
                  </a:lnTo>
                  <a:lnTo>
                    <a:pt x="3537926" y="303865"/>
                  </a:lnTo>
                  <a:lnTo>
                    <a:pt x="3468555" y="289294"/>
                  </a:lnTo>
                  <a:lnTo>
                    <a:pt x="3399184" y="275220"/>
                  </a:lnTo>
                  <a:lnTo>
                    <a:pt x="3329813" y="261649"/>
                  </a:lnTo>
                  <a:lnTo>
                    <a:pt x="3260442" y="248586"/>
                  </a:lnTo>
                  <a:lnTo>
                    <a:pt x="3191071" y="236033"/>
                  </a:lnTo>
                  <a:lnTo>
                    <a:pt x="3121700" y="223988"/>
                  </a:lnTo>
                  <a:lnTo>
                    <a:pt x="3052329" y="212449"/>
                  </a:lnTo>
                  <a:lnTo>
                    <a:pt x="2982958" y="201409"/>
                  </a:lnTo>
                  <a:lnTo>
                    <a:pt x="2913586" y="190860"/>
                  </a:lnTo>
                  <a:lnTo>
                    <a:pt x="2844215" y="180791"/>
                  </a:lnTo>
                  <a:lnTo>
                    <a:pt x="2774844" y="171189"/>
                  </a:lnTo>
                  <a:lnTo>
                    <a:pt x="2705473" y="162041"/>
                  </a:lnTo>
                  <a:lnTo>
                    <a:pt x="2636102" y="153330"/>
                  </a:lnTo>
                  <a:lnTo>
                    <a:pt x="2566731" y="145040"/>
                  </a:lnTo>
                  <a:lnTo>
                    <a:pt x="2497360" y="137153"/>
                  </a:lnTo>
                  <a:lnTo>
                    <a:pt x="2427989" y="129651"/>
                  </a:lnTo>
                  <a:lnTo>
                    <a:pt x="2358617" y="122516"/>
                  </a:lnTo>
                  <a:lnTo>
                    <a:pt x="2289246" y="115729"/>
                  </a:lnTo>
                  <a:lnTo>
                    <a:pt x="2219875" y="109274"/>
                  </a:lnTo>
                  <a:lnTo>
                    <a:pt x="2150504" y="103130"/>
                  </a:lnTo>
                  <a:lnTo>
                    <a:pt x="2081133" y="97283"/>
                  </a:lnTo>
                  <a:lnTo>
                    <a:pt x="2011762" y="91713"/>
                  </a:lnTo>
                  <a:lnTo>
                    <a:pt x="1942391" y="86406"/>
                  </a:lnTo>
                  <a:lnTo>
                    <a:pt x="1873020" y="81346"/>
                  </a:lnTo>
                  <a:lnTo>
                    <a:pt x="1803649" y="76518"/>
                  </a:lnTo>
                  <a:lnTo>
                    <a:pt x="1734277" y="71909"/>
                  </a:lnTo>
                  <a:lnTo>
                    <a:pt x="1664906" y="67504"/>
                  </a:lnTo>
                  <a:lnTo>
                    <a:pt x="1595535" y="63292"/>
                  </a:lnTo>
                  <a:lnTo>
                    <a:pt x="1526164" y="59261"/>
                  </a:lnTo>
                  <a:lnTo>
                    <a:pt x="1456793" y="55400"/>
                  </a:lnTo>
                  <a:lnTo>
                    <a:pt x="1387422" y="51698"/>
                  </a:lnTo>
                  <a:lnTo>
                    <a:pt x="1318051" y="48146"/>
                  </a:lnTo>
                  <a:lnTo>
                    <a:pt x="1248680" y="44735"/>
                  </a:lnTo>
                  <a:lnTo>
                    <a:pt x="1179308" y="41456"/>
                  </a:lnTo>
                  <a:lnTo>
                    <a:pt x="1109937" y="38302"/>
                  </a:lnTo>
                  <a:lnTo>
                    <a:pt x="1040566" y="35265"/>
                  </a:lnTo>
                  <a:lnTo>
                    <a:pt x="971195" y="32338"/>
                  </a:lnTo>
                  <a:lnTo>
                    <a:pt x="901824" y="29515"/>
                  </a:lnTo>
                  <a:lnTo>
                    <a:pt x="832453" y="26789"/>
                  </a:lnTo>
                  <a:lnTo>
                    <a:pt x="763082" y="24156"/>
                  </a:lnTo>
                  <a:lnTo>
                    <a:pt x="693711" y="21610"/>
                  </a:lnTo>
                  <a:lnTo>
                    <a:pt x="624340" y="19145"/>
                  </a:lnTo>
                  <a:lnTo>
                    <a:pt x="554968" y="16759"/>
                  </a:lnTo>
                  <a:lnTo>
                    <a:pt x="485597" y="14445"/>
                  </a:lnTo>
                  <a:lnTo>
                    <a:pt x="416226" y="12201"/>
                  </a:lnTo>
                  <a:lnTo>
                    <a:pt x="346855" y="10023"/>
                  </a:lnTo>
                  <a:lnTo>
                    <a:pt x="277484" y="7906"/>
                  </a:lnTo>
                  <a:lnTo>
                    <a:pt x="208113" y="5849"/>
                  </a:lnTo>
                  <a:lnTo>
                    <a:pt x="138742" y="3847"/>
                  </a:lnTo>
                  <a:lnTo>
                    <a:pt x="69371" y="189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477263" y="2710204"/>
              <a:ext cx="5480318" cy="1004755"/>
            </a:xfrm>
            <a:custGeom>
              <a:avLst/>
              <a:gdLst/>
              <a:ahLst/>
              <a:cxnLst/>
              <a:rect l="0" t="0" r="0" b="0"/>
              <a:pathLst>
                <a:path w="5480318" h="1004755">
                  <a:moveTo>
                    <a:pt x="0" y="0"/>
                  </a:moveTo>
                  <a:lnTo>
                    <a:pt x="69371" y="12718"/>
                  </a:lnTo>
                  <a:lnTo>
                    <a:pt x="138742" y="25436"/>
                  </a:lnTo>
                  <a:lnTo>
                    <a:pt x="208113" y="38155"/>
                  </a:lnTo>
                  <a:lnTo>
                    <a:pt x="277484" y="50873"/>
                  </a:lnTo>
                  <a:lnTo>
                    <a:pt x="346855" y="63592"/>
                  </a:lnTo>
                  <a:lnTo>
                    <a:pt x="416226" y="76310"/>
                  </a:lnTo>
                  <a:lnTo>
                    <a:pt x="485597" y="89028"/>
                  </a:lnTo>
                  <a:lnTo>
                    <a:pt x="554968" y="101747"/>
                  </a:lnTo>
                  <a:lnTo>
                    <a:pt x="624340" y="114465"/>
                  </a:lnTo>
                  <a:lnTo>
                    <a:pt x="693711" y="127184"/>
                  </a:lnTo>
                  <a:lnTo>
                    <a:pt x="763082" y="139902"/>
                  </a:lnTo>
                  <a:lnTo>
                    <a:pt x="832453" y="152621"/>
                  </a:lnTo>
                  <a:lnTo>
                    <a:pt x="901824" y="165339"/>
                  </a:lnTo>
                  <a:lnTo>
                    <a:pt x="971195" y="178057"/>
                  </a:lnTo>
                  <a:lnTo>
                    <a:pt x="1040566" y="190776"/>
                  </a:lnTo>
                  <a:lnTo>
                    <a:pt x="1109937" y="203494"/>
                  </a:lnTo>
                  <a:lnTo>
                    <a:pt x="1179308" y="216213"/>
                  </a:lnTo>
                  <a:lnTo>
                    <a:pt x="1248680" y="228931"/>
                  </a:lnTo>
                  <a:lnTo>
                    <a:pt x="1318051" y="241650"/>
                  </a:lnTo>
                  <a:lnTo>
                    <a:pt x="1387422" y="254368"/>
                  </a:lnTo>
                  <a:lnTo>
                    <a:pt x="1456793" y="267086"/>
                  </a:lnTo>
                  <a:lnTo>
                    <a:pt x="1526164" y="279805"/>
                  </a:lnTo>
                  <a:lnTo>
                    <a:pt x="1595535" y="292523"/>
                  </a:lnTo>
                  <a:lnTo>
                    <a:pt x="1664906" y="305242"/>
                  </a:lnTo>
                  <a:lnTo>
                    <a:pt x="1734277" y="317960"/>
                  </a:lnTo>
                  <a:lnTo>
                    <a:pt x="1803649" y="330678"/>
                  </a:lnTo>
                  <a:lnTo>
                    <a:pt x="1873020" y="343397"/>
                  </a:lnTo>
                  <a:lnTo>
                    <a:pt x="1942391" y="356115"/>
                  </a:lnTo>
                  <a:lnTo>
                    <a:pt x="2011762" y="368834"/>
                  </a:lnTo>
                  <a:lnTo>
                    <a:pt x="2081133" y="381552"/>
                  </a:lnTo>
                  <a:lnTo>
                    <a:pt x="2150504" y="394271"/>
                  </a:lnTo>
                  <a:lnTo>
                    <a:pt x="2219875" y="406989"/>
                  </a:lnTo>
                  <a:lnTo>
                    <a:pt x="2289246" y="419707"/>
                  </a:lnTo>
                  <a:lnTo>
                    <a:pt x="2358617" y="432426"/>
                  </a:lnTo>
                  <a:lnTo>
                    <a:pt x="2427989" y="445144"/>
                  </a:lnTo>
                  <a:lnTo>
                    <a:pt x="2497360" y="457863"/>
                  </a:lnTo>
                  <a:lnTo>
                    <a:pt x="2566731" y="470581"/>
                  </a:lnTo>
                  <a:lnTo>
                    <a:pt x="2636102" y="483300"/>
                  </a:lnTo>
                  <a:lnTo>
                    <a:pt x="2705473" y="496018"/>
                  </a:lnTo>
                  <a:lnTo>
                    <a:pt x="2774844" y="508736"/>
                  </a:lnTo>
                  <a:lnTo>
                    <a:pt x="2844215" y="521455"/>
                  </a:lnTo>
                  <a:lnTo>
                    <a:pt x="2913586" y="534173"/>
                  </a:lnTo>
                  <a:lnTo>
                    <a:pt x="2982958" y="546892"/>
                  </a:lnTo>
                  <a:lnTo>
                    <a:pt x="3052329" y="559610"/>
                  </a:lnTo>
                  <a:lnTo>
                    <a:pt x="3121700" y="572329"/>
                  </a:lnTo>
                  <a:lnTo>
                    <a:pt x="3191071" y="585047"/>
                  </a:lnTo>
                  <a:lnTo>
                    <a:pt x="3260442" y="597765"/>
                  </a:lnTo>
                  <a:lnTo>
                    <a:pt x="3329813" y="610484"/>
                  </a:lnTo>
                  <a:lnTo>
                    <a:pt x="3399184" y="623202"/>
                  </a:lnTo>
                  <a:lnTo>
                    <a:pt x="3468555" y="635921"/>
                  </a:lnTo>
                  <a:lnTo>
                    <a:pt x="3537926" y="648639"/>
                  </a:lnTo>
                  <a:lnTo>
                    <a:pt x="3607298" y="661357"/>
                  </a:lnTo>
                  <a:lnTo>
                    <a:pt x="3676669" y="674076"/>
                  </a:lnTo>
                  <a:lnTo>
                    <a:pt x="3746040" y="686794"/>
                  </a:lnTo>
                  <a:lnTo>
                    <a:pt x="3815411" y="699513"/>
                  </a:lnTo>
                  <a:lnTo>
                    <a:pt x="3884782" y="712231"/>
                  </a:lnTo>
                  <a:lnTo>
                    <a:pt x="3954153" y="724950"/>
                  </a:lnTo>
                  <a:lnTo>
                    <a:pt x="4023524" y="737668"/>
                  </a:lnTo>
                  <a:lnTo>
                    <a:pt x="4092895" y="750386"/>
                  </a:lnTo>
                  <a:lnTo>
                    <a:pt x="4162267" y="763105"/>
                  </a:lnTo>
                  <a:lnTo>
                    <a:pt x="4231638" y="775823"/>
                  </a:lnTo>
                  <a:lnTo>
                    <a:pt x="4301009" y="788542"/>
                  </a:lnTo>
                  <a:lnTo>
                    <a:pt x="4370380" y="801260"/>
                  </a:lnTo>
                  <a:lnTo>
                    <a:pt x="4439751" y="813979"/>
                  </a:lnTo>
                  <a:lnTo>
                    <a:pt x="4509122" y="826697"/>
                  </a:lnTo>
                  <a:lnTo>
                    <a:pt x="4578493" y="839415"/>
                  </a:lnTo>
                  <a:lnTo>
                    <a:pt x="4647864" y="852134"/>
                  </a:lnTo>
                  <a:lnTo>
                    <a:pt x="4717235" y="864852"/>
                  </a:lnTo>
                  <a:lnTo>
                    <a:pt x="4786607" y="877571"/>
                  </a:lnTo>
                  <a:lnTo>
                    <a:pt x="4855978" y="890289"/>
                  </a:lnTo>
                  <a:lnTo>
                    <a:pt x="4925349" y="903007"/>
                  </a:lnTo>
                  <a:lnTo>
                    <a:pt x="4994720" y="915726"/>
                  </a:lnTo>
                  <a:lnTo>
                    <a:pt x="5064091" y="928444"/>
                  </a:lnTo>
                  <a:lnTo>
                    <a:pt x="5133462" y="941163"/>
                  </a:lnTo>
                  <a:lnTo>
                    <a:pt x="5202833" y="953881"/>
                  </a:lnTo>
                  <a:lnTo>
                    <a:pt x="5272204" y="966600"/>
                  </a:lnTo>
                  <a:lnTo>
                    <a:pt x="5341576" y="979318"/>
                  </a:lnTo>
                  <a:lnTo>
                    <a:pt x="5410947" y="992036"/>
                  </a:lnTo>
                  <a:lnTo>
                    <a:pt x="5480318" y="1004755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3863546" y="380492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3863546" y="379790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3863546" y="392610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169635" y="37498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169635" y="401056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169635" y="35074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6629083" y="470358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6629083" y="444389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6629083" y="451000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6633986" y="446593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6633986" y="455406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6633986" y="415470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4773061" y="41409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4773061" y="425503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4773061" y="42201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2429238" y="41439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2429238" y="4175363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429238" y="460335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4955841" y="53803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4955841" y="470096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4787977" y="458161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4787977" y="42235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1228338" y="3636881"/>
              <a:ext cx="5464350" cy="1218429"/>
            </a:xfrm>
            <a:custGeom>
              <a:avLst/>
              <a:gdLst/>
              <a:ahLst/>
              <a:cxnLst/>
              <a:rect l="0" t="0" r="0" b="0"/>
              <a:pathLst>
                <a:path w="5464350" h="1218429">
                  <a:moveTo>
                    <a:pt x="0" y="0"/>
                  </a:moveTo>
                  <a:lnTo>
                    <a:pt x="69168" y="13390"/>
                  </a:lnTo>
                  <a:lnTo>
                    <a:pt x="138337" y="26751"/>
                  </a:lnTo>
                  <a:lnTo>
                    <a:pt x="207506" y="40082"/>
                  </a:lnTo>
                  <a:lnTo>
                    <a:pt x="276675" y="53382"/>
                  </a:lnTo>
                  <a:lnTo>
                    <a:pt x="345844" y="66647"/>
                  </a:lnTo>
                  <a:lnTo>
                    <a:pt x="415013" y="79878"/>
                  </a:lnTo>
                  <a:lnTo>
                    <a:pt x="484182" y="93071"/>
                  </a:lnTo>
                  <a:lnTo>
                    <a:pt x="553351" y="106225"/>
                  </a:lnTo>
                  <a:lnTo>
                    <a:pt x="622520" y="119337"/>
                  </a:lnTo>
                  <a:lnTo>
                    <a:pt x="691689" y="132407"/>
                  </a:lnTo>
                  <a:lnTo>
                    <a:pt x="760858" y="145430"/>
                  </a:lnTo>
                  <a:lnTo>
                    <a:pt x="830027" y="158405"/>
                  </a:lnTo>
                  <a:lnTo>
                    <a:pt x="899196" y="171328"/>
                  </a:lnTo>
                  <a:lnTo>
                    <a:pt x="968365" y="184198"/>
                  </a:lnTo>
                  <a:lnTo>
                    <a:pt x="1037534" y="197010"/>
                  </a:lnTo>
                  <a:lnTo>
                    <a:pt x="1106703" y="209762"/>
                  </a:lnTo>
                  <a:lnTo>
                    <a:pt x="1175872" y="222451"/>
                  </a:lnTo>
                  <a:lnTo>
                    <a:pt x="1245041" y="235071"/>
                  </a:lnTo>
                  <a:lnTo>
                    <a:pt x="1314210" y="247621"/>
                  </a:lnTo>
                  <a:lnTo>
                    <a:pt x="1383379" y="260095"/>
                  </a:lnTo>
                  <a:lnTo>
                    <a:pt x="1452548" y="272489"/>
                  </a:lnTo>
                  <a:lnTo>
                    <a:pt x="1521717" y="284798"/>
                  </a:lnTo>
                  <a:lnTo>
                    <a:pt x="1590886" y="297018"/>
                  </a:lnTo>
                  <a:lnTo>
                    <a:pt x="1660055" y="309144"/>
                  </a:lnTo>
                  <a:lnTo>
                    <a:pt x="1729224" y="321170"/>
                  </a:lnTo>
                  <a:lnTo>
                    <a:pt x="1798393" y="333091"/>
                  </a:lnTo>
                  <a:lnTo>
                    <a:pt x="1867562" y="344900"/>
                  </a:lnTo>
                  <a:lnTo>
                    <a:pt x="1936731" y="356591"/>
                  </a:lnTo>
                  <a:lnTo>
                    <a:pt x="2005900" y="368159"/>
                  </a:lnTo>
                  <a:lnTo>
                    <a:pt x="2075069" y="379596"/>
                  </a:lnTo>
                  <a:lnTo>
                    <a:pt x="2144238" y="390896"/>
                  </a:lnTo>
                  <a:lnTo>
                    <a:pt x="2213407" y="402052"/>
                  </a:lnTo>
                  <a:lnTo>
                    <a:pt x="2282576" y="413057"/>
                  </a:lnTo>
                  <a:lnTo>
                    <a:pt x="2351745" y="423903"/>
                  </a:lnTo>
                  <a:lnTo>
                    <a:pt x="2420914" y="434585"/>
                  </a:lnTo>
                  <a:lnTo>
                    <a:pt x="2490083" y="445094"/>
                  </a:lnTo>
                  <a:lnTo>
                    <a:pt x="2559252" y="455425"/>
                  </a:lnTo>
                  <a:lnTo>
                    <a:pt x="2628421" y="465570"/>
                  </a:lnTo>
                  <a:lnTo>
                    <a:pt x="2697590" y="475523"/>
                  </a:lnTo>
                  <a:lnTo>
                    <a:pt x="2766759" y="485279"/>
                  </a:lnTo>
                  <a:lnTo>
                    <a:pt x="2835928" y="494832"/>
                  </a:lnTo>
                  <a:lnTo>
                    <a:pt x="2905097" y="504178"/>
                  </a:lnTo>
                  <a:lnTo>
                    <a:pt x="2974266" y="513313"/>
                  </a:lnTo>
                  <a:lnTo>
                    <a:pt x="3043435" y="522233"/>
                  </a:lnTo>
                  <a:lnTo>
                    <a:pt x="3112604" y="530935"/>
                  </a:lnTo>
                  <a:lnTo>
                    <a:pt x="3181773" y="539420"/>
                  </a:lnTo>
                  <a:lnTo>
                    <a:pt x="3250942" y="547685"/>
                  </a:lnTo>
                  <a:lnTo>
                    <a:pt x="3320111" y="555732"/>
                  </a:lnTo>
                  <a:lnTo>
                    <a:pt x="3389280" y="563560"/>
                  </a:lnTo>
                  <a:lnTo>
                    <a:pt x="3458449" y="571174"/>
                  </a:lnTo>
                  <a:lnTo>
                    <a:pt x="3527618" y="578575"/>
                  </a:lnTo>
                  <a:lnTo>
                    <a:pt x="3596787" y="585767"/>
                  </a:lnTo>
                  <a:lnTo>
                    <a:pt x="3665956" y="592754"/>
                  </a:lnTo>
                  <a:lnTo>
                    <a:pt x="3735125" y="599543"/>
                  </a:lnTo>
                  <a:lnTo>
                    <a:pt x="3804294" y="606138"/>
                  </a:lnTo>
                  <a:lnTo>
                    <a:pt x="3873463" y="612545"/>
                  </a:lnTo>
                  <a:lnTo>
                    <a:pt x="3942632" y="618771"/>
                  </a:lnTo>
                  <a:lnTo>
                    <a:pt x="4011801" y="624823"/>
                  </a:lnTo>
                  <a:lnTo>
                    <a:pt x="4080970" y="630707"/>
                  </a:lnTo>
                  <a:lnTo>
                    <a:pt x="4150139" y="636431"/>
                  </a:lnTo>
                  <a:lnTo>
                    <a:pt x="4219308" y="642002"/>
                  </a:lnTo>
                  <a:lnTo>
                    <a:pt x="4288477" y="647426"/>
                  </a:lnTo>
                  <a:lnTo>
                    <a:pt x="4357646" y="652710"/>
                  </a:lnTo>
                  <a:lnTo>
                    <a:pt x="4426815" y="657862"/>
                  </a:lnTo>
                  <a:lnTo>
                    <a:pt x="4495984" y="662888"/>
                  </a:lnTo>
                  <a:lnTo>
                    <a:pt x="4565153" y="667794"/>
                  </a:lnTo>
                  <a:lnTo>
                    <a:pt x="4634322" y="672587"/>
                  </a:lnTo>
                  <a:lnTo>
                    <a:pt x="4703491" y="677273"/>
                  </a:lnTo>
                  <a:lnTo>
                    <a:pt x="4772660" y="681856"/>
                  </a:lnTo>
                  <a:lnTo>
                    <a:pt x="4841829" y="686344"/>
                  </a:lnTo>
                  <a:lnTo>
                    <a:pt x="4910998" y="690740"/>
                  </a:lnTo>
                  <a:lnTo>
                    <a:pt x="4980167" y="695051"/>
                  </a:lnTo>
                  <a:lnTo>
                    <a:pt x="5049336" y="699280"/>
                  </a:lnTo>
                  <a:lnTo>
                    <a:pt x="5118505" y="703432"/>
                  </a:lnTo>
                  <a:lnTo>
                    <a:pt x="5187674" y="707512"/>
                  </a:lnTo>
                  <a:lnTo>
                    <a:pt x="5256843" y="711522"/>
                  </a:lnTo>
                  <a:lnTo>
                    <a:pt x="5326012" y="715468"/>
                  </a:lnTo>
                  <a:lnTo>
                    <a:pt x="5395181" y="719352"/>
                  </a:lnTo>
                  <a:lnTo>
                    <a:pt x="5464350" y="723178"/>
                  </a:lnTo>
                  <a:lnTo>
                    <a:pt x="5464350" y="1218429"/>
                  </a:lnTo>
                  <a:lnTo>
                    <a:pt x="5395181" y="1205578"/>
                  </a:lnTo>
                  <a:lnTo>
                    <a:pt x="5326012" y="1192785"/>
                  </a:lnTo>
                  <a:lnTo>
                    <a:pt x="5256843" y="1180054"/>
                  </a:lnTo>
                  <a:lnTo>
                    <a:pt x="5187674" y="1167387"/>
                  </a:lnTo>
                  <a:lnTo>
                    <a:pt x="5118505" y="1154790"/>
                  </a:lnTo>
                  <a:lnTo>
                    <a:pt x="5049336" y="1142265"/>
                  </a:lnTo>
                  <a:lnTo>
                    <a:pt x="4980167" y="1129817"/>
                  </a:lnTo>
                  <a:lnTo>
                    <a:pt x="4910998" y="1117451"/>
                  </a:lnTo>
                  <a:lnTo>
                    <a:pt x="4841829" y="1105170"/>
                  </a:lnTo>
                  <a:lnTo>
                    <a:pt x="4772660" y="1092981"/>
                  </a:lnTo>
                  <a:lnTo>
                    <a:pt x="4703491" y="1080887"/>
                  </a:lnTo>
                  <a:lnTo>
                    <a:pt x="4634322" y="1068896"/>
                  </a:lnTo>
                  <a:lnTo>
                    <a:pt x="4565153" y="1057012"/>
                  </a:lnTo>
                  <a:lnTo>
                    <a:pt x="4495984" y="1045241"/>
                  </a:lnTo>
                  <a:lnTo>
                    <a:pt x="4426815" y="1033590"/>
                  </a:lnTo>
                  <a:lnTo>
                    <a:pt x="4357646" y="1022065"/>
                  </a:lnTo>
                  <a:lnTo>
                    <a:pt x="4288477" y="1010672"/>
                  </a:lnTo>
                  <a:lnTo>
                    <a:pt x="4219308" y="999419"/>
                  </a:lnTo>
                  <a:lnTo>
                    <a:pt x="4150139" y="988313"/>
                  </a:lnTo>
                  <a:lnTo>
                    <a:pt x="4080970" y="977359"/>
                  </a:lnTo>
                  <a:lnTo>
                    <a:pt x="4011801" y="966567"/>
                  </a:lnTo>
                  <a:lnTo>
                    <a:pt x="3942632" y="955942"/>
                  </a:lnTo>
                  <a:lnTo>
                    <a:pt x="3873463" y="945491"/>
                  </a:lnTo>
                  <a:lnTo>
                    <a:pt x="3804294" y="935221"/>
                  </a:lnTo>
                  <a:lnTo>
                    <a:pt x="3735125" y="925139"/>
                  </a:lnTo>
                  <a:lnTo>
                    <a:pt x="3665956" y="915250"/>
                  </a:lnTo>
                  <a:lnTo>
                    <a:pt x="3596787" y="905561"/>
                  </a:lnTo>
                  <a:lnTo>
                    <a:pt x="3527618" y="896076"/>
                  </a:lnTo>
                  <a:lnTo>
                    <a:pt x="3458449" y="886800"/>
                  </a:lnTo>
                  <a:lnTo>
                    <a:pt x="3389280" y="877736"/>
                  </a:lnTo>
                  <a:lnTo>
                    <a:pt x="3320111" y="868888"/>
                  </a:lnTo>
                  <a:lnTo>
                    <a:pt x="3250942" y="860258"/>
                  </a:lnTo>
                  <a:lnTo>
                    <a:pt x="3181773" y="851846"/>
                  </a:lnTo>
                  <a:lnTo>
                    <a:pt x="3112604" y="843653"/>
                  </a:lnTo>
                  <a:lnTo>
                    <a:pt x="3043435" y="835679"/>
                  </a:lnTo>
                  <a:lnTo>
                    <a:pt x="2974266" y="827922"/>
                  </a:lnTo>
                  <a:lnTo>
                    <a:pt x="2905097" y="820379"/>
                  </a:lnTo>
                  <a:lnTo>
                    <a:pt x="2835928" y="813048"/>
                  </a:lnTo>
                  <a:lnTo>
                    <a:pt x="2766759" y="805924"/>
                  </a:lnTo>
                  <a:lnTo>
                    <a:pt x="2697590" y="799003"/>
                  </a:lnTo>
                  <a:lnTo>
                    <a:pt x="2628421" y="792280"/>
                  </a:lnTo>
                  <a:lnTo>
                    <a:pt x="2559252" y="785748"/>
                  </a:lnTo>
                  <a:lnTo>
                    <a:pt x="2490083" y="779401"/>
                  </a:lnTo>
                  <a:lnTo>
                    <a:pt x="2420914" y="773234"/>
                  </a:lnTo>
                  <a:lnTo>
                    <a:pt x="2351745" y="767238"/>
                  </a:lnTo>
                  <a:lnTo>
                    <a:pt x="2282576" y="761408"/>
                  </a:lnTo>
                  <a:lnTo>
                    <a:pt x="2213407" y="755736"/>
                  </a:lnTo>
                  <a:lnTo>
                    <a:pt x="2144238" y="750214"/>
                  </a:lnTo>
                  <a:lnTo>
                    <a:pt x="2075069" y="744837"/>
                  </a:lnTo>
                  <a:lnTo>
                    <a:pt x="2005900" y="739598"/>
                  </a:lnTo>
                  <a:lnTo>
                    <a:pt x="1936731" y="734488"/>
                  </a:lnTo>
                  <a:lnTo>
                    <a:pt x="1867562" y="729503"/>
                  </a:lnTo>
                  <a:lnTo>
                    <a:pt x="1798393" y="724635"/>
                  </a:lnTo>
                  <a:lnTo>
                    <a:pt x="1729224" y="719878"/>
                  </a:lnTo>
                  <a:lnTo>
                    <a:pt x="1660055" y="715227"/>
                  </a:lnTo>
                  <a:lnTo>
                    <a:pt x="1590886" y="710676"/>
                  </a:lnTo>
                  <a:lnTo>
                    <a:pt x="1521717" y="706219"/>
                  </a:lnTo>
                  <a:lnTo>
                    <a:pt x="1452548" y="701852"/>
                  </a:lnTo>
                  <a:lnTo>
                    <a:pt x="1383379" y="697569"/>
                  </a:lnTo>
                  <a:lnTo>
                    <a:pt x="1314210" y="693365"/>
                  </a:lnTo>
                  <a:lnTo>
                    <a:pt x="1245041" y="689238"/>
                  </a:lnTo>
                  <a:lnTo>
                    <a:pt x="1175872" y="685182"/>
                  </a:lnTo>
                  <a:lnTo>
                    <a:pt x="1106703" y="681193"/>
                  </a:lnTo>
                  <a:lnTo>
                    <a:pt x="1037534" y="677268"/>
                  </a:lnTo>
                  <a:lnTo>
                    <a:pt x="968365" y="673403"/>
                  </a:lnTo>
                  <a:lnTo>
                    <a:pt x="899196" y="669596"/>
                  </a:lnTo>
                  <a:lnTo>
                    <a:pt x="830027" y="665842"/>
                  </a:lnTo>
                  <a:lnTo>
                    <a:pt x="760858" y="662140"/>
                  </a:lnTo>
                  <a:lnTo>
                    <a:pt x="691689" y="658486"/>
                  </a:lnTo>
                  <a:lnTo>
                    <a:pt x="622520" y="654879"/>
                  </a:lnTo>
                  <a:lnTo>
                    <a:pt x="553351" y="651314"/>
                  </a:lnTo>
                  <a:lnTo>
                    <a:pt x="484182" y="647791"/>
                  </a:lnTo>
                  <a:lnTo>
                    <a:pt x="415013" y="644307"/>
                  </a:lnTo>
                  <a:lnTo>
                    <a:pt x="345844" y="640861"/>
                  </a:lnTo>
                  <a:lnTo>
                    <a:pt x="276675" y="637449"/>
                  </a:lnTo>
                  <a:lnTo>
                    <a:pt x="207506" y="634071"/>
                  </a:lnTo>
                  <a:lnTo>
                    <a:pt x="138337" y="630726"/>
                  </a:lnTo>
                  <a:lnTo>
                    <a:pt x="69168" y="627410"/>
                  </a:lnTo>
                  <a:lnTo>
                    <a:pt x="0" y="62412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228338" y="3636881"/>
              <a:ext cx="5464350" cy="723178"/>
            </a:xfrm>
            <a:custGeom>
              <a:avLst/>
              <a:gdLst/>
              <a:ahLst/>
              <a:cxnLst/>
              <a:rect l="0" t="0" r="0" b="0"/>
              <a:pathLst>
                <a:path w="5464350" h="723178">
                  <a:moveTo>
                    <a:pt x="0" y="0"/>
                  </a:moveTo>
                  <a:lnTo>
                    <a:pt x="69168" y="13390"/>
                  </a:lnTo>
                  <a:lnTo>
                    <a:pt x="138337" y="26751"/>
                  </a:lnTo>
                  <a:lnTo>
                    <a:pt x="207506" y="40082"/>
                  </a:lnTo>
                  <a:lnTo>
                    <a:pt x="276675" y="53382"/>
                  </a:lnTo>
                  <a:lnTo>
                    <a:pt x="345844" y="66647"/>
                  </a:lnTo>
                  <a:lnTo>
                    <a:pt x="415013" y="79878"/>
                  </a:lnTo>
                  <a:lnTo>
                    <a:pt x="484182" y="93071"/>
                  </a:lnTo>
                  <a:lnTo>
                    <a:pt x="553351" y="106225"/>
                  </a:lnTo>
                  <a:lnTo>
                    <a:pt x="622520" y="119337"/>
                  </a:lnTo>
                  <a:lnTo>
                    <a:pt x="691689" y="132407"/>
                  </a:lnTo>
                  <a:lnTo>
                    <a:pt x="760858" y="145430"/>
                  </a:lnTo>
                  <a:lnTo>
                    <a:pt x="830027" y="158405"/>
                  </a:lnTo>
                  <a:lnTo>
                    <a:pt x="899196" y="171328"/>
                  </a:lnTo>
                  <a:lnTo>
                    <a:pt x="968365" y="184198"/>
                  </a:lnTo>
                  <a:lnTo>
                    <a:pt x="1037534" y="197010"/>
                  </a:lnTo>
                  <a:lnTo>
                    <a:pt x="1106703" y="209762"/>
                  </a:lnTo>
                  <a:lnTo>
                    <a:pt x="1175872" y="222451"/>
                  </a:lnTo>
                  <a:lnTo>
                    <a:pt x="1245041" y="235071"/>
                  </a:lnTo>
                  <a:lnTo>
                    <a:pt x="1314210" y="247621"/>
                  </a:lnTo>
                  <a:lnTo>
                    <a:pt x="1383379" y="260095"/>
                  </a:lnTo>
                  <a:lnTo>
                    <a:pt x="1452548" y="272489"/>
                  </a:lnTo>
                  <a:lnTo>
                    <a:pt x="1521717" y="284798"/>
                  </a:lnTo>
                  <a:lnTo>
                    <a:pt x="1590886" y="297018"/>
                  </a:lnTo>
                  <a:lnTo>
                    <a:pt x="1660055" y="309144"/>
                  </a:lnTo>
                  <a:lnTo>
                    <a:pt x="1729224" y="321170"/>
                  </a:lnTo>
                  <a:lnTo>
                    <a:pt x="1798393" y="333091"/>
                  </a:lnTo>
                  <a:lnTo>
                    <a:pt x="1867562" y="344900"/>
                  </a:lnTo>
                  <a:lnTo>
                    <a:pt x="1936731" y="356591"/>
                  </a:lnTo>
                  <a:lnTo>
                    <a:pt x="2005900" y="368159"/>
                  </a:lnTo>
                  <a:lnTo>
                    <a:pt x="2075069" y="379596"/>
                  </a:lnTo>
                  <a:lnTo>
                    <a:pt x="2144238" y="390896"/>
                  </a:lnTo>
                  <a:lnTo>
                    <a:pt x="2213407" y="402052"/>
                  </a:lnTo>
                  <a:lnTo>
                    <a:pt x="2282576" y="413057"/>
                  </a:lnTo>
                  <a:lnTo>
                    <a:pt x="2351745" y="423903"/>
                  </a:lnTo>
                  <a:lnTo>
                    <a:pt x="2420914" y="434585"/>
                  </a:lnTo>
                  <a:lnTo>
                    <a:pt x="2490083" y="445094"/>
                  </a:lnTo>
                  <a:lnTo>
                    <a:pt x="2559252" y="455425"/>
                  </a:lnTo>
                  <a:lnTo>
                    <a:pt x="2628421" y="465570"/>
                  </a:lnTo>
                  <a:lnTo>
                    <a:pt x="2697590" y="475523"/>
                  </a:lnTo>
                  <a:lnTo>
                    <a:pt x="2766759" y="485279"/>
                  </a:lnTo>
                  <a:lnTo>
                    <a:pt x="2835928" y="494832"/>
                  </a:lnTo>
                  <a:lnTo>
                    <a:pt x="2905097" y="504178"/>
                  </a:lnTo>
                  <a:lnTo>
                    <a:pt x="2974266" y="513313"/>
                  </a:lnTo>
                  <a:lnTo>
                    <a:pt x="3043435" y="522233"/>
                  </a:lnTo>
                  <a:lnTo>
                    <a:pt x="3112604" y="530935"/>
                  </a:lnTo>
                  <a:lnTo>
                    <a:pt x="3181773" y="539420"/>
                  </a:lnTo>
                  <a:lnTo>
                    <a:pt x="3250942" y="547685"/>
                  </a:lnTo>
                  <a:lnTo>
                    <a:pt x="3320111" y="555732"/>
                  </a:lnTo>
                  <a:lnTo>
                    <a:pt x="3389280" y="563560"/>
                  </a:lnTo>
                  <a:lnTo>
                    <a:pt x="3458449" y="571174"/>
                  </a:lnTo>
                  <a:lnTo>
                    <a:pt x="3527618" y="578575"/>
                  </a:lnTo>
                  <a:lnTo>
                    <a:pt x="3596787" y="585767"/>
                  </a:lnTo>
                  <a:lnTo>
                    <a:pt x="3665956" y="592754"/>
                  </a:lnTo>
                  <a:lnTo>
                    <a:pt x="3735125" y="599543"/>
                  </a:lnTo>
                  <a:lnTo>
                    <a:pt x="3804294" y="606138"/>
                  </a:lnTo>
                  <a:lnTo>
                    <a:pt x="3873463" y="612545"/>
                  </a:lnTo>
                  <a:lnTo>
                    <a:pt x="3942632" y="618771"/>
                  </a:lnTo>
                  <a:lnTo>
                    <a:pt x="4011801" y="624823"/>
                  </a:lnTo>
                  <a:lnTo>
                    <a:pt x="4080970" y="630707"/>
                  </a:lnTo>
                  <a:lnTo>
                    <a:pt x="4150139" y="636431"/>
                  </a:lnTo>
                  <a:lnTo>
                    <a:pt x="4219308" y="642002"/>
                  </a:lnTo>
                  <a:lnTo>
                    <a:pt x="4288477" y="647426"/>
                  </a:lnTo>
                  <a:lnTo>
                    <a:pt x="4357646" y="652710"/>
                  </a:lnTo>
                  <a:lnTo>
                    <a:pt x="4426815" y="657862"/>
                  </a:lnTo>
                  <a:lnTo>
                    <a:pt x="4495984" y="662888"/>
                  </a:lnTo>
                  <a:lnTo>
                    <a:pt x="4565153" y="667794"/>
                  </a:lnTo>
                  <a:lnTo>
                    <a:pt x="4634322" y="672587"/>
                  </a:lnTo>
                  <a:lnTo>
                    <a:pt x="4703491" y="677273"/>
                  </a:lnTo>
                  <a:lnTo>
                    <a:pt x="4772660" y="681856"/>
                  </a:lnTo>
                  <a:lnTo>
                    <a:pt x="4841829" y="686344"/>
                  </a:lnTo>
                  <a:lnTo>
                    <a:pt x="4910998" y="690740"/>
                  </a:lnTo>
                  <a:lnTo>
                    <a:pt x="4980167" y="695051"/>
                  </a:lnTo>
                  <a:lnTo>
                    <a:pt x="5049336" y="699280"/>
                  </a:lnTo>
                  <a:lnTo>
                    <a:pt x="5118505" y="703432"/>
                  </a:lnTo>
                  <a:lnTo>
                    <a:pt x="5187674" y="707512"/>
                  </a:lnTo>
                  <a:lnTo>
                    <a:pt x="5256843" y="711522"/>
                  </a:lnTo>
                  <a:lnTo>
                    <a:pt x="5326012" y="715468"/>
                  </a:lnTo>
                  <a:lnTo>
                    <a:pt x="5395181" y="719352"/>
                  </a:lnTo>
                  <a:lnTo>
                    <a:pt x="5464350" y="723178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228338" y="4261004"/>
              <a:ext cx="5464350" cy="594305"/>
            </a:xfrm>
            <a:custGeom>
              <a:avLst/>
              <a:gdLst/>
              <a:ahLst/>
              <a:cxnLst/>
              <a:rect l="0" t="0" r="0" b="0"/>
              <a:pathLst>
                <a:path w="5464350" h="594305">
                  <a:moveTo>
                    <a:pt x="5464350" y="594305"/>
                  </a:moveTo>
                  <a:lnTo>
                    <a:pt x="5395181" y="581454"/>
                  </a:lnTo>
                  <a:lnTo>
                    <a:pt x="5326012" y="568661"/>
                  </a:lnTo>
                  <a:lnTo>
                    <a:pt x="5256843" y="555930"/>
                  </a:lnTo>
                  <a:lnTo>
                    <a:pt x="5187674" y="543264"/>
                  </a:lnTo>
                  <a:lnTo>
                    <a:pt x="5118505" y="530666"/>
                  </a:lnTo>
                  <a:lnTo>
                    <a:pt x="5049336" y="518141"/>
                  </a:lnTo>
                  <a:lnTo>
                    <a:pt x="4980167" y="505693"/>
                  </a:lnTo>
                  <a:lnTo>
                    <a:pt x="4910998" y="493327"/>
                  </a:lnTo>
                  <a:lnTo>
                    <a:pt x="4841829" y="481046"/>
                  </a:lnTo>
                  <a:lnTo>
                    <a:pt x="4772660" y="468857"/>
                  </a:lnTo>
                  <a:lnTo>
                    <a:pt x="4703491" y="456764"/>
                  </a:lnTo>
                  <a:lnTo>
                    <a:pt x="4634322" y="444772"/>
                  </a:lnTo>
                  <a:lnTo>
                    <a:pt x="4565153" y="432888"/>
                  </a:lnTo>
                  <a:lnTo>
                    <a:pt x="4495984" y="421117"/>
                  </a:lnTo>
                  <a:lnTo>
                    <a:pt x="4426815" y="409466"/>
                  </a:lnTo>
                  <a:lnTo>
                    <a:pt x="4357646" y="397941"/>
                  </a:lnTo>
                  <a:lnTo>
                    <a:pt x="4288477" y="386548"/>
                  </a:lnTo>
                  <a:lnTo>
                    <a:pt x="4219308" y="375295"/>
                  </a:lnTo>
                  <a:lnTo>
                    <a:pt x="4150139" y="364189"/>
                  </a:lnTo>
                  <a:lnTo>
                    <a:pt x="4080970" y="353236"/>
                  </a:lnTo>
                  <a:lnTo>
                    <a:pt x="4011801" y="342443"/>
                  </a:lnTo>
                  <a:lnTo>
                    <a:pt x="3942632" y="331818"/>
                  </a:lnTo>
                  <a:lnTo>
                    <a:pt x="3873463" y="321367"/>
                  </a:lnTo>
                  <a:lnTo>
                    <a:pt x="3804294" y="311097"/>
                  </a:lnTo>
                  <a:lnTo>
                    <a:pt x="3735125" y="301015"/>
                  </a:lnTo>
                  <a:lnTo>
                    <a:pt x="3665956" y="291126"/>
                  </a:lnTo>
                  <a:lnTo>
                    <a:pt x="3596787" y="281437"/>
                  </a:lnTo>
                  <a:lnTo>
                    <a:pt x="3527618" y="271952"/>
                  </a:lnTo>
                  <a:lnTo>
                    <a:pt x="3458449" y="262676"/>
                  </a:lnTo>
                  <a:lnTo>
                    <a:pt x="3389280" y="253612"/>
                  </a:lnTo>
                  <a:lnTo>
                    <a:pt x="3320111" y="244764"/>
                  </a:lnTo>
                  <a:lnTo>
                    <a:pt x="3250942" y="236134"/>
                  </a:lnTo>
                  <a:lnTo>
                    <a:pt x="3181773" y="227722"/>
                  </a:lnTo>
                  <a:lnTo>
                    <a:pt x="3112604" y="219529"/>
                  </a:lnTo>
                  <a:lnTo>
                    <a:pt x="3043435" y="211555"/>
                  </a:lnTo>
                  <a:lnTo>
                    <a:pt x="2974266" y="203798"/>
                  </a:lnTo>
                  <a:lnTo>
                    <a:pt x="2905097" y="196255"/>
                  </a:lnTo>
                  <a:lnTo>
                    <a:pt x="2835928" y="188924"/>
                  </a:lnTo>
                  <a:lnTo>
                    <a:pt x="2766759" y="181801"/>
                  </a:lnTo>
                  <a:lnTo>
                    <a:pt x="2697590" y="174880"/>
                  </a:lnTo>
                  <a:lnTo>
                    <a:pt x="2628421" y="168156"/>
                  </a:lnTo>
                  <a:lnTo>
                    <a:pt x="2559252" y="161624"/>
                  </a:lnTo>
                  <a:lnTo>
                    <a:pt x="2490083" y="155277"/>
                  </a:lnTo>
                  <a:lnTo>
                    <a:pt x="2420914" y="149110"/>
                  </a:lnTo>
                  <a:lnTo>
                    <a:pt x="2351745" y="143114"/>
                  </a:lnTo>
                  <a:lnTo>
                    <a:pt x="2282576" y="137284"/>
                  </a:lnTo>
                  <a:lnTo>
                    <a:pt x="2213407" y="131612"/>
                  </a:lnTo>
                  <a:lnTo>
                    <a:pt x="2144238" y="126091"/>
                  </a:lnTo>
                  <a:lnTo>
                    <a:pt x="2075069" y="120714"/>
                  </a:lnTo>
                  <a:lnTo>
                    <a:pt x="2005900" y="115474"/>
                  </a:lnTo>
                  <a:lnTo>
                    <a:pt x="1936731" y="110364"/>
                  </a:lnTo>
                  <a:lnTo>
                    <a:pt x="1867562" y="105379"/>
                  </a:lnTo>
                  <a:lnTo>
                    <a:pt x="1798393" y="100511"/>
                  </a:lnTo>
                  <a:lnTo>
                    <a:pt x="1729224" y="95754"/>
                  </a:lnTo>
                  <a:lnTo>
                    <a:pt x="1660055" y="91103"/>
                  </a:lnTo>
                  <a:lnTo>
                    <a:pt x="1590886" y="86552"/>
                  </a:lnTo>
                  <a:lnTo>
                    <a:pt x="1521717" y="82095"/>
                  </a:lnTo>
                  <a:lnTo>
                    <a:pt x="1452548" y="77728"/>
                  </a:lnTo>
                  <a:lnTo>
                    <a:pt x="1383379" y="73445"/>
                  </a:lnTo>
                  <a:lnTo>
                    <a:pt x="1314210" y="69242"/>
                  </a:lnTo>
                  <a:lnTo>
                    <a:pt x="1245041" y="65114"/>
                  </a:lnTo>
                  <a:lnTo>
                    <a:pt x="1175872" y="61058"/>
                  </a:lnTo>
                  <a:lnTo>
                    <a:pt x="1106703" y="57069"/>
                  </a:lnTo>
                  <a:lnTo>
                    <a:pt x="1037534" y="53144"/>
                  </a:lnTo>
                  <a:lnTo>
                    <a:pt x="968365" y="49279"/>
                  </a:lnTo>
                  <a:lnTo>
                    <a:pt x="899196" y="45472"/>
                  </a:lnTo>
                  <a:lnTo>
                    <a:pt x="830027" y="41719"/>
                  </a:lnTo>
                  <a:lnTo>
                    <a:pt x="760858" y="38016"/>
                  </a:lnTo>
                  <a:lnTo>
                    <a:pt x="691689" y="34363"/>
                  </a:lnTo>
                  <a:lnTo>
                    <a:pt x="622520" y="30755"/>
                  </a:lnTo>
                  <a:lnTo>
                    <a:pt x="553351" y="27190"/>
                  </a:lnTo>
                  <a:lnTo>
                    <a:pt x="484182" y="23667"/>
                  </a:lnTo>
                  <a:lnTo>
                    <a:pt x="415013" y="20183"/>
                  </a:lnTo>
                  <a:lnTo>
                    <a:pt x="345844" y="16737"/>
                  </a:lnTo>
                  <a:lnTo>
                    <a:pt x="276675" y="13325"/>
                  </a:lnTo>
                  <a:lnTo>
                    <a:pt x="207506" y="9948"/>
                  </a:lnTo>
                  <a:lnTo>
                    <a:pt x="138337" y="6602"/>
                  </a:lnTo>
                  <a:lnTo>
                    <a:pt x="69168" y="32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228338" y="3948942"/>
              <a:ext cx="5464350" cy="658742"/>
            </a:xfrm>
            <a:custGeom>
              <a:avLst/>
              <a:gdLst/>
              <a:ahLst/>
              <a:cxnLst/>
              <a:rect l="0" t="0" r="0" b="0"/>
              <a:pathLst>
                <a:path w="5464350" h="658742">
                  <a:moveTo>
                    <a:pt x="0" y="0"/>
                  </a:moveTo>
                  <a:lnTo>
                    <a:pt x="69168" y="8338"/>
                  </a:lnTo>
                  <a:lnTo>
                    <a:pt x="138337" y="16677"/>
                  </a:lnTo>
                  <a:lnTo>
                    <a:pt x="207506" y="25015"/>
                  </a:lnTo>
                  <a:lnTo>
                    <a:pt x="276675" y="33354"/>
                  </a:lnTo>
                  <a:lnTo>
                    <a:pt x="345844" y="41692"/>
                  </a:lnTo>
                  <a:lnTo>
                    <a:pt x="415013" y="50031"/>
                  </a:lnTo>
                  <a:lnTo>
                    <a:pt x="484182" y="58369"/>
                  </a:lnTo>
                  <a:lnTo>
                    <a:pt x="553351" y="66708"/>
                  </a:lnTo>
                  <a:lnTo>
                    <a:pt x="622520" y="75046"/>
                  </a:lnTo>
                  <a:lnTo>
                    <a:pt x="691689" y="83385"/>
                  </a:lnTo>
                  <a:lnTo>
                    <a:pt x="760858" y="91723"/>
                  </a:lnTo>
                  <a:lnTo>
                    <a:pt x="830027" y="100062"/>
                  </a:lnTo>
                  <a:lnTo>
                    <a:pt x="899196" y="108400"/>
                  </a:lnTo>
                  <a:lnTo>
                    <a:pt x="968365" y="116739"/>
                  </a:lnTo>
                  <a:lnTo>
                    <a:pt x="1037534" y="125077"/>
                  </a:lnTo>
                  <a:lnTo>
                    <a:pt x="1106703" y="133416"/>
                  </a:lnTo>
                  <a:lnTo>
                    <a:pt x="1175872" y="141754"/>
                  </a:lnTo>
                  <a:lnTo>
                    <a:pt x="1245041" y="150093"/>
                  </a:lnTo>
                  <a:lnTo>
                    <a:pt x="1314210" y="158431"/>
                  </a:lnTo>
                  <a:lnTo>
                    <a:pt x="1383379" y="166770"/>
                  </a:lnTo>
                  <a:lnTo>
                    <a:pt x="1452548" y="175108"/>
                  </a:lnTo>
                  <a:lnTo>
                    <a:pt x="1521717" y="183447"/>
                  </a:lnTo>
                  <a:lnTo>
                    <a:pt x="1590886" y="191785"/>
                  </a:lnTo>
                  <a:lnTo>
                    <a:pt x="1660055" y="200124"/>
                  </a:lnTo>
                  <a:lnTo>
                    <a:pt x="1729224" y="208462"/>
                  </a:lnTo>
                  <a:lnTo>
                    <a:pt x="1798393" y="216801"/>
                  </a:lnTo>
                  <a:lnTo>
                    <a:pt x="1867562" y="225139"/>
                  </a:lnTo>
                  <a:lnTo>
                    <a:pt x="1936731" y="233478"/>
                  </a:lnTo>
                  <a:lnTo>
                    <a:pt x="2005900" y="241816"/>
                  </a:lnTo>
                  <a:lnTo>
                    <a:pt x="2075069" y="250155"/>
                  </a:lnTo>
                  <a:lnTo>
                    <a:pt x="2144238" y="258493"/>
                  </a:lnTo>
                  <a:lnTo>
                    <a:pt x="2213407" y="266832"/>
                  </a:lnTo>
                  <a:lnTo>
                    <a:pt x="2282576" y="275170"/>
                  </a:lnTo>
                  <a:lnTo>
                    <a:pt x="2351745" y="283509"/>
                  </a:lnTo>
                  <a:lnTo>
                    <a:pt x="2420914" y="291847"/>
                  </a:lnTo>
                  <a:lnTo>
                    <a:pt x="2490083" y="300186"/>
                  </a:lnTo>
                  <a:lnTo>
                    <a:pt x="2559252" y="308524"/>
                  </a:lnTo>
                  <a:lnTo>
                    <a:pt x="2628421" y="316863"/>
                  </a:lnTo>
                  <a:lnTo>
                    <a:pt x="2697590" y="325201"/>
                  </a:lnTo>
                  <a:lnTo>
                    <a:pt x="2766759" y="333540"/>
                  </a:lnTo>
                  <a:lnTo>
                    <a:pt x="2835928" y="341878"/>
                  </a:lnTo>
                  <a:lnTo>
                    <a:pt x="2905097" y="350217"/>
                  </a:lnTo>
                  <a:lnTo>
                    <a:pt x="2974266" y="358555"/>
                  </a:lnTo>
                  <a:lnTo>
                    <a:pt x="3043435" y="366894"/>
                  </a:lnTo>
                  <a:lnTo>
                    <a:pt x="3112604" y="375232"/>
                  </a:lnTo>
                  <a:lnTo>
                    <a:pt x="3181773" y="383571"/>
                  </a:lnTo>
                  <a:lnTo>
                    <a:pt x="3250942" y="391909"/>
                  </a:lnTo>
                  <a:lnTo>
                    <a:pt x="3320111" y="400248"/>
                  </a:lnTo>
                  <a:lnTo>
                    <a:pt x="3389280" y="408586"/>
                  </a:lnTo>
                  <a:lnTo>
                    <a:pt x="3458449" y="416925"/>
                  </a:lnTo>
                  <a:lnTo>
                    <a:pt x="3527618" y="425263"/>
                  </a:lnTo>
                  <a:lnTo>
                    <a:pt x="3596787" y="433602"/>
                  </a:lnTo>
                  <a:lnTo>
                    <a:pt x="3665956" y="441940"/>
                  </a:lnTo>
                  <a:lnTo>
                    <a:pt x="3735125" y="450279"/>
                  </a:lnTo>
                  <a:lnTo>
                    <a:pt x="3804294" y="458617"/>
                  </a:lnTo>
                  <a:lnTo>
                    <a:pt x="3873463" y="466956"/>
                  </a:lnTo>
                  <a:lnTo>
                    <a:pt x="3942632" y="475294"/>
                  </a:lnTo>
                  <a:lnTo>
                    <a:pt x="4011801" y="483633"/>
                  </a:lnTo>
                  <a:lnTo>
                    <a:pt x="4080970" y="491971"/>
                  </a:lnTo>
                  <a:lnTo>
                    <a:pt x="4150139" y="500310"/>
                  </a:lnTo>
                  <a:lnTo>
                    <a:pt x="4219308" y="508648"/>
                  </a:lnTo>
                  <a:lnTo>
                    <a:pt x="4288477" y="516987"/>
                  </a:lnTo>
                  <a:lnTo>
                    <a:pt x="4357646" y="525326"/>
                  </a:lnTo>
                  <a:lnTo>
                    <a:pt x="4426815" y="533664"/>
                  </a:lnTo>
                  <a:lnTo>
                    <a:pt x="4495984" y="542003"/>
                  </a:lnTo>
                  <a:lnTo>
                    <a:pt x="4565153" y="550341"/>
                  </a:lnTo>
                  <a:lnTo>
                    <a:pt x="4634322" y="558680"/>
                  </a:lnTo>
                  <a:lnTo>
                    <a:pt x="4703491" y="567018"/>
                  </a:lnTo>
                  <a:lnTo>
                    <a:pt x="4772660" y="575357"/>
                  </a:lnTo>
                  <a:lnTo>
                    <a:pt x="4841829" y="583695"/>
                  </a:lnTo>
                  <a:lnTo>
                    <a:pt x="4910998" y="592034"/>
                  </a:lnTo>
                  <a:lnTo>
                    <a:pt x="4980167" y="600372"/>
                  </a:lnTo>
                  <a:lnTo>
                    <a:pt x="5049336" y="608711"/>
                  </a:lnTo>
                  <a:lnTo>
                    <a:pt x="5118505" y="617049"/>
                  </a:lnTo>
                  <a:lnTo>
                    <a:pt x="5187674" y="625388"/>
                  </a:lnTo>
                  <a:lnTo>
                    <a:pt x="5256843" y="633726"/>
                  </a:lnTo>
                  <a:lnTo>
                    <a:pt x="5326012" y="642065"/>
                  </a:lnTo>
                  <a:lnTo>
                    <a:pt x="5395181" y="650403"/>
                  </a:lnTo>
                  <a:lnTo>
                    <a:pt x="5464350" y="658742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61"/>
            <p:cNvSpPr/>
            <p:nvPr/>
          </p:nvSpPr>
          <p:spPr>
            <a:xfrm>
              <a:off x="754887" y="5343903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42213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14052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038835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8395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907081" y="428226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907081" y="31805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907081" y="20788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gdLst/>
              <a:ahLst/>
              <a:cxnLst/>
              <a:rect l="0" t="0" r="0" b="0"/>
              <a:pathLst>
                <a:path w="6302167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82148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4743181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666487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tx73"/>
            <p:cNvSpPr/>
            <p:nvPr/>
          </p:nvSpPr>
          <p:spPr>
            <a:xfrm>
              <a:off x="2712716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4634413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556109" y="57857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790339" y="5925448"/>
              <a:ext cx="60524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 Offset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9" name="tx79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tx84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669789"/>
              <a:ext cx="3435217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(GF) vs Size at Final Time Point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t6"/>
            <p:cNvSpPr/>
            <p:nvPr/>
          </p:nvSpPr>
          <p:spPr>
            <a:xfrm>
              <a:off x="1172178" y="287783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7"/>
            <p:cNvSpPr/>
            <p:nvPr/>
          </p:nvSpPr>
          <p:spPr>
            <a:xfrm>
              <a:off x="1172178" y="22660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t8"/>
            <p:cNvSpPr/>
            <p:nvPr/>
          </p:nvSpPr>
          <p:spPr>
            <a:xfrm>
              <a:off x="1172178" y="23720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t9"/>
            <p:cNvSpPr/>
            <p:nvPr/>
          </p:nvSpPr>
          <p:spPr>
            <a:xfrm>
              <a:off x="3502865" y="266179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t10"/>
            <p:cNvSpPr/>
            <p:nvPr/>
          </p:nvSpPr>
          <p:spPr>
            <a:xfrm>
              <a:off x="3502865" y="28409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t11"/>
            <p:cNvSpPr/>
            <p:nvPr/>
          </p:nvSpPr>
          <p:spPr>
            <a:xfrm>
              <a:off x="3502865" y="263555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t12"/>
            <p:cNvSpPr/>
            <p:nvPr/>
          </p:nvSpPr>
          <p:spPr>
            <a:xfrm>
              <a:off x="1921213" y="30095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1921213" y="29519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t14"/>
            <p:cNvSpPr/>
            <p:nvPr/>
          </p:nvSpPr>
          <p:spPr>
            <a:xfrm>
              <a:off x="1921213" y="311190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t15"/>
            <p:cNvSpPr/>
            <p:nvPr/>
          </p:nvSpPr>
          <p:spPr>
            <a:xfrm>
              <a:off x="3257277" y="20117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6"/>
            <p:cNvSpPr/>
            <p:nvPr/>
          </p:nvSpPr>
          <p:spPr>
            <a:xfrm>
              <a:off x="3257277" y="28716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7"/>
            <p:cNvSpPr/>
            <p:nvPr/>
          </p:nvSpPr>
          <p:spPr>
            <a:xfrm>
              <a:off x="3257277" y="291655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3901522" y="320442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3901522" y="317914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3901522" y="340047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3462195" y="303949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462195" y="305955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3462195" y="285361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4431644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4431644" y="456026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4431644" y="43485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6898879" y="359662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6898879" y="364104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898879" y="361075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1230880" y="2161090"/>
              <a:ext cx="5726700" cy="2540211"/>
            </a:xfrm>
            <a:custGeom>
              <a:avLst/>
              <a:gdLst/>
              <a:ahLst/>
              <a:cxnLst/>
              <a:rect l="0" t="0" r="0" b="0"/>
              <a:pathLst>
                <a:path w="5726700" h="2540211">
                  <a:moveTo>
                    <a:pt x="0" y="0"/>
                  </a:moveTo>
                  <a:lnTo>
                    <a:pt x="72489" y="28087"/>
                  </a:lnTo>
                  <a:lnTo>
                    <a:pt x="144979" y="56069"/>
                  </a:lnTo>
                  <a:lnTo>
                    <a:pt x="217469" y="83940"/>
                  </a:lnTo>
                  <a:lnTo>
                    <a:pt x="289959" y="111691"/>
                  </a:lnTo>
                  <a:lnTo>
                    <a:pt x="362449" y="139315"/>
                  </a:lnTo>
                  <a:lnTo>
                    <a:pt x="434939" y="166804"/>
                  </a:lnTo>
                  <a:lnTo>
                    <a:pt x="507429" y="194147"/>
                  </a:lnTo>
                  <a:lnTo>
                    <a:pt x="579919" y="221335"/>
                  </a:lnTo>
                  <a:lnTo>
                    <a:pt x="652408" y="248358"/>
                  </a:lnTo>
                  <a:lnTo>
                    <a:pt x="724898" y="275202"/>
                  </a:lnTo>
                  <a:lnTo>
                    <a:pt x="797388" y="301857"/>
                  </a:lnTo>
                  <a:lnTo>
                    <a:pt x="869878" y="328309"/>
                  </a:lnTo>
                  <a:lnTo>
                    <a:pt x="942368" y="354543"/>
                  </a:lnTo>
                  <a:lnTo>
                    <a:pt x="1014858" y="380544"/>
                  </a:lnTo>
                  <a:lnTo>
                    <a:pt x="1087348" y="406297"/>
                  </a:lnTo>
                  <a:lnTo>
                    <a:pt x="1159838" y="431783"/>
                  </a:lnTo>
                  <a:lnTo>
                    <a:pt x="1232328" y="456984"/>
                  </a:lnTo>
                  <a:lnTo>
                    <a:pt x="1304817" y="481882"/>
                  </a:lnTo>
                  <a:lnTo>
                    <a:pt x="1377307" y="506457"/>
                  </a:lnTo>
                  <a:lnTo>
                    <a:pt x="1449797" y="530687"/>
                  </a:lnTo>
                  <a:lnTo>
                    <a:pt x="1522287" y="554551"/>
                  </a:lnTo>
                  <a:lnTo>
                    <a:pt x="1594777" y="578028"/>
                  </a:lnTo>
                  <a:lnTo>
                    <a:pt x="1667267" y="601094"/>
                  </a:lnTo>
                  <a:lnTo>
                    <a:pt x="1739757" y="623728"/>
                  </a:lnTo>
                  <a:lnTo>
                    <a:pt x="1812247" y="645908"/>
                  </a:lnTo>
                  <a:lnTo>
                    <a:pt x="1884737" y="667613"/>
                  </a:lnTo>
                  <a:lnTo>
                    <a:pt x="1957226" y="688822"/>
                  </a:lnTo>
                  <a:lnTo>
                    <a:pt x="2029716" y="709517"/>
                  </a:lnTo>
                  <a:lnTo>
                    <a:pt x="2102206" y="729681"/>
                  </a:lnTo>
                  <a:lnTo>
                    <a:pt x="2174696" y="749300"/>
                  </a:lnTo>
                  <a:lnTo>
                    <a:pt x="2247186" y="768362"/>
                  </a:lnTo>
                  <a:lnTo>
                    <a:pt x="2319676" y="786858"/>
                  </a:lnTo>
                  <a:lnTo>
                    <a:pt x="2392166" y="804782"/>
                  </a:lnTo>
                  <a:lnTo>
                    <a:pt x="2464656" y="822134"/>
                  </a:lnTo>
                  <a:lnTo>
                    <a:pt x="2537145" y="838914"/>
                  </a:lnTo>
                  <a:lnTo>
                    <a:pt x="2609635" y="855128"/>
                  </a:lnTo>
                  <a:lnTo>
                    <a:pt x="2682125" y="870783"/>
                  </a:lnTo>
                  <a:lnTo>
                    <a:pt x="2754615" y="885892"/>
                  </a:lnTo>
                  <a:lnTo>
                    <a:pt x="2827105" y="900468"/>
                  </a:lnTo>
                  <a:lnTo>
                    <a:pt x="2899595" y="914528"/>
                  </a:lnTo>
                  <a:lnTo>
                    <a:pt x="2972085" y="928090"/>
                  </a:lnTo>
                  <a:lnTo>
                    <a:pt x="3044575" y="941174"/>
                  </a:lnTo>
                  <a:lnTo>
                    <a:pt x="3117065" y="953802"/>
                  </a:lnTo>
                  <a:lnTo>
                    <a:pt x="3189554" y="965995"/>
                  </a:lnTo>
                  <a:lnTo>
                    <a:pt x="3262044" y="977776"/>
                  </a:lnTo>
                  <a:lnTo>
                    <a:pt x="3334534" y="989166"/>
                  </a:lnTo>
                  <a:lnTo>
                    <a:pt x="3407024" y="1000188"/>
                  </a:lnTo>
                  <a:lnTo>
                    <a:pt x="3479514" y="1010863"/>
                  </a:lnTo>
                  <a:lnTo>
                    <a:pt x="3552004" y="1021212"/>
                  </a:lnTo>
                  <a:lnTo>
                    <a:pt x="3624494" y="1031255"/>
                  </a:lnTo>
                  <a:lnTo>
                    <a:pt x="3696984" y="1041012"/>
                  </a:lnTo>
                  <a:lnTo>
                    <a:pt x="3769474" y="1050500"/>
                  </a:lnTo>
                  <a:lnTo>
                    <a:pt x="3841963" y="1059738"/>
                  </a:lnTo>
                  <a:lnTo>
                    <a:pt x="3914453" y="1068741"/>
                  </a:lnTo>
                  <a:lnTo>
                    <a:pt x="3986943" y="1077524"/>
                  </a:lnTo>
                  <a:lnTo>
                    <a:pt x="4059433" y="1086103"/>
                  </a:lnTo>
                  <a:lnTo>
                    <a:pt x="4131923" y="1094491"/>
                  </a:lnTo>
                  <a:lnTo>
                    <a:pt x="4204413" y="1102699"/>
                  </a:lnTo>
                  <a:lnTo>
                    <a:pt x="4276903" y="1110741"/>
                  </a:lnTo>
                  <a:lnTo>
                    <a:pt x="4349393" y="1118626"/>
                  </a:lnTo>
                  <a:lnTo>
                    <a:pt x="4421883" y="1126365"/>
                  </a:lnTo>
                  <a:lnTo>
                    <a:pt x="4494372" y="1133967"/>
                  </a:lnTo>
                  <a:lnTo>
                    <a:pt x="4566862" y="1141441"/>
                  </a:lnTo>
                  <a:lnTo>
                    <a:pt x="4639352" y="1148795"/>
                  </a:lnTo>
                  <a:lnTo>
                    <a:pt x="4711842" y="1156036"/>
                  </a:lnTo>
                  <a:lnTo>
                    <a:pt x="4784332" y="1163172"/>
                  </a:lnTo>
                  <a:lnTo>
                    <a:pt x="4856822" y="1170209"/>
                  </a:lnTo>
                  <a:lnTo>
                    <a:pt x="4929312" y="1177152"/>
                  </a:lnTo>
                  <a:lnTo>
                    <a:pt x="5001802" y="1184008"/>
                  </a:lnTo>
                  <a:lnTo>
                    <a:pt x="5074291" y="1190782"/>
                  </a:lnTo>
                  <a:lnTo>
                    <a:pt x="5146781" y="1197478"/>
                  </a:lnTo>
                  <a:lnTo>
                    <a:pt x="5219271" y="1204101"/>
                  </a:lnTo>
                  <a:lnTo>
                    <a:pt x="5291761" y="1210656"/>
                  </a:lnTo>
                  <a:lnTo>
                    <a:pt x="5364251" y="1217145"/>
                  </a:lnTo>
                  <a:lnTo>
                    <a:pt x="5436741" y="1223573"/>
                  </a:lnTo>
                  <a:lnTo>
                    <a:pt x="5509231" y="1229942"/>
                  </a:lnTo>
                  <a:lnTo>
                    <a:pt x="5581721" y="1236257"/>
                  </a:lnTo>
                  <a:lnTo>
                    <a:pt x="5654211" y="1242520"/>
                  </a:lnTo>
                  <a:lnTo>
                    <a:pt x="5726700" y="1248734"/>
                  </a:lnTo>
                  <a:lnTo>
                    <a:pt x="5726700" y="2540211"/>
                  </a:lnTo>
                  <a:lnTo>
                    <a:pt x="5654211" y="2511214"/>
                  </a:lnTo>
                  <a:lnTo>
                    <a:pt x="5581721" y="2482265"/>
                  </a:lnTo>
                  <a:lnTo>
                    <a:pt x="5509231" y="2453369"/>
                  </a:lnTo>
                  <a:lnTo>
                    <a:pt x="5436741" y="2424527"/>
                  </a:lnTo>
                  <a:lnTo>
                    <a:pt x="5364251" y="2395743"/>
                  </a:lnTo>
                  <a:lnTo>
                    <a:pt x="5291761" y="2367021"/>
                  </a:lnTo>
                  <a:lnTo>
                    <a:pt x="5219271" y="2338364"/>
                  </a:lnTo>
                  <a:lnTo>
                    <a:pt x="5146781" y="2309776"/>
                  </a:lnTo>
                  <a:lnTo>
                    <a:pt x="5074291" y="2281261"/>
                  </a:lnTo>
                  <a:lnTo>
                    <a:pt x="5001802" y="2252823"/>
                  </a:lnTo>
                  <a:lnTo>
                    <a:pt x="4929312" y="2224468"/>
                  </a:lnTo>
                  <a:lnTo>
                    <a:pt x="4856822" y="2196200"/>
                  </a:lnTo>
                  <a:lnTo>
                    <a:pt x="4784332" y="2168026"/>
                  </a:lnTo>
                  <a:lnTo>
                    <a:pt x="4711842" y="2139950"/>
                  </a:lnTo>
                  <a:lnTo>
                    <a:pt x="4639352" y="2111980"/>
                  </a:lnTo>
                  <a:lnTo>
                    <a:pt x="4566862" y="2084123"/>
                  </a:lnTo>
                  <a:lnTo>
                    <a:pt x="4494372" y="2056386"/>
                  </a:lnTo>
                  <a:lnTo>
                    <a:pt x="4421883" y="2028776"/>
                  </a:lnTo>
                  <a:lnTo>
                    <a:pt x="4349393" y="2001304"/>
                  </a:lnTo>
                  <a:lnTo>
                    <a:pt x="4276903" y="1973978"/>
                  </a:lnTo>
                  <a:lnTo>
                    <a:pt x="4204413" y="1946808"/>
                  </a:lnTo>
                  <a:lnTo>
                    <a:pt x="4131923" y="1919805"/>
                  </a:lnTo>
                  <a:lnTo>
                    <a:pt x="4059433" y="1892981"/>
                  </a:lnTo>
                  <a:lnTo>
                    <a:pt x="3986943" y="1866349"/>
                  </a:lnTo>
                  <a:lnTo>
                    <a:pt x="3914453" y="1839921"/>
                  </a:lnTo>
                  <a:lnTo>
                    <a:pt x="3841963" y="1813713"/>
                  </a:lnTo>
                  <a:lnTo>
                    <a:pt x="3769474" y="1787739"/>
                  </a:lnTo>
                  <a:lnTo>
                    <a:pt x="3696984" y="1762016"/>
                  </a:lnTo>
                  <a:lnTo>
                    <a:pt x="3624494" y="1736562"/>
                  </a:lnTo>
                  <a:lnTo>
                    <a:pt x="3552004" y="1711394"/>
                  </a:lnTo>
                  <a:lnTo>
                    <a:pt x="3479514" y="1686531"/>
                  </a:lnTo>
                  <a:lnTo>
                    <a:pt x="3407024" y="1661995"/>
                  </a:lnTo>
                  <a:lnTo>
                    <a:pt x="3334534" y="1637805"/>
                  </a:lnTo>
                  <a:lnTo>
                    <a:pt x="3262044" y="1613984"/>
                  </a:lnTo>
                  <a:lnTo>
                    <a:pt x="3189554" y="1590553"/>
                  </a:lnTo>
                  <a:lnTo>
                    <a:pt x="3117065" y="1567535"/>
                  </a:lnTo>
                  <a:lnTo>
                    <a:pt x="3044575" y="1544952"/>
                  </a:lnTo>
                  <a:lnTo>
                    <a:pt x="2972085" y="1522825"/>
                  </a:lnTo>
                  <a:lnTo>
                    <a:pt x="2899595" y="1501175"/>
                  </a:lnTo>
                  <a:lnTo>
                    <a:pt x="2827105" y="1480024"/>
                  </a:lnTo>
                  <a:lnTo>
                    <a:pt x="2754615" y="1459389"/>
                  </a:lnTo>
                  <a:lnTo>
                    <a:pt x="2682125" y="1439286"/>
                  </a:lnTo>
                  <a:lnTo>
                    <a:pt x="2609635" y="1419730"/>
                  </a:lnTo>
                  <a:lnTo>
                    <a:pt x="2537145" y="1400732"/>
                  </a:lnTo>
                  <a:lnTo>
                    <a:pt x="2464656" y="1382301"/>
                  </a:lnTo>
                  <a:lnTo>
                    <a:pt x="2392166" y="1364442"/>
                  </a:lnTo>
                  <a:lnTo>
                    <a:pt x="2319676" y="1347155"/>
                  </a:lnTo>
                  <a:lnTo>
                    <a:pt x="2247186" y="1330440"/>
                  </a:lnTo>
                  <a:lnTo>
                    <a:pt x="2174696" y="1314290"/>
                  </a:lnTo>
                  <a:lnTo>
                    <a:pt x="2102206" y="1298698"/>
                  </a:lnTo>
                  <a:lnTo>
                    <a:pt x="2029716" y="1283650"/>
                  </a:lnTo>
                  <a:lnTo>
                    <a:pt x="1957226" y="1269134"/>
                  </a:lnTo>
                  <a:lnTo>
                    <a:pt x="1884737" y="1255132"/>
                  </a:lnTo>
                  <a:lnTo>
                    <a:pt x="1812247" y="1241625"/>
                  </a:lnTo>
                  <a:lnTo>
                    <a:pt x="1739757" y="1228594"/>
                  </a:lnTo>
                  <a:lnTo>
                    <a:pt x="1667267" y="1216017"/>
                  </a:lnTo>
                  <a:lnTo>
                    <a:pt x="1594777" y="1203872"/>
                  </a:lnTo>
                  <a:lnTo>
                    <a:pt x="1522287" y="1192137"/>
                  </a:lnTo>
                  <a:lnTo>
                    <a:pt x="1449797" y="1180790"/>
                  </a:lnTo>
                  <a:lnTo>
                    <a:pt x="1377307" y="1169809"/>
                  </a:lnTo>
                  <a:lnTo>
                    <a:pt x="1304817" y="1159172"/>
                  </a:lnTo>
                  <a:lnTo>
                    <a:pt x="1232328" y="1148859"/>
                  </a:lnTo>
                  <a:lnTo>
                    <a:pt x="1159838" y="1138849"/>
                  </a:lnTo>
                  <a:lnTo>
                    <a:pt x="1087348" y="1129124"/>
                  </a:lnTo>
                  <a:lnTo>
                    <a:pt x="1014858" y="1119665"/>
                  </a:lnTo>
                  <a:lnTo>
                    <a:pt x="942368" y="1110455"/>
                  </a:lnTo>
                  <a:lnTo>
                    <a:pt x="869878" y="1101477"/>
                  </a:lnTo>
                  <a:lnTo>
                    <a:pt x="797388" y="1092718"/>
                  </a:lnTo>
                  <a:lnTo>
                    <a:pt x="724898" y="1084161"/>
                  </a:lnTo>
                  <a:lnTo>
                    <a:pt x="652408" y="1075795"/>
                  </a:lnTo>
                  <a:lnTo>
                    <a:pt x="579919" y="1067606"/>
                  </a:lnTo>
                  <a:lnTo>
                    <a:pt x="507429" y="1059583"/>
                  </a:lnTo>
                  <a:lnTo>
                    <a:pt x="434939" y="1051715"/>
                  </a:lnTo>
                  <a:lnTo>
                    <a:pt x="362449" y="1043992"/>
                  </a:lnTo>
                  <a:lnTo>
                    <a:pt x="289959" y="1036405"/>
                  </a:lnTo>
                  <a:lnTo>
                    <a:pt x="217469" y="1028945"/>
                  </a:lnTo>
                  <a:lnTo>
                    <a:pt x="144979" y="1021604"/>
                  </a:lnTo>
                  <a:lnTo>
                    <a:pt x="72489" y="1014375"/>
                  </a:lnTo>
                  <a:lnTo>
                    <a:pt x="0" y="100725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230880" y="2161090"/>
              <a:ext cx="5726700" cy="1248734"/>
            </a:xfrm>
            <a:custGeom>
              <a:avLst/>
              <a:gdLst/>
              <a:ahLst/>
              <a:cxnLst/>
              <a:rect l="0" t="0" r="0" b="0"/>
              <a:pathLst>
                <a:path w="5726700" h="1248734">
                  <a:moveTo>
                    <a:pt x="0" y="0"/>
                  </a:moveTo>
                  <a:lnTo>
                    <a:pt x="72489" y="28087"/>
                  </a:lnTo>
                  <a:lnTo>
                    <a:pt x="144979" y="56069"/>
                  </a:lnTo>
                  <a:lnTo>
                    <a:pt x="217469" y="83940"/>
                  </a:lnTo>
                  <a:lnTo>
                    <a:pt x="289959" y="111691"/>
                  </a:lnTo>
                  <a:lnTo>
                    <a:pt x="362449" y="139315"/>
                  </a:lnTo>
                  <a:lnTo>
                    <a:pt x="434939" y="166804"/>
                  </a:lnTo>
                  <a:lnTo>
                    <a:pt x="507429" y="194147"/>
                  </a:lnTo>
                  <a:lnTo>
                    <a:pt x="579919" y="221335"/>
                  </a:lnTo>
                  <a:lnTo>
                    <a:pt x="652408" y="248358"/>
                  </a:lnTo>
                  <a:lnTo>
                    <a:pt x="724898" y="275202"/>
                  </a:lnTo>
                  <a:lnTo>
                    <a:pt x="797388" y="301857"/>
                  </a:lnTo>
                  <a:lnTo>
                    <a:pt x="869878" y="328309"/>
                  </a:lnTo>
                  <a:lnTo>
                    <a:pt x="942368" y="354543"/>
                  </a:lnTo>
                  <a:lnTo>
                    <a:pt x="1014858" y="380544"/>
                  </a:lnTo>
                  <a:lnTo>
                    <a:pt x="1087348" y="406297"/>
                  </a:lnTo>
                  <a:lnTo>
                    <a:pt x="1159838" y="431783"/>
                  </a:lnTo>
                  <a:lnTo>
                    <a:pt x="1232328" y="456984"/>
                  </a:lnTo>
                  <a:lnTo>
                    <a:pt x="1304817" y="481882"/>
                  </a:lnTo>
                  <a:lnTo>
                    <a:pt x="1377307" y="506457"/>
                  </a:lnTo>
                  <a:lnTo>
                    <a:pt x="1449797" y="530687"/>
                  </a:lnTo>
                  <a:lnTo>
                    <a:pt x="1522287" y="554551"/>
                  </a:lnTo>
                  <a:lnTo>
                    <a:pt x="1594777" y="578028"/>
                  </a:lnTo>
                  <a:lnTo>
                    <a:pt x="1667267" y="601094"/>
                  </a:lnTo>
                  <a:lnTo>
                    <a:pt x="1739757" y="623728"/>
                  </a:lnTo>
                  <a:lnTo>
                    <a:pt x="1812247" y="645908"/>
                  </a:lnTo>
                  <a:lnTo>
                    <a:pt x="1884737" y="667613"/>
                  </a:lnTo>
                  <a:lnTo>
                    <a:pt x="1957226" y="688822"/>
                  </a:lnTo>
                  <a:lnTo>
                    <a:pt x="2029716" y="709517"/>
                  </a:lnTo>
                  <a:lnTo>
                    <a:pt x="2102206" y="729681"/>
                  </a:lnTo>
                  <a:lnTo>
                    <a:pt x="2174696" y="749300"/>
                  </a:lnTo>
                  <a:lnTo>
                    <a:pt x="2247186" y="768362"/>
                  </a:lnTo>
                  <a:lnTo>
                    <a:pt x="2319676" y="786858"/>
                  </a:lnTo>
                  <a:lnTo>
                    <a:pt x="2392166" y="804782"/>
                  </a:lnTo>
                  <a:lnTo>
                    <a:pt x="2464656" y="822134"/>
                  </a:lnTo>
                  <a:lnTo>
                    <a:pt x="2537145" y="838914"/>
                  </a:lnTo>
                  <a:lnTo>
                    <a:pt x="2609635" y="855128"/>
                  </a:lnTo>
                  <a:lnTo>
                    <a:pt x="2682125" y="870783"/>
                  </a:lnTo>
                  <a:lnTo>
                    <a:pt x="2754615" y="885892"/>
                  </a:lnTo>
                  <a:lnTo>
                    <a:pt x="2827105" y="900468"/>
                  </a:lnTo>
                  <a:lnTo>
                    <a:pt x="2899595" y="914528"/>
                  </a:lnTo>
                  <a:lnTo>
                    <a:pt x="2972085" y="928090"/>
                  </a:lnTo>
                  <a:lnTo>
                    <a:pt x="3044575" y="941174"/>
                  </a:lnTo>
                  <a:lnTo>
                    <a:pt x="3117065" y="953802"/>
                  </a:lnTo>
                  <a:lnTo>
                    <a:pt x="3189554" y="965995"/>
                  </a:lnTo>
                  <a:lnTo>
                    <a:pt x="3262044" y="977776"/>
                  </a:lnTo>
                  <a:lnTo>
                    <a:pt x="3334534" y="989166"/>
                  </a:lnTo>
                  <a:lnTo>
                    <a:pt x="3407024" y="1000188"/>
                  </a:lnTo>
                  <a:lnTo>
                    <a:pt x="3479514" y="1010863"/>
                  </a:lnTo>
                  <a:lnTo>
                    <a:pt x="3552004" y="1021212"/>
                  </a:lnTo>
                  <a:lnTo>
                    <a:pt x="3624494" y="1031255"/>
                  </a:lnTo>
                  <a:lnTo>
                    <a:pt x="3696984" y="1041012"/>
                  </a:lnTo>
                  <a:lnTo>
                    <a:pt x="3769474" y="1050500"/>
                  </a:lnTo>
                  <a:lnTo>
                    <a:pt x="3841963" y="1059738"/>
                  </a:lnTo>
                  <a:lnTo>
                    <a:pt x="3914453" y="1068741"/>
                  </a:lnTo>
                  <a:lnTo>
                    <a:pt x="3986943" y="1077524"/>
                  </a:lnTo>
                  <a:lnTo>
                    <a:pt x="4059433" y="1086103"/>
                  </a:lnTo>
                  <a:lnTo>
                    <a:pt x="4131923" y="1094491"/>
                  </a:lnTo>
                  <a:lnTo>
                    <a:pt x="4204413" y="1102699"/>
                  </a:lnTo>
                  <a:lnTo>
                    <a:pt x="4276903" y="1110741"/>
                  </a:lnTo>
                  <a:lnTo>
                    <a:pt x="4349393" y="1118626"/>
                  </a:lnTo>
                  <a:lnTo>
                    <a:pt x="4421883" y="1126365"/>
                  </a:lnTo>
                  <a:lnTo>
                    <a:pt x="4494372" y="1133967"/>
                  </a:lnTo>
                  <a:lnTo>
                    <a:pt x="4566862" y="1141441"/>
                  </a:lnTo>
                  <a:lnTo>
                    <a:pt x="4639352" y="1148795"/>
                  </a:lnTo>
                  <a:lnTo>
                    <a:pt x="4711842" y="1156036"/>
                  </a:lnTo>
                  <a:lnTo>
                    <a:pt x="4784332" y="1163172"/>
                  </a:lnTo>
                  <a:lnTo>
                    <a:pt x="4856822" y="1170209"/>
                  </a:lnTo>
                  <a:lnTo>
                    <a:pt x="4929312" y="1177152"/>
                  </a:lnTo>
                  <a:lnTo>
                    <a:pt x="5001802" y="1184008"/>
                  </a:lnTo>
                  <a:lnTo>
                    <a:pt x="5074291" y="1190782"/>
                  </a:lnTo>
                  <a:lnTo>
                    <a:pt x="5146781" y="1197478"/>
                  </a:lnTo>
                  <a:lnTo>
                    <a:pt x="5219271" y="1204101"/>
                  </a:lnTo>
                  <a:lnTo>
                    <a:pt x="5291761" y="1210656"/>
                  </a:lnTo>
                  <a:lnTo>
                    <a:pt x="5364251" y="1217145"/>
                  </a:lnTo>
                  <a:lnTo>
                    <a:pt x="5436741" y="1223573"/>
                  </a:lnTo>
                  <a:lnTo>
                    <a:pt x="5509231" y="1229942"/>
                  </a:lnTo>
                  <a:lnTo>
                    <a:pt x="5581721" y="1236257"/>
                  </a:lnTo>
                  <a:lnTo>
                    <a:pt x="5654211" y="1242520"/>
                  </a:lnTo>
                  <a:lnTo>
                    <a:pt x="5726700" y="124873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230880" y="3168342"/>
              <a:ext cx="5726700" cy="1532960"/>
            </a:xfrm>
            <a:custGeom>
              <a:avLst/>
              <a:gdLst/>
              <a:ahLst/>
              <a:cxnLst/>
              <a:rect l="0" t="0" r="0" b="0"/>
              <a:pathLst>
                <a:path w="5726700" h="1532960">
                  <a:moveTo>
                    <a:pt x="5726700" y="1532960"/>
                  </a:moveTo>
                  <a:lnTo>
                    <a:pt x="5654211" y="1503962"/>
                  </a:lnTo>
                  <a:lnTo>
                    <a:pt x="5581721" y="1475014"/>
                  </a:lnTo>
                  <a:lnTo>
                    <a:pt x="5509231" y="1446117"/>
                  </a:lnTo>
                  <a:lnTo>
                    <a:pt x="5436741" y="1417276"/>
                  </a:lnTo>
                  <a:lnTo>
                    <a:pt x="5364251" y="1388492"/>
                  </a:lnTo>
                  <a:lnTo>
                    <a:pt x="5291761" y="1359770"/>
                  </a:lnTo>
                  <a:lnTo>
                    <a:pt x="5219271" y="1331113"/>
                  </a:lnTo>
                  <a:lnTo>
                    <a:pt x="5146781" y="1302525"/>
                  </a:lnTo>
                  <a:lnTo>
                    <a:pt x="5074291" y="1274010"/>
                  </a:lnTo>
                  <a:lnTo>
                    <a:pt x="5001802" y="1245572"/>
                  </a:lnTo>
                  <a:lnTo>
                    <a:pt x="4929312" y="1217217"/>
                  </a:lnTo>
                  <a:lnTo>
                    <a:pt x="4856822" y="1188949"/>
                  </a:lnTo>
                  <a:lnTo>
                    <a:pt x="4784332" y="1160774"/>
                  </a:lnTo>
                  <a:lnTo>
                    <a:pt x="4711842" y="1132699"/>
                  </a:lnTo>
                  <a:lnTo>
                    <a:pt x="4639352" y="1104729"/>
                  </a:lnTo>
                  <a:lnTo>
                    <a:pt x="4566862" y="1076872"/>
                  </a:lnTo>
                  <a:lnTo>
                    <a:pt x="4494372" y="1049134"/>
                  </a:lnTo>
                  <a:lnTo>
                    <a:pt x="4421883" y="1021525"/>
                  </a:lnTo>
                  <a:lnTo>
                    <a:pt x="4349393" y="994052"/>
                  </a:lnTo>
                  <a:lnTo>
                    <a:pt x="4276903" y="966726"/>
                  </a:lnTo>
                  <a:lnTo>
                    <a:pt x="4204413" y="939556"/>
                  </a:lnTo>
                  <a:lnTo>
                    <a:pt x="4131923" y="912554"/>
                  </a:lnTo>
                  <a:lnTo>
                    <a:pt x="4059433" y="885730"/>
                  </a:lnTo>
                  <a:lnTo>
                    <a:pt x="3986943" y="859097"/>
                  </a:lnTo>
                  <a:lnTo>
                    <a:pt x="3914453" y="832670"/>
                  </a:lnTo>
                  <a:lnTo>
                    <a:pt x="3841963" y="806461"/>
                  </a:lnTo>
                  <a:lnTo>
                    <a:pt x="3769474" y="780488"/>
                  </a:lnTo>
                  <a:lnTo>
                    <a:pt x="3696984" y="754765"/>
                  </a:lnTo>
                  <a:lnTo>
                    <a:pt x="3624494" y="729310"/>
                  </a:lnTo>
                  <a:lnTo>
                    <a:pt x="3552004" y="704142"/>
                  </a:lnTo>
                  <a:lnTo>
                    <a:pt x="3479514" y="679280"/>
                  </a:lnTo>
                  <a:lnTo>
                    <a:pt x="3407024" y="654744"/>
                  </a:lnTo>
                  <a:lnTo>
                    <a:pt x="3334534" y="630554"/>
                  </a:lnTo>
                  <a:lnTo>
                    <a:pt x="3262044" y="606733"/>
                  </a:lnTo>
                  <a:lnTo>
                    <a:pt x="3189554" y="583302"/>
                  </a:lnTo>
                  <a:lnTo>
                    <a:pt x="3117065" y="560284"/>
                  </a:lnTo>
                  <a:lnTo>
                    <a:pt x="3044575" y="537700"/>
                  </a:lnTo>
                  <a:lnTo>
                    <a:pt x="2972085" y="515573"/>
                  </a:lnTo>
                  <a:lnTo>
                    <a:pt x="2899595" y="493924"/>
                  </a:lnTo>
                  <a:lnTo>
                    <a:pt x="2827105" y="472773"/>
                  </a:lnTo>
                  <a:lnTo>
                    <a:pt x="2754615" y="452137"/>
                  </a:lnTo>
                  <a:lnTo>
                    <a:pt x="2682125" y="432035"/>
                  </a:lnTo>
                  <a:lnTo>
                    <a:pt x="2609635" y="412479"/>
                  </a:lnTo>
                  <a:lnTo>
                    <a:pt x="2537145" y="393481"/>
                  </a:lnTo>
                  <a:lnTo>
                    <a:pt x="2464656" y="375050"/>
                  </a:lnTo>
                  <a:lnTo>
                    <a:pt x="2392166" y="357190"/>
                  </a:lnTo>
                  <a:lnTo>
                    <a:pt x="2319676" y="339904"/>
                  </a:lnTo>
                  <a:lnTo>
                    <a:pt x="2247186" y="323188"/>
                  </a:lnTo>
                  <a:lnTo>
                    <a:pt x="2174696" y="307039"/>
                  </a:lnTo>
                  <a:lnTo>
                    <a:pt x="2102206" y="291446"/>
                  </a:lnTo>
                  <a:lnTo>
                    <a:pt x="2029716" y="276399"/>
                  </a:lnTo>
                  <a:lnTo>
                    <a:pt x="1957226" y="261883"/>
                  </a:lnTo>
                  <a:lnTo>
                    <a:pt x="1884737" y="247881"/>
                  </a:lnTo>
                  <a:lnTo>
                    <a:pt x="1812247" y="234374"/>
                  </a:lnTo>
                  <a:lnTo>
                    <a:pt x="1739757" y="221343"/>
                  </a:lnTo>
                  <a:lnTo>
                    <a:pt x="1667267" y="208765"/>
                  </a:lnTo>
                  <a:lnTo>
                    <a:pt x="1594777" y="196620"/>
                  </a:lnTo>
                  <a:lnTo>
                    <a:pt x="1522287" y="184886"/>
                  </a:lnTo>
                  <a:lnTo>
                    <a:pt x="1449797" y="173538"/>
                  </a:lnTo>
                  <a:lnTo>
                    <a:pt x="1377307" y="162557"/>
                  </a:lnTo>
                  <a:lnTo>
                    <a:pt x="1304817" y="151920"/>
                  </a:lnTo>
                  <a:lnTo>
                    <a:pt x="1232328" y="141607"/>
                  </a:lnTo>
                  <a:lnTo>
                    <a:pt x="1159838" y="131597"/>
                  </a:lnTo>
                  <a:lnTo>
                    <a:pt x="1087348" y="121872"/>
                  </a:lnTo>
                  <a:lnTo>
                    <a:pt x="1014858" y="112413"/>
                  </a:lnTo>
                  <a:lnTo>
                    <a:pt x="942368" y="103203"/>
                  </a:lnTo>
                  <a:lnTo>
                    <a:pt x="869878" y="94226"/>
                  </a:lnTo>
                  <a:lnTo>
                    <a:pt x="797388" y="85466"/>
                  </a:lnTo>
                  <a:lnTo>
                    <a:pt x="724898" y="76910"/>
                  </a:lnTo>
                  <a:lnTo>
                    <a:pt x="652408" y="68543"/>
                  </a:lnTo>
                  <a:lnTo>
                    <a:pt x="579919" y="60354"/>
                  </a:lnTo>
                  <a:lnTo>
                    <a:pt x="507429" y="52331"/>
                  </a:lnTo>
                  <a:lnTo>
                    <a:pt x="434939" y="44463"/>
                  </a:lnTo>
                  <a:lnTo>
                    <a:pt x="362449" y="36740"/>
                  </a:lnTo>
                  <a:lnTo>
                    <a:pt x="289959" y="29153"/>
                  </a:lnTo>
                  <a:lnTo>
                    <a:pt x="217469" y="21693"/>
                  </a:lnTo>
                  <a:lnTo>
                    <a:pt x="144979" y="14353"/>
                  </a:lnTo>
                  <a:lnTo>
                    <a:pt x="72489" y="71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230880" y="2664716"/>
              <a:ext cx="5726700" cy="1390847"/>
            </a:xfrm>
            <a:custGeom>
              <a:avLst/>
              <a:gdLst/>
              <a:ahLst/>
              <a:cxnLst/>
              <a:rect l="0" t="0" r="0" b="0"/>
              <a:pathLst>
                <a:path w="5726700" h="1390847">
                  <a:moveTo>
                    <a:pt x="0" y="0"/>
                  </a:moveTo>
                  <a:lnTo>
                    <a:pt x="72489" y="17605"/>
                  </a:lnTo>
                  <a:lnTo>
                    <a:pt x="144979" y="35211"/>
                  </a:lnTo>
                  <a:lnTo>
                    <a:pt x="217469" y="52816"/>
                  </a:lnTo>
                  <a:lnTo>
                    <a:pt x="289959" y="70422"/>
                  </a:lnTo>
                  <a:lnTo>
                    <a:pt x="362449" y="88028"/>
                  </a:lnTo>
                  <a:lnTo>
                    <a:pt x="434939" y="105633"/>
                  </a:lnTo>
                  <a:lnTo>
                    <a:pt x="507429" y="123239"/>
                  </a:lnTo>
                  <a:lnTo>
                    <a:pt x="579919" y="140845"/>
                  </a:lnTo>
                  <a:lnTo>
                    <a:pt x="652408" y="158450"/>
                  </a:lnTo>
                  <a:lnTo>
                    <a:pt x="724898" y="176056"/>
                  </a:lnTo>
                  <a:lnTo>
                    <a:pt x="797388" y="193662"/>
                  </a:lnTo>
                  <a:lnTo>
                    <a:pt x="869878" y="211267"/>
                  </a:lnTo>
                  <a:lnTo>
                    <a:pt x="942368" y="228873"/>
                  </a:lnTo>
                  <a:lnTo>
                    <a:pt x="1014858" y="246479"/>
                  </a:lnTo>
                  <a:lnTo>
                    <a:pt x="1087348" y="264084"/>
                  </a:lnTo>
                  <a:lnTo>
                    <a:pt x="1159838" y="281690"/>
                  </a:lnTo>
                  <a:lnTo>
                    <a:pt x="1232328" y="299296"/>
                  </a:lnTo>
                  <a:lnTo>
                    <a:pt x="1304817" y="316901"/>
                  </a:lnTo>
                  <a:lnTo>
                    <a:pt x="1377307" y="334507"/>
                  </a:lnTo>
                  <a:lnTo>
                    <a:pt x="1449797" y="352113"/>
                  </a:lnTo>
                  <a:lnTo>
                    <a:pt x="1522287" y="369718"/>
                  </a:lnTo>
                  <a:lnTo>
                    <a:pt x="1594777" y="387324"/>
                  </a:lnTo>
                  <a:lnTo>
                    <a:pt x="1667267" y="404930"/>
                  </a:lnTo>
                  <a:lnTo>
                    <a:pt x="1739757" y="422535"/>
                  </a:lnTo>
                  <a:lnTo>
                    <a:pt x="1812247" y="440141"/>
                  </a:lnTo>
                  <a:lnTo>
                    <a:pt x="1884737" y="457747"/>
                  </a:lnTo>
                  <a:lnTo>
                    <a:pt x="1957226" y="475352"/>
                  </a:lnTo>
                  <a:lnTo>
                    <a:pt x="2029716" y="492958"/>
                  </a:lnTo>
                  <a:lnTo>
                    <a:pt x="2102206" y="510564"/>
                  </a:lnTo>
                  <a:lnTo>
                    <a:pt x="2174696" y="528169"/>
                  </a:lnTo>
                  <a:lnTo>
                    <a:pt x="2247186" y="545775"/>
                  </a:lnTo>
                  <a:lnTo>
                    <a:pt x="2319676" y="563381"/>
                  </a:lnTo>
                  <a:lnTo>
                    <a:pt x="2392166" y="580986"/>
                  </a:lnTo>
                  <a:lnTo>
                    <a:pt x="2464656" y="598592"/>
                  </a:lnTo>
                  <a:lnTo>
                    <a:pt x="2537145" y="616198"/>
                  </a:lnTo>
                  <a:lnTo>
                    <a:pt x="2609635" y="633803"/>
                  </a:lnTo>
                  <a:lnTo>
                    <a:pt x="2682125" y="651409"/>
                  </a:lnTo>
                  <a:lnTo>
                    <a:pt x="2754615" y="669015"/>
                  </a:lnTo>
                  <a:lnTo>
                    <a:pt x="2827105" y="686620"/>
                  </a:lnTo>
                  <a:lnTo>
                    <a:pt x="2899595" y="704226"/>
                  </a:lnTo>
                  <a:lnTo>
                    <a:pt x="2972085" y="721832"/>
                  </a:lnTo>
                  <a:lnTo>
                    <a:pt x="3044575" y="739437"/>
                  </a:lnTo>
                  <a:lnTo>
                    <a:pt x="3117065" y="757043"/>
                  </a:lnTo>
                  <a:lnTo>
                    <a:pt x="3189554" y="774649"/>
                  </a:lnTo>
                  <a:lnTo>
                    <a:pt x="3262044" y="792254"/>
                  </a:lnTo>
                  <a:lnTo>
                    <a:pt x="3334534" y="809860"/>
                  </a:lnTo>
                  <a:lnTo>
                    <a:pt x="3407024" y="827466"/>
                  </a:lnTo>
                  <a:lnTo>
                    <a:pt x="3479514" y="845071"/>
                  </a:lnTo>
                  <a:lnTo>
                    <a:pt x="3552004" y="862677"/>
                  </a:lnTo>
                  <a:lnTo>
                    <a:pt x="3624494" y="880283"/>
                  </a:lnTo>
                  <a:lnTo>
                    <a:pt x="3696984" y="897888"/>
                  </a:lnTo>
                  <a:lnTo>
                    <a:pt x="3769474" y="915494"/>
                  </a:lnTo>
                  <a:lnTo>
                    <a:pt x="3841963" y="933100"/>
                  </a:lnTo>
                  <a:lnTo>
                    <a:pt x="3914453" y="950705"/>
                  </a:lnTo>
                  <a:lnTo>
                    <a:pt x="3986943" y="968311"/>
                  </a:lnTo>
                  <a:lnTo>
                    <a:pt x="4059433" y="985917"/>
                  </a:lnTo>
                  <a:lnTo>
                    <a:pt x="4131923" y="1003522"/>
                  </a:lnTo>
                  <a:lnTo>
                    <a:pt x="4204413" y="1021128"/>
                  </a:lnTo>
                  <a:lnTo>
                    <a:pt x="4276903" y="1038734"/>
                  </a:lnTo>
                  <a:lnTo>
                    <a:pt x="4349393" y="1056339"/>
                  </a:lnTo>
                  <a:lnTo>
                    <a:pt x="4421883" y="1073945"/>
                  </a:lnTo>
                  <a:lnTo>
                    <a:pt x="4494372" y="1091551"/>
                  </a:lnTo>
                  <a:lnTo>
                    <a:pt x="4566862" y="1109156"/>
                  </a:lnTo>
                  <a:lnTo>
                    <a:pt x="4639352" y="1126762"/>
                  </a:lnTo>
                  <a:lnTo>
                    <a:pt x="4711842" y="1144368"/>
                  </a:lnTo>
                  <a:lnTo>
                    <a:pt x="4784332" y="1161973"/>
                  </a:lnTo>
                  <a:lnTo>
                    <a:pt x="4856822" y="1179579"/>
                  </a:lnTo>
                  <a:lnTo>
                    <a:pt x="4929312" y="1197184"/>
                  </a:lnTo>
                  <a:lnTo>
                    <a:pt x="5001802" y="1214790"/>
                  </a:lnTo>
                  <a:lnTo>
                    <a:pt x="5074291" y="1232396"/>
                  </a:lnTo>
                  <a:lnTo>
                    <a:pt x="5146781" y="1250001"/>
                  </a:lnTo>
                  <a:lnTo>
                    <a:pt x="5219271" y="1267607"/>
                  </a:lnTo>
                  <a:lnTo>
                    <a:pt x="5291761" y="1285213"/>
                  </a:lnTo>
                  <a:lnTo>
                    <a:pt x="5364251" y="1302818"/>
                  </a:lnTo>
                  <a:lnTo>
                    <a:pt x="5436741" y="1320424"/>
                  </a:lnTo>
                  <a:lnTo>
                    <a:pt x="5509231" y="1338030"/>
                  </a:lnTo>
                  <a:lnTo>
                    <a:pt x="5581721" y="1355635"/>
                  </a:lnTo>
                  <a:lnTo>
                    <a:pt x="5654211" y="1373241"/>
                  </a:lnTo>
                  <a:lnTo>
                    <a:pt x="5726700" y="1390847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3509891" y="3760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3509891" y="37533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3509891" y="388494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169635" y="370403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169635" y="397163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169635" y="34552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4386356" y="468288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4386356" y="441636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4386356" y="448420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6015249" y="44389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6015249" y="452943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6015249" y="411956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822878" y="41054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822878" y="422253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1822878" y="418669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206292" y="410856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1206292" y="414076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206292" y="458001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621132" y="53774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621132" y="468018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4097287" y="455769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4097287" y="419022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1228338" y="3947543"/>
              <a:ext cx="4845613" cy="868791"/>
            </a:xfrm>
            <a:custGeom>
              <a:avLst/>
              <a:gdLst/>
              <a:ahLst/>
              <a:cxnLst/>
              <a:rect l="0" t="0" r="0" b="0"/>
              <a:pathLst>
                <a:path w="4845613" h="868791">
                  <a:moveTo>
                    <a:pt x="0" y="0"/>
                  </a:moveTo>
                  <a:lnTo>
                    <a:pt x="61336" y="7537"/>
                  </a:lnTo>
                  <a:lnTo>
                    <a:pt x="122673" y="14993"/>
                  </a:lnTo>
                  <a:lnTo>
                    <a:pt x="184010" y="22360"/>
                  </a:lnTo>
                  <a:lnTo>
                    <a:pt x="245347" y="29636"/>
                  </a:lnTo>
                  <a:lnTo>
                    <a:pt x="306684" y="36814"/>
                  </a:lnTo>
                  <a:lnTo>
                    <a:pt x="368021" y="43890"/>
                  </a:lnTo>
                  <a:lnTo>
                    <a:pt x="429358" y="50857"/>
                  </a:lnTo>
                  <a:lnTo>
                    <a:pt x="490695" y="57710"/>
                  </a:lnTo>
                  <a:lnTo>
                    <a:pt x="552031" y="64442"/>
                  </a:lnTo>
                  <a:lnTo>
                    <a:pt x="613368" y="71048"/>
                  </a:lnTo>
                  <a:lnTo>
                    <a:pt x="674705" y="77520"/>
                  </a:lnTo>
                  <a:lnTo>
                    <a:pt x="736042" y="83852"/>
                  </a:lnTo>
                  <a:lnTo>
                    <a:pt x="797379" y="90036"/>
                  </a:lnTo>
                  <a:lnTo>
                    <a:pt x="858716" y="96066"/>
                  </a:lnTo>
                  <a:lnTo>
                    <a:pt x="920053" y="101933"/>
                  </a:lnTo>
                  <a:lnTo>
                    <a:pt x="981390" y="107630"/>
                  </a:lnTo>
                  <a:lnTo>
                    <a:pt x="1042726" y="113150"/>
                  </a:lnTo>
                  <a:lnTo>
                    <a:pt x="1104063" y="118485"/>
                  </a:lnTo>
                  <a:lnTo>
                    <a:pt x="1165400" y="123628"/>
                  </a:lnTo>
                  <a:lnTo>
                    <a:pt x="1226737" y="128571"/>
                  </a:lnTo>
                  <a:lnTo>
                    <a:pt x="1288074" y="133307"/>
                  </a:lnTo>
                  <a:lnTo>
                    <a:pt x="1349411" y="137829"/>
                  </a:lnTo>
                  <a:lnTo>
                    <a:pt x="1410748" y="142132"/>
                  </a:lnTo>
                  <a:lnTo>
                    <a:pt x="1472085" y="146209"/>
                  </a:lnTo>
                  <a:lnTo>
                    <a:pt x="1533422" y="150055"/>
                  </a:lnTo>
                  <a:lnTo>
                    <a:pt x="1594758" y="153665"/>
                  </a:lnTo>
                  <a:lnTo>
                    <a:pt x="1656095" y="157037"/>
                  </a:lnTo>
                  <a:lnTo>
                    <a:pt x="1717432" y="160166"/>
                  </a:lnTo>
                  <a:lnTo>
                    <a:pt x="1778769" y="163051"/>
                  </a:lnTo>
                  <a:lnTo>
                    <a:pt x="1840106" y="165691"/>
                  </a:lnTo>
                  <a:lnTo>
                    <a:pt x="1901443" y="168085"/>
                  </a:lnTo>
                  <a:lnTo>
                    <a:pt x="1962780" y="170235"/>
                  </a:lnTo>
                  <a:lnTo>
                    <a:pt x="2024117" y="172142"/>
                  </a:lnTo>
                  <a:lnTo>
                    <a:pt x="2085453" y="173809"/>
                  </a:lnTo>
                  <a:lnTo>
                    <a:pt x="2146790" y="175239"/>
                  </a:lnTo>
                  <a:lnTo>
                    <a:pt x="2208127" y="176436"/>
                  </a:lnTo>
                  <a:lnTo>
                    <a:pt x="2269464" y="177406"/>
                  </a:lnTo>
                  <a:lnTo>
                    <a:pt x="2330801" y="178154"/>
                  </a:lnTo>
                  <a:lnTo>
                    <a:pt x="2392138" y="178686"/>
                  </a:lnTo>
                  <a:lnTo>
                    <a:pt x="2453475" y="179009"/>
                  </a:lnTo>
                  <a:lnTo>
                    <a:pt x="2514812" y="179129"/>
                  </a:lnTo>
                  <a:lnTo>
                    <a:pt x="2576149" y="179055"/>
                  </a:lnTo>
                  <a:lnTo>
                    <a:pt x="2637485" y="178794"/>
                  </a:lnTo>
                  <a:lnTo>
                    <a:pt x="2698822" y="178352"/>
                  </a:lnTo>
                  <a:lnTo>
                    <a:pt x="2760159" y="177738"/>
                  </a:lnTo>
                  <a:lnTo>
                    <a:pt x="2821496" y="176960"/>
                  </a:lnTo>
                  <a:lnTo>
                    <a:pt x="2882833" y="176024"/>
                  </a:lnTo>
                  <a:lnTo>
                    <a:pt x="2944170" y="174938"/>
                  </a:lnTo>
                  <a:lnTo>
                    <a:pt x="3005507" y="173709"/>
                  </a:lnTo>
                  <a:lnTo>
                    <a:pt x="3066844" y="172344"/>
                  </a:lnTo>
                  <a:lnTo>
                    <a:pt x="3128180" y="170850"/>
                  </a:lnTo>
                  <a:lnTo>
                    <a:pt x="3189517" y="169234"/>
                  </a:lnTo>
                  <a:lnTo>
                    <a:pt x="3250854" y="167501"/>
                  </a:lnTo>
                  <a:lnTo>
                    <a:pt x="3312191" y="165659"/>
                  </a:lnTo>
                  <a:lnTo>
                    <a:pt x="3373528" y="163711"/>
                  </a:lnTo>
                  <a:lnTo>
                    <a:pt x="3434865" y="161665"/>
                  </a:lnTo>
                  <a:lnTo>
                    <a:pt x="3496202" y="159524"/>
                  </a:lnTo>
                  <a:lnTo>
                    <a:pt x="3557539" y="157295"/>
                  </a:lnTo>
                  <a:lnTo>
                    <a:pt x="3618876" y="154981"/>
                  </a:lnTo>
                  <a:lnTo>
                    <a:pt x="3680212" y="152587"/>
                  </a:lnTo>
                  <a:lnTo>
                    <a:pt x="3741549" y="150118"/>
                  </a:lnTo>
                  <a:lnTo>
                    <a:pt x="3802886" y="147577"/>
                  </a:lnTo>
                  <a:lnTo>
                    <a:pt x="3864223" y="144968"/>
                  </a:lnTo>
                  <a:lnTo>
                    <a:pt x="3925560" y="142294"/>
                  </a:lnTo>
                  <a:lnTo>
                    <a:pt x="3986897" y="139560"/>
                  </a:lnTo>
                  <a:lnTo>
                    <a:pt x="4048234" y="136767"/>
                  </a:lnTo>
                  <a:lnTo>
                    <a:pt x="4109571" y="133919"/>
                  </a:lnTo>
                  <a:lnTo>
                    <a:pt x="4170907" y="131019"/>
                  </a:lnTo>
                  <a:lnTo>
                    <a:pt x="4232244" y="128070"/>
                  </a:lnTo>
                  <a:lnTo>
                    <a:pt x="4293581" y="125073"/>
                  </a:lnTo>
                  <a:lnTo>
                    <a:pt x="4354918" y="122031"/>
                  </a:lnTo>
                  <a:lnTo>
                    <a:pt x="4416255" y="118947"/>
                  </a:lnTo>
                  <a:lnTo>
                    <a:pt x="4477592" y="115822"/>
                  </a:lnTo>
                  <a:lnTo>
                    <a:pt x="4538929" y="112659"/>
                  </a:lnTo>
                  <a:lnTo>
                    <a:pt x="4600266" y="109458"/>
                  </a:lnTo>
                  <a:lnTo>
                    <a:pt x="4661603" y="106223"/>
                  </a:lnTo>
                  <a:lnTo>
                    <a:pt x="4722939" y="102954"/>
                  </a:lnTo>
                  <a:lnTo>
                    <a:pt x="4784276" y="99654"/>
                  </a:lnTo>
                  <a:lnTo>
                    <a:pt x="4845613" y="96323"/>
                  </a:lnTo>
                  <a:lnTo>
                    <a:pt x="4845613" y="868791"/>
                  </a:lnTo>
                  <a:lnTo>
                    <a:pt x="4784276" y="860263"/>
                  </a:lnTo>
                  <a:lnTo>
                    <a:pt x="4722939" y="851766"/>
                  </a:lnTo>
                  <a:lnTo>
                    <a:pt x="4661603" y="843300"/>
                  </a:lnTo>
                  <a:lnTo>
                    <a:pt x="4600266" y="834869"/>
                  </a:lnTo>
                  <a:lnTo>
                    <a:pt x="4538929" y="826472"/>
                  </a:lnTo>
                  <a:lnTo>
                    <a:pt x="4477592" y="818111"/>
                  </a:lnTo>
                  <a:lnTo>
                    <a:pt x="4416255" y="809790"/>
                  </a:lnTo>
                  <a:lnTo>
                    <a:pt x="4354918" y="801509"/>
                  </a:lnTo>
                  <a:lnTo>
                    <a:pt x="4293581" y="793271"/>
                  </a:lnTo>
                  <a:lnTo>
                    <a:pt x="4232244" y="785077"/>
                  </a:lnTo>
                  <a:lnTo>
                    <a:pt x="4170907" y="776931"/>
                  </a:lnTo>
                  <a:lnTo>
                    <a:pt x="4109571" y="768834"/>
                  </a:lnTo>
                  <a:lnTo>
                    <a:pt x="4048234" y="760790"/>
                  </a:lnTo>
                  <a:lnTo>
                    <a:pt x="3986897" y="752800"/>
                  </a:lnTo>
                  <a:lnTo>
                    <a:pt x="3925560" y="744869"/>
                  </a:lnTo>
                  <a:lnTo>
                    <a:pt x="3864223" y="736999"/>
                  </a:lnTo>
                  <a:lnTo>
                    <a:pt x="3802886" y="729193"/>
                  </a:lnTo>
                  <a:lnTo>
                    <a:pt x="3741549" y="721455"/>
                  </a:lnTo>
                  <a:lnTo>
                    <a:pt x="3680212" y="713789"/>
                  </a:lnTo>
                  <a:lnTo>
                    <a:pt x="3618876" y="706199"/>
                  </a:lnTo>
                  <a:lnTo>
                    <a:pt x="3557539" y="698689"/>
                  </a:lnTo>
                  <a:lnTo>
                    <a:pt x="3496202" y="691263"/>
                  </a:lnTo>
                  <a:lnTo>
                    <a:pt x="3434865" y="683925"/>
                  </a:lnTo>
                  <a:lnTo>
                    <a:pt x="3373528" y="676682"/>
                  </a:lnTo>
                  <a:lnTo>
                    <a:pt x="3312191" y="669538"/>
                  </a:lnTo>
                  <a:lnTo>
                    <a:pt x="3250854" y="662498"/>
                  </a:lnTo>
                  <a:lnTo>
                    <a:pt x="3189517" y="655569"/>
                  </a:lnTo>
                  <a:lnTo>
                    <a:pt x="3128180" y="648756"/>
                  </a:lnTo>
                  <a:lnTo>
                    <a:pt x="3066844" y="642066"/>
                  </a:lnTo>
                  <a:lnTo>
                    <a:pt x="3005507" y="635504"/>
                  </a:lnTo>
                  <a:lnTo>
                    <a:pt x="2944170" y="629079"/>
                  </a:lnTo>
                  <a:lnTo>
                    <a:pt x="2882833" y="622796"/>
                  </a:lnTo>
                  <a:lnTo>
                    <a:pt x="2821496" y="616663"/>
                  </a:lnTo>
                  <a:lnTo>
                    <a:pt x="2760159" y="610688"/>
                  </a:lnTo>
                  <a:lnTo>
                    <a:pt x="2698822" y="604877"/>
                  </a:lnTo>
                  <a:lnTo>
                    <a:pt x="2637485" y="599239"/>
                  </a:lnTo>
                  <a:lnTo>
                    <a:pt x="2576149" y="593781"/>
                  </a:lnTo>
                  <a:lnTo>
                    <a:pt x="2514812" y="588510"/>
                  </a:lnTo>
                  <a:lnTo>
                    <a:pt x="2453475" y="583434"/>
                  </a:lnTo>
                  <a:lnTo>
                    <a:pt x="2392138" y="578561"/>
                  </a:lnTo>
                  <a:lnTo>
                    <a:pt x="2330801" y="573896"/>
                  </a:lnTo>
                  <a:lnTo>
                    <a:pt x="2269464" y="569447"/>
                  </a:lnTo>
                  <a:lnTo>
                    <a:pt x="2208127" y="565220"/>
                  </a:lnTo>
                  <a:lnTo>
                    <a:pt x="2146790" y="561221"/>
                  </a:lnTo>
                  <a:lnTo>
                    <a:pt x="2085453" y="557454"/>
                  </a:lnTo>
                  <a:lnTo>
                    <a:pt x="2024117" y="553924"/>
                  </a:lnTo>
                  <a:lnTo>
                    <a:pt x="1962780" y="550634"/>
                  </a:lnTo>
                  <a:lnTo>
                    <a:pt x="1901443" y="547588"/>
                  </a:lnTo>
                  <a:lnTo>
                    <a:pt x="1840106" y="544785"/>
                  </a:lnTo>
                  <a:lnTo>
                    <a:pt x="1778769" y="542228"/>
                  </a:lnTo>
                  <a:lnTo>
                    <a:pt x="1717432" y="539917"/>
                  </a:lnTo>
                  <a:lnTo>
                    <a:pt x="1656095" y="537849"/>
                  </a:lnTo>
                  <a:lnTo>
                    <a:pt x="1594758" y="536024"/>
                  </a:lnTo>
                  <a:lnTo>
                    <a:pt x="1533422" y="534438"/>
                  </a:lnTo>
                  <a:lnTo>
                    <a:pt x="1472085" y="533087"/>
                  </a:lnTo>
                  <a:lnTo>
                    <a:pt x="1410748" y="531967"/>
                  </a:lnTo>
                  <a:lnTo>
                    <a:pt x="1349411" y="531073"/>
                  </a:lnTo>
                  <a:lnTo>
                    <a:pt x="1288074" y="530399"/>
                  </a:lnTo>
                  <a:lnTo>
                    <a:pt x="1226737" y="529938"/>
                  </a:lnTo>
                  <a:lnTo>
                    <a:pt x="1165400" y="529685"/>
                  </a:lnTo>
                  <a:lnTo>
                    <a:pt x="1104063" y="529630"/>
                  </a:lnTo>
                  <a:lnTo>
                    <a:pt x="1042726" y="529769"/>
                  </a:lnTo>
                  <a:lnTo>
                    <a:pt x="981390" y="530092"/>
                  </a:lnTo>
                  <a:lnTo>
                    <a:pt x="920053" y="530593"/>
                  </a:lnTo>
                  <a:lnTo>
                    <a:pt x="858716" y="531263"/>
                  </a:lnTo>
                  <a:lnTo>
                    <a:pt x="797379" y="532096"/>
                  </a:lnTo>
                  <a:lnTo>
                    <a:pt x="736042" y="533084"/>
                  </a:lnTo>
                  <a:lnTo>
                    <a:pt x="674705" y="534219"/>
                  </a:lnTo>
                  <a:lnTo>
                    <a:pt x="613368" y="535494"/>
                  </a:lnTo>
                  <a:lnTo>
                    <a:pt x="552031" y="536903"/>
                  </a:lnTo>
                  <a:lnTo>
                    <a:pt x="490695" y="538439"/>
                  </a:lnTo>
                  <a:lnTo>
                    <a:pt x="429358" y="540095"/>
                  </a:lnTo>
                  <a:lnTo>
                    <a:pt x="368021" y="541866"/>
                  </a:lnTo>
                  <a:lnTo>
                    <a:pt x="306684" y="543745"/>
                  </a:lnTo>
                  <a:lnTo>
                    <a:pt x="245347" y="545726"/>
                  </a:lnTo>
                  <a:lnTo>
                    <a:pt x="184010" y="547805"/>
                  </a:lnTo>
                  <a:lnTo>
                    <a:pt x="122673" y="549976"/>
                  </a:lnTo>
                  <a:lnTo>
                    <a:pt x="61336" y="552235"/>
                  </a:lnTo>
                  <a:lnTo>
                    <a:pt x="0" y="55457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228338" y="3947543"/>
              <a:ext cx="4845613" cy="179129"/>
            </a:xfrm>
            <a:custGeom>
              <a:avLst/>
              <a:gdLst/>
              <a:ahLst/>
              <a:cxnLst/>
              <a:rect l="0" t="0" r="0" b="0"/>
              <a:pathLst>
                <a:path w="4845613" h="179129">
                  <a:moveTo>
                    <a:pt x="0" y="0"/>
                  </a:moveTo>
                  <a:lnTo>
                    <a:pt x="61336" y="7537"/>
                  </a:lnTo>
                  <a:lnTo>
                    <a:pt x="122673" y="14993"/>
                  </a:lnTo>
                  <a:lnTo>
                    <a:pt x="184010" y="22360"/>
                  </a:lnTo>
                  <a:lnTo>
                    <a:pt x="245347" y="29636"/>
                  </a:lnTo>
                  <a:lnTo>
                    <a:pt x="306684" y="36814"/>
                  </a:lnTo>
                  <a:lnTo>
                    <a:pt x="368021" y="43890"/>
                  </a:lnTo>
                  <a:lnTo>
                    <a:pt x="429358" y="50857"/>
                  </a:lnTo>
                  <a:lnTo>
                    <a:pt x="490695" y="57710"/>
                  </a:lnTo>
                  <a:lnTo>
                    <a:pt x="552031" y="64442"/>
                  </a:lnTo>
                  <a:lnTo>
                    <a:pt x="613368" y="71048"/>
                  </a:lnTo>
                  <a:lnTo>
                    <a:pt x="674705" y="77520"/>
                  </a:lnTo>
                  <a:lnTo>
                    <a:pt x="736042" y="83852"/>
                  </a:lnTo>
                  <a:lnTo>
                    <a:pt x="797379" y="90036"/>
                  </a:lnTo>
                  <a:lnTo>
                    <a:pt x="858716" y="96066"/>
                  </a:lnTo>
                  <a:lnTo>
                    <a:pt x="920053" y="101933"/>
                  </a:lnTo>
                  <a:lnTo>
                    <a:pt x="981390" y="107630"/>
                  </a:lnTo>
                  <a:lnTo>
                    <a:pt x="1042726" y="113150"/>
                  </a:lnTo>
                  <a:lnTo>
                    <a:pt x="1104063" y="118485"/>
                  </a:lnTo>
                  <a:lnTo>
                    <a:pt x="1165400" y="123628"/>
                  </a:lnTo>
                  <a:lnTo>
                    <a:pt x="1226737" y="128571"/>
                  </a:lnTo>
                  <a:lnTo>
                    <a:pt x="1288074" y="133307"/>
                  </a:lnTo>
                  <a:lnTo>
                    <a:pt x="1349411" y="137829"/>
                  </a:lnTo>
                  <a:lnTo>
                    <a:pt x="1410748" y="142132"/>
                  </a:lnTo>
                  <a:lnTo>
                    <a:pt x="1472085" y="146209"/>
                  </a:lnTo>
                  <a:lnTo>
                    <a:pt x="1533422" y="150055"/>
                  </a:lnTo>
                  <a:lnTo>
                    <a:pt x="1594758" y="153665"/>
                  </a:lnTo>
                  <a:lnTo>
                    <a:pt x="1656095" y="157037"/>
                  </a:lnTo>
                  <a:lnTo>
                    <a:pt x="1717432" y="160166"/>
                  </a:lnTo>
                  <a:lnTo>
                    <a:pt x="1778769" y="163051"/>
                  </a:lnTo>
                  <a:lnTo>
                    <a:pt x="1840106" y="165691"/>
                  </a:lnTo>
                  <a:lnTo>
                    <a:pt x="1901443" y="168085"/>
                  </a:lnTo>
                  <a:lnTo>
                    <a:pt x="1962780" y="170235"/>
                  </a:lnTo>
                  <a:lnTo>
                    <a:pt x="2024117" y="172142"/>
                  </a:lnTo>
                  <a:lnTo>
                    <a:pt x="2085453" y="173809"/>
                  </a:lnTo>
                  <a:lnTo>
                    <a:pt x="2146790" y="175239"/>
                  </a:lnTo>
                  <a:lnTo>
                    <a:pt x="2208127" y="176436"/>
                  </a:lnTo>
                  <a:lnTo>
                    <a:pt x="2269464" y="177406"/>
                  </a:lnTo>
                  <a:lnTo>
                    <a:pt x="2330801" y="178154"/>
                  </a:lnTo>
                  <a:lnTo>
                    <a:pt x="2392138" y="178686"/>
                  </a:lnTo>
                  <a:lnTo>
                    <a:pt x="2453475" y="179009"/>
                  </a:lnTo>
                  <a:lnTo>
                    <a:pt x="2514812" y="179129"/>
                  </a:lnTo>
                  <a:lnTo>
                    <a:pt x="2576149" y="179055"/>
                  </a:lnTo>
                  <a:lnTo>
                    <a:pt x="2637485" y="178794"/>
                  </a:lnTo>
                  <a:lnTo>
                    <a:pt x="2698822" y="178352"/>
                  </a:lnTo>
                  <a:lnTo>
                    <a:pt x="2760159" y="177738"/>
                  </a:lnTo>
                  <a:lnTo>
                    <a:pt x="2821496" y="176960"/>
                  </a:lnTo>
                  <a:lnTo>
                    <a:pt x="2882833" y="176024"/>
                  </a:lnTo>
                  <a:lnTo>
                    <a:pt x="2944170" y="174938"/>
                  </a:lnTo>
                  <a:lnTo>
                    <a:pt x="3005507" y="173709"/>
                  </a:lnTo>
                  <a:lnTo>
                    <a:pt x="3066844" y="172344"/>
                  </a:lnTo>
                  <a:lnTo>
                    <a:pt x="3128180" y="170850"/>
                  </a:lnTo>
                  <a:lnTo>
                    <a:pt x="3189517" y="169234"/>
                  </a:lnTo>
                  <a:lnTo>
                    <a:pt x="3250854" y="167501"/>
                  </a:lnTo>
                  <a:lnTo>
                    <a:pt x="3312191" y="165659"/>
                  </a:lnTo>
                  <a:lnTo>
                    <a:pt x="3373528" y="163711"/>
                  </a:lnTo>
                  <a:lnTo>
                    <a:pt x="3434865" y="161665"/>
                  </a:lnTo>
                  <a:lnTo>
                    <a:pt x="3496202" y="159524"/>
                  </a:lnTo>
                  <a:lnTo>
                    <a:pt x="3557539" y="157295"/>
                  </a:lnTo>
                  <a:lnTo>
                    <a:pt x="3618876" y="154981"/>
                  </a:lnTo>
                  <a:lnTo>
                    <a:pt x="3680212" y="152587"/>
                  </a:lnTo>
                  <a:lnTo>
                    <a:pt x="3741549" y="150118"/>
                  </a:lnTo>
                  <a:lnTo>
                    <a:pt x="3802886" y="147577"/>
                  </a:lnTo>
                  <a:lnTo>
                    <a:pt x="3864223" y="144968"/>
                  </a:lnTo>
                  <a:lnTo>
                    <a:pt x="3925560" y="142294"/>
                  </a:lnTo>
                  <a:lnTo>
                    <a:pt x="3986897" y="139560"/>
                  </a:lnTo>
                  <a:lnTo>
                    <a:pt x="4048234" y="136767"/>
                  </a:lnTo>
                  <a:lnTo>
                    <a:pt x="4109571" y="133919"/>
                  </a:lnTo>
                  <a:lnTo>
                    <a:pt x="4170907" y="131019"/>
                  </a:lnTo>
                  <a:lnTo>
                    <a:pt x="4232244" y="128070"/>
                  </a:lnTo>
                  <a:lnTo>
                    <a:pt x="4293581" y="125073"/>
                  </a:lnTo>
                  <a:lnTo>
                    <a:pt x="4354918" y="122031"/>
                  </a:lnTo>
                  <a:lnTo>
                    <a:pt x="4416255" y="118947"/>
                  </a:lnTo>
                  <a:lnTo>
                    <a:pt x="4477592" y="115822"/>
                  </a:lnTo>
                  <a:lnTo>
                    <a:pt x="4538929" y="112659"/>
                  </a:lnTo>
                  <a:lnTo>
                    <a:pt x="4600266" y="109458"/>
                  </a:lnTo>
                  <a:lnTo>
                    <a:pt x="4661603" y="106223"/>
                  </a:lnTo>
                  <a:lnTo>
                    <a:pt x="4722939" y="102954"/>
                  </a:lnTo>
                  <a:lnTo>
                    <a:pt x="4784276" y="99654"/>
                  </a:lnTo>
                  <a:lnTo>
                    <a:pt x="4845613" y="96323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228338" y="4477174"/>
              <a:ext cx="4845613" cy="339160"/>
            </a:xfrm>
            <a:custGeom>
              <a:avLst/>
              <a:gdLst/>
              <a:ahLst/>
              <a:cxnLst/>
              <a:rect l="0" t="0" r="0" b="0"/>
              <a:pathLst>
                <a:path w="4845613" h="339160">
                  <a:moveTo>
                    <a:pt x="4845613" y="339160"/>
                  </a:moveTo>
                  <a:lnTo>
                    <a:pt x="4784276" y="330632"/>
                  </a:lnTo>
                  <a:lnTo>
                    <a:pt x="4722939" y="322135"/>
                  </a:lnTo>
                  <a:lnTo>
                    <a:pt x="4661603" y="313670"/>
                  </a:lnTo>
                  <a:lnTo>
                    <a:pt x="4600266" y="305238"/>
                  </a:lnTo>
                  <a:lnTo>
                    <a:pt x="4538929" y="296841"/>
                  </a:lnTo>
                  <a:lnTo>
                    <a:pt x="4477592" y="288480"/>
                  </a:lnTo>
                  <a:lnTo>
                    <a:pt x="4416255" y="280159"/>
                  </a:lnTo>
                  <a:lnTo>
                    <a:pt x="4354918" y="271878"/>
                  </a:lnTo>
                  <a:lnTo>
                    <a:pt x="4293581" y="263640"/>
                  </a:lnTo>
                  <a:lnTo>
                    <a:pt x="4232244" y="255446"/>
                  </a:lnTo>
                  <a:lnTo>
                    <a:pt x="4170907" y="247300"/>
                  </a:lnTo>
                  <a:lnTo>
                    <a:pt x="4109571" y="239203"/>
                  </a:lnTo>
                  <a:lnTo>
                    <a:pt x="4048234" y="231159"/>
                  </a:lnTo>
                  <a:lnTo>
                    <a:pt x="3986897" y="223169"/>
                  </a:lnTo>
                  <a:lnTo>
                    <a:pt x="3925560" y="215238"/>
                  </a:lnTo>
                  <a:lnTo>
                    <a:pt x="3864223" y="207368"/>
                  </a:lnTo>
                  <a:lnTo>
                    <a:pt x="3802886" y="199562"/>
                  </a:lnTo>
                  <a:lnTo>
                    <a:pt x="3741549" y="191824"/>
                  </a:lnTo>
                  <a:lnTo>
                    <a:pt x="3680212" y="184158"/>
                  </a:lnTo>
                  <a:lnTo>
                    <a:pt x="3618876" y="176568"/>
                  </a:lnTo>
                  <a:lnTo>
                    <a:pt x="3557539" y="169058"/>
                  </a:lnTo>
                  <a:lnTo>
                    <a:pt x="3496202" y="161632"/>
                  </a:lnTo>
                  <a:lnTo>
                    <a:pt x="3434865" y="154294"/>
                  </a:lnTo>
                  <a:lnTo>
                    <a:pt x="3373528" y="147051"/>
                  </a:lnTo>
                  <a:lnTo>
                    <a:pt x="3312191" y="139907"/>
                  </a:lnTo>
                  <a:lnTo>
                    <a:pt x="3250854" y="132868"/>
                  </a:lnTo>
                  <a:lnTo>
                    <a:pt x="3189517" y="125938"/>
                  </a:lnTo>
                  <a:lnTo>
                    <a:pt x="3128180" y="119125"/>
                  </a:lnTo>
                  <a:lnTo>
                    <a:pt x="3066844" y="112435"/>
                  </a:lnTo>
                  <a:lnTo>
                    <a:pt x="3005507" y="105873"/>
                  </a:lnTo>
                  <a:lnTo>
                    <a:pt x="2944170" y="99448"/>
                  </a:lnTo>
                  <a:lnTo>
                    <a:pt x="2882833" y="93165"/>
                  </a:lnTo>
                  <a:lnTo>
                    <a:pt x="2821496" y="87033"/>
                  </a:lnTo>
                  <a:lnTo>
                    <a:pt x="2760159" y="81057"/>
                  </a:lnTo>
                  <a:lnTo>
                    <a:pt x="2698822" y="75247"/>
                  </a:lnTo>
                  <a:lnTo>
                    <a:pt x="2637485" y="69608"/>
                  </a:lnTo>
                  <a:lnTo>
                    <a:pt x="2576149" y="64150"/>
                  </a:lnTo>
                  <a:lnTo>
                    <a:pt x="2514812" y="58879"/>
                  </a:lnTo>
                  <a:lnTo>
                    <a:pt x="2453475" y="53803"/>
                  </a:lnTo>
                  <a:lnTo>
                    <a:pt x="2392138" y="48930"/>
                  </a:lnTo>
                  <a:lnTo>
                    <a:pt x="2330801" y="44265"/>
                  </a:lnTo>
                  <a:lnTo>
                    <a:pt x="2269464" y="39816"/>
                  </a:lnTo>
                  <a:lnTo>
                    <a:pt x="2208127" y="35589"/>
                  </a:lnTo>
                  <a:lnTo>
                    <a:pt x="2146790" y="31590"/>
                  </a:lnTo>
                  <a:lnTo>
                    <a:pt x="2085453" y="27823"/>
                  </a:lnTo>
                  <a:lnTo>
                    <a:pt x="2024117" y="24293"/>
                  </a:lnTo>
                  <a:lnTo>
                    <a:pt x="1962780" y="21003"/>
                  </a:lnTo>
                  <a:lnTo>
                    <a:pt x="1901443" y="17957"/>
                  </a:lnTo>
                  <a:lnTo>
                    <a:pt x="1840106" y="15154"/>
                  </a:lnTo>
                  <a:lnTo>
                    <a:pt x="1778769" y="12597"/>
                  </a:lnTo>
                  <a:lnTo>
                    <a:pt x="1717432" y="10286"/>
                  </a:lnTo>
                  <a:lnTo>
                    <a:pt x="1656095" y="8218"/>
                  </a:lnTo>
                  <a:lnTo>
                    <a:pt x="1594758" y="6393"/>
                  </a:lnTo>
                  <a:lnTo>
                    <a:pt x="1533422" y="4807"/>
                  </a:lnTo>
                  <a:lnTo>
                    <a:pt x="1472085" y="3456"/>
                  </a:lnTo>
                  <a:lnTo>
                    <a:pt x="1410748" y="2336"/>
                  </a:lnTo>
                  <a:lnTo>
                    <a:pt x="1349411" y="1442"/>
                  </a:lnTo>
                  <a:lnTo>
                    <a:pt x="1288074" y="768"/>
                  </a:lnTo>
                  <a:lnTo>
                    <a:pt x="1226737" y="307"/>
                  </a:lnTo>
                  <a:lnTo>
                    <a:pt x="1165400" y="54"/>
                  </a:lnTo>
                  <a:lnTo>
                    <a:pt x="1104063" y="0"/>
                  </a:lnTo>
                  <a:lnTo>
                    <a:pt x="1042726" y="138"/>
                  </a:lnTo>
                  <a:lnTo>
                    <a:pt x="981390" y="461"/>
                  </a:lnTo>
                  <a:lnTo>
                    <a:pt x="920053" y="962"/>
                  </a:lnTo>
                  <a:lnTo>
                    <a:pt x="858716" y="1632"/>
                  </a:lnTo>
                  <a:lnTo>
                    <a:pt x="797379" y="2465"/>
                  </a:lnTo>
                  <a:lnTo>
                    <a:pt x="736042" y="3453"/>
                  </a:lnTo>
                  <a:lnTo>
                    <a:pt x="674705" y="4588"/>
                  </a:lnTo>
                  <a:lnTo>
                    <a:pt x="613368" y="5863"/>
                  </a:lnTo>
                  <a:lnTo>
                    <a:pt x="552031" y="7272"/>
                  </a:lnTo>
                  <a:lnTo>
                    <a:pt x="490695" y="8808"/>
                  </a:lnTo>
                  <a:lnTo>
                    <a:pt x="429358" y="10464"/>
                  </a:lnTo>
                  <a:lnTo>
                    <a:pt x="368021" y="12235"/>
                  </a:lnTo>
                  <a:lnTo>
                    <a:pt x="306684" y="14114"/>
                  </a:lnTo>
                  <a:lnTo>
                    <a:pt x="245347" y="16095"/>
                  </a:lnTo>
                  <a:lnTo>
                    <a:pt x="184010" y="18174"/>
                  </a:lnTo>
                  <a:lnTo>
                    <a:pt x="122673" y="20345"/>
                  </a:lnTo>
                  <a:lnTo>
                    <a:pt x="61336" y="22604"/>
                  </a:lnTo>
                  <a:lnTo>
                    <a:pt x="0" y="2494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228338" y="4224831"/>
              <a:ext cx="4845613" cy="205269"/>
            </a:xfrm>
            <a:custGeom>
              <a:avLst/>
              <a:gdLst/>
              <a:ahLst/>
              <a:cxnLst/>
              <a:rect l="0" t="0" r="0" b="0"/>
              <a:pathLst>
                <a:path w="4845613" h="205269">
                  <a:moveTo>
                    <a:pt x="0" y="0"/>
                  </a:moveTo>
                  <a:lnTo>
                    <a:pt x="61336" y="2598"/>
                  </a:lnTo>
                  <a:lnTo>
                    <a:pt x="122673" y="5196"/>
                  </a:lnTo>
                  <a:lnTo>
                    <a:pt x="184010" y="7795"/>
                  </a:lnTo>
                  <a:lnTo>
                    <a:pt x="245347" y="10393"/>
                  </a:lnTo>
                  <a:lnTo>
                    <a:pt x="306684" y="12991"/>
                  </a:lnTo>
                  <a:lnTo>
                    <a:pt x="368021" y="15590"/>
                  </a:lnTo>
                  <a:lnTo>
                    <a:pt x="429358" y="18188"/>
                  </a:lnTo>
                  <a:lnTo>
                    <a:pt x="490695" y="20786"/>
                  </a:lnTo>
                  <a:lnTo>
                    <a:pt x="552031" y="23385"/>
                  </a:lnTo>
                  <a:lnTo>
                    <a:pt x="613368" y="25983"/>
                  </a:lnTo>
                  <a:lnTo>
                    <a:pt x="674705" y="28581"/>
                  </a:lnTo>
                  <a:lnTo>
                    <a:pt x="736042" y="31180"/>
                  </a:lnTo>
                  <a:lnTo>
                    <a:pt x="797379" y="33778"/>
                  </a:lnTo>
                  <a:lnTo>
                    <a:pt x="858716" y="36376"/>
                  </a:lnTo>
                  <a:lnTo>
                    <a:pt x="920053" y="38975"/>
                  </a:lnTo>
                  <a:lnTo>
                    <a:pt x="981390" y="41573"/>
                  </a:lnTo>
                  <a:lnTo>
                    <a:pt x="1042726" y="44171"/>
                  </a:lnTo>
                  <a:lnTo>
                    <a:pt x="1104063" y="46770"/>
                  </a:lnTo>
                  <a:lnTo>
                    <a:pt x="1165400" y="49368"/>
                  </a:lnTo>
                  <a:lnTo>
                    <a:pt x="1226737" y="51966"/>
                  </a:lnTo>
                  <a:lnTo>
                    <a:pt x="1288074" y="54565"/>
                  </a:lnTo>
                  <a:lnTo>
                    <a:pt x="1349411" y="57163"/>
                  </a:lnTo>
                  <a:lnTo>
                    <a:pt x="1410748" y="59761"/>
                  </a:lnTo>
                  <a:lnTo>
                    <a:pt x="1472085" y="62360"/>
                  </a:lnTo>
                  <a:lnTo>
                    <a:pt x="1533422" y="64958"/>
                  </a:lnTo>
                  <a:lnTo>
                    <a:pt x="1594758" y="67556"/>
                  </a:lnTo>
                  <a:lnTo>
                    <a:pt x="1656095" y="70155"/>
                  </a:lnTo>
                  <a:lnTo>
                    <a:pt x="1717432" y="72753"/>
                  </a:lnTo>
                  <a:lnTo>
                    <a:pt x="1778769" y="75351"/>
                  </a:lnTo>
                  <a:lnTo>
                    <a:pt x="1840106" y="77950"/>
                  </a:lnTo>
                  <a:lnTo>
                    <a:pt x="1901443" y="80548"/>
                  </a:lnTo>
                  <a:lnTo>
                    <a:pt x="1962780" y="83146"/>
                  </a:lnTo>
                  <a:lnTo>
                    <a:pt x="2024117" y="85745"/>
                  </a:lnTo>
                  <a:lnTo>
                    <a:pt x="2085453" y="88343"/>
                  </a:lnTo>
                  <a:lnTo>
                    <a:pt x="2146790" y="90942"/>
                  </a:lnTo>
                  <a:lnTo>
                    <a:pt x="2208127" y="93540"/>
                  </a:lnTo>
                  <a:lnTo>
                    <a:pt x="2269464" y="96138"/>
                  </a:lnTo>
                  <a:lnTo>
                    <a:pt x="2330801" y="98737"/>
                  </a:lnTo>
                  <a:lnTo>
                    <a:pt x="2392138" y="101335"/>
                  </a:lnTo>
                  <a:lnTo>
                    <a:pt x="2453475" y="103933"/>
                  </a:lnTo>
                  <a:lnTo>
                    <a:pt x="2514812" y="106532"/>
                  </a:lnTo>
                  <a:lnTo>
                    <a:pt x="2576149" y="109130"/>
                  </a:lnTo>
                  <a:lnTo>
                    <a:pt x="2637485" y="111728"/>
                  </a:lnTo>
                  <a:lnTo>
                    <a:pt x="2698822" y="114327"/>
                  </a:lnTo>
                  <a:lnTo>
                    <a:pt x="2760159" y="116925"/>
                  </a:lnTo>
                  <a:lnTo>
                    <a:pt x="2821496" y="119523"/>
                  </a:lnTo>
                  <a:lnTo>
                    <a:pt x="2882833" y="122122"/>
                  </a:lnTo>
                  <a:lnTo>
                    <a:pt x="2944170" y="124720"/>
                  </a:lnTo>
                  <a:lnTo>
                    <a:pt x="3005507" y="127318"/>
                  </a:lnTo>
                  <a:lnTo>
                    <a:pt x="3066844" y="129917"/>
                  </a:lnTo>
                  <a:lnTo>
                    <a:pt x="3128180" y="132515"/>
                  </a:lnTo>
                  <a:lnTo>
                    <a:pt x="3189517" y="135113"/>
                  </a:lnTo>
                  <a:lnTo>
                    <a:pt x="3250854" y="137712"/>
                  </a:lnTo>
                  <a:lnTo>
                    <a:pt x="3312191" y="140310"/>
                  </a:lnTo>
                  <a:lnTo>
                    <a:pt x="3373528" y="142908"/>
                  </a:lnTo>
                  <a:lnTo>
                    <a:pt x="3434865" y="145507"/>
                  </a:lnTo>
                  <a:lnTo>
                    <a:pt x="3496202" y="148105"/>
                  </a:lnTo>
                  <a:lnTo>
                    <a:pt x="3557539" y="150703"/>
                  </a:lnTo>
                  <a:lnTo>
                    <a:pt x="3618876" y="153302"/>
                  </a:lnTo>
                  <a:lnTo>
                    <a:pt x="3680212" y="155900"/>
                  </a:lnTo>
                  <a:lnTo>
                    <a:pt x="3741549" y="158498"/>
                  </a:lnTo>
                  <a:lnTo>
                    <a:pt x="3802886" y="161097"/>
                  </a:lnTo>
                  <a:lnTo>
                    <a:pt x="3864223" y="163695"/>
                  </a:lnTo>
                  <a:lnTo>
                    <a:pt x="3925560" y="166293"/>
                  </a:lnTo>
                  <a:lnTo>
                    <a:pt x="3986897" y="168892"/>
                  </a:lnTo>
                  <a:lnTo>
                    <a:pt x="4048234" y="171490"/>
                  </a:lnTo>
                  <a:lnTo>
                    <a:pt x="4109571" y="174088"/>
                  </a:lnTo>
                  <a:lnTo>
                    <a:pt x="4170907" y="176687"/>
                  </a:lnTo>
                  <a:lnTo>
                    <a:pt x="4232244" y="179285"/>
                  </a:lnTo>
                  <a:lnTo>
                    <a:pt x="4293581" y="181884"/>
                  </a:lnTo>
                  <a:lnTo>
                    <a:pt x="4354918" y="184482"/>
                  </a:lnTo>
                  <a:lnTo>
                    <a:pt x="4416255" y="187080"/>
                  </a:lnTo>
                  <a:lnTo>
                    <a:pt x="4477592" y="189679"/>
                  </a:lnTo>
                  <a:lnTo>
                    <a:pt x="4538929" y="192277"/>
                  </a:lnTo>
                  <a:lnTo>
                    <a:pt x="4600266" y="194875"/>
                  </a:lnTo>
                  <a:lnTo>
                    <a:pt x="4661603" y="197474"/>
                  </a:lnTo>
                  <a:lnTo>
                    <a:pt x="4722939" y="200072"/>
                  </a:lnTo>
                  <a:lnTo>
                    <a:pt x="4784276" y="202670"/>
                  </a:lnTo>
                  <a:lnTo>
                    <a:pt x="4845613" y="205269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61"/>
            <p:cNvSpPr/>
            <p:nvPr/>
          </p:nvSpPr>
          <p:spPr>
            <a:xfrm>
              <a:off x="754887" y="5339555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08880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078206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1947532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796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907081" y="424893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907081" y="311825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907081" y="198758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gdLst/>
              <a:ahLst/>
              <a:cxnLst/>
              <a:rect l="0" t="0" r="0" b="0"/>
              <a:pathLst>
                <a:path w="6302167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98407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72227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4460476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619867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952980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691183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29386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167589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39864" y="5925448"/>
              <a:ext cx="70619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RDA Offset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1" name="tx81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tx86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41876" y="1669789"/>
              <a:ext cx="3556284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GO (RDA) vs Size at Final Time Point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30216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t6"/>
            <p:cNvSpPr/>
            <p:nvPr/>
          </p:nvSpPr>
          <p:spPr>
            <a:xfrm>
              <a:off x="1169635" y="303589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7"/>
            <p:cNvSpPr/>
            <p:nvPr/>
          </p:nvSpPr>
          <p:spPr>
            <a:xfrm>
              <a:off x="1169635" y="246112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t8"/>
            <p:cNvSpPr/>
            <p:nvPr/>
          </p:nvSpPr>
          <p:spPr>
            <a:xfrm>
              <a:off x="1169635" y="256068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t9"/>
            <p:cNvSpPr/>
            <p:nvPr/>
          </p:nvSpPr>
          <p:spPr>
            <a:xfrm>
              <a:off x="4929038" y="283292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t10"/>
            <p:cNvSpPr/>
            <p:nvPr/>
          </p:nvSpPr>
          <p:spPr>
            <a:xfrm>
              <a:off x="4929038" y="30012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t11"/>
            <p:cNvSpPr/>
            <p:nvPr/>
          </p:nvSpPr>
          <p:spPr>
            <a:xfrm>
              <a:off x="4929038" y="280826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t12"/>
            <p:cNvSpPr/>
            <p:nvPr/>
          </p:nvSpPr>
          <p:spPr>
            <a:xfrm>
              <a:off x="5455323" y="315963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5455323" y="310552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t14"/>
            <p:cNvSpPr/>
            <p:nvPr/>
          </p:nvSpPr>
          <p:spPr>
            <a:xfrm>
              <a:off x="5455323" y="3255795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t15"/>
            <p:cNvSpPr/>
            <p:nvPr/>
          </p:nvSpPr>
          <p:spPr>
            <a:xfrm>
              <a:off x="3823671" y="222224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6"/>
            <p:cNvSpPr/>
            <p:nvPr/>
          </p:nvSpPr>
          <p:spPr>
            <a:xfrm>
              <a:off x="3823671" y="3030091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7"/>
            <p:cNvSpPr/>
            <p:nvPr/>
          </p:nvSpPr>
          <p:spPr>
            <a:xfrm>
              <a:off x="3823671" y="30722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6898879" y="334272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6898879" y="3318972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6898879" y="3526907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6871698" y="318776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6871698" y="320661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6871698" y="3013130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5427662" y="549050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5427662" y="4616543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5427662" y="441760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6588471" y="3711196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6588471" y="3752928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588471" y="3724474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1228338" y="2070498"/>
              <a:ext cx="5729243" cy="1987540"/>
            </a:xfrm>
            <a:custGeom>
              <a:avLst/>
              <a:gdLst/>
              <a:ahLst/>
              <a:cxnLst/>
              <a:rect l="0" t="0" r="0" b="0"/>
              <a:pathLst>
                <a:path w="5729243" h="1987540">
                  <a:moveTo>
                    <a:pt x="0" y="0"/>
                  </a:moveTo>
                  <a:lnTo>
                    <a:pt x="72522" y="21862"/>
                  </a:lnTo>
                  <a:lnTo>
                    <a:pt x="145044" y="43691"/>
                  </a:lnTo>
                  <a:lnTo>
                    <a:pt x="217566" y="65485"/>
                  </a:lnTo>
                  <a:lnTo>
                    <a:pt x="290088" y="87242"/>
                  </a:lnTo>
                  <a:lnTo>
                    <a:pt x="362610" y="108961"/>
                  </a:lnTo>
                  <a:lnTo>
                    <a:pt x="435132" y="130639"/>
                  </a:lnTo>
                  <a:lnTo>
                    <a:pt x="507654" y="152274"/>
                  </a:lnTo>
                  <a:lnTo>
                    <a:pt x="580176" y="173865"/>
                  </a:lnTo>
                  <a:lnTo>
                    <a:pt x="652698" y="195409"/>
                  </a:lnTo>
                  <a:lnTo>
                    <a:pt x="725220" y="216904"/>
                  </a:lnTo>
                  <a:lnTo>
                    <a:pt x="797742" y="238346"/>
                  </a:lnTo>
                  <a:lnTo>
                    <a:pt x="870264" y="259734"/>
                  </a:lnTo>
                  <a:lnTo>
                    <a:pt x="942786" y="281065"/>
                  </a:lnTo>
                  <a:lnTo>
                    <a:pt x="1015308" y="302334"/>
                  </a:lnTo>
                  <a:lnTo>
                    <a:pt x="1087830" y="323540"/>
                  </a:lnTo>
                  <a:lnTo>
                    <a:pt x="1160353" y="344678"/>
                  </a:lnTo>
                  <a:lnTo>
                    <a:pt x="1232875" y="365745"/>
                  </a:lnTo>
                  <a:lnTo>
                    <a:pt x="1305397" y="386736"/>
                  </a:lnTo>
                  <a:lnTo>
                    <a:pt x="1377919" y="407647"/>
                  </a:lnTo>
                  <a:lnTo>
                    <a:pt x="1450441" y="428474"/>
                  </a:lnTo>
                  <a:lnTo>
                    <a:pt x="1522963" y="449212"/>
                  </a:lnTo>
                  <a:lnTo>
                    <a:pt x="1595485" y="469855"/>
                  </a:lnTo>
                  <a:lnTo>
                    <a:pt x="1668007" y="490398"/>
                  </a:lnTo>
                  <a:lnTo>
                    <a:pt x="1740529" y="510834"/>
                  </a:lnTo>
                  <a:lnTo>
                    <a:pt x="1813051" y="531158"/>
                  </a:lnTo>
                  <a:lnTo>
                    <a:pt x="1885573" y="551363"/>
                  </a:lnTo>
                  <a:lnTo>
                    <a:pt x="1958095" y="571440"/>
                  </a:lnTo>
                  <a:lnTo>
                    <a:pt x="2030617" y="591383"/>
                  </a:lnTo>
                  <a:lnTo>
                    <a:pt x="2103139" y="611182"/>
                  </a:lnTo>
                  <a:lnTo>
                    <a:pt x="2175661" y="630830"/>
                  </a:lnTo>
                  <a:lnTo>
                    <a:pt x="2248184" y="650315"/>
                  </a:lnTo>
                  <a:lnTo>
                    <a:pt x="2320706" y="669630"/>
                  </a:lnTo>
                  <a:lnTo>
                    <a:pt x="2393228" y="688762"/>
                  </a:lnTo>
                  <a:lnTo>
                    <a:pt x="2465750" y="707701"/>
                  </a:lnTo>
                  <a:lnTo>
                    <a:pt x="2538272" y="726434"/>
                  </a:lnTo>
                  <a:lnTo>
                    <a:pt x="2610794" y="744949"/>
                  </a:lnTo>
                  <a:lnTo>
                    <a:pt x="2683316" y="763234"/>
                  </a:lnTo>
                  <a:lnTo>
                    <a:pt x="2755838" y="781273"/>
                  </a:lnTo>
                  <a:lnTo>
                    <a:pt x="2828360" y="799053"/>
                  </a:lnTo>
                  <a:lnTo>
                    <a:pt x="2900882" y="816560"/>
                  </a:lnTo>
                  <a:lnTo>
                    <a:pt x="2973404" y="833777"/>
                  </a:lnTo>
                  <a:lnTo>
                    <a:pt x="3045926" y="850690"/>
                  </a:lnTo>
                  <a:lnTo>
                    <a:pt x="3118448" y="867282"/>
                  </a:lnTo>
                  <a:lnTo>
                    <a:pt x="3190970" y="883539"/>
                  </a:lnTo>
                  <a:lnTo>
                    <a:pt x="3263492" y="899443"/>
                  </a:lnTo>
                  <a:lnTo>
                    <a:pt x="3336014" y="914980"/>
                  </a:lnTo>
                  <a:lnTo>
                    <a:pt x="3408537" y="930136"/>
                  </a:lnTo>
                  <a:lnTo>
                    <a:pt x="3481059" y="944895"/>
                  </a:lnTo>
                  <a:lnTo>
                    <a:pt x="3553581" y="959244"/>
                  </a:lnTo>
                  <a:lnTo>
                    <a:pt x="3626103" y="973173"/>
                  </a:lnTo>
                  <a:lnTo>
                    <a:pt x="3698625" y="986669"/>
                  </a:lnTo>
                  <a:lnTo>
                    <a:pt x="3771147" y="999724"/>
                  </a:lnTo>
                  <a:lnTo>
                    <a:pt x="3843669" y="1012332"/>
                  </a:lnTo>
                  <a:lnTo>
                    <a:pt x="3916191" y="1024486"/>
                  </a:lnTo>
                  <a:lnTo>
                    <a:pt x="3988713" y="1036185"/>
                  </a:lnTo>
                  <a:lnTo>
                    <a:pt x="4061235" y="1047427"/>
                  </a:lnTo>
                  <a:lnTo>
                    <a:pt x="4133757" y="1058214"/>
                  </a:lnTo>
                  <a:lnTo>
                    <a:pt x="4206279" y="1068550"/>
                  </a:lnTo>
                  <a:lnTo>
                    <a:pt x="4278801" y="1078440"/>
                  </a:lnTo>
                  <a:lnTo>
                    <a:pt x="4351323" y="1087892"/>
                  </a:lnTo>
                  <a:lnTo>
                    <a:pt x="4423845" y="1096915"/>
                  </a:lnTo>
                  <a:lnTo>
                    <a:pt x="4496368" y="1105521"/>
                  </a:lnTo>
                  <a:lnTo>
                    <a:pt x="4568890" y="1113723"/>
                  </a:lnTo>
                  <a:lnTo>
                    <a:pt x="4641412" y="1121533"/>
                  </a:lnTo>
                  <a:lnTo>
                    <a:pt x="4713934" y="1128966"/>
                  </a:lnTo>
                  <a:lnTo>
                    <a:pt x="4786456" y="1136037"/>
                  </a:lnTo>
                  <a:lnTo>
                    <a:pt x="4858978" y="1142762"/>
                  </a:lnTo>
                  <a:lnTo>
                    <a:pt x="4931500" y="1149157"/>
                  </a:lnTo>
                  <a:lnTo>
                    <a:pt x="5004022" y="1155237"/>
                  </a:lnTo>
                  <a:lnTo>
                    <a:pt x="5076544" y="1161017"/>
                  </a:lnTo>
                  <a:lnTo>
                    <a:pt x="5149066" y="1166514"/>
                  </a:lnTo>
                  <a:lnTo>
                    <a:pt x="5221588" y="1171743"/>
                  </a:lnTo>
                  <a:lnTo>
                    <a:pt x="5294110" y="1176717"/>
                  </a:lnTo>
                  <a:lnTo>
                    <a:pt x="5366632" y="1181452"/>
                  </a:lnTo>
                  <a:lnTo>
                    <a:pt x="5439154" y="1185960"/>
                  </a:lnTo>
                  <a:lnTo>
                    <a:pt x="5511676" y="1190254"/>
                  </a:lnTo>
                  <a:lnTo>
                    <a:pt x="5584198" y="1194348"/>
                  </a:lnTo>
                  <a:lnTo>
                    <a:pt x="5656721" y="1198252"/>
                  </a:lnTo>
                  <a:lnTo>
                    <a:pt x="5729243" y="1201978"/>
                  </a:lnTo>
                  <a:lnTo>
                    <a:pt x="5729243" y="1987540"/>
                  </a:lnTo>
                  <a:lnTo>
                    <a:pt x="5656721" y="1968164"/>
                  </a:lnTo>
                  <a:lnTo>
                    <a:pt x="5584198" y="1948966"/>
                  </a:lnTo>
                  <a:lnTo>
                    <a:pt x="5511676" y="1929958"/>
                  </a:lnTo>
                  <a:lnTo>
                    <a:pt x="5439154" y="1911151"/>
                  </a:lnTo>
                  <a:lnTo>
                    <a:pt x="5366632" y="1892557"/>
                  </a:lnTo>
                  <a:lnTo>
                    <a:pt x="5294110" y="1874190"/>
                  </a:lnTo>
                  <a:lnTo>
                    <a:pt x="5221588" y="1856062"/>
                  </a:lnTo>
                  <a:lnTo>
                    <a:pt x="5149066" y="1838189"/>
                  </a:lnTo>
                  <a:lnTo>
                    <a:pt x="5076544" y="1820584"/>
                  </a:lnTo>
                  <a:lnTo>
                    <a:pt x="5004022" y="1803263"/>
                  </a:lnTo>
                  <a:lnTo>
                    <a:pt x="4931500" y="1786241"/>
                  </a:lnTo>
                  <a:lnTo>
                    <a:pt x="4858978" y="1769534"/>
                  </a:lnTo>
                  <a:lnTo>
                    <a:pt x="4786456" y="1753157"/>
                  </a:lnTo>
                  <a:lnTo>
                    <a:pt x="4713934" y="1737126"/>
                  </a:lnTo>
                  <a:lnTo>
                    <a:pt x="4641412" y="1721458"/>
                  </a:lnTo>
                  <a:lnTo>
                    <a:pt x="4568890" y="1706166"/>
                  </a:lnTo>
                  <a:lnTo>
                    <a:pt x="4496368" y="1691265"/>
                  </a:lnTo>
                  <a:lnTo>
                    <a:pt x="4423845" y="1676770"/>
                  </a:lnTo>
                  <a:lnTo>
                    <a:pt x="4351323" y="1662691"/>
                  </a:lnTo>
                  <a:lnTo>
                    <a:pt x="4278801" y="1649041"/>
                  </a:lnTo>
                  <a:lnTo>
                    <a:pt x="4206279" y="1635829"/>
                  </a:lnTo>
                  <a:lnTo>
                    <a:pt x="4133757" y="1623063"/>
                  </a:lnTo>
                  <a:lnTo>
                    <a:pt x="4061235" y="1610748"/>
                  </a:lnTo>
                  <a:lnTo>
                    <a:pt x="3988713" y="1598888"/>
                  </a:lnTo>
                  <a:lnTo>
                    <a:pt x="3916191" y="1587485"/>
                  </a:lnTo>
                  <a:lnTo>
                    <a:pt x="3843669" y="1576538"/>
                  </a:lnTo>
                  <a:lnTo>
                    <a:pt x="3771147" y="1566043"/>
                  </a:lnTo>
                  <a:lnTo>
                    <a:pt x="3698625" y="1555997"/>
                  </a:lnTo>
                  <a:lnTo>
                    <a:pt x="3626103" y="1546391"/>
                  </a:lnTo>
                  <a:lnTo>
                    <a:pt x="3553581" y="1537218"/>
                  </a:lnTo>
                  <a:lnTo>
                    <a:pt x="3481059" y="1528466"/>
                  </a:lnTo>
                  <a:lnTo>
                    <a:pt x="3408537" y="1520123"/>
                  </a:lnTo>
                  <a:lnTo>
                    <a:pt x="3336014" y="1512176"/>
                  </a:lnTo>
                  <a:lnTo>
                    <a:pt x="3263492" y="1504612"/>
                  </a:lnTo>
                  <a:lnTo>
                    <a:pt x="3190970" y="1497414"/>
                  </a:lnTo>
                  <a:lnTo>
                    <a:pt x="3118448" y="1490569"/>
                  </a:lnTo>
                  <a:lnTo>
                    <a:pt x="3045926" y="1484059"/>
                  </a:lnTo>
                  <a:lnTo>
                    <a:pt x="2973404" y="1477870"/>
                  </a:lnTo>
                  <a:lnTo>
                    <a:pt x="2900882" y="1471986"/>
                  </a:lnTo>
                  <a:lnTo>
                    <a:pt x="2828360" y="1466390"/>
                  </a:lnTo>
                  <a:lnTo>
                    <a:pt x="2755838" y="1461069"/>
                  </a:lnTo>
                  <a:lnTo>
                    <a:pt x="2683316" y="1456006"/>
                  </a:lnTo>
                  <a:lnTo>
                    <a:pt x="2610794" y="1451189"/>
                  </a:lnTo>
                  <a:lnTo>
                    <a:pt x="2538272" y="1446602"/>
                  </a:lnTo>
                  <a:lnTo>
                    <a:pt x="2465750" y="1442234"/>
                  </a:lnTo>
                  <a:lnTo>
                    <a:pt x="2393228" y="1438070"/>
                  </a:lnTo>
                  <a:lnTo>
                    <a:pt x="2320706" y="1434101"/>
                  </a:lnTo>
                  <a:lnTo>
                    <a:pt x="2248184" y="1430313"/>
                  </a:lnTo>
                  <a:lnTo>
                    <a:pt x="2175661" y="1426697"/>
                  </a:lnTo>
                  <a:lnTo>
                    <a:pt x="2103139" y="1423243"/>
                  </a:lnTo>
                  <a:lnTo>
                    <a:pt x="2030617" y="1419941"/>
                  </a:lnTo>
                  <a:lnTo>
                    <a:pt x="1958095" y="1416781"/>
                  </a:lnTo>
                  <a:lnTo>
                    <a:pt x="1885573" y="1413757"/>
                  </a:lnTo>
                  <a:lnTo>
                    <a:pt x="1813051" y="1410859"/>
                  </a:lnTo>
                  <a:lnTo>
                    <a:pt x="1740529" y="1408081"/>
                  </a:lnTo>
                  <a:lnTo>
                    <a:pt x="1668007" y="1405416"/>
                  </a:lnTo>
                  <a:lnTo>
                    <a:pt x="1595485" y="1402857"/>
                  </a:lnTo>
                  <a:lnTo>
                    <a:pt x="1522963" y="1400398"/>
                  </a:lnTo>
                  <a:lnTo>
                    <a:pt x="1450441" y="1398034"/>
                  </a:lnTo>
                  <a:lnTo>
                    <a:pt x="1377919" y="1395759"/>
                  </a:lnTo>
                  <a:lnTo>
                    <a:pt x="1305397" y="1393569"/>
                  </a:lnTo>
                  <a:lnTo>
                    <a:pt x="1232875" y="1391458"/>
                  </a:lnTo>
                  <a:lnTo>
                    <a:pt x="1160353" y="1389423"/>
                  </a:lnTo>
                  <a:lnTo>
                    <a:pt x="1087830" y="1387459"/>
                  </a:lnTo>
                  <a:lnTo>
                    <a:pt x="1015308" y="1385563"/>
                  </a:lnTo>
                  <a:lnTo>
                    <a:pt x="942786" y="1383731"/>
                  </a:lnTo>
                  <a:lnTo>
                    <a:pt x="870264" y="1381959"/>
                  </a:lnTo>
                  <a:lnTo>
                    <a:pt x="797742" y="1380245"/>
                  </a:lnTo>
                  <a:lnTo>
                    <a:pt x="725220" y="1378586"/>
                  </a:lnTo>
                  <a:lnTo>
                    <a:pt x="652698" y="1376979"/>
                  </a:lnTo>
                  <a:lnTo>
                    <a:pt x="580176" y="1375421"/>
                  </a:lnTo>
                  <a:lnTo>
                    <a:pt x="507654" y="1373910"/>
                  </a:lnTo>
                  <a:lnTo>
                    <a:pt x="435132" y="1372443"/>
                  </a:lnTo>
                  <a:lnTo>
                    <a:pt x="362610" y="1371020"/>
                  </a:lnTo>
                  <a:lnTo>
                    <a:pt x="290088" y="1369636"/>
                  </a:lnTo>
                  <a:lnTo>
                    <a:pt x="217566" y="1368291"/>
                  </a:lnTo>
                  <a:lnTo>
                    <a:pt x="145044" y="1366984"/>
                  </a:lnTo>
                  <a:lnTo>
                    <a:pt x="72522" y="1365711"/>
                  </a:lnTo>
                  <a:lnTo>
                    <a:pt x="0" y="136447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228338" y="2070498"/>
              <a:ext cx="5729243" cy="1201978"/>
            </a:xfrm>
            <a:custGeom>
              <a:avLst/>
              <a:gdLst/>
              <a:ahLst/>
              <a:cxnLst/>
              <a:rect l="0" t="0" r="0" b="0"/>
              <a:pathLst>
                <a:path w="5729243" h="1201978">
                  <a:moveTo>
                    <a:pt x="0" y="0"/>
                  </a:moveTo>
                  <a:lnTo>
                    <a:pt x="72522" y="21862"/>
                  </a:lnTo>
                  <a:lnTo>
                    <a:pt x="145044" y="43691"/>
                  </a:lnTo>
                  <a:lnTo>
                    <a:pt x="217566" y="65485"/>
                  </a:lnTo>
                  <a:lnTo>
                    <a:pt x="290088" y="87242"/>
                  </a:lnTo>
                  <a:lnTo>
                    <a:pt x="362610" y="108961"/>
                  </a:lnTo>
                  <a:lnTo>
                    <a:pt x="435132" y="130639"/>
                  </a:lnTo>
                  <a:lnTo>
                    <a:pt x="507654" y="152274"/>
                  </a:lnTo>
                  <a:lnTo>
                    <a:pt x="580176" y="173865"/>
                  </a:lnTo>
                  <a:lnTo>
                    <a:pt x="652698" y="195409"/>
                  </a:lnTo>
                  <a:lnTo>
                    <a:pt x="725220" y="216904"/>
                  </a:lnTo>
                  <a:lnTo>
                    <a:pt x="797742" y="238346"/>
                  </a:lnTo>
                  <a:lnTo>
                    <a:pt x="870264" y="259734"/>
                  </a:lnTo>
                  <a:lnTo>
                    <a:pt x="942786" y="281065"/>
                  </a:lnTo>
                  <a:lnTo>
                    <a:pt x="1015308" y="302334"/>
                  </a:lnTo>
                  <a:lnTo>
                    <a:pt x="1087830" y="323540"/>
                  </a:lnTo>
                  <a:lnTo>
                    <a:pt x="1160353" y="344678"/>
                  </a:lnTo>
                  <a:lnTo>
                    <a:pt x="1232875" y="365745"/>
                  </a:lnTo>
                  <a:lnTo>
                    <a:pt x="1305397" y="386736"/>
                  </a:lnTo>
                  <a:lnTo>
                    <a:pt x="1377919" y="407647"/>
                  </a:lnTo>
                  <a:lnTo>
                    <a:pt x="1450441" y="428474"/>
                  </a:lnTo>
                  <a:lnTo>
                    <a:pt x="1522963" y="449212"/>
                  </a:lnTo>
                  <a:lnTo>
                    <a:pt x="1595485" y="469855"/>
                  </a:lnTo>
                  <a:lnTo>
                    <a:pt x="1668007" y="490398"/>
                  </a:lnTo>
                  <a:lnTo>
                    <a:pt x="1740529" y="510834"/>
                  </a:lnTo>
                  <a:lnTo>
                    <a:pt x="1813051" y="531158"/>
                  </a:lnTo>
                  <a:lnTo>
                    <a:pt x="1885573" y="551363"/>
                  </a:lnTo>
                  <a:lnTo>
                    <a:pt x="1958095" y="571440"/>
                  </a:lnTo>
                  <a:lnTo>
                    <a:pt x="2030617" y="591383"/>
                  </a:lnTo>
                  <a:lnTo>
                    <a:pt x="2103139" y="611182"/>
                  </a:lnTo>
                  <a:lnTo>
                    <a:pt x="2175661" y="630830"/>
                  </a:lnTo>
                  <a:lnTo>
                    <a:pt x="2248184" y="650315"/>
                  </a:lnTo>
                  <a:lnTo>
                    <a:pt x="2320706" y="669630"/>
                  </a:lnTo>
                  <a:lnTo>
                    <a:pt x="2393228" y="688762"/>
                  </a:lnTo>
                  <a:lnTo>
                    <a:pt x="2465750" y="707701"/>
                  </a:lnTo>
                  <a:lnTo>
                    <a:pt x="2538272" y="726434"/>
                  </a:lnTo>
                  <a:lnTo>
                    <a:pt x="2610794" y="744949"/>
                  </a:lnTo>
                  <a:lnTo>
                    <a:pt x="2683316" y="763234"/>
                  </a:lnTo>
                  <a:lnTo>
                    <a:pt x="2755838" y="781273"/>
                  </a:lnTo>
                  <a:lnTo>
                    <a:pt x="2828360" y="799053"/>
                  </a:lnTo>
                  <a:lnTo>
                    <a:pt x="2900882" y="816560"/>
                  </a:lnTo>
                  <a:lnTo>
                    <a:pt x="2973404" y="833777"/>
                  </a:lnTo>
                  <a:lnTo>
                    <a:pt x="3045926" y="850690"/>
                  </a:lnTo>
                  <a:lnTo>
                    <a:pt x="3118448" y="867282"/>
                  </a:lnTo>
                  <a:lnTo>
                    <a:pt x="3190970" y="883539"/>
                  </a:lnTo>
                  <a:lnTo>
                    <a:pt x="3263492" y="899443"/>
                  </a:lnTo>
                  <a:lnTo>
                    <a:pt x="3336014" y="914980"/>
                  </a:lnTo>
                  <a:lnTo>
                    <a:pt x="3408537" y="930136"/>
                  </a:lnTo>
                  <a:lnTo>
                    <a:pt x="3481059" y="944895"/>
                  </a:lnTo>
                  <a:lnTo>
                    <a:pt x="3553581" y="959244"/>
                  </a:lnTo>
                  <a:lnTo>
                    <a:pt x="3626103" y="973173"/>
                  </a:lnTo>
                  <a:lnTo>
                    <a:pt x="3698625" y="986669"/>
                  </a:lnTo>
                  <a:lnTo>
                    <a:pt x="3771147" y="999724"/>
                  </a:lnTo>
                  <a:lnTo>
                    <a:pt x="3843669" y="1012332"/>
                  </a:lnTo>
                  <a:lnTo>
                    <a:pt x="3916191" y="1024486"/>
                  </a:lnTo>
                  <a:lnTo>
                    <a:pt x="3988713" y="1036185"/>
                  </a:lnTo>
                  <a:lnTo>
                    <a:pt x="4061235" y="1047427"/>
                  </a:lnTo>
                  <a:lnTo>
                    <a:pt x="4133757" y="1058214"/>
                  </a:lnTo>
                  <a:lnTo>
                    <a:pt x="4206279" y="1068550"/>
                  </a:lnTo>
                  <a:lnTo>
                    <a:pt x="4278801" y="1078440"/>
                  </a:lnTo>
                  <a:lnTo>
                    <a:pt x="4351323" y="1087892"/>
                  </a:lnTo>
                  <a:lnTo>
                    <a:pt x="4423845" y="1096915"/>
                  </a:lnTo>
                  <a:lnTo>
                    <a:pt x="4496368" y="1105521"/>
                  </a:lnTo>
                  <a:lnTo>
                    <a:pt x="4568890" y="1113723"/>
                  </a:lnTo>
                  <a:lnTo>
                    <a:pt x="4641412" y="1121533"/>
                  </a:lnTo>
                  <a:lnTo>
                    <a:pt x="4713934" y="1128966"/>
                  </a:lnTo>
                  <a:lnTo>
                    <a:pt x="4786456" y="1136037"/>
                  </a:lnTo>
                  <a:lnTo>
                    <a:pt x="4858978" y="1142762"/>
                  </a:lnTo>
                  <a:lnTo>
                    <a:pt x="4931500" y="1149157"/>
                  </a:lnTo>
                  <a:lnTo>
                    <a:pt x="5004022" y="1155237"/>
                  </a:lnTo>
                  <a:lnTo>
                    <a:pt x="5076544" y="1161017"/>
                  </a:lnTo>
                  <a:lnTo>
                    <a:pt x="5149066" y="1166514"/>
                  </a:lnTo>
                  <a:lnTo>
                    <a:pt x="5221588" y="1171743"/>
                  </a:lnTo>
                  <a:lnTo>
                    <a:pt x="5294110" y="1176717"/>
                  </a:lnTo>
                  <a:lnTo>
                    <a:pt x="5366632" y="1181452"/>
                  </a:lnTo>
                  <a:lnTo>
                    <a:pt x="5439154" y="1185960"/>
                  </a:lnTo>
                  <a:lnTo>
                    <a:pt x="5511676" y="1190254"/>
                  </a:lnTo>
                  <a:lnTo>
                    <a:pt x="5584198" y="1194348"/>
                  </a:lnTo>
                  <a:lnTo>
                    <a:pt x="5656721" y="1198252"/>
                  </a:lnTo>
                  <a:lnTo>
                    <a:pt x="5729243" y="1201978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1228338" y="3434970"/>
              <a:ext cx="5729243" cy="623068"/>
            </a:xfrm>
            <a:custGeom>
              <a:avLst/>
              <a:gdLst/>
              <a:ahLst/>
              <a:cxnLst/>
              <a:rect l="0" t="0" r="0" b="0"/>
              <a:pathLst>
                <a:path w="5729243" h="623068">
                  <a:moveTo>
                    <a:pt x="5729243" y="623068"/>
                  </a:moveTo>
                  <a:lnTo>
                    <a:pt x="5656721" y="603692"/>
                  </a:lnTo>
                  <a:lnTo>
                    <a:pt x="5584198" y="584494"/>
                  </a:lnTo>
                  <a:lnTo>
                    <a:pt x="5511676" y="565486"/>
                  </a:lnTo>
                  <a:lnTo>
                    <a:pt x="5439154" y="546679"/>
                  </a:lnTo>
                  <a:lnTo>
                    <a:pt x="5366632" y="528085"/>
                  </a:lnTo>
                  <a:lnTo>
                    <a:pt x="5294110" y="509718"/>
                  </a:lnTo>
                  <a:lnTo>
                    <a:pt x="5221588" y="491590"/>
                  </a:lnTo>
                  <a:lnTo>
                    <a:pt x="5149066" y="473717"/>
                  </a:lnTo>
                  <a:lnTo>
                    <a:pt x="5076544" y="456112"/>
                  </a:lnTo>
                  <a:lnTo>
                    <a:pt x="5004022" y="438791"/>
                  </a:lnTo>
                  <a:lnTo>
                    <a:pt x="4931500" y="421769"/>
                  </a:lnTo>
                  <a:lnTo>
                    <a:pt x="4858978" y="405062"/>
                  </a:lnTo>
                  <a:lnTo>
                    <a:pt x="4786456" y="388685"/>
                  </a:lnTo>
                  <a:lnTo>
                    <a:pt x="4713934" y="372654"/>
                  </a:lnTo>
                  <a:lnTo>
                    <a:pt x="4641412" y="356986"/>
                  </a:lnTo>
                  <a:lnTo>
                    <a:pt x="4568890" y="341694"/>
                  </a:lnTo>
                  <a:lnTo>
                    <a:pt x="4496368" y="326793"/>
                  </a:lnTo>
                  <a:lnTo>
                    <a:pt x="4423845" y="312298"/>
                  </a:lnTo>
                  <a:lnTo>
                    <a:pt x="4351323" y="298219"/>
                  </a:lnTo>
                  <a:lnTo>
                    <a:pt x="4278801" y="284569"/>
                  </a:lnTo>
                  <a:lnTo>
                    <a:pt x="4206279" y="271357"/>
                  </a:lnTo>
                  <a:lnTo>
                    <a:pt x="4133757" y="258591"/>
                  </a:lnTo>
                  <a:lnTo>
                    <a:pt x="4061235" y="246276"/>
                  </a:lnTo>
                  <a:lnTo>
                    <a:pt x="3988713" y="234416"/>
                  </a:lnTo>
                  <a:lnTo>
                    <a:pt x="3916191" y="223013"/>
                  </a:lnTo>
                  <a:lnTo>
                    <a:pt x="3843669" y="212066"/>
                  </a:lnTo>
                  <a:lnTo>
                    <a:pt x="3771147" y="201571"/>
                  </a:lnTo>
                  <a:lnTo>
                    <a:pt x="3698625" y="191525"/>
                  </a:lnTo>
                  <a:lnTo>
                    <a:pt x="3626103" y="181919"/>
                  </a:lnTo>
                  <a:lnTo>
                    <a:pt x="3553581" y="172746"/>
                  </a:lnTo>
                  <a:lnTo>
                    <a:pt x="3481059" y="163994"/>
                  </a:lnTo>
                  <a:lnTo>
                    <a:pt x="3408537" y="155651"/>
                  </a:lnTo>
                  <a:lnTo>
                    <a:pt x="3336014" y="147704"/>
                  </a:lnTo>
                  <a:lnTo>
                    <a:pt x="3263492" y="140140"/>
                  </a:lnTo>
                  <a:lnTo>
                    <a:pt x="3190970" y="132942"/>
                  </a:lnTo>
                  <a:lnTo>
                    <a:pt x="3118448" y="126097"/>
                  </a:lnTo>
                  <a:lnTo>
                    <a:pt x="3045926" y="119587"/>
                  </a:lnTo>
                  <a:lnTo>
                    <a:pt x="2973404" y="113398"/>
                  </a:lnTo>
                  <a:lnTo>
                    <a:pt x="2900882" y="107514"/>
                  </a:lnTo>
                  <a:lnTo>
                    <a:pt x="2828360" y="101918"/>
                  </a:lnTo>
                  <a:lnTo>
                    <a:pt x="2755838" y="96597"/>
                  </a:lnTo>
                  <a:lnTo>
                    <a:pt x="2683316" y="91534"/>
                  </a:lnTo>
                  <a:lnTo>
                    <a:pt x="2610794" y="86717"/>
                  </a:lnTo>
                  <a:lnTo>
                    <a:pt x="2538272" y="82130"/>
                  </a:lnTo>
                  <a:lnTo>
                    <a:pt x="2465750" y="77762"/>
                  </a:lnTo>
                  <a:lnTo>
                    <a:pt x="2393228" y="73598"/>
                  </a:lnTo>
                  <a:lnTo>
                    <a:pt x="2320706" y="69629"/>
                  </a:lnTo>
                  <a:lnTo>
                    <a:pt x="2248184" y="65841"/>
                  </a:lnTo>
                  <a:lnTo>
                    <a:pt x="2175661" y="62225"/>
                  </a:lnTo>
                  <a:lnTo>
                    <a:pt x="2103139" y="58771"/>
                  </a:lnTo>
                  <a:lnTo>
                    <a:pt x="2030617" y="55469"/>
                  </a:lnTo>
                  <a:lnTo>
                    <a:pt x="1958095" y="52309"/>
                  </a:lnTo>
                  <a:lnTo>
                    <a:pt x="1885573" y="49285"/>
                  </a:lnTo>
                  <a:lnTo>
                    <a:pt x="1813051" y="46387"/>
                  </a:lnTo>
                  <a:lnTo>
                    <a:pt x="1740529" y="43609"/>
                  </a:lnTo>
                  <a:lnTo>
                    <a:pt x="1668007" y="40944"/>
                  </a:lnTo>
                  <a:lnTo>
                    <a:pt x="1595485" y="38385"/>
                  </a:lnTo>
                  <a:lnTo>
                    <a:pt x="1522963" y="35926"/>
                  </a:lnTo>
                  <a:lnTo>
                    <a:pt x="1450441" y="33562"/>
                  </a:lnTo>
                  <a:lnTo>
                    <a:pt x="1377919" y="31287"/>
                  </a:lnTo>
                  <a:lnTo>
                    <a:pt x="1305397" y="29097"/>
                  </a:lnTo>
                  <a:lnTo>
                    <a:pt x="1232875" y="26986"/>
                  </a:lnTo>
                  <a:lnTo>
                    <a:pt x="1160353" y="24951"/>
                  </a:lnTo>
                  <a:lnTo>
                    <a:pt x="1087830" y="22987"/>
                  </a:lnTo>
                  <a:lnTo>
                    <a:pt x="1015308" y="21091"/>
                  </a:lnTo>
                  <a:lnTo>
                    <a:pt x="942786" y="19259"/>
                  </a:lnTo>
                  <a:lnTo>
                    <a:pt x="870264" y="17487"/>
                  </a:lnTo>
                  <a:lnTo>
                    <a:pt x="797742" y="15773"/>
                  </a:lnTo>
                  <a:lnTo>
                    <a:pt x="725220" y="14114"/>
                  </a:lnTo>
                  <a:lnTo>
                    <a:pt x="652698" y="12507"/>
                  </a:lnTo>
                  <a:lnTo>
                    <a:pt x="580176" y="10949"/>
                  </a:lnTo>
                  <a:lnTo>
                    <a:pt x="507654" y="9438"/>
                  </a:lnTo>
                  <a:lnTo>
                    <a:pt x="435132" y="7971"/>
                  </a:lnTo>
                  <a:lnTo>
                    <a:pt x="362610" y="6548"/>
                  </a:lnTo>
                  <a:lnTo>
                    <a:pt x="290088" y="5164"/>
                  </a:lnTo>
                  <a:lnTo>
                    <a:pt x="217566" y="3819"/>
                  </a:lnTo>
                  <a:lnTo>
                    <a:pt x="145044" y="2512"/>
                  </a:lnTo>
                  <a:lnTo>
                    <a:pt x="72522" y="12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1228338" y="2752734"/>
              <a:ext cx="5729243" cy="912523"/>
            </a:xfrm>
            <a:custGeom>
              <a:avLst/>
              <a:gdLst/>
              <a:ahLst/>
              <a:cxnLst/>
              <a:rect l="0" t="0" r="0" b="0"/>
              <a:pathLst>
                <a:path w="5729243" h="912523">
                  <a:moveTo>
                    <a:pt x="0" y="0"/>
                  </a:moveTo>
                  <a:lnTo>
                    <a:pt x="72522" y="11550"/>
                  </a:lnTo>
                  <a:lnTo>
                    <a:pt x="145044" y="23101"/>
                  </a:lnTo>
                  <a:lnTo>
                    <a:pt x="217566" y="34652"/>
                  </a:lnTo>
                  <a:lnTo>
                    <a:pt x="290088" y="46203"/>
                  </a:lnTo>
                  <a:lnTo>
                    <a:pt x="362610" y="57754"/>
                  </a:lnTo>
                  <a:lnTo>
                    <a:pt x="435132" y="69305"/>
                  </a:lnTo>
                  <a:lnTo>
                    <a:pt x="507654" y="80856"/>
                  </a:lnTo>
                  <a:lnTo>
                    <a:pt x="580176" y="92407"/>
                  </a:lnTo>
                  <a:lnTo>
                    <a:pt x="652698" y="103958"/>
                  </a:lnTo>
                  <a:lnTo>
                    <a:pt x="725220" y="115509"/>
                  </a:lnTo>
                  <a:lnTo>
                    <a:pt x="797742" y="127060"/>
                  </a:lnTo>
                  <a:lnTo>
                    <a:pt x="870264" y="138611"/>
                  </a:lnTo>
                  <a:lnTo>
                    <a:pt x="942786" y="150162"/>
                  </a:lnTo>
                  <a:lnTo>
                    <a:pt x="1015308" y="161713"/>
                  </a:lnTo>
                  <a:lnTo>
                    <a:pt x="1087830" y="173263"/>
                  </a:lnTo>
                  <a:lnTo>
                    <a:pt x="1160353" y="184814"/>
                  </a:lnTo>
                  <a:lnTo>
                    <a:pt x="1232875" y="196365"/>
                  </a:lnTo>
                  <a:lnTo>
                    <a:pt x="1305397" y="207916"/>
                  </a:lnTo>
                  <a:lnTo>
                    <a:pt x="1377919" y="219467"/>
                  </a:lnTo>
                  <a:lnTo>
                    <a:pt x="1450441" y="231018"/>
                  </a:lnTo>
                  <a:lnTo>
                    <a:pt x="1522963" y="242569"/>
                  </a:lnTo>
                  <a:lnTo>
                    <a:pt x="1595485" y="254120"/>
                  </a:lnTo>
                  <a:lnTo>
                    <a:pt x="1668007" y="265671"/>
                  </a:lnTo>
                  <a:lnTo>
                    <a:pt x="1740529" y="277222"/>
                  </a:lnTo>
                  <a:lnTo>
                    <a:pt x="1813051" y="288773"/>
                  </a:lnTo>
                  <a:lnTo>
                    <a:pt x="1885573" y="300324"/>
                  </a:lnTo>
                  <a:lnTo>
                    <a:pt x="1958095" y="311875"/>
                  </a:lnTo>
                  <a:lnTo>
                    <a:pt x="2030617" y="323426"/>
                  </a:lnTo>
                  <a:lnTo>
                    <a:pt x="2103139" y="334977"/>
                  </a:lnTo>
                  <a:lnTo>
                    <a:pt x="2175661" y="346527"/>
                  </a:lnTo>
                  <a:lnTo>
                    <a:pt x="2248184" y="358078"/>
                  </a:lnTo>
                  <a:lnTo>
                    <a:pt x="2320706" y="369629"/>
                  </a:lnTo>
                  <a:lnTo>
                    <a:pt x="2393228" y="381180"/>
                  </a:lnTo>
                  <a:lnTo>
                    <a:pt x="2465750" y="392731"/>
                  </a:lnTo>
                  <a:lnTo>
                    <a:pt x="2538272" y="404282"/>
                  </a:lnTo>
                  <a:lnTo>
                    <a:pt x="2610794" y="415833"/>
                  </a:lnTo>
                  <a:lnTo>
                    <a:pt x="2683316" y="427384"/>
                  </a:lnTo>
                  <a:lnTo>
                    <a:pt x="2755838" y="438935"/>
                  </a:lnTo>
                  <a:lnTo>
                    <a:pt x="2828360" y="450486"/>
                  </a:lnTo>
                  <a:lnTo>
                    <a:pt x="2900882" y="462037"/>
                  </a:lnTo>
                  <a:lnTo>
                    <a:pt x="2973404" y="473588"/>
                  </a:lnTo>
                  <a:lnTo>
                    <a:pt x="3045926" y="485139"/>
                  </a:lnTo>
                  <a:lnTo>
                    <a:pt x="3118448" y="496690"/>
                  </a:lnTo>
                  <a:lnTo>
                    <a:pt x="3190970" y="508240"/>
                  </a:lnTo>
                  <a:lnTo>
                    <a:pt x="3263492" y="519791"/>
                  </a:lnTo>
                  <a:lnTo>
                    <a:pt x="3336014" y="531342"/>
                  </a:lnTo>
                  <a:lnTo>
                    <a:pt x="3408537" y="542893"/>
                  </a:lnTo>
                  <a:lnTo>
                    <a:pt x="3481059" y="554444"/>
                  </a:lnTo>
                  <a:lnTo>
                    <a:pt x="3553581" y="565995"/>
                  </a:lnTo>
                  <a:lnTo>
                    <a:pt x="3626103" y="577546"/>
                  </a:lnTo>
                  <a:lnTo>
                    <a:pt x="3698625" y="589097"/>
                  </a:lnTo>
                  <a:lnTo>
                    <a:pt x="3771147" y="600648"/>
                  </a:lnTo>
                  <a:lnTo>
                    <a:pt x="3843669" y="612199"/>
                  </a:lnTo>
                  <a:lnTo>
                    <a:pt x="3916191" y="623750"/>
                  </a:lnTo>
                  <a:lnTo>
                    <a:pt x="3988713" y="635301"/>
                  </a:lnTo>
                  <a:lnTo>
                    <a:pt x="4061235" y="646852"/>
                  </a:lnTo>
                  <a:lnTo>
                    <a:pt x="4133757" y="658403"/>
                  </a:lnTo>
                  <a:lnTo>
                    <a:pt x="4206279" y="669954"/>
                  </a:lnTo>
                  <a:lnTo>
                    <a:pt x="4278801" y="681504"/>
                  </a:lnTo>
                  <a:lnTo>
                    <a:pt x="4351323" y="693055"/>
                  </a:lnTo>
                  <a:lnTo>
                    <a:pt x="4423845" y="704606"/>
                  </a:lnTo>
                  <a:lnTo>
                    <a:pt x="4496368" y="716157"/>
                  </a:lnTo>
                  <a:lnTo>
                    <a:pt x="4568890" y="727708"/>
                  </a:lnTo>
                  <a:lnTo>
                    <a:pt x="4641412" y="739259"/>
                  </a:lnTo>
                  <a:lnTo>
                    <a:pt x="4713934" y="750810"/>
                  </a:lnTo>
                  <a:lnTo>
                    <a:pt x="4786456" y="762361"/>
                  </a:lnTo>
                  <a:lnTo>
                    <a:pt x="4858978" y="773912"/>
                  </a:lnTo>
                  <a:lnTo>
                    <a:pt x="4931500" y="785463"/>
                  </a:lnTo>
                  <a:lnTo>
                    <a:pt x="5004022" y="797014"/>
                  </a:lnTo>
                  <a:lnTo>
                    <a:pt x="5076544" y="808565"/>
                  </a:lnTo>
                  <a:lnTo>
                    <a:pt x="5149066" y="820116"/>
                  </a:lnTo>
                  <a:lnTo>
                    <a:pt x="5221588" y="831667"/>
                  </a:lnTo>
                  <a:lnTo>
                    <a:pt x="5294110" y="843217"/>
                  </a:lnTo>
                  <a:lnTo>
                    <a:pt x="5366632" y="854768"/>
                  </a:lnTo>
                  <a:lnTo>
                    <a:pt x="5439154" y="866319"/>
                  </a:lnTo>
                  <a:lnTo>
                    <a:pt x="5511676" y="877870"/>
                  </a:lnTo>
                  <a:lnTo>
                    <a:pt x="5584198" y="889421"/>
                  </a:lnTo>
                  <a:lnTo>
                    <a:pt x="5656721" y="900972"/>
                  </a:lnTo>
                  <a:lnTo>
                    <a:pt x="5729243" y="912523"/>
                  </a:lnTo>
                </a:path>
              </a:pathLst>
            </a:custGeom>
            <a:ln w="27101" cap="flat">
              <a:solidFill>
                <a:srgbClr val="00FA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5126996" y="386522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5126996" y="385846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5126996" y="3982076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459357" y="38121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459357" y="406351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459357" y="357841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5938913" y="473173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5938913" y="448134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5938913" y="4545081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5656288" y="450259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5656288" y="4587572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5656288" y="420249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6273735" y="418921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6273735" y="429924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6273735" y="42655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3447719" y="4192170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3447719" y="422241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3447719" y="4635094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5417078" y="5384277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417078" y="472920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6708136" y="4614128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6708136" y="4268889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1518059" y="3618796"/>
              <a:ext cx="5248779" cy="1197594"/>
            </a:xfrm>
            <a:custGeom>
              <a:avLst/>
              <a:gdLst/>
              <a:ahLst/>
              <a:cxnLst/>
              <a:rect l="0" t="0" r="0" b="0"/>
              <a:pathLst>
                <a:path w="5248779" h="1197594">
                  <a:moveTo>
                    <a:pt x="0" y="0"/>
                  </a:moveTo>
                  <a:lnTo>
                    <a:pt x="66440" y="13290"/>
                  </a:lnTo>
                  <a:lnTo>
                    <a:pt x="132880" y="26559"/>
                  </a:lnTo>
                  <a:lnTo>
                    <a:pt x="199320" y="39805"/>
                  </a:lnTo>
                  <a:lnTo>
                    <a:pt x="265760" y="53028"/>
                  </a:lnTo>
                  <a:lnTo>
                    <a:pt x="332201" y="66225"/>
                  </a:lnTo>
                  <a:lnTo>
                    <a:pt x="398641" y="79396"/>
                  </a:lnTo>
                  <a:lnTo>
                    <a:pt x="465081" y="92539"/>
                  </a:lnTo>
                  <a:lnTo>
                    <a:pt x="531521" y="105654"/>
                  </a:lnTo>
                  <a:lnTo>
                    <a:pt x="597962" y="118737"/>
                  </a:lnTo>
                  <a:lnTo>
                    <a:pt x="664402" y="131788"/>
                  </a:lnTo>
                  <a:lnTo>
                    <a:pt x="730842" y="144805"/>
                  </a:lnTo>
                  <a:lnTo>
                    <a:pt x="797282" y="157787"/>
                  </a:lnTo>
                  <a:lnTo>
                    <a:pt x="863723" y="170730"/>
                  </a:lnTo>
                  <a:lnTo>
                    <a:pt x="930163" y="183633"/>
                  </a:lnTo>
                  <a:lnTo>
                    <a:pt x="996603" y="196494"/>
                  </a:lnTo>
                  <a:lnTo>
                    <a:pt x="1063043" y="209310"/>
                  </a:lnTo>
                  <a:lnTo>
                    <a:pt x="1129484" y="222079"/>
                  </a:lnTo>
                  <a:lnTo>
                    <a:pt x="1195924" y="234797"/>
                  </a:lnTo>
                  <a:lnTo>
                    <a:pt x="1262364" y="247463"/>
                  </a:lnTo>
                  <a:lnTo>
                    <a:pt x="1328804" y="260072"/>
                  </a:lnTo>
                  <a:lnTo>
                    <a:pt x="1395245" y="272622"/>
                  </a:lnTo>
                  <a:lnTo>
                    <a:pt x="1461685" y="285108"/>
                  </a:lnTo>
                  <a:lnTo>
                    <a:pt x="1528125" y="297528"/>
                  </a:lnTo>
                  <a:lnTo>
                    <a:pt x="1594565" y="309876"/>
                  </a:lnTo>
                  <a:lnTo>
                    <a:pt x="1661006" y="322148"/>
                  </a:lnTo>
                  <a:lnTo>
                    <a:pt x="1727446" y="334340"/>
                  </a:lnTo>
                  <a:lnTo>
                    <a:pt x="1793886" y="346447"/>
                  </a:lnTo>
                  <a:lnTo>
                    <a:pt x="1860326" y="358463"/>
                  </a:lnTo>
                  <a:lnTo>
                    <a:pt x="1926767" y="370383"/>
                  </a:lnTo>
                  <a:lnTo>
                    <a:pt x="1993207" y="382201"/>
                  </a:lnTo>
                  <a:lnTo>
                    <a:pt x="2059647" y="393910"/>
                  </a:lnTo>
                  <a:lnTo>
                    <a:pt x="2126087" y="405503"/>
                  </a:lnTo>
                  <a:lnTo>
                    <a:pt x="2192528" y="416975"/>
                  </a:lnTo>
                  <a:lnTo>
                    <a:pt x="2258968" y="428316"/>
                  </a:lnTo>
                  <a:lnTo>
                    <a:pt x="2325408" y="439520"/>
                  </a:lnTo>
                  <a:lnTo>
                    <a:pt x="2391848" y="450578"/>
                  </a:lnTo>
                  <a:lnTo>
                    <a:pt x="2458289" y="461483"/>
                  </a:lnTo>
                  <a:lnTo>
                    <a:pt x="2524729" y="472225"/>
                  </a:lnTo>
                  <a:lnTo>
                    <a:pt x="2591169" y="482796"/>
                  </a:lnTo>
                  <a:lnTo>
                    <a:pt x="2657609" y="493186"/>
                  </a:lnTo>
                  <a:lnTo>
                    <a:pt x="2724050" y="503388"/>
                  </a:lnTo>
                  <a:lnTo>
                    <a:pt x="2790490" y="513392"/>
                  </a:lnTo>
                  <a:lnTo>
                    <a:pt x="2856930" y="523189"/>
                  </a:lnTo>
                  <a:lnTo>
                    <a:pt x="2923370" y="532772"/>
                  </a:lnTo>
                  <a:lnTo>
                    <a:pt x="2989811" y="542131"/>
                  </a:lnTo>
                  <a:lnTo>
                    <a:pt x="3056251" y="551259"/>
                  </a:lnTo>
                  <a:lnTo>
                    <a:pt x="3122691" y="560150"/>
                  </a:lnTo>
                  <a:lnTo>
                    <a:pt x="3189131" y="568798"/>
                  </a:lnTo>
                  <a:lnTo>
                    <a:pt x="3255572" y="577197"/>
                  </a:lnTo>
                  <a:lnTo>
                    <a:pt x="3322012" y="585344"/>
                  </a:lnTo>
                  <a:lnTo>
                    <a:pt x="3388452" y="593234"/>
                  </a:lnTo>
                  <a:lnTo>
                    <a:pt x="3454892" y="600868"/>
                  </a:lnTo>
                  <a:lnTo>
                    <a:pt x="3521333" y="608244"/>
                  </a:lnTo>
                  <a:lnTo>
                    <a:pt x="3587773" y="615363"/>
                  </a:lnTo>
                  <a:lnTo>
                    <a:pt x="3654213" y="622226"/>
                  </a:lnTo>
                  <a:lnTo>
                    <a:pt x="3720653" y="628838"/>
                  </a:lnTo>
                  <a:lnTo>
                    <a:pt x="3787094" y="635202"/>
                  </a:lnTo>
                  <a:lnTo>
                    <a:pt x="3853534" y="641324"/>
                  </a:lnTo>
                  <a:lnTo>
                    <a:pt x="3919974" y="647210"/>
                  </a:lnTo>
                  <a:lnTo>
                    <a:pt x="3986414" y="652867"/>
                  </a:lnTo>
                  <a:lnTo>
                    <a:pt x="4052855" y="658303"/>
                  </a:lnTo>
                  <a:lnTo>
                    <a:pt x="4119295" y="663525"/>
                  </a:lnTo>
                  <a:lnTo>
                    <a:pt x="4185735" y="668542"/>
                  </a:lnTo>
                  <a:lnTo>
                    <a:pt x="4252175" y="673364"/>
                  </a:lnTo>
                  <a:lnTo>
                    <a:pt x="4318616" y="677998"/>
                  </a:lnTo>
                  <a:lnTo>
                    <a:pt x="4385056" y="682454"/>
                  </a:lnTo>
                  <a:lnTo>
                    <a:pt x="4451496" y="686741"/>
                  </a:lnTo>
                  <a:lnTo>
                    <a:pt x="4517936" y="690867"/>
                  </a:lnTo>
                  <a:lnTo>
                    <a:pt x="4584377" y="694841"/>
                  </a:lnTo>
                  <a:lnTo>
                    <a:pt x="4650817" y="698671"/>
                  </a:lnTo>
                  <a:lnTo>
                    <a:pt x="4717257" y="702365"/>
                  </a:lnTo>
                  <a:lnTo>
                    <a:pt x="4783697" y="705931"/>
                  </a:lnTo>
                  <a:lnTo>
                    <a:pt x="4850138" y="709376"/>
                  </a:lnTo>
                  <a:lnTo>
                    <a:pt x="4916578" y="712708"/>
                  </a:lnTo>
                  <a:lnTo>
                    <a:pt x="4983018" y="715932"/>
                  </a:lnTo>
                  <a:lnTo>
                    <a:pt x="5049458" y="719055"/>
                  </a:lnTo>
                  <a:lnTo>
                    <a:pt x="5115898" y="722083"/>
                  </a:lnTo>
                  <a:lnTo>
                    <a:pt x="5182339" y="725021"/>
                  </a:lnTo>
                  <a:lnTo>
                    <a:pt x="5248779" y="727875"/>
                  </a:lnTo>
                  <a:lnTo>
                    <a:pt x="5248779" y="1197594"/>
                  </a:lnTo>
                  <a:lnTo>
                    <a:pt x="5182339" y="1185384"/>
                  </a:lnTo>
                  <a:lnTo>
                    <a:pt x="5115898" y="1173259"/>
                  </a:lnTo>
                  <a:lnTo>
                    <a:pt x="5049458" y="1161223"/>
                  </a:lnTo>
                  <a:lnTo>
                    <a:pt x="4983018" y="1149283"/>
                  </a:lnTo>
                  <a:lnTo>
                    <a:pt x="4916578" y="1137443"/>
                  </a:lnTo>
                  <a:lnTo>
                    <a:pt x="4850138" y="1125711"/>
                  </a:lnTo>
                  <a:lnTo>
                    <a:pt x="4783697" y="1114092"/>
                  </a:lnTo>
                  <a:lnTo>
                    <a:pt x="4717257" y="1102595"/>
                  </a:lnTo>
                  <a:lnTo>
                    <a:pt x="4650817" y="1091225"/>
                  </a:lnTo>
                  <a:lnTo>
                    <a:pt x="4584377" y="1079992"/>
                  </a:lnTo>
                  <a:lnTo>
                    <a:pt x="4517936" y="1068902"/>
                  </a:lnTo>
                  <a:lnTo>
                    <a:pt x="4451496" y="1057964"/>
                  </a:lnTo>
                  <a:lnTo>
                    <a:pt x="4385056" y="1047187"/>
                  </a:lnTo>
                  <a:lnTo>
                    <a:pt x="4318616" y="1036579"/>
                  </a:lnTo>
                  <a:lnTo>
                    <a:pt x="4252175" y="1026150"/>
                  </a:lnTo>
                  <a:lnTo>
                    <a:pt x="4185735" y="1015908"/>
                  </a:lnTo>
                  <a:lnTo>
                    <a:pt x="4119295" y="1005861"/>
                  </a:lnTo>
                  <a:lnTo>
                    <a:pt x="4052855" y="996020"/>
                  </a:lnTo>
                  <a:lnTo>
                    <a:pt x="3986414" y="986392"/>
                  </a:lnTo>
                  <a:lnTo>
                    <a:pt x="3919974" y="976985"/>
                  </a:lnTo>
                  <a:lnTo>
                    <a:pt x="3853534" y="967807"/>
                  </a:lnTo>
                  <a:lnTo>
                    <a:pt x="3787094" y="958865"/>
                  </a:lnTo>
                  <a:lnTo>
                    <a:pt x="3720653" y="950166"/>
                  </a:lnTo>
                  <a:lnTo>
                    <a:pt x="3654213" y="941714"/>
                  </a:lnTo>
                  <a:lnTo>
                    <a:pt x="3587773" y="933514"/>
                  </a:lnTo>
                  <a:lnTo>
                    <a:pt x="3521333" y="925569"/>
                  </a:lnTo>
                  <a:lnTo>
                    <a:pt x="3454892" y="917881"/>
                  </a:lnTo>
                  <a:lnTo>
                    <a:pt x="3388452" y="910451"/>
                  </a:lnTo>
                  <a:lnTo>
                    <a:pt x="3322012" y="903278"/>
                  </a:lnTo>
                  <a:lnTo>
                    <a:pt x="3255572" y="896361"/>
                  </a:lnTo>
                  <a:lnTo>
                    <a:pt x="3189131" y="889696"/>
                  </a:lnTo>
                  <a:lnTo>
                    <a:pt x="3122691" y="883280"/>
                  </a:lnTo>
                  <a:lnTo>
                    <a:pt x="3056251" y="877108"/>
                  </a:lnTo>
                  <a:lnTo>
                    <a:pt x="2989811" y="871173"/>
                  </a:lnTo>
                  <a:lnTo>
                    <a:pt x="2923370" y="865468"/>
                  </a:lnTo>
                  <a:lnTo>
                    <a:pt x="2856930" y="859987"/>
                  </a:lnTo>
                  <a:lnTo>
                    <a:pt x="2790490" y="854720"/>
                  </a:lnTo>
                  <a:lnTo>
                    <a:pt x="2724050" y="849660"/>
                  </a:lnTo>
                  <a:lnTo>
                    <a:pt x="2657609" y="844798"/>
                  </a:lnTo>
                  <a:lnTo>
                    <a:pt x="2591169" y="840125"/>
                  </a:lnTo>
                  <a:lnTo>
                    <a:pt x="2524729" y="835633"/>
                  </a:lnTo>
                  <a:lnTo>
                    <a:pt x="2458289" y="831311"/>
                  </a:lnTo>
                  <a:lnTo>
                    <a:pt x="2391848" y="827152"/>
                  </a:lnTo>
                  <a:lnTo>
                    <a:pt x="2325408" y="823146"/>
                  </a:lnTo>
                  <a:lnTo>
                    <a:pt x="2258968" y="819287"/>
                  </a:lnTo>
                  <a:lnTo>
                    <a:pt x="2192528" y="815564"/>
                  </a:lnTo>
                  <a:lnTo>
                    <a:pt x="2126087" y="811972"/>
                  </a:lnTo>
                  <a:lnTo>
                    <a:pt x="2059647" y="808502"/>
                  </a:lnTo>
                  <a:lnTo>
                    <a:pt x="1993207" y="805147"/>
                  </a:lnTo>
                  <a:lnTo>
                    <a:pt x="1926767" y="801901"/>
                  </a:lnTo>
                  <a:lnTo>
                    <a:pt x="1860326" y="798757"/>
                  </a:lnTo>
                  <a:lnTo>
                    <a:pt x="1793886" y="795710"/>
                  </a:lnTo>
                  <a:lnTo>
                    <a:pt x="1727446" y="792753"/>
                  </a:lnTo>
                  <a:lnTo>
                    <a:pt x="1661006" y="789881"/>
                  </a:lnTo>
                  <a:lnTo>
                    <a:pt x="1594565" y="787090"/>
                  </a:lnTo>
                  <a:lnTo>
                    <a:pt x="1528125" y="784374"/>
                  </a:lnTo>
                  <a:lnTo>
                    <a:pt x="1461685" y="781730"/>
                  </a:lnTo>
                  <a:lnTo>
                    <a:pt x="1395245" y="779153"/>
                  </a:lnTo>
                  <a:lnTo>
                    <a:pt x="1328804" y="776639"/>
                  </a:lnTo>
                  <a:lnTo>
                    <a:pt x="1262364" y="774184"/>
                  </a:lnTo>
                  <a:lnTo>
                    <a:pt x="1195924" y="771786"/>
                  </a:lnTo>
                  <a:lnTo>
                    <a:pt x="1129484" y="769441"/>
                  </a:lnTo>
                  <a:lnTo>
                    <a:pt x="1063043" y="767146"/>
                  </a:lnTo>
                  <a:lnTo>
                    <a:pt x="996603" y="764898"/>
                  </a:lnTo>
                  <a:lnTo>
                    <a:pt x="930163" y="762696"/>
                  </a:lnTo>
                  <a:lnTo>
                    <a:pt x="863723" y="760535"/>
                  </a:lnTo>
                  <a:lnTo>
                    <a:pt x="797282" y="758415"/>
                  </a:lnTo>
                  <a:lnTo>
                    <a:pt x="730842" y="756332"/>
                  </a:lnTo>
                  <a:lnTo>
                    <a:pt x="664402" y="754285"/>
                  </a:lnTo>
                  <a:lnTo>
                    <a:pt x="597962" y="752273"/>
                  </a:lnTo>
                  <a:lnTo>
                    <a:pt x="531521" y="750293"/>
                  </a:lnTo>
                  <a:lnTo>
                    <a:pt x="465081" y="748343"/>
                  </a:lnTo>
                  <a:lnTo>
                    <a:pt x="398641" y="746423"/>
                  </a:lnTo>
                  <a:lnTo>
                    <a:pt x="332201" y="744530"/>
                  </a:lnTo>
                  <a:lnTo>
                    <a:pt x="265760" y="742664"/>
                  </a:lnTo>
                  <a:lnTo>
                    <a:pt x="199320" y="740822"/>
                  </a:lnTo>
                  <a:lnTo>
                    <a:pt x="132880" y="739005"/>
                  </a:lnTo>
                  <a:lnTo>
                    <a:pt x="66440" y="737210"/>
                  </a:lnTo>
                  <a:lnTo>
                    <a:pt x="0" y="73543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518059" y="3618796"/>
              <a:ext cx="5248779" cy="727875"/>
            </a:xfrm>
            <a:custGeom>
              <a:avLst/>
              <a:gdLst/>
              <a:ahLst/>
              <a:cxnLst/>
              <a:rect l="0" t="0" r="0" b="0"/>
              <a:pathLst>
                <a:path w="5248779" h="727875">
                  <a:moveTo>
                    <a:pt x="0" y="0"/>
                  </a:moveTo>
                  <a:lnTo>
                    <a:pt x="66440" y="13290"/>
                  </a:lnTo>
                  <a:lnTo>
                    <a:pt x="132880" y="26559"/>
                  </a:lnTo>
                  <a:lnTo>
                    <a:pt x="199320" y="39805"/>
                  </a:lnTo>
                  <a:lnTo>
                    <a:pt x="265760" y="53028"/>
                  </a:lnTo>
                  <a:lnTo>
                    <a:pt x="332201" y="66225"/>
                  </a:lnTo>
                  <a:lnTo>
                    <a:pt x="398641" y="79396"/>
                  </a:lnTo>
                  <a:lnTo>
                    <a:pt x="465081" y="92539"/>
                  </a:lnTo>
                  <a:lnTo>
                    <a:pt x="531521" y="105654"/>
                  </a:lnTo>
                  <a:lnTo>
                    <a:pt x="597962" y="118737"/>
                  </a:lnTo>
                  <a:lnTo>
                    <a:pt x="664402" y="131788"/>
                  </a:lnTo>
                  <a:lnTo>
                    <a:pt x="730842" y="144805"/>
                  </a:lnTo>
                  <a:lnTo>
                    <a:pt x="797282" y="157787"/>
                  </a:lnTo>
                  <a:lnTo>
                    <a:pt x="863723" y="170730"/>
                  </a:lnTo>
                  <a:lnTo>
                    <a:pt x="930163" y="183633"/>
                  </a:lnTo>
                  <a:lnTo>
                    <a:pt x="996603" y="196494"/>
                  </a:lnTo>
                  <a:lnTo>
                    <a:pt x="1063043" y="209310"/>
                  </a:lnTo>
                  <a:lnTo>
                    <a:pt x="1129484" y="222079"/>
                  </a:lnTo>
                  <a:lnTo>
                    <a:pt x="1195924" y="234797"/>
                  </a:lnTo>
                  <a:lnTo>
                    <a:pt x="1262364" y="247463"/>
                  </a:lnTo>
                  <a:lnTo>
                    <a:pt x="1328804" y="260072"/>
                  </a:lnTo>
                  <a:lnTo>
                    <a:pt x="1395245" y="272622"/>
                  </a:lnTo>
                  <a:lnTo>
                    <a:pt x="1461685" y="285108"/>
                  </a:lnTo>
                  <a:lnTo>
                    <a:pt x="1528125" y="297528"/>
                  </a:lnTo>
                  <a:lnTo>
                    <a:pt x="1594565" y="309876"/>
                  </a:lnTo>
                  <a:lnTo>
                    <a:pt x="1661006" y="322148"/>
                  </a:lnTo>
                  <a:lnTo>
                    <a:pt x="1727446" y="334340"/>
                  </a:lnTo>
                  <a:lnTo>
                    <a:pt x="1793886" y="346447"/>
                  </a:lnTo>
                  <a:lnTo>
                    <a:pt x="1860326" y="358463"/>
                  </a:lnTo>
                  <a:lnTo>
                    <a:pt x="1926767" y="370383"/>
                  </a:lnTo>
                  <a:lnTo>
                    <a:pt x="1993207" y="382201"/>
                  </a:lnTo>
                  <a:lnTo>
                    <a:pt x="2059647" y="393910"/>
                  </a:lnTo>
                  <a:lnTo>
                    <a:pt x="2126087" y="405503"/>
                  </a:lnTo>
                  <a:lnTo>
                    <a:pt x="2192528" y="416975"/>
                  </a:lnTo>
                  <a:lnTo>
                    <a:pt x="2258968" y="428316"/>
                  </a:lnTo>
                  <a:lnTo>
                    <a:pt x="2325408" y="439520"/>
                  </a:lnTo>
                  <a:lnTo>
                    <a:pt x="2391848" y="450578"/>
                  </a:lnTo>
                  <a:lnTo>
                    <a:pt x="2458289" y="461483"/>
                  </a:lnTo>
                  <a:lnTo>
                    <a:pt x="2524729" y="472225"/>
                  </a:lnTo>
                  <a:lnTo>
                    <a:pt x="2591169" y="482796"/>
                  </a:lnTo>
                  <a:lnTo>
                    <a:pt x="2657609" y="493186"/>
                  </a:lnTo>
                  <a:lnTo>
                    <a:pt x="2724050" y="503388"/>
                  </a:lnTo>
                  <a:lnTo>
                    <a:pt x="2790490" y="513392"/>
                  </a:lnTo>
                  <a:lnTo>
                    <a:pt x="2856930" y="523189"/>
                  </a:lnTo>
                  <a:lnTo>
                    <a:pt x="2923370" y="532772"/>
                  </a:lnTo>
                  <a:lnTo>
                    <a:pt x="2989811" y="542131"/>
                  </a:lnTo>
                  <a:lnTo>
                    <a:pt x="3056251" y="551259"/>
                  </a:lnTo>
                  <a:lnTo>
                    <a:pt x="3122691" y="560150"/>
                  </a:lnTo>
                  <a:lnTo>
                    <a:pt x="3189131" y="568798"/>
                  </a:lnTo>
                  <a:lnTo>
                    <a:pt x="3255572" y="577197"/>
                  </a:lnTo>
                  <a:lnTo>
                    <a:pt x="3322012" y="585344"/>
                  </a:lnTo>
                  <a:lnTo>
                    <a:pt x="3388452" y="593234"/>
                  </a:lnTo>
                  <a:lnTo>
                    <a:pt x="3454892" y="600868"/>
                  </a:lnTo>
                  <a:lnTo>
                    <a:pt x="3521333" y="608244"/>
                  </a:lnTo>
                  <a:lnTo>
                    <a:pt x="3587773" y="615363"/>
                  </a:lnTo>
                  <a:lnTo>
                    <a:pt x="3654213" y="622226"/>
                  </a:lnTo>
                  <a:lnTo>
                    <a:pt x="3720653" y="628838"/>
                  </a:lnTo>
                  <a:lnTo>
                    <a:pt x="3787094" y="635202"/>
                  </a:lnTo>
                  <a:lnTo>
                    <a:pt x="3853534" y="641324"/>
                  </a:lnTo>
                  <a:lnTo>
                    <a:pt x="3919974" y="647210"/>
                  </a:lnTo>
                  <a:lnTo>
                    <a:pt x="3986414" y="652867"/>
                  </a:lnTo>
                  <a:lnTo>
                    <a:pt x="4052855" y="658303"/>
                  </a:lnTo>
                  <a:lnTo>
                    <a:pt x="4119295" y="663525"/>
                  </a:lnTo>
                  <a:lnTo>
                    <a:pt x="4185735" y="668542"/>
                  </a:lnTo>
                  <a:lnTo>
                    <a:pt x="4252175" y="673364"/>
                  </a:lnTo>
                  <a:lnTo>
                    <a:pt x="4318616" y="677998"/>
                  </a:lnTo>
                  <a:lnTo>
                    <a:pt x="4385056" y="682454"/>
                  </a:lnTo>
                  <a:lnTo>
                    <a:pt x="4451496" y="686741"/>
                  </a:lnTo>
                  <a:lnTo>
                    <a:pt x="4517936" y="690867"/>
                  </a:lnTo>
                  <a:lnTo>
                    <a:pt x="4584377" y="694841"/>
                  </a:lnTo>
                  <a:lnTo>
                    <a:pt x="4650817" y="698671"/>
                  </a:lnTo>
                  <a:lnTo>
                    <a:pt x="4717257" y="702365"/>
                  </a:lnTo>
                  <a:lnTo>
                    <a:pt x="4783697" y="705931"/>
                  </a:lnTo>
                  <a:lnTo>
                    <a:pt x="4850138" y="709376"/>
                  </a:lnTo>
                  <a:lnTo>
                    <a:pt x="4916578" y="712708"/>
                  </a:lnTo>
                  <a:lnTo>
                    <a:pt x="4983018" y="715932"/>
                  </a:lnTo>
                  <a:lnTo>
                    <a:pt x="5049458" y="719055"/>
                  </a:lnTo>
                  <a:lnTo>
                    <a:pt x="5115898" y="722083"/>
                  </a:lnTo>
                  <a:lnTo>
                    <a:pt x="5182339" y="725021"/>
                  </a:lnTo>
                  <a:lnTo>
                    <a:pt x="5248779" y="72787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518059" y="4354233"/>
              <a:ext cx="5248779" cy="462156"/>
            </a:xfrm>
            <a:custGeom>
              <a:avLst/>
              <a:gdLst/>
              <a:ahLst/>
              <a:cxnLst/>
              <a:rect l="0" t="0" r="0" b="0"/>
              <a:pathLst>
                <a:path w="5248779" h="462156">
                  <a:moveTo>
                    <a:pt x="5248779" y="462156"/>
                  </a:moveTo>
                  <a:lnTo>
                    <a:pt x="5182339" y="449947"/>
                  </a:lnTo>
                  <a:lnTo>
                    <a:pt x="5115898" y="437822"/>
                  </a:lnTo>
                  <a:lnTo>
                    <a:pt x="5049458" y="425786"/>
                  </a:lnTo>
                  <a:lnTo>
                    <a:pt x="4983018" y="413845"/>
                  </a:lnTo>
                  <a:lnTo>
                    <a:pt x="4916578" y="402006"/>
                  </a:lnTo>
                  <a:lnTo>
                    <a:pt x="4850138" y="390273"/>
                  </a:lnTo>
                  <a:lnTo>
                    <a:pt x="4783697" y="378655"/>
                  </a:lnTo>
                  <a:lnTo>
                    <a:pt x="4717257" y="367157"/>
                  </a:lnTo>
                  <a:lnTo>
                    <a:pt x="4650817" y="355787"/>
                  </a:lnTo>
                  <a:lnTo>
                    <a:pt x="4584377" y="344554"/>
                  </a:lnTo>
                  <a:lnTo>
                    <a:pt x="4517936" y="333464"/>
                  </a:lnTo>
                  <a:lnTo>
                    <a:pt x="4451496" y="322526"/>
                  </a:lnTo>
                  <a:lnTo>
                    <a:pt x="4385056" y="311749"/>
                  </a:lnTo>
                  <a:lnTo>
                    <a:pt x="4318616" y="301142"/>
                  </a:lnTo>
                  <a:lnTo>
                    <a:pt x="4252175" y="290712"/>
                  </a:lnTo>
                  <a:lnTo>
                    <a:pt x="4185735" y="280470"/>
                  </a:lnTo>
                  <a:lnTo>
                    <a:pt x="4119295" y="270424"/>
                  </a:lnTo>
                  <a:lnTo>
                    <a:pt x="4052855" y="260582"/>
                  </a:lnTo>
                  <a:lnTo>
                    <a:pt x="3986414" y="250954"/>
                  </a:lnTo>
                  <a:lnTo>
                    <a:pt x="3919974" y="241547"/>
                  </a:lnTo>
                  <a:lnTo>
                    <a:pt x="3853534" y="232369"/>
                  </a:lnTo>
                  <a:lnTo>
                    <a:pt x="3787094" y="223428"/>
                  </a:lnTo>
                  <a:lnTo>
                    <a:pt x="3720653" y="214728"/>
                  </a:lnTo>
                  <a:lnTo>
                    <a:pt x="3654213" y="206276"/>
                  </a:lnTo>
                  <a:lnTo>
                    <a:pt x="3587773" y="198076"/>
                  </a:lnTo>
                  <a:lnTo>
                    <a:pt x="3521333" y="190131"/>
                  </a:lnTo>
                  <a:lnTo>
                    <a:pt x="3454892" y="182444"/>
                  </a:lnTo>
                  <a:lnTo>
                    <a:pt x="3388452" y="175013"/>
                  </a:lnTo>
                  <a:lnTo>
                    <a:pt x="3322012" y="167841"/>
                  </a:lnTo>
                  <a:lnTo>
                    <a:pt x="3255572" y="160923"/>
                  </a:lnTo>
                  <a:lnTo>
                    <a:pt x="3189131" y="154259"/>
                  </a:lnTo>
                  <a:lnTo>
                    <a:pt x="3122691" y="147843"/>
                  </a:lnTo>
                  <a:lnTo>
                    <a:pt x="3056251" y="141670"/>
                  </a:lnTo>
                  <a:lnTo>
                    <a:pt x="2989811" y="135735"/>
                  </a:lnTo>
                  <a:lnTo>
                    <a:pt x="2923370" y="130030"/>
                  </a:lnTo>
                  <a:lnTo>
                    <a:pt x="2856930" y="124549"/>
                  </a:lnTo>
                  <a:lnTo>
                    <a:pt x="2790490" y="119283"/>
                  </a:lnTo>
                  <a:lnTo>
                    <a:pt x="2724050" y="114223"/>
                  </a:lnTo>
                  <a:lnTo>
                    <a:pt x="2657609" y="109361"/>
                  </a:lnTo>
                  <a:lnTo>
                    <a:pt x="2591169" y="104688"/>
                  </a:lnTo>
                  <a:lnTo>
                    <a:pt x="2524729" y="100195"/>
                  </a:lnTo>
                  <a:lnTo>
                    <a:pt x="2458289" y="95873"/>
                  </a:lnTo>
                  <a:lnTo>
                    <a:pt x="2391848" y="91714"/>
                  </a:lnTo>
                  <a:lnTo>
                    <a:pt x="2325408" y="87709"/>
                  </a:lnTo>
                  <a:lnTo>
                    <a:pt x="2258968" y="83849"/>
                  </a:lnTo>
                  <a:lnTo>
                    <a:pt x="2192528" y="80127"/>
                  </a:lnTo>
                  <a:lnTo>
                    <a:pt x="2126087" y="76534"/>
                  </a:lnTo>
                  <a:lnTo>
                    <a:pt x="2059647" y="73064"/>
                  </a:lnTo>
                  <a:lnTo>
                    <a:pt x="1993207" y="69709"/>
                  </a:lnTo>
                  <a:lnTo>
                    <a:pt x="1926767" y="66463"/>
                  </a:lnTo>
                  <a:lnTo>
                    <a:pt x="1860326" y="63320"/>
                  </a:lnTo>
                  <a:lnTo>
                    <a:pt x="1793886" y="60272"/>
                  </a:lnTo>
                  <a:lnTo>
                    <a:pt x="1727446" y="57315"/>
                  </a:lnTo>
                  <a:lnTo>
                    <a:pt x="1661006" y="54444"/>
                  </a:lnTo>
                  <a:lnTo>
                    <a:pt x="1594565" y="51652"/>
                  </a:lnTo>
                  <a:lnTo>
                    <a:pt x="1528125" y="48937"/>
                  </a:lnTo>
                  <a:lnTo>
                    <a:pt x="1461685" y="46292"/>
                  </a:lnTo>
                  <a:lnTo>
                    <a:pt x="1395245" y="43715"/>
                  </a:lnTo>
                  <a:lnTo>
                    <a:pt x="1328804" y="41201"/>
                  </a:lnTo>
                  <a:lnTo>
                    <a:pt x="1262364" y="38747"/>
                  </a:lnTo>
                  <a:lnTo>
                    <a:pt x="1195924" y="36348"/>
                  </a:lnTo>
                  <a:lnTo>
                    <a:pt x="1129484" y="34003"/>
                  </a:lnTo>
                  <a:lnTo>
                    <a:pt x="1063043" y="31708"/>
                  </a:lnTo>
                  <a:lnTo>
                    <a:pt x="996603" y="29461"/>
                  </a:lnTo>
                  <a:lnTo>
                    <a:pt x="930163" y="27258"/>
                  </a:lnTo>
                  <a:lnTo>
                    <a:pt x="863723" y="25097"/>
                  </a:lnTo>
                  <a:lnTo>
                    <a:pt x="797282" y="22977"/>
                  </a:lnTo>
                  <a:lnTo>
                    <a:pt x="730842" y="20894"/>
                  </a:lnTo>
                  <a:lnTo>
                    <a:pt x="664402" y="18848"/>
                  </a:lnTo>
                  <a:lnTo>
                    <a:pt x="597962" y="16835"/>
                  </a:lnTo>
                  <a:lnTo>
                    <a:pt x="531521" y="14855"/>
                  </a:lnTo>
                  <a:lnTo>
                    <a:pt x="465081" y="12905"/>
                  </a:lnTo>
                  <a:lnTo>
                    <a:pt x="398641" y="10985"/>
                  </a:lnTo>
                  <a:lnTo>
                    <a:pt x="332201" y="9092"/>
                  </a:lnTo>
                  <a:lnTo>
                    <a:pt x="265760" y="7226"/>
                  </a:lnTo>
                  <a:lnTo>
                    <a:pt x="199320" y="5385"/>
                  </a:lnTo>
                  <a:lnTo>
                    <a:pt x="132880" y="3567"/>
                  </a:lnTo>
                  <a:lnTo>
                    <a:pt x="66440" y="1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518059" y="3986514"/>
              <a:ext cx="5248779" cy="595016"/>
            </a:xfrm>
            <a:custGeom>
              <a:avLst/>
              <a:gdLst/>
              <a:ahLst/>
              <a:cxnLst/>
              <a:rect l="0" t="0" r="0" b="0"/>
              <a:pathLst>
                <a:path w="5248779" h="595016">
                  <a:moveTo>
                    <a:pt x="0" y="0"/>
                  </a:moveTo>
                  <a:lnTo>
                    <a:pt x="66440" y="7531"/>
                  </a:lnTo>
                  <a:lnTo>
                    <a:pt x="132880" y="15063"/>
                  </a:lnTo>
                  <a:lnTo>
                    <a:pt x="199320" y="22595"/>
                  </a:lnTo>
                  <a:lnTo>
                    <a:pt x="265760" y="30127"/>
                  </a:lnTo>
                  <a:lnTo>
                    <a:pt x="332201" y="37659"/>
                  </a:lnTo>
                  <a:lnTo>
                    <a:pt x="398641" y="45191"/>
                  </a:lnTo>
                  <a:lnTo>
                    <a:pt x="465081" y="52722"/>
                  </a:lnTo>
                  <a:lnTo>
                    <a:pt x="531521" y="60254"/>
                  </a:lnTo>
                  <a:lnTo>
                    <a:pt x="597962" y="67786"/>
                  </a:lnTo>
                  <a:lnTo>
                    <a:pt x="664402" y="75318"/>
                  </a:lnTo>
                  <a:lnTo>
                    <a:pt x="730842" y="82850"/>
                  </a:lnTo>
                  <a:lnTo>
                    <a:pt x="797282" y="90382"/>
                  </a:lnTo>
                  <a:lnTo>
                    <a:pt x="863723" y="97914"/>
                  </a:lnTo>
                  <a:lnTo>
                    <a:pt x="930163" y="105445"/>
                  </a:lnTo>
                  <a:lnTo>
                    <a:pt x="996603" y="112977"/>
                  </a:lnTo>
                  <a:lnTo>
                    <a:pt x="1063043" y="120509"/>
                  </a:lnTo>
                  <a:lnTo>
                    <a:pt x="1129484" y="128041"/>
                  </a:lnTo>
                  <a:lnTo>
                    <a:pt x="1195924" y="135573"/>
                  </a:lnTo>
                  <a:lnTo>
                    <a:pt x="1262364" y="143105"/>
                  </a:lnTo>
                  <a:lnTo>
                    <a:pt x="1328804" y="150637"/>
                  </a:lnTo>
                  <a:lnTo>
                    <a:pt x="1395245" y="158168"/>
                  </a:lnTo>
                  <a:lnTo>
                    <a:pt x="1461685" y="165700"/>
                  </a:lnTo>
                  <a:lnTo>
                    <a:pt x="1528125" y="173232"/>
                  </a:lnTo>
                  <a:lnTo>
                    <a:pt x="1594565" y="180764"/>
                  </a:lnTo>
                  <a:lnTo>
                    <a:pt x="1661006" y="188296"/>
                  </a:lnTo>
                  <a:lnTo>
                    <a:pt x="1727446" y="195828"/>
                  </a:lnTo>
                  <a:lnTo>
                    <a:pt x="1793886" y="203360"/>
                  </a:lnTo>
                  <a:lnTo>
                    <a:pt x="1860326" y="210891"/>
                  </a:lnTo>
                  <a:lnTo>
                    <a:pt x="1926767" y="218423"/>
                  </a:lnTo>
                  <a:lnTo>
                    <a:pt x="1993207" y="225955"/>
                  </a:lnTo>
                  <a:lnTo>
                    <a:pt x="2059647" y="233487"/>
                  </a:lnTo>
                  <a:lnTo>
                    <a:pt x="2126087" y="241019"/>
                  </a:lnTo>
                  <a:lnTo>
                    <a:pt x="2192528" y="248551"/>
                  </a:lnTo>
                  <a:lnTo>
                    <a:pt x="2258968" y="256082"/>
                  </a:lnTo>
                  <a:lnTo>
                    <a:pt x="2325408" y="263614"/>
                  </a:lnTo>
                  <a:lnTo>
                    <a:pt x="2391848" y="271146"/>
                  </a:lnTo>
                  <a:lnTo>
                    <a:pt x="2458289" y="278678"/>
                  </a:lnTo>
                  <a:lnTo>
                    <a:pt x="2524729" y="286210"/>
                  </a:lnTo>
                  <a:lnTo>
                    <a:pt x="2591169" y="293742"/>
                  </a:lnTo>
                  <a:lnTo>
                    <a:pt x="2657609" y="301274"/>
                  </a:lnTo>
                  <a:lnTo>
                    <a:pt x="2724050" y="308805"/>
                  </a:lnTo>
                  <a:lnTo>
                    <a:pt x="2790490" y="316337"/>
                  </a:lnTo>
                  <a:lnTo>
                    <a:pt x="2856930" y="323869"/>
                  </a:lnTo>
                  <a:lnTo>
                    <a:pt x="2923370" y="331401"/>
                  </a:lnTo>
                  <a:lnTo>
                    <a:pt x="2989811" y="338933"/>
                  </a:lnTo>
                  <a:lnTo>
                    <a:pt x="3056251" y="346465"/>
                  </a:lnTo>
                  <a:lnTo>
                    <a:pt x="3122691" y="353997"/>
                  </a:lnTo>
                  <a:lnTo>
                    <a:pt x="3189131" y="361528"/>
                  </a:lnTo>
                  <a:lnTo>
                    <a:pt x="3255572" y="369060"/>
                  </a:lnTo>
                  <a:lnTo>
                    <a:pt x="3322012" y="376592"/>
                  </a:lnTo>
                  <a:lnTo>
                    <a:pt x="3388452" y="384124"/>
                  </a:lnTo>
                  <a:lnTo>
                    <a:pt x="3454892" y="391656"/>
                  </a:lnTo>
                  <a:lnTo>
                    <a:pt x="3521333" y="399188"/>
                  </a:lnTo>
                  <a:lnTo>
                    <a:pt x="3587773" y="406720"/>
                  </a:lnTo>
                  <a:lnTo>
                    <a:pt x="3654213" y="414251"/>
                  </a:lnTo>
                  <a:lnTo>
                    <a:pt x="3720653" y="421783"/>
                  </a:lnTo>
                  <a:lnTo>
                    <a:pt x="3787094" y="429315"/>
                  </a:lnTo>
                  <a:lnTo>
                    <a:pt x="3853534" y="436847"/>
                  </a:lnTo>
                  <a:lnTo>
                    <a:pt x="3919974" y="444379"/>
                  </a:lnTo>
                  <a:lnTo>
                    <a:pt x="3986414" y="451911"/>
                  </a:lnTo>
                  <a:lnTo>
                    <a:pt x="4052855" y="459443"/>
                  </a:lnTo>
                  <a:lnTo>
                    <a:pt x="4119295" y="466974"/>
                  </a:lnTo>
                  <a:lnTo>
                    <a:pt x="4185735" y="474506"/>
                  </a:lnTo>
                  <a:lnTo>
                    <a:pt x="4252175" y="482038"/>
                  </a:lnTo>
                  <a:lnTo>
                    <a:pt x="4318616" y="489570"/>
                  </a:lnTo>
                  <a:lnTo>
                    <a:pt x="4385056" y="497102"/>
                  </a:lnTo>
                  <a:lnTo>
                    <a:pt x="4451496" y="504634"/>
                  </a:lnTo>
                  <a:lnTo>
                    <a:pt x="4517936" y="512165"/>
                  </a:lnTo>
                  <a:lnTo>
                    <a:pt x="4584377" y="519697"/>
                  </a:lnTo>
                  <a:lnTo>
                    <a:pt x="4650817" y="527229"/>
                  </a:lnTo>
                  <a:lnTo>
                    <a:pt x="4717257" y="534761"/>
                  </a:lnTo>
                  <a:lnTo>
                    <a:pt x="4783697" y="542293"/>
                  </a:lnTo>
                  <a:lnTo>
                    <a:pt x="4850138" y="549825"/>
                  </a:lnTo>
                  <a:lnTo>
                    <a:pt x="4916578" y="557357"/>
                  </a:lnTo>
                  <a:lnTo>
                    <a:pt x="4983018" y="564888"/>
                  </a:lnTo>
                  <a:lnTo>
                    <a:pt x="5049458" y="572420"/>
                  </a:lnTo>
                  <a:lnTo>
                    <a:pt x="5115898" y="579952"/>
                  </a:lnTo>
                  <a:lnTo>
                    <a:pt x="5182339" y="587484"/>
                  </a:lnTo>
                  <a:lnTo>
                    <a:pt x="5248779" y="595016"/>
                  </a:lnTo>
                </a:path>
              </a:pathLst>
            </a:custGeom>
            <a:ln w="27101" cap="flat">
              <a:solidFill>
                <a:srgbClr val="1E90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x61"/>
            <p:cNvSpPr/>
            <p:nvPr/>
          </p:nvSpPr>
          <p:spPr>
            <a:xfrm>
              <a:off x="754887" y="5349815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4887" y="4287541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4887" y="3225268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2708" y="2162994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907081" y="53898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907081" y="432759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907081" y="326531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907081" y="220304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941876" y="5723142"/>
              <a:ext cx="6302167" cy="0"/>
            </a:xfrm>
            <a:custGeom>
              <a:avLst/>
              <a:gdLst/>
              <a:ahLst/>
              <a:cxnLst/>
              <a:rect l="0" t="0" r="0" b="0"/>
              <a:pathLst>
                <a:path w="6302167">
                  <a:moveTo>
                    <a:pt x="0" y="0"/>
                  </a:moveTo>
                  <a:lnTo>
                    <a:pt x="63021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111453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314115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451677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5719440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6922102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2080363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283026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485688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88350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891013" y="5785772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355267" y="5925448"/>
              <a:ext cx="14753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</a:t>
              </a:r>
            </a:p>
          </p:txBody>
        </p:sp>
        <p:sp>
          <p:nvSpPr>
            <p:cNvPr id="81" name="tx81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7383221" y="3420451"/>
              <a:ext cx="1233989" cy="7788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3" name="tx83"/>
            <p:cNvSpPr/>
            <p:nvPr/>
          </p:nvSpPr>
          <p:spPr>
            <a:xfrm>
              <a:off x="7452810" y="3505493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7452810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7503836" y="3741779"/>
              <a:ext cx="117405" cy="117405"/>
            </a:xfrm>
            <a:prstGeom prst="ellipse">
              <a:avLst/>
            </a:prstGeom>
            <a:solidFill>
              <a:srgbClr val="00FA9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7452810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7503836" y="3961235"/>
              <a:ext cx="117405" cy="117405"/>
            </a:xfrm>
            <a:prstGeom prst="ellipse">
              <a:avLst/>
            </a:prstGeom>
            <a:solidFill>
              <a:srgbClr val="1E90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tx88"/>
            <p:cNvSpPr/>
            <p:nvPr/>
          </p:nvSpPr>
          <p:spPr>
            <a:xfrm>
              <a:off x="7741855" y="3760431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741855" y="3979887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41876" y="1669789"/>
              <a:ext cx="3798783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vs Size at Final Time Point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248</Words>
  <Application>Microsoft Macintosh PowerPoint</Application>
  <PresentationFormat>On-screen Show (4:3)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6</cp:revision>
  <dcterms:created xsi:type="dcterms:W3CDTF">2017-02-13T16:18:36Z</dcterms:created>
  <dcterms:modified xsi:type="dcterms:W3CDTF">2025-12-19T03:12:00Z</dcterms:modified>
  <cp:category/>
</cp:coreProperties>
</file>