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2" r:id="rId7"/>
    <p:sldId id="261" r:id="rId8"/>
    <p:sldId id="263" r:id="rId9"/>
  </p:sldIdLst>
  <p:sldSz cx="9144000" cy="6858000" type="screen4x3"/>
  <p:notesSz cx="6858000" cy="9144000"/>
  <p:custDataLst>
    <p:tags r:id="rId1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317"/>
    <p:restoredTop sz="95567"/>
  </p:normalViewPr>
  <p:slideViewPr>
    <p:cSldViewPr>
      <p:cViewPr>
        <p:scale>
          <a:sx n="115" d="100"/>
          <a:sy n="115" d="100"/>
        </p:scale>
        <p:origin x="1256" y="-3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t6"/>
          <p:cNvSpPr/>
          <p:nvPr/>
        </p:nvSpPr>
        <p:spPr>
          <a:xfrm>
            <a:off x="1199224" y="307067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199224" y="278025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199224" y="273750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2493132" y="315173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2493132" y="302825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2493132" y="290335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3270092" y="329669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3270092" y="280551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3270092" y="289844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2169360" y="270218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2169360" y="207419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2169360" y="22270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4320539" y="357309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4320539" y="243319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4320539" y="325842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3734777" y="335842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3734777" y="375548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3734777" y="345266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4044886" y="511844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4044886" y="489775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4044886" y="504204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900287" y="481725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900287" y="455603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900287" y="492422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257927" y="2070498"/>
            <a:ext cx="5701062" cy="3478708"/>
          </a:xfrm>
          <a:custGeom>
            <a:avLst/>
            <a:gdLst/>
            <a:ahLst/>
            <a:cxnLst/>
            <a:rect l="0" t="0" r="0" b="0"/>
            <a:pathLst>
              <a:path w="5701062" h="3478708">
                <a:moveTo>
                  <a:pt x="0" y="0"/>
                </a:moveTo>
                <a:lnTo>
                  <a:pt x="72165" y="39752"/>
                </a:lnTo>
                <a:lnTo>
                  <a:pt x="144330" y="79391"/>
                </a:lnTo>
                <a:lnTo>
                  <a:pt x="216496" y="118909"/>
                </a:lnTo>
                <a:lnTo>
                  <a:pt x="288661" y="158299"/>
                </a:lnTo>
                <a:lnTo>
                  <a:pt x="360826" y="197550"/>
                </a:lnTo>
                <a:lnTo>
                  <a:pt x="432992" y="236655"/>
                </a:lnTo>
                <a:lnTo>
                  <a:pt x="505157" y="275603"/>
                </a:lnTo>
                <a:lnTo>
                  <a:pt x="577322" y="314383"/>
                </a:lnTo>
                <a:lnTo>
                  <a:pt x="649488" y="352983"/>
                </a:lnTo>
                <a:lnTo>
                  <a:pt x="721653" y="391391"/>
                </a:lnTo>
                <a:lnTo>
                  <a:pt x="793818" y="429594"/>
                </a:lnTo>
                <a:lnTo>
                  <a:pt x="865984" y="467577"/>
                </a:lnTo>
                <a:lnTo>
                  <a:pt x="938149" y="505326"/>
                </a:lnTo>
                <a:lnTo>
                  <a:pt x="1010314" y="542823"/>
                </a:lnTo>
                <a:lnTo>
                  <a:pt x="1082480" y="580053"/>
                </a:lnTo>
                <a:lnTo>
                  <a:pt x="1154645" y="616996"/>
                </a:lnTo>
                <a:lnTo>
                  <a:pt x="1226811" y="653633"/>
                </a:lnTo>
                <a:lnTo>
                  <a:pt x="1298976" y="689946"/>
                </a:lnTo>
                <a:lnTo>
                  <a:pt x="1371141" y="725912"/>
                </a:lnTo>
                <a:lnTo>
                  <a:pt x="1443307" y="761511"/>
                </a:lnTo>
                <a:lnTo>
                  <a:pt x="1515472" y="796721"/>
                </a:lnTo>
                <a:lnTo>
                  <a:pt x="1587637" y="831520"/>
                </a:lnTo>
                <a:lnTo>
                  <a:pt x="1659803" y="865887"/>
                </a:lnTo>
                <a:lnTo>
                  <a:pt x="1731968" y="899798"/>
                </a:lnTo>
                <a:lnTo>
                  <a:pt x="1804133" y="933234"/>
                </a:lnTo>
                <a:lnTo>
                  <a:pt x="1876299" y="966174"/>
                </a:lnTo>
                <a:lnTo>
                  <a:pt x="1948464" y="998600"/>
                </a:lnTo>
                <a:lnTo>
                  <a:pt x="2020629" y="1030495"/>
                </a:lnTo>
                <a:lnTo>
                  <a:pt x="2092795" y="1061846"/>
                </a:lnTo>
                <a:lnTo>
                  <a:pt x="2164960" y="1092639"/>
                </a:lnTo>
                <a:lnTo>
                  <a:pt x="2237125" y="1122868"/>
                </a:lnTo>
                <a:lnTo>
                  <a:pt x="2309291" y="1152525"/>
                </a:lnTo>
                <a:lnTo>
                  <a:pt x="2381456" y="1181610"/>
                </a:lnTo>
                <a:lnTo>
                  <a:pt x="2453622" y="1210122"/>
                </a:lnTo>
                <a:lnTo>
                  <a:pt x="2525787" y="1238069"/>
                </a:lnTo>
                <a:lnTo>
                  <a:pt x="2597952" y="1265456"/>
                </a:lnTo>
                <a:lnTo>
                  <a:pt x="2670118" y="1292295"/>
                </a:lnTo>
                <a:lnTo>
                  <a:pt x="2742283" y="1318600"/>
                </a:lnTo>
                <a:lnTo>
                  <a:pt x="2814448" y="1344388"/>
                </a:lnTo>
                <a:lnTo>
                  <a:pt x="2886614" y="1369675"/>
                </a:lnTo>
                <a:lnTo>
                  <a:pt x="2958779" y="1394482"/>
                </a:lnTo>
                <a:lnTo>
                  <a:pt x="3030944" y="1418830"/>
                </a:lnTo>
                <a:lnTo>
                  <a:pt x="3103110" y="1442740"/>
                </a:lnTo>
                <a:lnTo>
                  <a:pt x="3175275" y="1466234"/>
                </a:lnTo>
                <a:lnTo>
                  <a:pt x="3247440" y="1489334"/>
                </a:lnTo>
                <a:lnTo>
                  <a:pt x="3319606" y="1512062"/>
                </a:lnTo>
                <a:lnTo>
                  <a:pt x="3391771" y="1534440"/>
                </a:lnTo>
                <a:lnTo>
                  <a:pt x="3463936" y="1556487"/>
                </a:lnTo>
                <a:lnTo>
                  <a:pt x="3536102" y="1578225"/>
                </a:lnTo>
                <a:lnTo>
                  <a:pt x="3608267" y="1599673"/>
                </a:lnTo>
                <a:lnTo>
                  <a:pt x="3680433" y="1620848"/>
                </a:lnTo>
                <a:lnTo>
                  <a:pt x="3752598" y="1641768"/>
                </a:lnTo>
                <a:lnTo>
                  <a:pt x="3824763" y="1662451"/>
                </a:lnTo>
                <a:lnTo>
                  <a:pt x="3896929" y="1682910"/>
                </a:lnTo>
                <a:lnTo>
                  <a:pt x="3969094" y="1703161"/>
                </a:lnTo>
                <a:lnTo>
                  <a:pt x="4041259" y="1723217"/>
                </a:lnTo>
                <a:lnTo>
                  <a:pt x="4113425" y="1743090"/>
                </a:lnTo>
                <a:lnTo>
                  <a:pt x="4185590" y="1762794"/>
                </a:lnTo>
                <a:lnTo>
                  <a:pt x="4257755" y="1782338"/>
                </a:lnTo>
                <a:lnTo>
                  <a:pt x="4329921" y="1801733"/>
                </a:lnTo>
                <a:lnTo>
                  <a:pt x="4402086" y="1820988"/>
                </a:lnTo>
                <a:lnTo>
                  <a:pt x="4474251" y="1840112"/>
                </a:lnTo>
                <a:lnTo>
                  <a:pt x="4546417" y="1859114"/>
                </a:lnTo>
                <a:lnTo>
                  <a:pt x="4618582" y="1878001"/>
                </a:lnTo>
                <a:lnTo>
                  <a:pt x="4690748" y="1896779"/>
                </a:lnTo>
                <a:lnTo>
                  <a:pt x="4762913" y="1915457"/>
                </a:lnTo>
                <a:lnTo>
                  <a:pt x="4835078" y="1934039"/>
                </a:lnTo>
                <a:lnTo>
                  <a:pt x="4907244" y="1952532"/>
                </a:lnTo>
                <a:lnTo>
                  <a:pt x="4979409" y="1970940"/>
                </a:lnTo>
                <a:lnTo>
                  <a:pt x="5051574" y="1989269"/>
                </a:lnTo>
                <a:lnTo>
                  <a:pt x="5123740" y="2007523"/>
                </a:lnTo>
                <a:lnTo>
                  <a:pt x="5195905" y="2025707"/>
                </a:lnTo>
                <a:lnTo>
                  <a:pt x="5268070" y="2043824"/>
                </a:lnTo>
                <a:lnTo>
                  <a:pt x="5340236" y="2061878"/>
                </a:lnTo>
                <a:lnTo>
                  <a:pt x="5412401" y="2079872"/>
                </a:lnTo>
                <a:lnTo>
                  <a:pt x="5484566" y="2097810"/>
                </a:lnTo>
                <a:lnTo>
                  <a:pt x="5556732" y="2115695"/>
                </a:lnTo>
                <a:lnTo>
                  <a:pt x="5628897" y="2133530"/>
                </a:lnTo>
                <a:lnTo>
                  <a:pt x="5701062" y="2151316"/>
                </a:lnTo>
                <a:lnTo>
                  <a:pt x="5701062" y="3478708"/>
                </a:lnTo>
                <a:lnTo>
                  <a:pt x="5628897" y="3437880"/>
                </a:lnTo>
                <a:lnTo>
                  <a:pt x="5556732" y="3397100"/>
                </a:lnTo>
                <a:lnTo>
                  <a:pt x="5484566" y="3356370"/>
                </a:lnTo>
                <a:lnTo>
                  <a:pt x="5412401" y="3315693"/>
                </a:lnTo>
                <a:lnTo>
                  <a:pt x="5340236" y="3275073"/>
                </a:lnTo>
                <a:lnTo>
                  <a:pt x="5268070" y="3234512"/>
                </a:lnTo>
                <a:lnTo>
                  <a:pt x="5195905" y="3194015"/>
                </a:lnTo>
                <a:lnTo>
                  <a:pt x="5123740" y="3153584"/>
                </a:lnTo>
                <a:lnTo>
                  <a:pt x="5051574" y="3113223"/>
                </a:lnTo>
                <a:lnTo>
                  <a:pt x="4979409" y="3072937"/>
                </a:lnTo>
                <a:lnTo>
                  <a:pt x="4907244" y="3032731"/>
                </a:lnTo>
                <a:lnTo>
                  <a:pt x="4835078" y="2992609"/>
                </a:lnTo>
                <a:lnTo>
                  <a:pt x="4762913" y="2952577"/>
                </a:lnTo>
                <a:lnTo>
                  <a:pt x="4690748" y="2912639"/>
                </a:lnTo>
                <a:lnTo>
                  <a:pt x="4618582" y="2872803"/>
                </a:lnTo>
                <a:lnTo>
                  <a:pt x="4546417" y="2833075"/>
                </a:lnTo>
                <a:lnTo>
                  <a:pt x="4474251" y="2793463"/>
                </a:lnTo>
                <a:lnTo>
                  <a:pt x="4402086" y="2753972"/>
                </a:lnTo>
                <a:lnTo>
                  <a:pt x="4329921" y="2714613"/>
                </a:lnTo>
                <a:lnTo>
                  <a:pt x="4257755" y="2675393"/>
                </a:lnTo>
                <a:lnTo>
                  <a:pt x="4185590" y="2636322"/>
                </a:lnTo>
                <a:lnTo>
                  <a:pt x="4113425" y="2597411"/>
                </a:lnTo>
                <a:lnTo>
                  <a:pt x="4041259" y="2558670"/>
                </a:lnTo>
                <a:lnTo>
                  <a:pt x="3969094" y="2520111"/>
                </a:lnTo>
                <a:lnTo>
                  <a:pt x="3896929" y="2481748"/>
                </a:lnTo>
                <a:lnTo>
                  <a:pt x="3824763" y="2443592"/>
                </a:lnTo>
                <a:lnTo>
                  <a:pt x="3752598" y="2405660"/>
                </a:lnTo>
                <a:lnTo>
                  <a:pt x="3680433" y="2367966"/>
                </a:lnTo>
                <a:lnTo>
                  <a:pt x="3608267" y="2330526"/>
                </a:lnTo>
                <a:lnTo>
                  <a:pt x="3536102" y="2293359"/>
                </a:lnTo>
                <a:lnTo>
                  <a:pt x="3463936" y="2256482"/>
                </a:lnTo>
                <a:lnTo>
                  <a:pt x="3391771" y="2219915"/>
                </a:lnTo>
                <a:lnTo>
                  <a:pt x="3319606" y="2183678"/>
                </a:lnTo>
                <a:lnTo>
                  <a:pt x="3247440" y="2147791"/>
                </a:lnTo>
                <a:lnTo>
                  <a:pt x="3175275" y="2112277"/>
                </a:lnTo>
                <a:lnTo>
                  <a:pt x="3103110" y="2077156"/>
                </a:lnTo>
                <a:lnTo>
                  <a:pt x="3030944" y="2042451"/>
                </a:lnTo>
                <a:lnTo>
                  <a:pt x="2958779" y="2008184"/>
                </a:lnTo>
                <a:lnTo>
                  <a:pt x="2886614" y="1974377"/>
                </a:lnTo>
                <a:lnTo>
                  <a:pt x="2814448" y="1941050"/>
                </a:lnTo>
                <a:lnTo>
                  <a:pt x="2742283" y="1908222"/>
                </a:lnTo>
                <a:lnTo>
                  <a:pt x="2670118" y="1875913"/>
                </a:lnTo>
                <a:lnTo>
                  <a:pt x="2597952" y="1844138"/>
                </a:lnTo>
                <a:lnTo>
                  <a:pt x="2525787" y="1812910"/>
                </a:lnTo>
                <a:lnTo>
                  <a:pt x="2453622" y="1782241"/>
                </a:lnTo>
                <a:lnTo>
                  <a:pt x="2381456" y="1752140"/>
                </a:lnTo>
                <a:lnTo>
                  <a:pt x="2309291" y="1722610"/>
                </a:lnTo>
                <a:lnTo>
                  <a:pt x="2237125" y="1693652"/>
                </a:lnTo>
                <a:lnTo>
                  <a:pt x="2164960" y="1665266"/>
                </a:lnTo>
                <a:lnTo>
                  <a:pt x="2092795" y="1637445"/>
                </a:lnTo>
                <a:lnTo>
                  <a:pt x="2020629" y="1610181"/>
                </a:lnTo>
                <a:lnTo>
                  <a:pt x="1948464" y="1583461"/>
                </a:lnTo>
                <a:lnTo>
                  <a:pt x="1876299" y="1557273"/>
                </a:lnTo>
                <a:lnTo>
                  <a:pt x="1804133" y="1531598"/>
                </a:lnTo>
                <a:lnTo>
                  <a:pt x="1731968" y="1506419"/>
                </a:lnTo>
                <a:lnTo>
                  <a:pt x="1659803" y="1481716"/>
                </a:lnTo>
                <a:lnTo>
                  <a:pt x="1587637" y="1457467"/>
                </a:lnTo>
                <a:lnTo>
                  <a:pt x="1515472" y="1433652"/>
                </a:lnTo>
                <a:lnTo>
                  <a:pt x="1443307" y="1410247"/>
                </a:lnTo>
                <a:lnTo>
                  <a:pt x="1371141" y="1387232"/>
                </a:lnTo>
                <a:lnTo>
                  <a:pt x="1298976" y="1364584"/>
                </a:lnTo>
                <a:lnTo>
                  <a:pt x="1226811" y="1342281"/>
                </a:lnTo>
                <a:lnTo>
                  <a:pt x="1154645" y="1320304"/>
                </a:lnTo>
                <a:lnTo>
                  <a:pt x="1082480" y="1298632"/>
                </a:lnTo>
                <a:lnTo>
                  <a:pt x="1010314" y="1277247"/>
                </a:lnTo>
                <a:lnTo>
                  <a:pt x="938149" y="1256130"/>
                </a:lnTo>
                <a:lnTo>
                  <a:pt x="865984" y="1235264"/>
                </a:lnTo>
                <a:lnTo>
                  <a:pt x="793818" y="1214632"/>
                </a:lnTo>
                <a:lnTo>
                  <a:pt x="721653" y="1194221"/>
                </a:lnTo>
                <a:lnTo>
                  <a:pt x="649488" y="1174014"/>
                </a:lnTo>
                <a:lnTo>
                  <a:pt x="577322" y="1154000"/>
                </a:lnTo>
                <a:lnTo>
                  <a:pt x="505157" y="1134165"/>
                </a:lnTo>
                <a:lnTo>
                  <a:pt x="432992" y="1114498"/>
                </a:lnTo>
                <a:lnTo>
                  <a:pt x="360826" y="1094988"/>
                </a:lnTo>
                <a:lnTo>
                  <a:pt x="288661" y="1075625"/>
                </a:lnTo>
                <a:lnTo>
                  <a:pt x="216496" y="1056400"/>
                </a:lnTo>
                <a:lnTo>
                  <a:pt x="144330" y="1037303"/>
                </a:lnTo>
                <a:lnTo>
                  <a:pt x="72165" y="1018328"/>
                </a:lnTo>
                <a:lnTo>
                  <a:pt x="0" y="999466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 dirty="0"/>
          </a:p>
        </p:txBody>
      </p:sp>
      <p:sp>
        <p:nvSpPr>
          <p:cNvPr id="31" name="pl31"/>
          <p:cNvSpPr/>
          <p:nvPr/>
        </p:nvSpPr>
        <p:spPr>
          <a:xfrm>
            <a:off x="1257927" y="2070498"/>
            <a:ext cx="5701062" cy="2151316"/>
          </a:xfrm>
          <a:custGeom>
            <a:avLst/>
            <a:gdLst/>
            <a:ahLst/>
            <a:cxnLst/>
            <a:rect l="0" t="0" r="0" b="0"/>
            <a:pathLst>
              <a:path w="5701062" h="2151316">
                <a:moveTo>
                  <a:pt x="0" y="0"/>
                </a:moveTo>
                <a:lnTo>
                  <a:pt x="72165" y="39752"/>
                </a:lnTo>
                <a:lnTo>
                  <a:pt x="144330" y="79391"/>
                </a:lnTo>
                <a:lnTo>
                  <a:pt x="216496" y="118909"/>
                </a:lnTo>
                <a:lnTo>
                  <a:pt x="288661" y="158299"/>
                </a:lnTo>
                <a:lnTo>
                  <a:pt x="360826" y="197550"/>
                </a:lnTo>
                <a:lnTo>
                  <a:pt x="432992" y="236655"/>
                </a:lnTo>
                <a:lnTo>
                  <a:pt x="505157" y="275603"/>
                </a:lnTo>
                <a:lnTo>
                  <a:pt x="577322" y="314383"/>
                </a:lnTo>
                <a:lnTo>
                  <a:pt x="649488" y="352983"/>
                </a:lnTo>
                <a:lnTo>
                  <a:pt x="721653" y="391391"/>
                </a:lnTo>
                <a:lnTo>
                  <a:pt x="793818" y="429594"/>
                </a:lnTo>
                <a:lnTo>
                  <a:pt x="865984" y="467577"/>
                </a:lnTo>
                <a:lnTo>
                  <a:pt x="938149" y="505326"/>
                </a:lnTo>
                <a:lnTo>
                  <a:pt x="1010314" y="542823"/>
                </a:lnTo>
                <a:lnTo>
                  <a:pt x="1082480" y="580053"/>
                </a:lnTo>
                <a:lnTo>
                  <a:pt x="1154645" y="616996"/>
                </a:lnTo>
                <a:lnTo>
                  <a:pt x="1226811" y="653633"/>
                </a:lnTo>
                <a:lnTo>
                  <a:pt x="1298976" y="689946"/>
                </a:lnTo>
                <a:lnTo>
                  <a:pt x="1371141" y="725912"/>
                </a:lnTo>
                <a:lnTo>
                  <a:pt x="1443307" y="761511"/>
                </a:lnTo>
                <a:lnTo>
                  <a:pt x="1515472" y="796721"/>
                </a:lnTo>
                <a:lnTo>
                  <a:pt x="1587637" y="831520"/>
                </a:lnTo>
                <a:lnTo>
                  <a:pt x="1659803" y="865887"/>
                </a:lnTo>
                <a:lnTo>
                  <a:pt x="1731968" y="899798"/>
                </a:lnTo>
                <a:lnTo>
                  <a:pt x="1804133" y="933234"/>
                </a:lnTo>
                <a:lnTo>
                  <a:pt x="1876299" y="966174"/>
                </a:lnTo>
                <a:lnTo>
                  <a:pt x="1948464" y="998600"/>
                </a:lnTo>
                <a:lnTo>
                  <a:pt x="2020629" y="1030495"/>
                </a:lnTo>
                <a:lnTo>
                  <a:pt x="2092795" y="1061846"/>
                </a:lnTo>
                <a:lnTo>
                  <a:pt x="2164960" y="1092639"/>
                </a:lnTo>
                <a:lnTo>
                  <a:pt x="2237125" y="1122868"/>
                </a:lnTo>
                <a:lnTo>
                  <a:pt x="2309291" y="1152525"/>
                </a:lnTo>
                <a:lnTo>
                  <a:pt x="2381456" y="1181610"/>
                </a:lnTo>
                <a:lnTo>
                  <a:pt x="2453622" y="1210122"/>
                </a:lnTo>
                <a:lnTo>
                  <a:pt x="2525787" y="1238069"/>
                </a:lnTo>
                <a:lnTo>
                  <a:pt x="2597952" y="1265456"/>
                </a:lnTo>
                <a:lnTo>
                  <a:pt x="2670118" y="1292295"/>
                </a:lnTo>
                <a:lnTo>
                  <a:pt x="2742283" y="1318600"/>
                </a:lnTo>
                <a:lnTo>
                  <a:pt x="2814448" y="1344388"/>
                </a:lnTo>
                <a:lnTo>
                  <a:pt x="2886614" y="1369675"/>
                </a:lnTo>
                <a:lnTo>
                  <a:pt x="2958779" y="1394482"/>
                </a:lnTo>
                <a:lnTo>
                  <a:pt x="3030944" y="1418830"/>
                </a:lnTo>
                <a:lnTo>
                  <a:pt x="3103110" y="1442740"/>
                </a:lnTo>
                <a:lnTo>
                  <a:pt x="3175275" y="1466234"/>
                </a:lnTo>
                <a:lnTo>
                  <a:pt x="3247440" y="1489334"/>
                </a:lnTo>
                <a:lnTo>
                  <a:pt x="3319606" y="1512062"/>
                </a:lnTo>
                <a:lnTo>
                  <a:pt x="3391771" y="1534440"/>
                </a:lnTo>
                <a:lnTo>
                  <a:pt x="3463936" y="1556487"/>
                </a:lnTo>
                <a:lnTo>
                  <a:pt x="3536102" y="1578225"/>
                </a:lnTo>
                <a:lnTo>
                  <a:pt x="3608267" y="1599673"/>
                </a:lnTo>
                <a:lnTo>
                  <a:pt x="3680433" y="1620848"/>
                </a:lnTo>
                <a:lnTo>
                  <a:pt x="3752598" y="1641768"/>
                </a:lnTo>
                <a:lnTo>
                  <a:pt x="3824763" y="1662451"/>
                </a:lnTo>
                <a:lnTo>
                  <a:pt x="3896929" y="1682910"/>
                </a:lnTo>
                <a:lnTo>
                  <a:pt x="3969094" y="1703161"/>
                </a:lnTo>
                <a:lnTo>
                  <a:pt x="4041259" y="1723217"/>
                </a:lnTo>
                <a:lnTo>
                  <a:pt x="4113425" y="1743090"/>
                </a:lnTo>
                <a:lnTo>
                  <a:pt x="4185590" y="1762794"/>
                </a:lnTo>
                <a:lnTo>
                  <a:pt x="4257755" y="1782338"/>
                </a:lnTo>
                <a:lnTo>
                  <a:pt x="4329921" y="1801733"/>
                </a:lnTo>
                <a:lnTo>
                  <a:pt x="4402086" y="1820988"/>
                </a:lnTo>
                <a:lnTo>
                  <a:pt x="4474251" y="1840112"/>
                </a:lnTo>
                <a:lnTo>
                  <a:pt x="4546417" y="1859114"/>
                </a:lnTo>
                <a:lnTo>
                  <a:pt x="4618582" y="1878001"/>
                </a:lnTo>
                <a:lnTo>
                  <a:pt x="4690748" y="1896779"/>
                </a:lnTo>
                <a:lnTo>
                  <a:pt x="4762913" y="1915457"/>
                </a:lnTo>
                <a:lnTo>
                  <a:pt x="4835078" y="1934039"/>
                </a:lnTo>
                <a:lnTo>
                  <a:pt x="4907244" y="1952532"/>
                </a:lnTo>
                <a:lnTo>
                  <a:pt x="4979409" y="1970940"/>
                </a:lnTo>
                <a:lnTo>
                  <a:pt x="5051574" y="1989269"/>
                </a:lnTo>
                <a:lnTo>
                  <a:pt x="5123740" y="2007523"/>
                </a:lnTo>
                <a:lnTo>
                  <a:pt x="5195905" y="2025707"/>
                </a:lnTo>
                <a:lnTo>
                  <a:pt x="5268070" y="2043824"/>
                </a:lnTo>
                <a:lnTo>
                  <a:pt x="5340236" y="2061878"/>
                </a:lnTo>
                <a:lnTo>
                  <a:pt x="5412401" y="2079872"/>
                </a:lnTo>
                <a:lnTo>
                  <a:pt x="5484566" y="2097810"/>
                </a:lnTo>
                <a:lnTo>
                  <a:pt x="5556732" y="2115695"/>
                </a:lnTo>
                <a:lnTo>
                  <a:pt x="5628897" y="2133530"/>
                </a:lnTo>
                <a:lnTo>
                  <a:pt x="5701062" y="2151316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257927" y="3069964"/>
            <a:ext cx="5701062" cy="2479242"/>
          </a:xfrm>
          <a:custGeom>
            <a:avLst/>
            <a:gdLst/>
            <a:ahLst/>
            <a:cxnLst/>
            <a:rect l="0" t="0" r="0" b="0"/>
            <a:pathLst>
              <a:path w="5701062" h="2479242">
                <a:moveTo>
                  <a:pt x="5701062" y="2479242"/>
                </a:moveTo>
                <a:lnTo>
                  <a:pt x="5628897" y="2438414"/>
                </a:lnTo>
                <a:lnTo>
                  <a:pt x="5556732" y="2397633"/>
                </a:lnTo>
                <a:lnTo>
                  <a:pt x="5484566" y="2356904"/>
                </a:lnTo>
                <a:lnTo>
                  <a:pt x="5412401" y="2316227"/>
                </a:lnTo>
                <a:lnTo>
                  <a:pt x="5340236" y="2275607"/>
                </a:lnTo>
                <a:lnTo>
                  <a:pt x="5268070" y="2235046"/>
                </a:lnTo>
                <a:lnTo>
                  <a:pt x="5195905" y="2194549"/>
                </a:lnTo>
                <a:lnTo>
                  <a:pt x="5123740" y="2154118"/>
                </a:lnTo>
                <a:lnTo>
                  <a:pt x="5051574" y="2113757"/>
                </a:lnTo>
                <a:lnTo>
                  <a:pt x="4979409" y="2073471"/>
                </a:lnTo>
                <a:lnTo>
                  <a:pt x="4907244" y="2033265"/>
                </a:lnTo>
                <a:lnTo>
                  <a:pt x="4835078" y="1993143"/>
                </a:lnTo>
                <a:lnTo>
                  <a:pt x="4762913" y="1953110"/>
                </a:lnTo>
                <a:lnTo>
                  <a:pt x="4690748" y="1913173"/>
                </a:lnTo>
                <a:lnTo>
                  <a:pt x="4618582" y="1873337"/>
                </a:lnTo>
                <a:lnTo>
                  <a:pt x="4546417" y="1833609"/>
                </a:lnTo>
                <a:lnTo>
                  <a:pt x="4474251" y="1793996"/>
                </a:lnTo>
                <a:lnTo>
                  <a:pt x="4402086" y="1754506"/>
                </a:lnTo>
                <a:lnTo>
                  <a:pt x="4329921" y="1715147"/>
                </a:lnTo>
                <a:lnTo>
                  <a:pt x="4257755" y="1675927"/>
                </a:lnTo>
                <a:lnTo>
                  <a:pt x="4185590" y="1636856"/>
                </a:lnTo>
                <a:lnTo>
                  <a:pt x="4113425" y="1597945"/>
                </a:lnTo>
                <a:lnTo>
                  <a:pt x="4041259" y="1559204"/>
                </a:lnTo>
                <a:lnTo>
                  <a:pt x="3969094" y="1520645"/>
                </a:lnTo>
                <a:lnTo>
                  <a:pt x="3896929" y="1482282"/>
                </a:lnTo>
                <a:lnTo>
                  <a:pt x="3824763" y="1444126"/>
                </a:lnTo>
                <a:lnTo>
                  <a:pt x="3752598" y="1406194"/>
                </a:lnTo>
                <a:lnTo>
                  <a:pt x="3680433" y="1368500"/>
                </a:lnTo>
                <a:lnTo>
                  <a:pt x="3608267" y="1331060"/>
                </a:lnTo>
                <a:lnTo>
                  <a:pt x="3536102" y="1293893"/>
                </a:lnTo>
                <a:lnTo>
                  <a:pt x="3463936" y="1257016"/>
                </a:lnTo>
                <a:lnTo>
                  <a:pt x="3391771" y="1220449"/>
                </a:lnTo>
                <a:lnTo>
                  <a:pt x="3319606" y="1184212"/>
                </a:lnTo>
                <a:lnTo>
                  <a:pt x="3247440" y="1148325"/>
                </a:lnTo>
                <a:lnTo>
                  <a:pt x="3175275" y="1112811"/>
                </a:lnTo>
                <a:lnTo>
                  <a:pt x="3103110" y="1077690"/>
                </a:lnTo>
                <a:lnTo>
                  <a:pt x="3030944" y="1042985"/>
                </a:lnTo>
                <a:lnTo>
                  <a:pt x="2958779" y="1008718"/>
                </a:lnTo>
                <a:lnTo>
                  <a:pt x="2886614" y="974911"/>
                </a:lnTo>
                <a:lnTo>
                  <a:pt x="2814448" y="941584"/>
                </a:lnTo>
                <a:lnTo>
                  <a:pt x="2742283" y="908756"/>
                </a:lnTo>
                <a:lnTo>
                  <a:pt x="2670118" y="876447"/>
                </a:lnTo>
                <a:lnTo>
                  <a:pt x="2597952" y="844672"/>
                </a:lnTo>
                <a:lnTo>
                  <a:pt x="2525787" y="813444"/>
                </a:lnTo>
                <a:lnTo>
                  <a:pt x="2453622" y="782775"/>
                </a:lnTo>
                <a:lnTo>
                  <a:pt x="2381456" y="752674"/>
                </a:lnTo>
                <a:lnTo>
                  <a:pt x="2309291" y="723144"/>
                </a:lnTo>
                <a:lnTo>
                  <a:pt x="2237125" y="694186"/>
                </a:lnTo>
                <a:lnTo>
                  <a:pt x="2164960" y="665800"/>
                </a:lnTo>
                <a:lnTo>
                  <a:pt x="2092795" y="637979"/>
                </a:lnTo>
                <a:lnTo>
                  <a:pt x="2020629" y="610715"/>
                </a:lnTo>
                <a:lnTo>
                  <a:pt x="1948464" y="583995"/>
                </a:lnTo>
                <a:lnTo>
                  <a:pt x="1876299" y="557807"/>
                </a:lnTo>
                <a:lnTo>
                  <a:pt x="1804133" y="532132"/>
                </a:lnTo>
                <a:lnTo>
                  <a:pt x="1731968" y="506953"/>
                </a:lnTo>
                <a:lnTo>
                  <a:pt x="1659803" y="482250"/>
                </a:lnTo>
                <a:lnTo>
                  <a:pt x="1587637" y="458001"/>
                </a:lnTo>
                <a:lnTo>
                  <a:pt x="1515472" y="434186"/>
                </a:lnTo>
                <a:lnTo>
                  <a:pt x="1443307" y="410781"/>
                </a:lnTo>
                <a:lnTo>
                  <a:pt x="1371141" y="387766"/>
                </a:lnTo>
                <a:lnTo>
                  <a:pt x="1298976" y="365117"/>
                </a:lnTo>
                <a:lnTo>
                  <a:pt x="1226811" y="342815"/>
                </a:lnTo>
                <a:lnTo>
                  <a:pt x="1154645" y="320838"/>
                </a:lnTo>
                <a:lnTo>
                  <a:pt x="1082480" y="299166"/>
                </a:lnTo>
                <a:lnTo>
                  <a:pt x="1010314" y="277781"/>
                </a:lnTo>
                <a:lnTo>
                  <a:pt x="938149" y="256664"/>
                </a:lnTo>
                <a:lnTo>
                  <a:pt x="865984" y="235798"/>
                </a:lnTo>
                <a:lnTo>
                  <a:pt x="793818" y="215166"/>
                </a:lnTo>
                <a:lnTo>
                  <a:pt x="721653" y="194755"/>
                </a:lnTo>
                <a:lnTo>
                  <a:pt x="649488" y="174548"/>
                </a:lnTo>
                <a:lnTo>
                  <a:pt x="577322" y="154534"/>
                </a:lnTo>
                <a:lnTo>
                  <a:pt x="505157" y="134699"/>
                </a:lnTo>
                <a:lnTo>
                  <a:pt x="432992" y="115032"/>
                </a:lnTo>
                <a:lnTo>
                  <a:pt x="360826" y="95522"/>
                </a:lnTo>
                <a:lnTo>
                  <a:pt x="288661" y="76159"/>
                </a:lnTo>
                <a:lnTo>
                  <a:pt x="216496" y="56934"/>
                </a:lnTo>
                <a:lnTo>
                  <a:pt x="144330" y="37837"/>
                </a:lnTo>
                <a:lnTo>
                  <a:pt x="72165" y="18862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257927" y="2570231"/>
            <a:ext cx="5701062" cy="2315279"/>
          </a:xfrm>
          <a:custGeom>
            <a:avLst/>
            <a:gdLst/>
            <a:ahLst/>
            <a:cxnLst/>
            <a:rect l="0" t="0" r="0" b="0"/>
            <a:pathLst>
              <a:path w="5701062" h="2315279">
                <a:moveTo>
                  <a:pt x="0" y="0"/>
                </a:moveTo>
                <a:lnTo>
                  <a:pt x="72165" y="29307"/>
                </a:lnTo>
                <a:lnTo>
                  <a:pt x="144330" y="58614"/>
                </a:lnTo>
                <a:lnTo>
                  <a:pt x="216496" y="87922"/>
                </a:lnTo>
                <a:lnTo>
                  <a:pt x="288661" y="117229"/>
                </a:lnTo>
                <a:lnTo>
                  <a:pt x="360826" y="146536"/>
                </a:lnTo>
                <a:lnTo>
                  <a:pt x="432992" y="175844"/>
                </a:lnTo>
                <a:lnTo>
                  <a:pt x="505157" y="205151"/>
                </a:lnTo>
                <a:lnTo>
                  <a:pt x="577322" y="234458"/>
                </a:lnTo>
                <a:lnTo>
                  <a:pt x="649488" y="263766"/>
                </a:lnTo>
                <a:lnTo>
                  <a:pt x="721653" y="293073"/>
                </a:lnTo>
                <a:lnTo>
                  <a:pt x="793818" y="322380"/>
                </a:lnTo>
                <a:lnTo>
                  <a:pt x="865984" y="351688"/>
                </a:lnTo>
                <a:lnTo>
                  <a:pt x="938149" y="380995"/>
                </a:lnTo>
                <a:lnTo>
                  <a:pt x="1010314" y="410302"/>
                </a:lnTo>
                <a:lnTo>
                  <a:pt x="1082480" y="439610"/>
                </a:lnTo>
                <a:lnTo>
                  <a:pt x="1154645" y="468917"/>
                </a:lnTo>
                <a:lnTo>
                  <a:pt x="1226811" y="498224"/>
                </a:lnTo>
                <a:lnTo>
                  <a:pt x="1298976" y="527532"/>
                </a:lnTo>
                <a:lnTo>
                  <a:pt x="1371141" y="556839"/>
                </a:lnTo>
                <a:lnTo>
                  <a:pt x="1443307" y="586146"/>
                </a:lnTo>
                <a:lnTo>
                  <a:pt x="1515472" y="615454"/>
                </a:lnTo>
                <a:lnTo>
                  <a:pt x="1587637" y="644761"/>
                </a:lnTo>
                <a:lnTo>
                  <a:pt x="1659803" y="674068"/>
                </a:lnTo>
                <a:lnTo>
                  <a:pt x="1731968" y="703376"/>
                </a:lnTo>
                <a:lnTo>
                  <a:pt x="1804133" y="732683"/>
                </a:lnTo>
                <a:lnTo>
                  <a:pt x="1876299" y="761990"/>
                </a:lnTo>
                <a:lnTo>
                  <a:pt x="1948464" y="791298"/>
                </a:lnTo>
                <a:lnTo>
                  <a:pt x="2020629" y="820605"/>
                </a:lnTo>
                <a:lnTo>
                  <a:pt x="2092795" y="849912"/>
                </a:lnTo>
                <a:lnTo>
                  <a:pt x="2164960" y="879220"/>
                </a:lnTo>
                <a:lnTo>
                  <a:pt x="2237125" y="908527"/>
                </a:lnTo>
                <a:lnTo>
                  <a:pt x="2309291" y="937834"/>
                </a:lnTo>
                <a:lnTo>
                  <a:pt x="2381456" y="967142"/>
                </a:lnTo>
                <a:lnTo>
                  <a:pt x="2453622" y="996449"/>
                </a:lnTo>
                <a:lnTo>
                  <a:pt x="2525787" y="1025756"/>
                </a:lnTo>
                <a:lnTo>
                  <a:pt x="2597952" y="1055064"/>
                </a:lnTo>
                <a:lnTo>
                  <a:pt x="2670118" y="1084371"/>
                </a:lnTo>
                <a:lnTo>
                  <a:pt x="2742283" y="1113678"/>
                </a:lnTo>
                <a:lnTo>
                  <a:pt x="2814448" y="1142986"/>
                </a:lnTo>
                <a:lnTo>
                  <a:pt x="2886614" y="1172293"/>
                </a:lnTo>
                <a:lnTo>
                  <a:pt x="2958779" y="1201600"/>
                </a:lnTo>
                <a:lnTo>
                  <a:pt x="3030944" y="1230908"/>
                </a:lnTo>
                <a:lnTo>
                  <a:pt x="3103110" y="1260215"/>
                </a:lnTo>
                <a:lnTo>
                  <a:pt x="3175275" y="1289522"/>
                </a:lnTo>
                <a:lnTo>
                  <a:pt x="3247440" y="1318830"/>
                </a:lnTo>
                <a:lnTo>
                  <a:pt x="3319606" y="1348137"/>
                </a:lnTo>
                <a:lnTo>
                  <a:pt x="3391771" y="1377444"/>
                </a:lnTo>
                <a:lnTo>
                  <a:pt x="3463936" y="1406752"/>
                </a:lnTo>
                <a:lnTo>
                  <a:pt x="3536102" y="1436059"/>
                </a:lnTo>
                <a:lnTo>
                  <a:pt x="3608267" y="1465366"/>
                </a:lnTo>
                <a:lnTo>
                  <a:pt x="3680433" y="1494674"/>
                </a:lnTo>
                <a:lnTo>
                  <a:pt x="3752598" y="1523981"/>
                </a:lnTo>
                <a:lnTo>
                  <a:pt x="3824763" y="1553288"/>
                </a:lnTo>
                <a:lnTo>
                  <a:pt x="3896929" y="1582596"/>
                </a:lnTo>
                <a:lnTo>
                  <a:pt x="3969094" y="1611903"/>
                </a:lnTo>
                <a:lnTo>
                  <a:pt x="4041259" y="1641210"/>
                </a:lnTo>
                <a:lnTo>
                  <a:pt x="4113425" y="1670518"/>
                </a:lnTo>
                <a:lnTo>
                  <a:pt x="4185590" y="1699825"/>
                </a:lnTo>
                <a:lnTo>
                  <a:pt x="4257755" y="1729132"/>
                </a:lnTo>
                <a:lnTo>
                  <a:pt x="4329921" y="1758440"/>
                </a:lnTo>
                <a:lnTo>
                  <a:pt x="4402086" y="1787747"/>
                </a:lnTo>
                <a:lnTo>
                  <a:pt x="4474251" y="1817054"/>
                </a:lnTo>
                <a:lnTo>
                  <a:pt x="4546417" y="1846362"/>
                </a:lnTo>
                <a:lnTo>
                  <a:pt x="4618582" y="1875669"/>
                </a:lnTo>
                <a:lnTo>
                  <a:pt x="4690748" y="1904976"/>
                </a:lnTo>
                <a:lnTo>
                  <a:pt x="4762913" y="1934284"/>
                </a:lnTo>
                <a:lnTo>
                  <a:pt x="4835078" y="1963591"/>
                </a:lnTo>
                <a:lnTo>
                  <a:pt x="4907244" y="1992898"/>
                </a:lnTo>
                <a:lnTo>
                  <a:pt x="4979409" y="2022206"/>
                </a:lnTo>
                <a:lnTo>
                  <a:pt x="5051574" y="2051513"/>
                </a:lnTo>
                <a:lnTo>
                  <a:pt x="5123740" y="2080820"/>
                </a:lnTo>
                <a:lnTo>
                  <a:pt x="5195905" y="2110128"/>
                </a:lnTo>
                <a:lnTo>
                  <a:pt x="5268070" y="2139435"/>
                </a:lnTo>
                <a:lnTo>
                  <a:pt x="5340236" y="2168742"/>
                </a:lnTo>
                <a:lnTo>
                  <a:pt x="5412401" y="2198050"/>
                </a:lnTo>
                <a:lnTo>
                  <a:pt x="5484566" y="2227357"/>
                </a:lnTo>
                <a:lnTo>
                  <a:pt x="5556732" y="2256664"/>
                </a:lnTo>
                <a:lnTo>
                  <a:pt x="5628897" y="2285972"/>
                </a:lnTo>
                <a:lnTo>
                  <a:pt x="5701062" y="2315279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2853581" y="427201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2853581" y="438857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2853581" y="446659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226400" y="386813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226400" y="413899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226400" y="377505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4892400" y="404503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4892400" y="367450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4892400" y="399477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3196052" y="463668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3196052" y="428397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3196052" y="460288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3456893" y="356670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3456893" y="391020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3456893" y="376128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1581881" y="363147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1581881" y="386476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1581881" y="385936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3295637" y="513215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3295637" y="509964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4104963" y="520105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4104963" y="509618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285104" y="3655005"/>
            <a:ext cx="3665999" cy="1309813"/>
          </a:xfrm>
          <a:custGeom>
            <a:avLst/>
            <a:gdLst/>
            <a:ahLst/>
            <a:cxnLst/>
            <a:rect l="0" t="0" r="0" b="0"/>
            <a:pathLst>
              <a:path w="3665999" h="1309813">
                <a:moveTo>
                  <a:pt x="0" y="0"/>
                </a:moveTo>
                <a:lnTo>
                  <a:pt x="46405" y="13387"/>
                </a:lnTo>
                <a:lnTo>
                  <a:pt x="92810" y="26713"/>
                </a:lnTo>
                <a:lnTo>
                  <a:pt x="139215" y="39972"/>
                </a:lnTo>
                <a:lnTo>
                  <a:pt x="185620" y="53162"/>
                </a:lnTo>
                <a:lnTo>
                  <a:pt x="232025" y="66278"/>
                </a:lnTo>
                <a:lnTo>
                  <a:pt x="278430" y="79316"/>
                </a:lnTo>
                <a:lnTo>
                  <a:pt x="324835" y="92272"/>
                </a:lnTo>
                <a:lnTo>
                  <a:pt x="371240" y="105139"/>
                </a:lnTo>
                <a:lnTo>
                  <a:pt x="417645" y="117914"/>
                </a:lnTo>
                <a:lnTo>
                  <a:pt x="464050" y="130590"/>
                </a:lnTo>
                <a:lnTo>
                  <a:pt x="510455" y="143162"/>
                </a:lnTo>
                <a:lnTo>
                  <a:pt x="556860" y="155623"/>
                </a:lnTo>
                <a:lnTo>
                  <a:pt x="603265" y="167965"/>
                </a:lnTo>
                <a:lnTo>
                  <a:pt x="649670" y="180183"/>
                </a:lnTo>
                <a:lnTo>
                  <a:pt x="696075" y="192267"/>
                </a:lnTo>
                <a:lnTo>
                  <a:pt x="742480" y="204211"/>
                </a:lnTo>
                <a:lnTo>
                  <a:pt x="788885" y="216005"/>
                </a:lnTo>
                <a:lnTo>
                  <a:pt x="835291" y="227639"/>
                </a:lnTo>
                <a:lnTo>
                  <a:pt x="881696" y="239105"/>
                </a:lnTo>
                <a:lnTo>
                  <a:pt x="928101" y="250393"/>
                </a:lnTo>
                <a:lnTo>
                  <a:pt x="974506" y="261490"/>
                </a:lnTo>
                <a:lnTo>
                  <a:pt x="1020911" y="272388"/>
                </a:lnTo>
                <a:lnTo>
                  <a:pt x="1067316" y="283073"/>
                </a:lnTo>
                <a:lnTo>
                  <a:pt x="1113721" y="293534"/>
                </a:lnTo>
                <a:lnTo>
                  <a:pt x="1160126" y="303759"/>
                </a:lnTo>
                <a:lnTo>
                  <a:pt x="1206531" y="313735"/>
                </a:lnTo>
                <a:lnTo>
                  <a:pt x="1252936" y="323450"/>
                </a:lnTo>
                <a:lnTo>
                  <a:pt x="1299341" y="332891"/>
                </a:lnTo>
                <a:lnTo>
                  <a:pt x="1345746" y="342045"/>
                </a:lnTo>
                <a:lnTo>
                  <a:pt x="1392151" y="350901"/>
                </a:lnTo>
                <a:lnTo>
                  <a:pt x="1438556" y="359447"/>
                </a:lnTo>
                <a:lnTo>
                  <a:pt x="1484961" y="367672"/>
                </a:lnTo>
                <a:lnTo>
                  <a:pt x="1531366" y="375565"/>
                </a:lnTo>
                <a:lnTo>
                  <a:pt x="1577771" y="383116"/>
                </a:lnTo>
                <a:lnTo>
                  <a:pt x="1624176" y="390319"/>
                </a:lnTo>
                <a:lnTo>
                  <a:pt x="1670582" y="397166"/>
                </a:lnTo>
                <a:lnTo>
                  <a:pt x="1716987" y="403651"/>
                </a:lnTo>
                <a:lnTo>
                  <a:pt x="1763392" y="409772"/>
                </a:lnTo>
                <a:lnTo>
                  <a:pt x="1809797" y="415525"/>
                </a:lnTo>
                <a:lnTo>
                  <a:pt x="1856202" y="420911"/>
                </a:lnTo>
                <a:lnTo>
                  <a:pt x="1902607" y="425932"/>
                </a:lnTo>
                <a:lnTo>
                  <a:pt x="1949012" y="430590"/>
                </a:lnTo>
                <a:lnTo>
                  <a:pt x="1995417" y="434891"/>
                </a:lnTo>
                <a:lnTo>
                  <a:pt x="2041822" y="438841"/>
                </a:lnTo>
                <a:lnTo>
                  <a:pt x="2088227" y="442447"/>
                </a:lnTo>
                <a:lnTo>
                  <a:pt x="2134632" y="445719"/>
                </a:lnTo>
                <a:lnTo>
                  <a:pt x="2181037" y="448667"/>
                </a:lnTo>
                <a:lnTo>
                  <a:pt x="2227442" y="451301"/>
                </a:lnTo>
                <a:lnTo>
                  <a:pt x="2273847" y="453634"/>
                </a:lnTo>
                <a:lnTo>
                  <a:pt x="2320252" y="455677"/>
                </a:lnTo>
                <a:lnTo>
                  <a:pt x="2366657" y="457443"/>
                </a:lnTo>
                <a:lnTo>
                  <a:pt x="2413062" y="458944"/>
                </a:lnTo>
                <a:lnTo>
                  <a:pt x="2459467" y="460194"/>
                </a:lnTo>
                <a:lnTo>
                  <a:pt x="2505873" y="461203"/>
                </a:lnTo>
                <a:lnTo>
                  <a:pt x="2552278" y="461986"/>
                </a:lnTo>
                <a:lnTo>
                  <a:pt x="2598683" y="462553"/>
                </a:lnTo>
                <a:lnTo>
                  <a:pt x="2645088" y="462916"/>
                </a:lnTo>
                <a:lnTo>
                  <a:pt x="2691493" y="463087"/>
                </a:lnTo>
                <a:lnTo>
                  <a:pt x="2737898" y="463076"/>
                </a:lnTo>
                <a:lnTo>
                  <a:pt x="2784303" y="462894"/>
                </a:lnTo>
                <a:lnTo>
                  <a:pt x="2830708" y="462551"/>
                </a:lnTo>
                <a:lnTo>
                  <a:pt x="2877113" y="462055"/>
                </a:lnTo>
                <a:lnTo>
                  <a:pt x="2923518" y="461416"/>
                </a:lnTo>
                <a:lnTo>
                  <a:pt x="2969923" y="460642"/>
                </a:lnTo>
                <a:lnTo>
                  <a:pt x="3016328" y="459741"/>
                </a:lnTo>
                <a:lnTo>
                  <a:pt x="3062733" y="458720"/>
                </a:lnTo>
                <a:lnTo>
                  <a:pt x="3109138" y="457586"/>
                </a:lnTo>
                <a:lnTo>
                  <a:pt x="3155543" y="456345"/>
                </a:lnTo>
                <a:lnTo>
                  <a:pt x="3201948" y="455005"/>
                </a:lnTo>
                <a:lnTo>
                  <a:pt x="3248353" y="453570"/>
                </a:lnTo>
                <a:lnTo>
                  <a:pt x="3294758" y="452046"/>
                </a:lnTo>
                <a:lnTo>
                  <a:pt x="3341164" y="450439"/>
                </a:lnTo>
                <a:lnTo>
                  <a:pt x="3387569" y="448751"/>
                </a:lnTo>
                <a:lnTo>
                  <a:pt x="3433974" y="446989"/>
                </a:lnTo>
                <a:lnTo>
                  <a:pt x="3480379" y="445157"/>
                </a:lnTo>
                <a:lnTo>
                  <a:pt x="3526784" y="443257"/>
                </a:lnTo>
                <a:lnTo>
                  <a:pt x="3573189" y="441294"/>
                </a:lnTo>
                <a:lnTo>
                  <a:pt x="3619594" y="439272"/>
                </a:lnTo>
                <a:lnTo>
                  <a:pt x="3665999" y="437192"/>
                </a:lnTo>
                <a:lnTo>
                  <a:pt x="3665999" y="1309813"/>
                </a:lnTo>
                <a:lnTo>
                  <a:pt x="3619594" y="1296326"/>
                </a:lnTo>
                <a:lnTo>
                  <a:pt x="3573189" y="1282894"/>
                </a:lnTo>
                <a:lnTo>
                  <a:pt x="3526784" y="1269523"/>
                </a:lnTo>
                <a:lnTo>
                  <a:pt x="3480379" y="1256215"/>
                </a:lnTo>
                <a:lnTo>
                  <a:pt x="3433974" y="1242974"/>
                </a:lnTo>
                <a:lnTo>
                  <a:pt x="3387569" y="1229803"/>
                </a:lnTo>
                <a:lnTo>
                  <a:pt x="3341164" y="1216707"/>
                </a:lnTo>
                <a:lnTo>
                  <a:pt x="3294758" y="1203691"/>
                </a:lnTo>
                <a:lnTo>
                  <a:pt x="3248353" y="1190759"/>
                </a:lnTo>
                <a:lnTo>
                  <a:pt x="3201948" y="1177915"/>
                </a:lnTo>
                <a:lnTo>
                  <a:pt x="3155543" y="1165166"/>
                </a:lnTo>
                <a:lnTo>
                  <a:pt x="3109138" y="1152518"/>
                </a:lnTo>
                <a:lnTo>
                  <a:pt x="3062733" y="1139975"/>
                </a:lnTo>
                <a:lnTo>
                  <a:pt x="3016328" y="1127546"/>
                </a:lnTo>
                <a:lnTo>
                  <a:pt x="2969923" y="1115236"/>
                </a:lnTo>
                <a:lnTo>
                  <a:pt x="2923518" y="1103053"/>
                </a:lnTo>
                <a:lnTo>
                  <a:pt x="2877113" y="1091006"/>
                </a:lnTo>
                <a:lnTo>
                  <a:pt x="2830708" y="1079101"/>
                </a:lnTo>
                <a:lnTo>
                  <a:pt x="2784303" y="1067349"/>
                </a:lnTo>
                <a:lnTo>
                  <a:pt x="2737898" y="1055759"/>
                </a:lnTo>
                <a:lnTo>
                  <a:pt x="2691493" y="1044340"/>
                </a:lnTo>
                <a:lnTo>
                  <a:pt x="2645088" y="1033102"/>
                </a:lnTo>
                <a:lnTo>
                  <a:pt x="2598683" y="1022057"/>
                </a:lnTo>
                <a:lnTo>
                  <a:pt x="2552278" y="1011216"/>
                </a:lnTo>
                <a:lnTo>
                  <a:pt x="2505873" y="1000590"/>
                </a:lnTo>
                <a:lnTo>
                  <a:pt x="2459467" y="990191"/>
                </a:lnTo>
                <a:lnTo>
                  <a:pt x="2413062" y="980031"/>
                </a:lnTo>
                <a:lnTo>
                  <a:pt x="2366657" y="970124"/>
                </a:lnTo>
                <a:lnTo>
                  <a:pt x="2320252" y="960482"/>
                </a:lnTo>
                <a:lnTo>
                  <a:pt x="2273847" y="951116"/>
                </a:lnTo>
                <a:lnTo>
                  <a:pt x="2227442" y="942040"/>
                </a:lnTo>
                <a:lnTo>
                  <a:pt x="2181037" y="933266"/>
                </a:lnTo>
                <a:lnTo>
                  <a:pt x="2134632" y="924806"/>
                </a:lnTo>
                <a:lnTo>
                  <a:pt x="2088227" y="916669"/>
                </a:lnTo>
                <a:lnTo>
                  <a:pt x="2041822" y="908867"/>
                </a:lnTo>
                <a:lnTo>
                  <a:pt x="1995417" y="901408"/>
                </a:lnTo>
                <a:lnTo>
                  <a:pt x="1949012" y="894300"/>
                </a:lnTo>
                <a:lnTo>
                  <a:pt x="1902607" y="887550"/>
                </a:lnTo>
                <a:lnTo>
                  <a:pt x="1856202" y="881162"/>
                </a:lnTo>
                <a:lnTo>
                  <a:pt x="1809797" y="875140"/>
                </a:lnTo>
                <a:lnTo>
                  <a:pt x="1763392" y="869485"/>
                </a:lnTo>
                <a:lnTo>
                  <a:pt x="1716987" y="864197"/>
                </a:lnTo>
                <a:lnTo>
                  <a:pt x="1670582" y="859274"/>
                </a:lnTo>
                <a:lnTo>
                  <a:pt x="1624176" y="854712"/>
                </a:lnTo>
                <a:lnTo>
                  <a:pt x="1577771" y="850506"/>
                </a:lnTo>
                <a:lnTo>
                  <a:pt x="1531366" y="846650"/>
                </a:lnTo>
                <a:lnTo>
                  <a:pt x="1484961" y="843134"/>
                </a:lnTo>
                <a:lnTo>
                  <a:pt x="1438556" y="839950"/>
                </a:lnTo>
                <a:lnTo>
                  <a:pt x="1392151" y="837087"/>
                </a:lnTo>
                <a:lnTo>
                  <a:pt x="1345746" y="834535"/>
                </a:lnTo>
                <a:lnTo>
                  <a:pt x="1299341" y="832281"/>
                </a:lnTo>
                <a:lnTo>
                  <a:pt x="1252936" y="830314"/>
                </a:lnTo>
                <a:lnTo>
                  <a:pt x="1206531" y="828620"/>
                </a:lnTo>
                <a:lnTo>
                  <a:pt x="1160126" y="827187"/>
                </a:lnTo>
                <a:lnTo>
                  <a:pt x="1113721" y="826004"/>
                </a:lnTo>
                <a:lnTo>
                  <a:pt x="1067316" y="825056"/>
                </a:lnTo>
                <a:lnTo>
                  <a:pt x="1020911" y="824333"/>
                </a:lnTo>
                <a:lnTo>
                  <a:pt x="974506" y="823822"/>
                </a:lnTo>
                <a:lnTo>
                  <a:pt x="928101" y="823511"/>
                </a:lnTo>
                <a:lnTo>
                  <a:pt x="881696" y="823390"/>
                </a:lnTo>
                <a:lnTo>
                  <a:pt x="835291" y="823447"/>
                </a:lnTo>
                <a:lnTo>
                  <a:pt x="788885" y="823673"/>
                </a:lnTo>
                <a:lnTo>
                  <a:pt x="742480" y="824059"/>
                </a:lnTo>
                <a:lnTo>
                  <a:pt x="696075" y="824594"/>
                </a:lnTo>
                <a:lnTo>
                  <a:pt x="649670" y="825270"/>
                </a:lnTo>
                <a:lnTo>
                  <a:pt x="603265" y="826079"/>
                </a:lnTo>
                <a:lnTo>
                  <a:pt x="556860" y="827013"/>
                </a:lnTo>
                <a:lnTo>
                  <a:pt x="510455" y="828065"/>
                </a:lnTo>
                <a:lnTo>
                  <a:pt x="464050" y="829228"/>
                </a:lnTo>
                <a:lnTo>
                  <a:pt x="417645" y="830496"/>
                </a:lnTo>
                <a:lnTo>
                  <a:pt x="371240" y="831862"/>
                </a:lnTo>
                <a:lnTo>
                  <a:pt x="324835" y="833321"/>
                </a:lnTo>
                <a:lnTo>
                  <a:pt x="278430" y="834868"/>
                </a:lnTo>
                <a:lnTo>
                  <a:pt x="232025" y="836498"/>
                </a:lnTo>
                <a:lnTo>
                  <a:pt x="185620" y="838205"/>
                </a:lnTo>
                <a:lnTo>
                  <a:pt x="139215" y="839987"/>
                </a:lnTo>
                <a:lnTo>
                  <a:pt x="92810" y="841838"/>
                </a:lnTo>
                <a:lnTo>
                  <a:pt x="46405" y="843755"/>
                </a:lnTo>
                <a:lnTo>
                  <a:pt x="0" y="845734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285104" y="3655005"/>
            <a:ext cx="3665999" cy="463087"/>
          </a:xfrm>
          <a:custGeom>
            <a:avLst/>
            <a:gdLst/>
            <a:ahLst/>
            <a:cxnLst/>
            <a:rect l="0" t="0" r="0" b="0"/>
            <a:pathLst>
              <a:path w="3665999" h="463087">
                <a:moveTo>
                  <a:pt x="0" y="0"/>
                </a:moveTo>
                <a:lnTo>
                  <a:pt x="46405" y="13387"/>
                </a:lnTo>
                <a:lnTo>
                  <a:pt x="92810" y="26713"/>
                </a:lnTo>
                <a:lnTo>
                  <a:pt x="139215" y="39972"/>
                </a:lnTo>
                <a:lnTo>
                  <a:pt x="185620" y="53162"/>
                </a:lnTo>
                <a:lnTo>
                  <a:pt x="232025" y="66278"/>
                </a:lnTo>
                <a:lnTo>
                  <a:pt x="278430" y="79316"/>
                </a:lnTo>
                <a:lnTo>
                  <a:pt x="324835" y="92272"/>
                </a:lnTo>
                <a:lnTo>
                  <a:pt x="371240" y="105139"/>
                </a:lnTo>
                <a:lnTo>
                  <a:pt x="417645" y="117914"/>
                </a:lnTo>
                <a:lnTo>
                  <a:pt x="464050" y="130590"/>
                </a:lnTo>
                <a:lnTo>
                  <a:pt x="510455" y="143162"/>
                </a:lnTo>
                <a:lnTo>
                  <a:pt x="556860" y="155623"/>
                </a:lnTo>
                <a:lnTo>
                  <a:pt x="603265" y="167965"/>
                </a:lnTo>
                <a:lnTo>
                  <a:pt x="649670" y="180183"/>
                </a:lnTo>
                <a:lnTo>
                  <a:pt x="696075" y="192267"/>
                </a:lnTo>
                <a:lnTo>
                  <a:pt x="742480" y="204211"/>
                </a:lnTo>
                <a:lnTo>
                  <a:pt x="788885" y="216005"/>
                </a:lnTo>
                <a:lnTo>
                  <a:pt x="835291" y="227639"/>
                </a:lnTo>
                <a:lnTo>
                  <a:pt x="881696" y="239105"/>
                </a:lnTo>
                <a:lnTo>
                  <a:pt x="928101" y="250393"/>
                </a:lnTo>
                <a:lnTo>
                  <a:pt x="974506" y="261490"/>
                </a:lnTo>
                <a:lnTo>
                  <a:pt x="1020911" y="272388"/>
                </a:lnTo>
                <a:lnTo>
                  <a:pt x="1067316" y="283073"/>
                </a:lnTo>
                <a:lnTo>
                  <a:pt x="1113721" y="293534"/>
                </a:lnTo>
                <a:lnTo>
                  <a:pt x="1160126" y="303759"/>
                </a:lnTo>
                <a:lnTo>
                  <a:pt x="1206531" y="313735"/>
                </a:lnTo>
                <a:lnTo>
                  <a:pt x="1252936" y="323450"/>
                </a:lnTo>
                <a:lnTo>
                  <a:pt x="1299341" y="332891"/>
                </a:lnTo>
                <a:lnTo>
                  <a:pt x="1345746" y="342045"/>
                </a:lnTo>
                <a:lnTo>
                  <a:pt x="1392151" y="350901"/>
                </a:lnTo>
                <a:lnTo>
                  <a:pt x="1438556" y="359447"/>
                </a:lnTo>
                <a:lnTo>
                  <a:pt x="1484961" y="367672"/>
                </a:lnTo>
                <a:lnTo>
                  <a:pt x="1531366" y="375565"/>
                </a:lnTo>
                <a:lnTo>
                  <a:pt x="1577771" y="383116"/>
                </a:lnTo>
                <a:lnTo>
                  <a:pt x="1624176" y="390319"/>
                </a:lnTo>
                <a:lnTo>
                  <a:pt x="1670582" y="397166"/>
                </a:lnTo>
                <a:lnTo>
                  <a:pt x="1716987" y="403651"/>
                </a:lnTo>
                <a:lnTo>
                  <a:pt x="1763392" y="409772"/>
                </a:lnTo>
                <a:lnTo>
                  <a:pt x="1809797" y="415525"/>
                </a:lnTo>
                <a:lnTo>
                  <a:pt x="1856202" y="420911"/>
                </a:lnTo>
                <a:lnTo>
                  <a:pt x="1902607" y="425932"/>
                </a:lnTo>
                <a:lnTo>
                  <a:pt x="1949012" y="430590"/>
                </a:lnTo>
                <a:lnTo>
                  <a:pt x="1995417" y="434891"/>
                </a:lnTo>
                <a:lnTo>
                  <a:pt x="2041822" y="438841"/>
                </a:lnTo>
                <a:lnTo>
                  <a:pt x="2088227" y="442447"/>
                </a:lnTo>
                <a:lnTo>
                  <a:pt x="2134632" y="445719"/>
                </a:lnTo>
                <a:lnTo>
                  <a:pt x="2181037" y="448667"/>
                </a:lnTo>
                <a:lnTo>
                  <a:pt x="2227442" y="451301"/>
                </a:lnTo>
                <a:lnTo>
                  <a:pt x="2273847" y="453634"/>
                </a:lnTo>
                <a:lnTo>
                  <a:pt x="2320252" y="455677"/>
                </a:lnTo>
                <a:lnTo>
                  <a:pt x="2366657" y="457443"/>
                </a:lnTo>
                <a:lnTo>
                  <a:pt x="2413062" y="458944"/>
                </a:lnTo>
                <a:lnTo>
                  <a:pt x="2459467" y="460194"/>
                </a:lnTo>
                <a:lnTo>
                  <a:pt x="2505873" y="461203"/>
                </a:lnTo>
                <a:lnTo>
                  <a:pt x="2552278" y="461986"/>
                </a:lnTo>
                <a:lnTo>
                  <a:pt x="2598683" y="462553"/>
                </a:lnTo>
                <a:lnTo>
                  <a:pt x="2645088" y="462916"/>
                </a:lnTo>
                <a:lnTo>
                  <a:pt x="2691493" y="463087"/>
                </a:lnTo>
                <a:lnTo>
                  <a:pt x="2737898" y="463076"/>
                </a:lnTo>
                <a:lnTo>
                  <a:pt x="2784303" y="462894"/>
                </a:lnTo>
                <a:lnTo>
                  <a:pt x="2830708" y="462551"/>
                </a:lnTo>
                <a:lnTo>
                  <a:pt x="2877113" y="462055"/>
                </a:lnTo>
                <a:lnTo>
                  <a:pt x="2923518" y="461416"/>
                </a:lnTo>
                <a:lnTo>
                  <a:pt x="2969923" y="460642"/>
                </a:lnTo>
                <a:lnTo>
                  <a:pt x="3016328" y="459741"/>
                </a:lnTo>
                <a:lnTo>
                  <a:pt x="3062733" y="458720"/>
                </a:lnTo>
                <a:lnTo>
                  <a:pt x="3109138" y="457586"/>
                </a:lnTo>
                <a:lnTo>
                  <a:pt x="3155543" y="456345"/>
                </a:lnTo>
                <a:lnTo>
                  <a:pt x="3201948" y="455005"/>
                </a:lnTo>
                <a:lnTo>
                  <a:pt x="3248353" y="453570"/>
                </a:lnTo>
                <a:lnTo>
                  <a:pt x="3294758" y="452046"/>
                </a:lnTo>
                <a:lnTo>
                  <a:pt x="3341164" y="450439"/>
                </a:lnTo>
                <a:lnTo>
                  <a:pt x="3387569" y="448751"/>
                </a:lnTo>
                <a:lnTo>
                  <a:pt x="3433974" y="446989"/>
                </a:lnTo>
                <a:lnTo>
                  <a:pt x="3480379" y="445157"/>
                </a:lnTo>
                <a:lnTo>
                  <a:pt x="3526784" y="443257"/>
                </a:lnTo>
                <a:lnTo>
                  <a:pt x="3573189" y="441294"/>
                </a:lnTo>
                <a:lnTo>
                  <a:pt x="3619594" y="439272"/>
                </a:lnTo>
                <a:lnTo>
                  <a:pt x="3665999" y="437192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285104" y="4478396"/>
            <a:ext cx="3665999" cy="486423"/>
          </a:xfrm>
          <a:custGeom>
            <a:avLst/>
            <a:gdLst/>
            <a:ahLst/>
            <a:cxnLst/>
            <a:rect l="0" t="0" r="0" b="0"/>
            <a:pathLst>
              <a:path w="3665999" h="486423">
                <a:moveTo>
                  <a:pt x="3665999" y="486423"/>
                </a:moveTo>
                <a:lnTo>
                  <a:pt x="3619594" y="472935"/>
                </a:lnTo>
                <a:lnTo>
                  <a:pt x="3573189" y="459504"/>
                </a:lnTo>
                <a:lnTo>
                  <a:pt x="3526784" y="446133"/>
                </a:lnTo>
                <a:lnTo>
                  <a:pt x="3480379" y="432825"/>
                </a:lnTo>
                <a:lnTo>
                  <a:pt x="3433974" y="419583"/>
                </a:lnTo>
                <a:lnTo>
                  <a:pt x="3387569" y="406413"/>
                </a:lnTo>
                <a:lnTo>
                  <a:pt x="3341164" y="393317"/>
                </a:lnTo>
                <a:lnTo>
                  <a:pt x="3294758" y="380301"/>
                </a:lnTo>
                <a:lnTo>
                  <a:pt x="3248353" y="367369"/>
                </a:lnTo>
                <a:lnTo>
                  <a:pt x="3201948" y="354525"/>
                </a:lnTo>
                <a:lnTo>
                  <a:pt x="3155543" y="341776"/>
                </a:lnTo>
                <a:lnTo>
                  <a:pt x="3109138" y="329128"/>
                </a:lnTo>
                <a:lnTo>
                  <a:pt x="3062733" y="316585"/>
                </a:lnTo>
                <a:lnTo>
                  <a:pt x="3016328" y="304156"/>
                </a:lnTo>
                <a:lnTo>
                  <a:pt x="2969923" y="291846"/>
                </a:lnTo>
                <a:lnTo>
                  <a:pt x="2923518" y="279663"/>
                </a:lnTo>
                <a:lnTo>
                  <a:pt x="2877113" y="267616"/>
                </a:lnTo>
                <a:lnTo>
                  <a:pt x="2830708" y="255711"/>
                </a:lnTo>
                <a:lnTo>
                  <a:pt x="2784303" y="243959"/>
                </a:lnTo>
                <a:lnTo>
                  <a:pt x="2737898" y="232369"/>
                </a:lnTo>
                <a:lnTo>
                  <a:pt x="2691493" y="220950"/>
                </a:lnTo>
                <a:lnTo>
                  <a:pt x="2645088" y="209712"/>
                </a:lnTo>
                <a:lnTo>
                  <a:pt x="2598683" y="198667"/>
                </a:lnTo>
                <a:lnTo>
                  <a:pt x="2552278" y="187826"/>
                </a:lnTo>
                <a:lnTo>
                  <a:pt x="2505873" y="177200"/>
                </a:lnTo>
                <a:lnTo>
                  <a:pt x="2459467" y="166801"/>
                </a:lnTo>
                <a:lnTo>
                  <a:pt x="2413062" y="156641"/>
                </a:lnTo>
                <a:lnTo>
                  <a:pt x="2366657" y="146734"/>
                </a:lnTo>
                <a:lnTo>
                  <a:pt x="2320252" y="137091"/>
                </a:lnTo>
                <a:lnTo>
                  <a:pt x="2273847" y="127726"/>
                </a:lnTo>
                <a:lnTo>
                  <a:pt x="2227442" y="118650"/>
                </a:lnTo>
                <a:lnTo>
                  <a:pt x="2181037" y="109876"/>
                </a:lnTo>
                <a:lnTo>
                  <a:pt x="2134632" y="101415"/>
                </a:lnTo>
                <a:lnTo>
                  <a:pt x="2088227" y="93279"/>
                </a:lnTo>
                <a:lnTo>
                  <a:pt x="2041822" y="85477"/>
                </a:lnTo>
                <a:lnTo>
                  <a:pt x="1995417" y="78018"/>
                </a:lnTo>
                <a:lnTo>
                  <a:pt x="1949012" y="70910"/>
                </a:lnTo>
                <a:lnTo>
                  <a:pt x="1902607" y="64160"/>
                </a:lnTo>
                <a:lnTo>
                  <a:pt x="1856202" y="57772"/>
                </a:lnTo>
                <a:lnTo>
                  <a:pt x="1809797" y="51750"/>
                </a:lnTo>
                <a:lnTo>
                  <a:pt x="1763392" y="46095"/>
                </a:lnTo>
                <a:lnTo>
                  <a:pt x="1716987" y="40807"/>
                </a:lnTo>
                <a:lnTo>
                  <a:pt x="1670582" y="35884"/>
                </a:lnTo>
                <a:lnTo>
                  <a:pt x="1624176" y="31322"/>
                </a:lnTo>
                <a:lnTo>
                  <a:pt x="1577771" y="27116"/>
                </a:lnTo>
                <a:lnTo>
                  <a:pt x="1531366" y="23259"/>
                </a:lnTo>
                <a:lnTo>
                  <a:pt x="1484961" y="19744"/>
                </a:lnTo>
                <a:lnTo>
                  <a:pt x="1438556" y="16560"/>
                </a:lnTo>
                <a:lnTo>
                  <a:pt x="1392151" y="13697"/>
                </a:lnTo>
                <a:lnTo>
                  <a:pt x="1345746" y="11145"/>
                </a:lnTo>
                <a:lnTo>
                  <a:pt x="1299341" y="8891"/>
                </a:lnTo>
                <a:lnTo>
                  <a:pt x="1252936" y="6923"/>
                </a:lnTo>
                <a:lnTo>
                  <a:pt x="1206531" y="5230"/>
                </a:lnTo>
                <a:lnTo>
                  <a:pt x="1160126" y="3797"/>
                </a:lnTo>
                <a:lnTo>
                  <a:pt x="1113721" y="2614"/>
                </a:lnTo>
                <a:lnTo>
                  <a:pt x="1067316" y="1666"/>
                </a:lnTo>
                <a:lnTo>
                  <a:pt x="1020911" y="943"/>
                </a:lnTo>
                <a:lnTo>
                  <a:pt x="974506" y="431"/>
                </a:lnTo>
                <a:lnTo>
                  <a:pt x="928101" y="121"/>
                </a:lnTo>
                <a:lnTo>
                  <a:pt x="881696" y="0"/>
                </a:lnTo>
                <a:lnTo>
                  <a:pt x="835291" y="57"/>
                </a:lnTo>
                <a:lnTo>
                  <a:pt x="788885" y="283"/>
                </a:lnTo>
                <a:lnTo>
                  <a:pt x="742480" y="669"/>
                </a:lnTo>
                <a:lnTo>
                  <a:pt x="696075" y="1204"/>
                </a:lnTo>
                <a:lnTo>
                  <a:pt x="649670" y="1880"/>
                </a:lnTo>
                <a:lnTo>
                  <a:pt x="603265" y="2689"/>
                </a:lnTo>
                <a:lnTo>
                  <a:pt x="556860" y="3623"/>
                </a:lnTo>
                <a:lnTo>
                  <a:pt x="510455" y="4675"/>
                </a:lnTo>
                <a:lnTo>
                  <a:pt x="464050" y="5838"/>
                </a:lnTo>
                <a:lnTo>
                  <a:pt x="417645" y="7106"/>
                </a:lnTo>
                <a:lnTo>
                  <a:pt x="371240" y="8472"/>
                </a:lnTo>
                <a:lnTo>
                  <a:pt x="324835" y="9931"/>
                </a:lnTo>
                <a:lnTo>
                  <a:pt x="278430" y="11478"/>
                </a:lnTo>
                <a:lnTo>
                  <a:pt x="232025" y="13107"/>
                </a:lnTo>
                <a:lnTo>
                  <a:pt x="185620" y="14815"/>
                </a:lnTo>
                <a:lnTo>
                  <a:pt x="139215" y="16597"/>
                </a:lnTo>
                <a:lnTo>
                  <a:pt x="92810" y="18448"/>
                </a:lnTo>
                <a:lnTo>
                  <a:pt x="46405" y="20364"/>
                </a:lnTo>
                <a:lnTo>
                  <a:pt x="0" y="22344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1285104" y="4077873"/>
            <a:ext cx="3665999" cy="450636"/>
          </a:xfrm>
          <a:custGeom>
            <a:avLst/>
            <a:gdLst/>
            <a:ahLst/>
            <a:cxnLst/>
            <a:rect l="0" t="0" r="0" b="0"/>
            <a:pathLst>
              <a:path w="3665999" h="450636">
                <a:moveTo>
                  <a:pt x="0" y="0"/>
                </a:moveTo>
                <a:lnTo>
                  <a:pt x="46405" y="5704"/>
                </a:lnTo>
                <a:lnTo>
                  <a:pt x="92810" y="11408"/>
                </a:lnTo>
                <a:lnTo>
                  <a:pt x="139215" y="17112"/>
                </a:lnTo>
                <a:lnTo>
                  <a:pt x="185620" y="22817"/>
                </a:lnTo>
                <a:lnTo>
                  <a:pt x="232025" y="28521"/>
                </a:lnTo>
                <a:lnTo>
                  <a:pt x="278430" y="34225"/>
                </a:lnTo>
                <a:lnTo>
                  <a:pt x="324835" y="39929"/>
                </a:lnTo>
                <a:lnTo>
                  <a:pt x="371240" y="45634"/>
                </a:lnTo>
                <a:lnTo>
                  <a:pt x="417645" y="51338"/>
                </a:lnTo>
                <a:lnTo>
                  <a:pt x="464050" y="57042"/>
                </a:lnTo>
                <a:lnTo>
                  <a:pt x="510455" y="62746"/>
                </a:lnTo>
                <a:lnTo>
                  <a:pt x="556860" y="68451"/>
                </a:lnTo>
                <a:lnTo>
                  <a:pt x="603265" y="74155"/>
                </a:lnTo>
                <a:lnTo>
                  <a:pt x="649670" y="79859"/>
                </a:lnTo>
                <a:lnTo>
                  <a:pt x="696075" y="85563"/>
                </a:lnTo>
                <a:lnTo>
                  <a:pt x="742480" y="91268"/>
                </a:lnTo>
                <a:lnTo>
                  <a:pt x="788885" y="96972"/>
                </a:lnTo>
                <a:lnTo>
                  <a:pt x="835291" y="102676"/>
                </a:lnTo>
                <a:lnTo>
                  <a:pt x="881696" y="108380"/>
                </a:lnTo>
                <a:lnTo>
                  <a:pt x="928101" y="114085"/>
                </a:lnTo>
                <a:lnTo>
                  <a:pt x="974506" y="119789"/>
                </a:lnTo>
                <a:lnTo>
                  <a:pt x="1020911" y="125493"/>
                </a:lnTo>
                <a:lnTo>
                  <a:pt x="1067316" y="131197"/>
                </a:lnTo>
                <a:lnTo>
                  <a:pt x="1113721" y="136902"/>
                </a:lnTo>
                <a:lnTo>
                  <a:pt x="1160126" y="142606"/>
                </a:lnTo>
                <a:lnTo>
                  <a:pt x="1206531" y="148310"/>
                </a:lnTo>
                <a:lnTo>
                  <a:pt x="1252936" y="154014"/>
                </a:lnTo>
                <a:lnTo>
                  <a:pt x="1299341" y="159719"/>
                </a:lnTo>
                <a:lnTo>
                  <a:pt x="1345746" y="165423"/>
                </a:lnTo>
                <a:lnTo>
                  <a:pt x="1392151" y="171127"/>
                </a:lnTo>
                <a:lnTo>
                  <a:pt x="1438556" y="176831"/>
                </a:lnTo>
                <a:lnTo>
                  <a:pt x="1484961" y="182536"/>
                </a:lnTo>
                <a:lnTo>
                  <a:pt x="1531366" y="188240"/>
                </a:lnTo>
                <a:lnTo>
                  <a:pt x="1577771" y="193944"/>
                </a:lnTo>
                <a:lnTo>
                  <a:pt x="1624176" y="199648"/>
                </a:lnTo>
                <a:lnTo>
                  <a:pt x="1670582" y="205353"/>
                </a:lnTo>
                <a:lnTo>
                  <a:pt x="1716987" y="211057"/>
                </a:lnTo>
                <a:lnTo>
                  <a:pt x="1763392" y="216761"/>
                </a:lnTo>
                <a:lnTo>
                  <a:pt x="1809797" y="222465"/>
                </a:lnTo>
                <a:lnTo>
                  <a:pt x="1856202" y="228170"/>
                </a:lnTo>
                <a:lnTo>
                  <a:pt x="1902607" y="233874"/>
                </a:lnTo>
                <a:lnTo>
                  <a:pt x="1949012" y="239578"/>
                </a:lnTo>
                <a:lnTo>
                  <a:pt x="1995417" y="245282"/>
                </a:lnTo>
                <a:lnTo>
                  <a:pt x="2041822" y="250987"/>
                </a:lnTo>
                <a:lnTo>
                  <a:pt x="2088227" y="256691"/>
                </a:lnTo>
                <a:lnTo>
                  <a:pt x="2134632" y="262395"/>
                </a:lnTo>
                <a:lnTo>
                  <a:pt x="2181037" y="268099"/>
                </a:lnTo>
                <a:lnTo>
                  <a:pt x="2227442" y="273804"/>
                </a:lnTo>
                <a:lnTo>
                  <a:pt x="2273847" y="279508"/>
                </a:lnTo>
                <a:lnTo>
                  <a:pt x="2320252" y="285212"/>
                </a:lnTo>
                <a:lnTo>
                  <a:pt x="2366657" y="290916"/>
                </a:lnTo>
                <a:lnTo>
                  <a:pt x="2413062" y="296621"/>
                </a:lnTo>
                <a:lnTo>
                  <a:pt x="2459467" y="302325"/>
                </a:lnTo>
                <a:lnTo>
                  <a:pt x="2505873" y="308029"/>
                </a:lnTo>
                <a:lnTo>
                  <a:pt x="2552278" y="313733"/>
                </a:lnTo>
                <a:lnTo>
                  <a:pt x="2598683" y="319438"/>
                </a:lnTo>
                <a:lnTo>
                  <a:pt x="2645088" y="325142"/>
                </a:lnTo>
                <a:lnTo>
                  <a:pt x="2691493" y="330846"/>
                </a:lnTo>
                <a:lnTo>
                  <a:pt x="2737898" y="336551"/>
                </a:lnTo>
                <a:lnTo>
                  <a:pt x="2784303" y="342255"/>
                </a:lnTo>
                <a:lnTo>
                  <a:pt x="2830708" y="347959"/>
                </a:lnTo>
                <a:lnTo>
                  <a:pt x="2877113" y="353663"/>
                </a:lnTo>
                <a:lnTo>
                  <a:pt x="2923518" y="359368"/>
                </a:lnTo>
                <a:lnTo>
                  <a:pt x="2969923" y="365072"/>
                </a:lnTo>
                <a:lnTo>
                  <a:pt x="3016328" y="370776"/>
                </a:lnTo>
                <a:lnTo>
                  <a:pt x="3062733" y="376480"/>
                </a:lnTo>
                <a:lnTo>
                  <a:pt x="3109138" y="382185"/>
                </a:lnTo>
                <a:lnTo>
                  <a:pt x="3155543" y="387889"/>
                </a:lnTo>
                <a:lnTo>
                  <a:pt x="3201948" y="393593"/>
                </a:lnTo>
                <a:lnTo>
                  <a:pt x="3248353" y="399297"/>
                </a:lnTo>
                <a:lnTo>
                  <a:pt x="3294758" y="405002"/>
                </a:lnTo>
                <a:lnTo>
                  <a:pt x="3341164" y="410706"/>
                </a:lnTo>
                <a:lnTo>
                  <a:pt x="3387569" y="416410"/>
                </a:lnTo>
                <a:lnTo>
                  <a:pt x="3433974" y="422114"/>
                </a:lnTo>
                <a:lnTo>
                  <a:pt x="3480379" y="427819"/>
                </a:lnTo>
                <a:lnTo>
                  <a:pt x="3526784" y="433523"/>
                </a:lnTo>
                <a:lnTo>
                  <a:pt x="3573189" y="439227"/>
                </a:lnTo>
                <a:lnTo>
                  <a:pt x="3619594" y="444931"/>
                </a:lnTo>
                <a:lnTo>
                  <a:pt x="3665999" y="450636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dash"/>
            <a:round/>
          </a:ln>
        </p:spPr>
        <p:txBody>
          <a:bodyPr/>
          <a:lstStyle/>
          <a:p>
            <a:endParaRPr/>
          </a:p>
        </p:txBody>
      </p:sp>
      <p:sp>
        <p:nvSpPr>
          <p:cNvPr id="93" name="pl60">
            <a:extLst>
              <a:ext uri="{FF2B5EF4-FFF2-40B4-BE49-F238E27FC236}">
                <a16:creationId xmlns:a16="http://schemas.microsoft.com/office/drawing/2014/main" id="{8D36FA0E-B849-721E-5706-1D8EA8F868A1}"/>
              </a:ext>
            </a:extLst>
          </p:cNvPr>
          <p:cNvSpPr/>
          <p:nvPr/>
        </p:nvSpPr>
        <p:spPr>
          <a:xfrm>
            <a:off x="972874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4" name="tx61">
            <a:extLst>
              <a:ext uri="{FF2B5EF4-FFF2-40B4-BE49-F238E27FC236}">
                <a16:creationId xmlns:a16="http://schemas.microsoft.com/office/drawing/2014/main" id="{12EFC831-1EDD-7DC3-7AE1-055923231231}"/>
              </a:ext>
            </a:extLst>
          </p:cNvPr>
          <p:cNvSpPr/>
          <p:nvPr/>
        </p:nvSpPr>
        <p:spPr>
          <a:xfrm>
            <a:off x="611560" y="524927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95" name="tx62">
            <a:extLst>
              <a:ext uri="{FF2B5EF4-FFF2-40B4-BE49-F238E27FC236}">
                <a16:creationId xmlns:a16="http://schemas.microsoft.com/office/drawing/2014/main" id="{D8CABC9B-CA87-FF94-7B95-6DAD341691C6}"/>
              </a:ext>
            </a:extLst>
          </p:cNvPr>
          <p:cNvSpPr/>
          <p:nvPr/>
        </p:nvSpPr>
        <p:spPr>
          <a:xfrm>
            <a:off x="611560" y="441286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0.25</a:t>
            </a:r>
          </a:p>
        </p:txBody>
      </p:sp>
      <p:sp>
        <p:nvSpPr>
          <p:cNvPr id="96" name="tx63">
            <a:extLst>
              <a:ext uri="{FF2B5EF4-FFF2-40B4-BE49-F238E27FC236}">
                <a16:creationId xmlns:a16="http://schemas.microsoft.com/office/drawing/2014/main" id="{A9CE9547-FEA2-DA39-6E5B-ABFEEA513F95}"/>
              </a:ext>
            </a:extLst>
          </p:cNvPr>
          <p:cNvSpPr/>
          <p:nvPr/>
        </p:nvSpPr>
        <p:spPr>
          <a:xfrm>
            <a:off x="611560" y="357645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0.50</a:t>
            </a:r>
          </a:p>
        </p:txBody>
      </p:sp>
      <p:sp>
        <p:nvSpPr>
          <p:cNvPr id="97" name="tx64">
            <a:extLst>
              <a:ext uri="{FF2B5EF4-FFF2-40B4-BE49-F238E27FC236}">
                <a16:creationId xmlns:a16="http://schemas.microsoft.com/office/drawing/2014/main" id="{F1CBB0F3-2F44-6250-9F78-C997F1A6ED0D}"/>
              </a:ext>
            </a:extLst>
          </p:cNvPr>
          <p:cNvSpPr/>
          <p:nvPr/>
        </p:nvSpPr>
        <p:spPr>
          <a:xfrm>
            <a:off x="611560" y="274004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0.75</a:t>
            </a:r>
          </a:p>
        </p:txBody>
      </p:sp>
      <p:sp>
        <p:nvSpPr>
          <p:cNvPr id="98" name="tx65">
            <a:extLst>
              <a:ext uri="{FF2B5EF4-FFF2-40B4-BE49-F238E27FC236}">
                <a16:creationId xmlns:a16="http://schemas.microsoft.com/office/drawing/2014/main" id="{987DF2EA-91EF-114D-9735-17BF34867C71}"/>
              </a:ext>
            </a:extLst>
          </p:cNvPr>
          <p:cNvSpPr/>
          <p:nvPr/>
        </p:nvSpPr>
        <p:spPr>
          <a:xfrm>
            <a:off x="611560" y="190363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</a:p>
        </p:txBody>
      </p:sp>
      <p:sp>
        <p:nvSpPr>
          <p:cNvPr id="99" name="pl66">
            <a:extLst>
              <a:ext uri="{FF2B5EF4-FFF2-40B4-BE49-F238E27FC236}">
                <a16:creationId xmlns:a16="http://schemas.microsoft.com/office/drawing/2014/main" id="{C5D2DD50-2A51-9529-B605-978D54EB9B5E}"/>
              </a:ext>
            </a:extLst>
          </p:cNvPr>
          <p:cNvSpPr/>
          <p:nvPr/>
        </p:nvSpPr>
        <p:spPr>
          <a:xfrm>
            <a:off x="938079" y="5289327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0" name="pl67">
            <a:extLst>
              <a:ext uri="{FF2B5EF4-FFF2-40B4-BE49-F238E27FC236}">
                <a16:creationId xmlns:a16="http://schemas.microsoft.com/office/drawing/2014/main" id="{A4F69F67-B84E-2C34-DD71-475AF751147D}"/>
              </a:ext>
            </a:extLst>
          </p:cNvPr>
          <p:cNvSpPr/>
          <p:nvPr/>
        </p:nvSpPr>
        <p:spPr>
          <a:xfrm>
            <a:off x="938079" y="445291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1" name="pl68">
            <a:extLst>
              <a:ext uri="{FF2B5EF4-FFF2-40B4-BE49-F238E27FC236}">
                <a16:creationId xmlns:a16="http://schemas.microsoft.com/office/drawing/2014/main" id="{EDA61087-C743-848E-E93F-05FFF976BFD6}"/>
              </a:ext>
            </a:extLst>
          </p:cNvPr>
          <p:cNvSpPr/>
          <p:nvPr/>
        </p:nvSpPr>
        <p:spPr>
          <a:xfrm>
            <a:off x="938079" y="361650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2" name="pl69">
            <a:extLst>
              <a:ext uri="{FF2B5EF4-FFF2-40B4-BE49-F238E27FC236}">
                <a16:creationId xmlns:a16="http://schemas.microsoft.com/office/drawing/2014/main" id="{7D0CFC8D-9CBF-6E41-2C6B-571C8010C528}"/>
              </a:ext>
            </a:extLst>
          </p:cNvPr>
          <p:cNvSpPr/>
          <p:nvPr/>
        </p:nvSpPr>
        <p:spPr>
          <a:xfrm>
            <a:off x="938079" y="278009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3" name="pl70">
            <a:extLst>
              <a:ext uri="{FF2B5EF4-FFF2-40B4-BE49-F238E27FC236}">
                <a16:creationId xmlns:a16="http://schemas.microsoft.com/office/drawing/2014/main" id="{D1DEB18D-195C-99E6-F155-27540961D2BB}"/>
              </a:ext>
            </a:extLst>
          </p:cNvPr>
          <p:cNvSpPr/>
          <p:nvPr/>
        </p:nvSpPr>
        <p:spPr>
          <a:xfrm>
            <a:off x="938079" y="194368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4" name="tx81">
            <a:extLst>
              <a:ext uri="{FF2B5EF4-FFF2-40B4-BE49-F238E27FC236}">
                <a16:creationId xmlns:a16="http://schemas.microsoft.com/office/drawing/2014/main" id="{70D3B935-19FD-17F9-51B7-B4B2F82474E1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Survival</a:t>
            </a:r>
          </a:p>
        </p:txBody>
      </p:sp>
      <p:sp>
        <p:nvSpPr>
          <p:cNvPr id="105" name="tx90">
            <a:extLst>
              <a:ext uri="{FF2B5EF4-FFF2-40B4-BE49-F238E27FC236}">
                <a16:creationId xmlns:a16="http://schemas.microsoft.com/office/drawing/2014/main" id="{11816AC7-7A66-C041-5273-08F3DC6A34EA}"/>
              </a:ext>
            </a:extLst>
          </p:cNvPr>
          <p:cNvSpPr/>
          <p:nvPr/>
        </p:nvSpPr>
        <p:spPr>
          <a:xfrm>
            <a:off x="1308696" y="1671739"/>
            <a:ext cx="3789182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(A)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Predicted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LEA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vs Survival</a:t>
            </a:r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25E9B57A-E193-48B0-4654-03757DAB667A}"/>
              </a:ext>
            </a:extLst>
          </p:cNvPr>
          <p:cNvSpPr/>
          <p:nvPr/>
        </p:nvSpPr>
        <p:spPr>
          <a:xfrm>
            <a:off x="1553963" y="4171471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-0.177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2A70DB59-988B-C31F-8620-D049E8074060}"/>
              </a:ext>
            </a:extLst>
          </p:cNvPr>
          <p:cNvSpPr/>
          <p:nvPr/>
        </p:nvSpPr>
        <p:spPr>
          <a:xfrm>
            <a:off x="5416551" y="4032729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-0.546</a:t>
            </a:r>
          </a:p>
          <a:p>
            <a:pPr algn="ctr"/>
            <a:r>
              <a:rPr lang="en-US" sz="1500" b="1" dirty="0">
                <a:solidFill>
                  <a:schemeClr val="tx1"/>
                </a:solidFill>
              </a:rPr>
              <a:t>***</a:t>
            </a:r>
          </a:p>
        </p:txBody>
      </p:sp>
      <p:sp>
        <p:nvSpPr>
          <p:cNvPr id="108" name="pl71">
            <a:extLst>
              <a:ext uri="{FF2B5EF4-FFF2-40B4-BE49-F238E27FC236}">
                <a16:creationId xmlns:a16="http://schemas.microsoft.com/office/drawing/2014/main" id="{EA71779C-EA4A-94E7-1E40-36FC6382F281}"/>
              </a:ext>
            </a:extLst>
          </p:cNvPr>
          <p:cNvSpPr/>
          <p:nvPr/>
        </p:nvSpPr>
        <p:spPr>
          <a:xfrm>
            <a:off x="972874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9" name="pl72">
            <a:extLst>
              <a:ext uri="{FF2B5EF4-FFF2-40B4-BE49-F238E27FC236}">
                <a16:creationId xmlns:a16="http://schemas.microsoft.com/office/drawing/2014/main" id="{FF6F92D6-D0CD-5BAF-5CC4-24AC9BA3AE6A}"/>
              </a:ext>
            </a:extLst>
          </p:cNvPr>
          <p:cNvSpPr/>
          <p:nvPr/>
        </p:nvSpPr>
        <p:spPr>
          <a:xfrm>
            <a:off x="123476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0" name="pl73">
            <a:extLst>
              <a:ext uri="{FF2B5EF4-FFF2-40B4-BE49-F238E27FC236}">
                <a16:creationId xmlns:a16="http://schemas.microsoft.com/office/drawing/2014/main" id="{8C7F3F05-45C5-0893-1AF3-851B2265720D}"/>
              </a:ext>
            </a:extLst>
          </p:cNvPr>
          <p:cNvSpPr/>
          <p:nvPr/>
        </p:nvSpPr>
        <p:spPr>
          <a:xfrm>
            <a:off x="2870791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1" name="pl74">
            <a:extLst>
              <a:ext uri="{FF2B5EF4-FFF2-40B4-BE49-F238E27FC236}">
                <a16:creationId xmlns:a16="http://schemas.microsoft.com/office/drawing/2014/main" id="{46CFE930-03F2-FE30-F4F5-604B7799420B}"/>
              </a:ext>
            </a:extLst>
          </p:cNvPr>
          <p:cNvSpPr/>
          <p:nvPr/>
        </p:nvSpPr>
        <p:spPr>
          <a:xfrm>
            <a:off x="4506816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2" name="pl75">
            <a:extLst>
              <a:ext uri="{FF2B5EF4-FFF2-40B4-BE49-F238E27FC236}">
                <a16:creationId xmlns:a16="http://schemas.microsoft.com/office/drawing/2014/main" id="{040CCEEE-BF10-540B-1F9F-291A16236FFC}"/>
              </a:ext>
            </a:extLst>
          </p:cNvPr>
          <p:cNvSpPr/>
          <p:nvPr/>
        </p:nvSpPr>
        <p:spPr>
          <a:xfrm>
            <a:off x="6142841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3" name="tx76">
            <a:extLst>
              <a:ext uri="{FF2B5EF4-FFF2-40B4-BE49-F238E27FC236}">
                <a16:creationId xmlns:a16="http://schemas.microsoft.com/office/drawing/2014/main" id="{052960BB-7026-AFA4-6AAD-2C9EBE68DAA6}"/>
              </a:ext>
            </a:extLst>
          </p:cNvPr>
          <p:cNvSpPr/>
          <p:nvPr/>
        </p:nvSpPr>
        <p:spPr>
          <a:xfrm>
            <a:off x="112599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14" name="tx77">
            <a:extLst>
              <a:ext uri="{FF2B5EF4-FFF2-40B4-BE49-F238E27FC236}">
                <a16:creationId xmlns:a16="http://schemas.microsoft.com/office/drawing/2014/main" id="{9B4E29DB-EDD8-3D4C-7A02-1FA76C970018}"/>
              </a:ext>
            </a:extLst>
          </p:cNvPr>
          <p:cNvSpPr/>
          <p:nvPr/>
        </p:nvSpPr>
        <p:spPr>
          <a:xfrm>
            <a:off x="2762023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0.02</a:t>
            </a:r>
          </a:p>
        </p:txBody>
      </p:sp>
      <p:sp>
        <p:nvSpPr>
          <p:cNvPr id="115" name="tx78">
            <a:extLst>
              <a:ext uri="{FF2B5EF4-FFF2-40B4-BE49-F238E27FC236}">
                <a16:creationId xmlns:a16="http://schemas.microsoft.com/office/drawing/2014/main" id="{76BE7EDA-56BD-A675-87D0-B4FD4EFA45D8}"/>
              </a:ext>
            </a:extLst>
          </p:cNvPr>
          <p:cNvSpPr/>
          <p:nvPr/>
        </p:nvSpPr>
        <p:spPr>
          <a:xfrm>
            <a:off x="439804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0.04</a:t>
            </a:r>
          </a:p>
        </p:txBody>
      </p:sp>
      <p:sp>
        <p:nvSpPr>
          <p:cNvPr id="116" name="tx79">
            <a:extLst>
              <a:ext uri="{FF2B5EF4-FFF2-40B4-BE49-F238E27FC236}">
                <a16:creationId xmlns:a16="http://schemas.microsoft.com/office/drawing/2014/main" id="{526B2C14-D8D1-C00D-B7BB-7F611BED2AB4}"/>
              </a:ext>
            </a:extLst>
          </p:cNvPr>
          <p:cNvSpPr/>
          <p:nvPr/>
        </p:nvSpPr>
        <p:spPr>
          <a:xfrm>
            <a:off x="6034073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0.06</a:t>
            </a:r>
          </a:p>
        </p:txBody>
      </p:sp>
      <p:sp>
        <p:nvSpPr>
          <p:cNvPr id="117" name="tx80">
            <a:extLst>
              <a:ext uri="{FF2B5EF4-FFF2-40B4-BE49-F238E27FC236}">
                <a16:creationId xmlns:a16="http://schemas.microsoft.com/office/drawing/2014/main" id="{269724DA-4003-5F36-672B-2074ECE5149E}"/>
              </a:ext>
            </a:extLst>
          </p:cNvPr>
          <p:cNvSpPr/>
          <p:nvPr/>
        </p:nvSpPr>
        <p:spPr>
          <a:xfrm>
            <a:off x="3770771" y="6137094"/>
            <a:ext cx="675375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LEA Offset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A681FAB-610B-7DAE-2E72-2E35F45E59FD}"/>
              </a:ext>
            </a:extLst>
          </p:cNvPr>
          <p:cNvGrpSpPr/>
          <p:nvPr/>
        </p:nvGrpSpPr>
        <p:grpSpPr>
          <a:xfrm>
            <a:off x="6923685" y="1980395"/>
            <a:ext cx="1633206" cy="926170"/>
            <a:chOff x="7254012" y="3508813"/>
            <a:chExt cx="1094811" cy="620853"/>
          </a:xfrm>
        </p:grpSpPr>
        <p:sp>
          <p:nvSpPr>
            <p:cNvPr id="3" name="tx83">
              <a:extLst>
                <a:ext uri="{FF2B5EF4-FFF2-40B4-BE49-F238E27FC236}">
                  <a16:creationId xmlns:a16="http://schemas.microsoft.com/office/drawing/2014/main" id="{DE29E50E-E3A8-1CE1-19D0-1AFCD5D04975}"/>
                </a:ext>
              </a:extLst>
            </p:cNvPr>
            <p:cNvSpPr/>
            <p:nvPr/>
          </p:nvSpPr>
          <p:spPr>
            <a:xfrm>
              <a:off x="7254012" y="3508813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4" name="rc84">
              <a:extLst>
                <a:ext uri="{FF2B5EF4-FFF2-40B4-BE49-F238E27FC236}">
                  <a16:creationId xmlns:a16="http://schemas.microsoft.com/office/drawing/2014/main" id="{0DF6B3DA-48C5-428B-AA3F-4EE5F561727F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0" name="pt85">
              <a:extLst>
                <a:ext uri="{FF2B5EF4-FFF2-40B4-BE49-F238E27FC236}">
                  <a16:creationId xmlns:a16="http://schemas.microsoft.com/office/drawing/2014/main" id="{21BE1DEB-B220-C96B-199B-6E70BEF128E8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rc86">
              <a:extLst>
                <a:ext uri="{FF2B5EF4-FFF2-40B4-BE49-F238E27FC236}">
                  <a16:creationId xmlns:a16="http://schemas.microsoft.com/office/drawing/2014/main" id="{D768A490-B6B7-FE4B-E310-01AD4DDAE012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2" name="pt87">
              <a:extLst>
                <a:ext uri="{FF2B5EF4-FFF2-40B4-BE49-F238E27FC236}">
                  <a16:creationId xmlns:a16="http://schemas.microsoft.com/office/drawing/2014/main" id="{C8C57C20-62D0-9093-582E-09A46094AE51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tx88">
              <a:extLst>
                <a:ext uri="{FF2B5EF4-FFF2-40B4-BE49-F238E27FC236}">
                  <a16:creationId xmlns:a16="http://schemas.microsoft.com/office/drawing/2014/main" id="{96379923-0301-E71C-4B49-5B05C12F46E0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64" name="tx89">
              <a:extLst>
                <a:ext uri="{FF2B5EF4-FFF2-40B4-BE49-F238E27FC236}">
                  <a16:creationId xmlns:a16="http://schemas.microsoft.com/office/drawing/2014/main" id="{F10E3C6B-0390-BC80-72D4-E34DBD45FEAF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t6"/>
          <p:cNvSpPr/>
          <p:nvPr/>
        </p:nvSpPr>
        <p:spPr>
          <a:xfrm>
            <a:off x="1201753" y="310879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201753" y="281799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201753" y="277519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3520977" y="318995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3520977" y="306631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3520977" y="294125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1947105" y="333510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1947105" y="284328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1947105" y="29363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3276597" y="273982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3276597" y="211101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3276597" y="226408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3917673" y="361186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3917673" y="247048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3917673" y="329678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3480507" y="339691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3480507" y="379448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3480507" y="349128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4445187" y="515921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4445187" y="49382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4445187" y="508272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900287" y="485763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900287" y="459607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900287" y="496474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260457" y="2070498"/>
            <a:ext cx="5698533" cy="3478708"/>
          </a:xfrm>
          <a:custGeom>
            <a:avLst/>
            <a:gdLst/>
            <a:ahLst/>
            <a:cxnLst/>
            <a:rect l="0" t="0" r="0" b="0"/>
            <a:pathLst>
              <a:path w="5698533" h="3478708">
                <a:moveTo>
                  <a:pt x="0" y="0"/>
                </a:moveTo>
                <a:lnTo>
                  <a:pt x="72133" y="39766"/>
                </a:lnTo>
                <a:lnTo>
                  <a:pt x="144266" y="79423"/>
                </a:lnTo>
                <a:lnTo>
                  <a:pt x="216399" y="118962"/>
                </a:lnTo>
                <a:lnTo>
                  <a:pt x="288533" y="158377"/>
                </a:lnTo>
                <a:lnTo>
                  <a:pt x="360666" y="197658"/>
                </a:lnTo>
                <a:lnTo>
                  <a:pt x="432799" y="236796"/>
                </a:lnTo>
                <a:lnTo>
                  <a:pt x="504933" y="275783"/>
                </a:lnTo>
                <a:lnTo>
                  <a:pt x="577066" y="314606"/>
                </a:lnTo>
                <a:lnTo>
                  <a:pt x="649199" y="353256"/>
                </a:lnTo>
                <a:lnTo>
                  <a:pt x="721333" y="391719"/>
                </a:lnTo>
                <a:lnTo>
                  <a:pt x="793466" y="429983"/>
                </a:lnTo>
                <a:lnTo>
                  <a:pt x="865599" y="468033"/>
                </a:lnTo>
                <a:lnTo>
                  <a:pt x="937733" y="505856"/>
                </a:lnTo>
                <a:lnTo>
                  <a:pt x="1009866" y="543434"/>
                </a:lnTo>
                <a:lnTo>
                  <a:pt x="1081999" y="580751"/>
                </a:lnTo>
                <a:lnTo>
                  <a:pt x="1154133" y="617788"/>
                </a:lnTo>
                <a:lnTo>
                  <a:pt x="1226266" y="654528"/>
                </a:lnTo>
                <a:lnTo>
                  <a:pt x="1298399" y="690948"/>
                </a:lnTo>
                <a:lnTo>
                  <a:pt x="1370533" y="727029"/>
                </a:lnTo>
                <a:lnTo>
                  <a:pt x="1442666" y="762749"/>
                </a:lnTo>
                <a:lnTo>
                  <a:pt x="1514799" y="798085"/>
                </a:lnTo>
                <a:lnTo>
                  <a:pt x="1586933" y="833014"/>
                </a:lnTo>
                <a:lnTo>
                  <a:pt x="1659066" y="867513"/>
                </a:lnTo>
                <a:lnTo>
                  <a:pt x="1731199" y="901558"/>
                </a:lnTo>
                <a:lnTo>
                  <a:pt x="1803333" y="935127"/>
                </a:lnTo>
                <a:lnTo>
                  <a:pt x="1875466" y="968197"/>
                </a:lnTo>
                <a:lnTo>
                  <a:pt x="1947599" y="1000747"/>
                </a:lnTo>
                <a:lnTo>
                  <a:pt x="2019733" y="1032758"/>
                </a:lnTo>
                <a:lnTo>
                  <a:pt x="2091866" y="1064212"/>
                </a:lnTo>
                <a:lnTo>
                  <a:pt x="2163999" y="1095093"/>
                </a:lnTo>
                <a:lnTo>
                  <a:pt x="2236133" y="1125390"/>
                </a:lnTo>
                <a:lnTo>
                  <a:pt x="2308266" y="1155094"/>
                </a:lnTo>
                <a:lnTo>
                  <a:pt x="2380399" y="1184198"/>
                </a:lnTo>
                <a:lnTo>
                  <a:pt x="2452533" y="1212701"/>
                </a:lnTo>
                <a:lnTo>
                  <a:pt x="2524666" y="1240604"/>
                </a:lnTo>
                <a:lnTo>
                  <a:pt x="2596799" y="1267913"/>
                </a:lnTo>
                <a:lnTo>
                  <a:pt x="2668933" y="1294636"/>
                </a:lnTo>
                <a:lnTo>
                  <a:pt x="2741066" y="1320786"/>
                </a:lnTo>
                <a:lnTo>
                  <a:pt x="2813199" y="1346376"/>
                </a:lnTo>
                <a:lnTo>
                  <a:pt x="2885333" y="1371425"/>
                </a:lnTo>
                <a:lnTo>
                  <a:pt x="2957466" y="1395952"/>
                </a:lnTo>
                <a:lnTo>
                  <a:pt x="3029599" y="1419977"/>
                </a:lnTo>
                <a:lnTo>
                  <a:pt x="3101733" y="1443524"/>
                </a:lnTo>
                <a:lnTo>
                  <a:pt x="3173866" y="1466614"/>
                </a:lnTo>
                <a:lnTo>
                  <a:pt x="3245999" y="1489272"/>
                </a:lnTo>
                <a:lnTo>
                  <a:pt x="3318133" y="1511520"/>
                </a:lnTo>
                <a:lnTo>
                  <a:pt x="3390266" y="1533381"/>
                </a:lnTo>
                <a:lnTo>
                  <a:pt x="3462399" y="1554879"/>
                </a:lnTo>
                <a:lnTo>
                  <a:pt x="3534533" y="1576034"/>
                </a:lnTo>
                <a:lnTo>
                  <a:pt x="3606666" y="1596869"/>
                </a:lnTo>
                <a:lnTo>
                  <a:pt x="3678799" y="1617403"/>
                </a:lnTo>
                <a:lnTo>
                  <a:pt x="3750933" y="1637656"/>
                </a:lnTo>
                <a:lnTo>
                  <a:pt x="3823066" y="1657645"/>
                </a:lnTo>
                <a:lnTo>
                  <a:pt x="3895199" y="1677388"/>
                </a:lnTo>
                <a:lnTo>
                  <a:pt x="3967333" y="1696902"/>
                </a:lnTo>
                <a:lnTo>
                  <a:pt x="4039466" y="1716200"/>
                </a:lnTo>
                <a:lnTo>
                  <a:pt x="4111599" y="1735297"/>
                </a:lnTo>
                <a:lnTo>
                  <a:pt x="4183733" y="1754207"/>
                </a:lnTo>
                <a:lnTo>
                  <a:pt x="4255866" y="1772942"/>
                </a:lnTo>
                <a:lnTo>
                  <a:pt x="4327999" y="1791512"/>
                </a:lnTo>
                <a:lnTo>
                  <a:pt x="4400133" y="1809929"/>
                </a:lnTo>
                <a:lnTo>
                  <a:pt x="4472266" y="1828202"/>
                </a:lnTo>
                <a:lnTo>
                  <a:pt x="4544399" y="1846341"/>
                </a:lnTo>
                <a:lnTo>
                  <a:pt x="4616533" y="1864354"/>
                </a:lnTo>
                <a:lnTo>
                  <a:pt x="4688666" y="1882249"/>
                </a:lnTo>
                <a:lnTo>
                  <a:pt x="4760799" y="1900034"/>
                </a:lnTo>
                <a:lnTo>
                  <a:pt x="4832933" y="1917714"/>
                </a:lnTo>
                <a:lnTo>
                  <a:pt x="4905066" y="1935296"/>
                </a:lnTo>
                <a:lnTo>
                  <a:pt x="4977199" y="1952787"/>
                </a:lnTo>
                <a:lnTo>
                  <a:pt x="5049333" y="1970191"/>
                </a:lnTo>
                <a:lnTo>
                  <a:pt x="5121466" y="1987514"/>
                </a:lnTo>
                <a:lnTo>
                  <a:pt x="5193599" y="2004761"/>
                </a:lnTo>
                <a:lnTo>
                  <a:pt x="5265733" y="2021935"/>
                </a:lnTo>
                <a:lnTo>
                  <a:pt x="5337866" y="2039041"/>
                </a:lnTo>
                <a:lnTo>
                  <a:pt x="5409999" y="2056082"/>
                </a:lnTo>
                <a:lnTo>
                  <a:pt x="5482133" y="2073062"/>
                </a:lnTo>
                <a:lnTo>
                  <a:pt x="5554266" y="2089985"/>
                </a:lnTo>
                <a:lnTo>
                  <a:pt x="5626399" y="2106854"/>
                </a:lnTo>
                <a:lnTo>
                  <a:pt x="5698533" y="2123670"/>
                </a:lnTo>
                <a:lnTo>
                  <a:pt x="5698533" y="3478708"/>
                </a:lnTo>
                <a:lnTo>
                  <a:pt x="5626399" y="3437986"/>
                </a:lnTo>
                <a:lnTo>
                  <a:pt x="5554266" y="3397315"/>
                </a:lnTo>
                <a:lnTo>
                  <a:pt x="5482133" y="3356700"/>
                </a:lnTo>
                <a:lnTo>
                  <a:pt x="5409999" y="3316141"/>
                </a:lnTo>
                <a:lnTo>
                  <a:pt x="5337866" y="3275644"/>
                </a:lnTo>
                <a:lnTo>
                  <a:pt x="5265733" y="3235211"/>
                </a:lnTo>
                <a:lnTo>
                  <a:pt x="5193599" y="3194847"/>
                </a:lnTo>
                <a:lnTo>
                  <a:pt x="5121466" y="3154554"/>
                </a:lnTo>
                <a:lnTo>
                  <a:pt x="5049333" y="3114338"/>
                </a:lnTo>
                <a:lnTo>
                  <a:pt x="4977199" y="3074204"/>
                </a:lnTo>
                <a:lnTo>
                  <a:pt x="4905066" y="3034156"/>
                </a:lnTo>
                <a:lnTo>
                  <a:pt x="4832933" y="2994200"/>
                </a:lnTo>
                <a:lnTo>
                  <a:pt x="4760799" y="2954342"/>
                </a:lnTo>
                <a:lnTo>
                  <a:pt x="4688666" y="2914587"/>
                </a:lnTo>
                <a:lnTo>
                  <a:pt x="4616533" y="2874943"/>
                </a:lnTo>
                <a:lnTo>
                  <a:pt x="4544399" y="2835418"/>
                </a:lnTo>
                <a:lnTo>
                  <a:pt x="4472266" y="2796018"/>
                </a:lnTo>
                <a:lnTo>
                  <a:pt x="4400133" y="2756753"/>
                </a:lnTo>
                <a:lnTo>
                  <a:pt x="4327999" y="2717631"/>
                </a:lnTo>
                <a:lnTo>
                  <a:pt x="4255866" y="2678663"/>
                </a:lnTo>
                <a:lnTo>
                  <a:pt x="4183733" y="2639859"/>
                </a:lnTo>
                <a:lnTo>
                  <a:pt x="4111599" y="2601230"/>
                </a:lnTo>
                <a:lnTo>
                  <a:pt x="4039466" y="2562788"/>
                </a:lnTo>
                <a:lnTo>
                  <a:pt x="3967333" y="2524548"/>
                </a:lnTo>
                <a:lnTo>
                  <a:pt x="3895199" y="2486523"/>
                </a:lnTo>
                <a:lnTo>
                  <a:pt x="3823066" y="2448727"/>
                </a:lnTo>
                <a:lnTo>
                  <a:pt x="3750933" y="2411178"/>
                </a:lnTo>
                <a:lnTo>
                  <a:pt x="3678799" y="2373892"/>
                </a:lnTo>
                <a:lnTo>
                  <a:pt x="3606666" y="2336887"/>
                </a:lnTo>
                <a:lnTo>
                  <a:pt x="3534533" y="2300183"/>
                </a:lnTo>
                <a:lnTo>
                  <a:pt x="3462399" y="2263800"/>
                </a:lnTo>
                <a:lnTo>
                  <a:pt x="3390266" y="2227759"/>
                </a:lnTo>
                <a:lnTo>
                  <a:pt x="3318133" y="2192082"/>
                </a:lnTo>
                <a:lnTo>
                  <a:pt x="3245999" y="2156791"/>
                </a:lnTo>
                <a:lnTo>
                  <a:pt x="3173866" y="2121910"/>
                </a:lnTo>
                <a:lnTo>
                  <a:pt x="3101733" y="2087462"/>
                </a:lnTo>
                <a:lnTo>
                  <a:pt x="3029599" y="2053470"/>
                </a:lnTo>
                <a:lnTo>
                  <a:pt x="2957466" y="2019956"/>
                </a:lnTo>
                <a:lnTo>
                  <a:pt x="2885333" y="1986945"/>
                </a:lnTo>
                <a:lnTo>
                  <a:pt x="2813199" y="1954455"/>
                </a:lnTo>
                <a:lnTo>
                  <a:pt x="2741066" y="1922507"/>
                </a:lnTo>
                <a:lnTo>
                  <a:pt x="2668933" y="1891117"/>
                </a:lnTo>
                <a:lnTo>
                  <a:pt x="2596799" y="1860302"/>
                </a:lnTo>
                <a:lnTo>
                  <a:pt x="2524666" y="1830072"/>
                </a:lnTo>
                <a:lnTo>
                  <a:pt x="2452533" y="1800437"/>
                </a:lnTo>
                <a:lnTo>
                  <a:pt x="2380399" y="1771401"/>
                </a:lnTo>
                <a:lnTo>
                  <a:pt x="2308266" y="1742966"/>
                </a:lnTo>
                <a:lnTo>
                  <a:pt x="2236133" y="1715131"/>
                </a:lnTo>
                <a:lnTo>
                  <a:pt x="2163999" y="1687890"/>
                </a:lnTo>
                <a:lnTo>
                  <a:pt x="2091866" y="1661232"/>
                </a:lnTo>
                <a:lnTo>
                  <a:pt x="2019733" y="1635147"/>
                </a:lnTo>
                <a:lnTo>
                  <a:pt x="1947599" y="1609619"/>
                </a:lnTo>
                <a:lnTo>
                  <a:pt x="1875466" y="1584631"/>
                </a:lnTo>
                <a:lnTo>
                  <a:pt x="1803333" y="1560162"/>
                </a:lnTo>
                <a:lnTo>
                  <a:pt x="1731199" y="1536192"/>
                </a:lnTo>
                <a:lnTo>
                  <a:pt x="1659066" y="1512699"/>
                </a:lnTo>
                <a:lnTo>
                  <a:pt x="1586933" y="1489659"/>
                </a:lnTo>
                <a:lnTo>
                  <a:pt x="1514799" y="1467050"/>
                </a:lnTo>
                <a:lnTo>
                  <a:pt x="1442666" y="1444847"/>
                </a:lnTo>
                <a:lnTo>
                  <a:pt x="1370533" y="1423028"/>
                </a:lnTo>
                <a:lnTo>
                  <a:pt x="1298399" y="1401570"/>
                </a:lnTo>
                <a:lnTo>
                  <a:pt x="1226266" y="1380452"/>
                </a:lnTo>
                <a:lnTo>
                  <a:pt x="1154133" y="1359653"/>
                </a:lnTo>
                <a:lnTo>
                  <a:pt x="1081999" y="1339152"/>
                </a:lnTo>
                <a:lnTo>
                  <a:pt x="1009866" y="1318930"/>
                </a:lnTo>
                <a:lnTo>
                  <a:pt x="937733" y="1298969"/>
                </a:lnTo>
                <a:lnTo>
                  <a:pt x="865599" y="1279253"/>
                </a:lnTo>
                <a:lnTo>
                  <a:pt x="793466" y="1259765"/>
                </a:lnTo>
                <a:lnTo>
                  <a:pt x="721333" y="1240490"/>
                </a:lnTo>
                <a:lnTo>
                  <a:pt x="649199" y="1221415"/>
                </a:lnTo>
                <a:lnTo>
                  <a:pt x="577066" y="1202526"/>
                </a:lnTo>
                <a:lnTo>
                  <a:pt x="504933" y="1183811"/>
                </a:lnTo>
                <a:lnTo>
                  <a:pt x="432799" y="1165258"/>
                </a:lnTo>
                <a:lnTo>
                  <a:pt x="360666" y="1146858"/>
                </a:lnTo>
                <a:lnTo>
                  <a:pt x="288533" y="1128600"/>
                </a:lnTo>
                <a:lnTo>
                  <a:pt x="216399" y="1110476"/>
                </a:lnTo>
                <a:lnTo>
                  <a:pt x="144266" y="1092477"/>
                </a:lnTo>
                <a:lnTo>
                  <a:pt x="72133" y="1074595"/>
                </a:lnTo>
                <a:lnTo>
                  <a:pt x="0" y="1056823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1260457" y="2070498"/>
            <a:ext cx="5698533" cy="2123670"/>
          </a:xfrm>
          <a:custGeom>
            <a:avLst/>
            <a:gdLst/>
            <a:ahLst/>
            <a:cxnLst/>
            <a:rect l="0" t="0" r="0" b="0"/>
            <a:pathLst>
              <a:path w="5698533" h="2123670">
                <a:moveTo>
                  <a:pt x="0" y="0"/>
                </a:moveTo>
                <a:lnTo>
                  <a:pt x="72133" y="39766"/>
                </a:lnTo>
                <a:lnTo>
                  <a:pt x="144266" y="79423"/>
                </a:lnTo>
                <a:lnTo>
                  <a:pt x="216399" y="118962"/>
                </a:lnTo>
                <a:lnTo>
                  <a:pt x="288533" y="158377"/>
                </a:lnTo>
                <a:lnTo>
                  <a:pt x="360666" y="197658"/>
                </a:lnTo>
                <a:lnTo>
                  <a:pt x="432799" y="236796"/>
                </a:lnTo>
                <a:lnTo>
                  <a:pt x="504933" y="275783"/>
                </a:lnTo>
                <a:lnTo>
                  <a:pt x="577066" y="314606"/>
                </a:lnTo>
                <a:lnTo>
                  <a:pt x="649199" y="353256"/>
                </a:lnTo>
                <a:lnTo>
                  <a:pt x="721333" y="391719"/>
                </a:lnTo>
                <a:lnTo>
                  <a:pt x="793466" y="429983"/>
                </a:lnTo>
                <a:lnTo>
                  <a:pt x="865599" y="468033"/>
                </a:lnTo>
                <a:lnTo>
                  <a:pt x="937733" y="505856"/>
                </a:lnTo>
                <a:lnTo>
                  <a:pt x="1009866" y="543434"/>
                </a:lnTo>
                <a:lnTo>
                  <a:pt x="1081999" y="580751"/>
                </a:lnTo>
                <a:lnTo>
                  <a:pt x="1154133" y="617788"/>
                </a:lnTo>
                <a:lnTo>
                  <a:pt x="1226266" y="654528"/>
                </a:lnTo>
                <a:lnTo>
                  <a:pt x="1298399" y="690948"/>
                </a:lnTo>
                <a:lnTo>
                  <a:pt x="1370533" y="727029"/>
                </a:lnTo>
                <a:lnTo>
                  <a:pt x="1442666" y="762749"/>
                </a:lnTo>
                <a:lnTo>
                  <a:pt x="1514799" y="798085"/>
                </a:lnTo>
                <a:lnTo>
                  <a:pt x="1586933" y="833014"/>
                </a:lnTo>
                <a:lnTo>
                  <a:pt x="1659066" y="867513"/>
                </a:lnTo>
                <a:lnTo>
                  <a:pt x="1731199" y="901558"/>
                </a:lnTo>
                <a:lnTo>
                  <a:pt x="1803333" y="935127"/>
                </a:lnTo>
                <a:lnTo>
                  <a:pt x="1875466" y="968197"/>
                </a:lnTo>
                <a:lnTo>
                  <a:pt x="1947599" y="1000747"/>
                </a:lnTo>
                <a:lnTo>
                  <a:pt x="2019733" y="1032758"/>
                </a:lnTo>
                <a:lnTo>
                  <a:pt x="2091866" y="1064212"/>
                </a:lnTo>
                <a:lnTo>
                  <a:pt x="2163999" y="1095093"/>
                </a:lnTo>
                <a:lnTo>
                  <a:pt x="2236133" y="1125390"/>
                </a:lnTo>
                <a:lnTo>
                  <a:pt x="2308266" y="1155094"/>
                </a:lnTo>
                <a:lnTo>
                  <a:pt x="2380399" y="1184198"/>
                </a:lnTo>
                <a:lnTo>
                  <a:pt x="2452533" y="1212701"/>
                </a:lnTo>
                <a:lnTo>
                  <a:pt x="2524666" y="1240604"/>
                </a:lnTo>
                <a:lnTo>
                  <a:pt x="2596799" y="1267913"/>
                </a:lnTo>
                <a:lnTo>
                  <a:pt x="2668933" y="1294636"/>
                </a:lnTo>
                <a:lnTo>
                  <a:pt x="2741066" y="1320786"/>
                </a:lnTo>
                <a:lnTo>
                  <a:pt x="2813199" y="1346376"/>
                </a:lnTo>
                <a:lnTo>
                  <a:pt x="2885333" y="1371425"/>
                </a:lnTo>
                <a:lnTo>
                  <a:pt x="2957466" y="1395952"/>
                </a:lnTo>
                <a:lnTo>
                  <a:pt x="3029599" y="1419977"/>
                </a:lnTo>
                <a:lnTo>
                  <a:pt x="3101733" y="1443524"/>
                </a:lnTo>
                <a:lnTo>
                  <a:pt x="3173866" y="1466614"/>
                </a:lnTo>
                <a:lnTo>
                  <a:pt x="3245999" y="1489272"/>
                </a:lnTo>
                <a:lnTo>
                  <a:pt x="3318133" y="1511520"/>
                </a:lnTo>
                <a:lnTo>
                  <a:pt x="3390266" y="1533381"/>
                </a:lnTo>
                <a:lnTo>
                  <a:pt x="3462399" y="1554879"/>
                </a:lnTo>
                <a:lnTo>
                  <a:pt x="3534533" y="1576034"/>
                </a:lnTo>
                <a:lnTo>
                  <a:pt x="3606666" y="1596869"/>
                </a:lnTo>
                <a:lnTo>
                  <a:pt x="3678799" y="1617403"/>
                </a:lnTo>
                <a:lnTo>
                  <a:pt x="3750933" y="1637656"/>
                </a:lnTo>
                <a:lnTo>
                  <a:pt x="3823066" y="1657645"/>
                </a:lnTo>
                <a:lnTo>
                  <a:pt x="3895199" y="1677388"/>
                </a:lnTo>
                <a:lnTo>
                  <a:pt x="3967333" y="1696902"/>
                </a:lnTo>
                <a:lnTo>
                  <a:pt x="4039466" y="1716200"/>
                </a:lnTo>
                <a:lnTo>
                  <a:pt x="4111599" y="1735297"/>
                </a:lnTo>
                <a:lnTo>
                  <a:pt x="4183733" y="1754207"/>
                </a:lnTo>
                <a:lnTo>
                  <a:pt x="4255866" y="1772942"/>
                </a:lnTo>
                <a:lnTo>
                  <a:pt x="4327999" y="1791512"/>
                </a:lnTo>
                <a:lnTo>
                  <a:pt x="4400133" y="1809929"/>
                </a:lnTo>
                <a:lnTo>
                  <a:pt x="4472266" y="1828202"/>
                </a:lnTo>
                <a:lnTo>
                  <a:pt x="4544399" y="1846341"/>
                </a:lnTo>
                <a:lnTo>
                  <a:pt x="4616533" y="1864354"/>
                </a:lnTo>
                <a:lnTo>
                  <a:pt x="4688666" y="1882249"/>
                </a:lnTo>
                <a:lnTo>
                  <a:pt x="4760799" y="1900034"/>
                </a:lnTo>
                <a:lnTo>
                  <a:pt x="4832933" y="1917714"/>
                </a:lnTo>
                <a:lnTo>
                  <a:pt x="4905066" y="1935296"/>
                </a:lnTo>
                <a:lnTo>
                  <a:pt x="4977199" y="1952787"/>
                </a:lnTo>
                <a:lnTo>
                  <a:pt x="5049333" y="1970191"/>
                </a:lnTo>
                <a:lnTo>
                  <a:pt x="5121466" y="1987514"/>
                </a:lnTo>
                <a:lnTo>
                  <a:pt x="5193599" y="2004761"/>
                </a:lnTo>
                <a:lnTo>
                  <a:pt x="5265733" y="2021935"/>
                </a:lnTo>
                <a:lnTo>
                  <a:pt x="5337866" y="2039041"/>
                </a:lnTo>
                <a:lnTo>
                  <a:pt x="5409999" y="2056082"/>
                </a:lnTo>
                <a:lnTo>
                  <a:pt x="5482133" y="2073062"/>
                </a:lnTo>
                <a:lnTo>
                  <a:pt x="5554266" y="2089985"/>
                </a:lnTo>
                <a:lnTo>
                  <a:pt x="5626399" y="2106854"/>
                </a:lnTo>
                <a:lnTo>
                  <a:pt x="5698533" y="212367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260457" y="3127322"/>
            <a:ext cx="5698533" cy="2421884"/>
          </a:xfrm>
          <a:custGeom>
            <a:avLst/>
            <a:gdLst/>
            <a:ahLst/>
            <a:cxnLst/>
            <a:rect l="0" t="0" r="0" b="0"/>
            <a:pathLst>
              <a:path w="5698533" h="2421884">
                <a:moveTo>
                  <a:pt x="5698533" y="2421884"/>
                </a:moveTo>
                <a:lnTo>
                  <a:pt x="5626399" y="2381162"/>
                </a:lnTo>
                <a:lnTo>
                  <a:pt x="5554266" y="2340492"/>
                </a:lnTo>
                <a:lnTo>
                  <a:pt x="5482133" y="2299876"/>
                </a:lnTo>
                <a:lnTo>
                  <a:pt x="5409999" y="2259318"/>
                </a:lnTo>
                <a:lnTo>
                  <a:pt x="5337866" y="2218821"/>
                </a:lnTo>
                <a:lnTo>
                  <a:pt x="5265733" y="2178388"/>
                </a:lnTo>
                <a:lnTo>
                  <a:pt x="5193599" y="2138023"/>
                </a:lnTo>
                <a:lnTo>
                  <a:pt x="5121466" y="2097731"/>
                </a:lnTo>
                <a:lnTo>
                  <a:pt x="5049333" y="2057515"/>
                </a:lnTo>
                <a:lnTo>
                  <a:pt x="4977199" y="2017381"/>
                </a:lnTo>
                <a:lnTo>
                  <a:pt x="4905066" y="1977333"/>
                </a:lnTo>
                <a:lnTo>
                  <a:pt x="4832933" y="1937377"/>
                </a:lnTo>
                <a:lnTo>
                  <a:pt x="4760799" y="1897518"/>
                </a:lnTo>
                <a:lnTo>
                  <a:pt x="4688666" y="1857764"/>
                </a:lnTo>
                <a:lnTo>
                  <a:pt x="4616533" y="1818120"/>
                </a:lnTo>
                <a:lnTo>
                  <a:pt x="4544399" y="1778594"/>
                </a:lnTo>
                <a:lnTo>
                  <a:pt x="4472266" y="1739195"/>
                </a:lnTo>
                <a:lnTo>
                  <a:pt x="4400133" y="1699929"/>
                </a:lnTo>
                <a:lnTo>
                  <a:pt x="4327999" y="1660808"/>
                </a:lnTo>
                <a:lnTo>
                  <a:pt x="4255866" y="1621839"/>
                </a:lnTo>
                <a:lnTo>
                  <a:pt x="4183733" y="1583035"/>
                </a:lnTo>
                <a:lnTo>
                  <a:pt x="4111599" y="1544406"/>
                </a:lnTo>
                <a:lnTo>
                  <a:pt x="4039466" y="1505965"/>
                </a:lnTo>
                <a:lnTo>
                  <a:pt x="3967333" y="1467725"/>
                </a:lnTo>
                <a:lnTo>
                  <a:pt x="3895199" y="1429699"/>
                </a:lnTo>
                <a:lnTo>
                  <a:pt x="3823066" y="1391904"/>
                </a:lnTo>
                <a:lnTo>
                  <a:pt x="3750933" y="1354355"/>
                </a:lnTo>
                <a:lnTo>
                  <a:pt x="3678799" y="1317069"/>
                </a:lnTo>
                <a:lnTo>
                  <a:pt x="3606666" y="1280064"/>
                </a:lnTo>
                <a:lnTo>
                  <a:pt x="3534533" y="1243360"/>
                </a:lnTo>
                <a:lnTo>
                  <a:pt x="3462399" y="1206977"/>
                </a:lnTo>
                <a:lnTo>
                  <a:pt x="3390266" y="1170936"/>
                </a:lnTo>
                <a:lnTo>
                  <a:pt x="3318133" y="1135259"/>
                </a:lnTo>
                <a:lnTo>
                  <a:pt x="3245999" y="1099968"/>
                </a:lnTo>
                <a:lnTo>
                  <a:pt x="3173866" y="1065087"/>
                </a:lnTo>
                <a:lnTo>
                  <a:pt x="3101733" y="1030638"/>
                </a:lnTo>
                <a:lnTo>
                  <a:pt x="3029599" y="996646"/>
                </a:lnTo>
                <a:lnTo>
                  <a:pt x="2957466" y="963133"/>
                </a:lnTo>
                <a:lnTo>
                  <a:pt x="2885333" y="930121"/>
                </a:lnTo>
                <a:lnTo>
                  <a:pt x="2813199" y="897631"/>
                </a:lnTo>
                <a:lnTo>
                  <a:pt x="2741066" y="865683"/>
                </a:lnTo>
                <a:lnTo>
                  <a:pt x="2668933" y="834294"/>
                </a:lnTo>
                <a:lnTo>
                  <a:pt x="2596799" y="803479"/>
                </a:lnTo>
                <a:lnTo>
                  <a:pt x="2524666" y="773249"/>
                </a:lnTo>
                <a:lnTo>
                  <a:pt x="2452533" y="743613"/>
                </a:lnTo>
                <a:lnTo>
                  <a:pt x="2380399" y="714578"/>
                </a:lnTo>
                <a:lnTo>
                  <a:pt x="2308266" y="686143"/>
                </a:lnTo>
                <a:lnTo>
                  <a:pt x="2236133" y="658308"/>
                </a:lnTo>
                <a:lnTo>
                  <a:pt x="2163999" y="631066"/>
                </a:lnTo>
                <a:lnTo>
                  <a:pt x="2091866" y="604409"/>
                </a:lnTo>
                <a:lnTo>
                  <a:pt x="2019733" y="578324"/>
                </a:lnTo>
                <a:lnTo>
                  <a:pt x="1947599" y="552796"/>
                </a:lnTo>
                <a:lnTo>
                  <a:pt x="1875466" y="527808"/>
                </a:lnTo>
                <a:lnTo>
                  <a:pt x="1803333" y="503339"/>
                </a:lnTo>
                <a:lnTo>
                  <a:pt x="1731199" y="479369"/>
                </a:lnTo>
                <a:lnTo>
                  <a:pt x="1659066" y="455876"/>
                </a:lnTo>
                <a:lnTo>
                  <a:pt x="1586933" y="432836"/>
                </a:lnTo>
                <a:lnTo>
                  <a:pt x="1514799" y="410226"/>
                </a:lnTo>
                <a:lnTo>
                  <a:pt x="1442666" y="388023"/>
                </a:lnTo>
                <a:lnTo>
                  <a:pt x="1370533" y="366205"/>
                </a:lnTo>
                <a:lnTo>
                  <a:pt x="1298399" y="344747"/>
                </a:lnTo>
                <a:lnTo>
                  <a:pt x="1226266" y="323629"/>
                </a:lnTo>
                <a:lnTo>
                  <a:pt x="1154133" y="302829"/>
                </a:lnTo>
                <a:lnTo>
                  <a:pt x="1081999" y="282328"/>
                </a:lnTo>
                <a:lnTo>
                  <a:pt x="1009866" y="262107"/>
                </a:lnTo>
                <a:lnTo>
                  <a:pt x="937733" y="242146"/>
                </a:lnTo>
                <a:lnTo>
                  <a:pt x="865599" y="222430"/>
                </a:lnTo>
                <a:lnTo>
                  <a:pt x="793466" y="202942"/>
                </a:lnTo>
                <a:lnTo>
                  <a:pt x="721333" y="183667"/>
                </a:lnTo>
                <a:lnTo>
                  <a:pt x="649199" y="164592"/>
                </a:lnTo>
                <a:lnTo>
                  <a:pt x="577066" y="145702"/>
                </a:lnTo>
                <a:lnTo>
                  <a:pt x="504933" y="126987"/>
                </a:lnTo>
                <a:lnTo>
                  <a:pt x="432799" y="108435"/>
                </a:lnTo>
                <a:lnTo>
                  <a:pt x="360666" y="90035"/>
                </a:lnTo>
                <a:lnTo>
                  <a:pt x="288533" y="71777"/>
                </a:lnTo>
                <a:lnTo>
                  <a:pt x="216399" y="53653"/>
                </a:lnTo>
                <a:lnTo>
                  <a:pt x="144266" y="35654"/>
                </a:lnTo>
                <a:lnTo>
                  <a:pt x="72133" y="17772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260457" y="2598910"/>
            <a:ext cx="5698533" cy="2272777"/>
          </a:xfrm>
          <a:custGeom>
            <a:avLst/>
            <a:gdLst/>
            <a:ahLst/>
            <a:cxnLst/>
            <a:rect l="0" t="0" r="0" b="0"/>
            <a:pathLst>
              <a:path w="5698533" h="2272777">
                <a:moveTo>
                  <a:pt x="0" y="0"/>
                </a:moveTo>
                <a:lnTo>
                  <a:pt x="72133" y="28769"/>
                </a:lnTo>
                <a:lnTo>
                  <a:pt x="144266" y="57538"/>
                </a:lnTo>
                <a:lnTo>
                  <a:pt x="216399" y="86308"/>
                </a:lnTo>
                <a:lnTo>
                  <a:pt x="288533" y="115077"/>
                </a:lnTo>
                <a:lnTo>
                  <a:pt x="360666" y="143846"/>
                </a:lnTo>
                <a:lnTo>
                  <a:pt x="432799" y="172616"/>
                </a:lnTo>
                <a:lnTo>
                  <a:pt x="504933" y="201385"/>
                </a:lnTo>
                <a:lnTo>
                  <a:pt x="577066" y="230154"/>
                </a:lnTo>
                <a:lnTo>
                  <a:pt x="649199" y="258924"/>
                </a:lnTo>
                <a:lnTo>
                  <a:pt x="721333" y="287693"/>
                </a:lnTo>
                <a:lnTo>
                  <a:pt x="793466" y="316462"/>
                </a:lnTo>
                <a:lnTo>
                  <a:pt x="865599" y="345232"/>
                </a:lnTo>
                <a:lnTo>
                  <a:pt x="937733" y="374001"/>
                </a:lnTo>
                <a:lnTo>
                  <a:pt x="1009866" y="402770"/>
                </a:lnTo>
                <a:lnTo>
                  <a:pt x="1081999" y="431540"/>
                </a:lnTo>
                <a:lnTo>
                  <a:pt x="1154133" y="460309"/>
                </a:lnTo>
                <a:lnTo>
                  <a:pt x="1226266" y="489078"/>
                </a:lnTo>
                <a:lnTo>
                  <a:pt x="1298399" y="517848"/>
                </a:lnTo>
                <a:lnTo>
                  <a:pt x="1370533" y="546617"/>
                </a:lnTo>
                <a:lnTo>
                  <a:pt x="1442666" y="575386"/>
                </a:lnTo>
                <a:lnTo>
                  <a:pt x="1514799" y="604156"/>
                </a:lnTo>
                <a:lnTo>
                  <a:pt x="1586933" y="632925"/>
                </a:lnTo>
                <a:lnTo>
                  <a:pt x="1659066" y="661694"/>
                </a:lnTo>
                <a:lnTo>
                  <a:pt x="1731199" y="690464"/>
                </a:lnTo>
                <a:lnTo>
                  <a:pt x="1803333" y="719233"/>
                </a:lnTo>
                <a:lnTo>
                  <a:pt x="1875466" y="748002"/>
                </a:lnTo>
                <a:lnTo>
                  <a:pt x="1947599" y="776772"/>
                </a:lnTo>
                <a:lnTo>
                  <a:pt x="2019733" y="805541"/>
                </a:lnTo>
                <a:lnTo>
                  <a:pt x="2091866" y="834310"/>
                </a:lnTo>
                <a:lnTo>
                  <a:pt x="2163999" y="863080"/>
                </a:lnTo>
                <a:lnTo>
                  <a:pt x="2236133" y="891849"/>
                </a:lnTo>
                <a:lnTo>
                  <a:pt x="2308266" y="920618"/>
                </a:lnTo>
                <a:lnTo>
                  <a:pt x="2380399" y="949388"/>
                </a:lnTo>
                <a:lnTo>
                  <a:pt x="2452533" y="978157"/>
                </a:lnTo>
                <a:lnTo>
                  <a:pt x="2524666" y="1006926"/>
                </a:lnTo>
                <a:lnTo>
                  <a:pt x="2596799" y="1035696"/>
                </a:lnTo>
                <a:lnTo>
                  <a:pt x="2668933" y="1064465"/>
                </a:lnTo>
                <a:lnTo>
                  <a:pt x="2741066" y="1093234"/>
                </a:lnTo>
                <a:lnTo>
                  <a:pt x="2813199" y="1122004"/>
                </a:lnTo>
                <a:lnTo>
                  <a:pt x="2885333" y="1150773"/>
                </a:lnTo>
                <a:lnTo>
                  <a:pt x="2957466" y="1179542"/>
                </a:lnTo>
                <a:lnTo>
                  <a:pt x="3029599" y="1208312"/>
                </a:lnTo>
                <a:lnTo>
                  <a:pt x="3101733" y="1237081"/>
                </a:lnTo>
                <a:lnTo>
                  <a:pt x="3173866" y="1265850"/>
                </a:lnTo>
                <a:lnTo>
                  <a:pt x="3245999" y="1294620"/>
                </a:lnTo>
                <a:lnTo>
                  <a:pt x="3318133" y="1323389"/>
                </a:lnTo>
                <a:lnTo>
                  <a:pt x="3390266" y="1352158"/>
                </a:lnTo>
                <a:lnTo>
                  <a:pt x="3462399" y="1380928"/>
                </a:lnTo>
                <a:lnTo>
                  <a:pt x="3534533" y="1409697"/>
                </a:lnTo>
                <a:lnTo>
                  <a:pt x="3606666" y="1438466"/>
                </a:lnTo>
                <a:lnTo>
                  <a:pt x="3678799" y="1467236"/>
                </a:lnTo>
                <a:lnTo>
                  <a:pt x="3750933" y="1496005"/>
                </a:lnTo>
                <a:lnTo>
                  <a:pt x="3823066" y="1524774"/>
                </a:lnTo>
                <a:lnTo>
                  <a:pt x="3895199" y="1553544"/>
                </a:lnTo>
                <a:lnTo>
                  <a:pt x="3967333" y="1582313"/>
                </a:lnTo>
                <a:lnTo>
                  <a:pt x="4039466" y="1611083"/>
                </a:lnTo>
                <a:lnTo>
                  <a:pt x="4111599" y="1639852"/>
                </a:lnTo>
                <a:lnTo>
                  <a:pt x="4183733" y="1668621"/>
                </a:lnTo>
                <a:lnTo>
                  <a:pt x="4255866" y="1697391"/>
                </a:lnTo>
                <a:lnTo>
                  <a:pt x="4327999" y="1726160"/>
                </a:lnTo>
                <a:lnTo>
                  <a:pt x="4400133" y="1754929"/>
                </a:lnTo>
                <a:lnTo>
                  <a:pt x="4472266" y="1783699"/>
                </a:lnTo>
                <a:lnTo>
                  <a:pt x="4544399" y="1812468"/>
                </a:lnTo>
                <a:lnTo>
                  <a:pt x="4616533" y="1841237"/>
                </a:lnTo>
                <a:lnTo>
                  <a:pt x="4688666" y="1870007"/>
                </a:lnTo>
                <a:lnTo>
                  <a:pt x="4760799" y="1898776"/>
                </a:lnTo>
                <a:lnTo>
                  <a:pt x="4832933" y="1927545"/>
                </a:lnTo>
                <a:lnTo>
                  <a:pt x="4905066" y="1956315"/>
                </a:lnTo>
                <a:lnTo>
                  <a:pt x="4977199" y="1985084"/>
                </a:lnTo>
                <a:lnTo>
                  <a:pt x="5049333" y="2013853"/>
                </a:lnTo>
                <a:lnTo>
                  <a:pt x="5121466" y="2042623"/>
                </a:lnTo>
                <a:lnTo>
                  <a:pt x="5193599" y="2071392"/>
                </a:lnTo>
                <a:lnTo>
                  <a:pt x="5265733" y="2100161"/>
                </a:lnTo>
                <a:lnTo>
                  <a:pt x="5337866" y="2128931"/>
                </a:lnTo>
                <a:lnTo>
                  <a:pt x="5409999" y="2157700"/>
                </a:lnTo>
                <a:lnTo>
                  <a:pt x="5482133" y="2186469"/>
                </a:lnTo>
                <a:lnTo>
                  <a:pt x="5554266" y="2215239"/>
                </a:lnTo>
                <a:lnTo>
                  <a:pt x="5626399" y="2244008"/>
                </a:lnTo>
                <a:lnTo>
                  <a:pt x="5698533" y="2272777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3527968" y="431168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3527968" y="442840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3527968" y="450652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199224" y="390728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199224" y="417849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199224" y="381408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4400122" y="408441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4400122" y="371340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4400122" y="403408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6021003" y="467683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6021003" y="432366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6021003" y="464298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1849253" y="360546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1849253" y="394940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1849253" y="380030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1235700" y="367031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1235700" y="390390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1235700" y="389850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1648500" y="517294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1648500" y="514039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4112476" y="524193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4112476" y="513693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257927" y="3817825"/>
            <a:ext cx="4821779" cy="1296184"/>
          </a:xfrm>
          <a:custGeom>
            <a:avLst/>
            <a:gdLst/>
            <a:ahLst/>
            <a:cxnLst/>
            <a:rect l="0" t="0" r="0" b="0"/>
            <a:pathLst>
              <a:path w="4821779" h="1296184">
                <a:moveTo>
                  <a:pt x="0" y="0"/>
                </a:moveTo>
                <a:lnTo>
                  <a:pt x="61035" y="12311"/>
                </a:lnTo>
                <a:lnTo>
                  <a:pt x="122070" y="24524"/>
                </a:lnTo>
                <a:lnTo>
                  <a:pt x="183105" y="36634"/>
                </a:lnTo>
                <a:lnTo>
                  <a:pt x="244140" y="48635"/>
                </a:lnTo>
                <a:lnTo>
                  <a:pt x="305175" y="60520"/>
                </a:lnTo>
                <a:lnTo>
                  <a:pt x="366211" y="72284"/>
                </a:lnTo>
                <a:lnTo>
                  <a:pt x="427246" y="83919"/>
                </a:lnTo>
                <a:lnTo>
                  <a:pt x="488281" y="95420"/>
                </a:lnTo>
                <a:lnTo>
                  <a:pt x="549316" y="106777"/>
                </a:lnTo>
                <a:lnTo>
                  <a:pt x="610351" y="117985"/>
                </a:lnTo>
                <a:lnTo>
                  <a:pt x="671387" y="129034"/>
                </a:lnTo>
                <a:lnTo>
                  <a:pt x="732422" y="139918"/>
                </a:lnTo>
                <a:lnTo>
                  <a:pt x="793457" y="150626"/>
                </a:lnTo>
                <a:lnTo>
                  <a:pt x="854492" y="161151"/>
                </a:lnTo>
                <a:lnTo>
                  <a:pt x="915527" y="171484"/>
                </a:lnTo>
                <a:lnTo>
                  <a:pt x="976562" y="181616"/>
                </a:lnTo>
                <a:lnTo>
                  <a:pt x="1037598" y="191538"/>
                </a:lnTo>
                <a:lnTo>
                  <a:pt x="1098633" y="201241"/>
                </a:lnTo>
                <a:lnTo>
                  <a:pt x="1159668" y="210717"/>
                </a:lnTo>
                <a:lnTo>
                  <a:pt x="1220703" y="219955"/>
                </a:lnTo>
                <a:lnTo>
                  <a:pt x="1281738" y="228949"/>
                </a:lnTo>
                <a:lnTo>
                  <a:pt x="1342774" y="237690"/>
                </a:lnTo>
                <a:lnTo>
                  <a:pt x="1403809" y="246170"/>
                </a:lnTo>
                <a:lnTo>
                  <a:pt x="1464844" y="254384"/>
                </a:lnTo>
                <a:lnTo>
                  <a:pt x="1525879" y="262324"/>
                </a:lnTo>
                <a:lnTo>
                  <a:pt x="1586914" y="269985"/>
                </a:lnTo>
                <a:lnTo>
                  <a:pt x="1647950" y="277363"/>
                </a:lnTo>
                <a:lnTo>
                  <a:pt x="1708985" y="284454"/>
                </a:lnTo>
                <a:lnTo>
                  <a:pt x="1770020" y="291256"/>
                </a:lnTo>
                <a:lnTo>
                  <a:pt x="1831055" y="297768"/>
                </a:lnTo>
                <a:lnTo>
                  <a:pt x="1892090" y="303989"/>
                </a:lnTo>
                <a:lnTo>
                  <a:pt x="1953125" y="309921"/>
                </a:lnTo>
                <a:lnTo>
                  <a:pt x="2014161" y="315565"/>
                </a:lnTo>
                <a:lnTo>
                  <a:pt x="2075196" y="320924"/>
                </a:lnTo>
                <a:lnTo>
                  <a:pt x="2136231" y="326003"/>
                </a:lnTo>
                <a:lnTo>
                  <a:pt x="2197266" y="330807"/>
                </a:lnTo>
                <a:lnTo>
                  <a:pt x="2258301" y="335341"/>
                </a:lnTo>
                <a:lnTo>
                  <a:pt x="2319337" y="339613"/>
                </a:lnTo>
                <a:lnTo>
                  <a:pt x="2380372" y="343629"/>
                </a:lnTo>
                <a:lnTo>
                  <a:pt x="2441407" y="347398"/>
                </a:lnTo>
                <a:lnTo>
                  <a:pt x="2502442" y="350927"/>
                </a:lnTo>
                <a:lnTo>
                  <a:pt x="2563477" y="354225"/>
                </a:lnTo>
                <a:lnTo>
                  <a:pt x="2624513" y="357302"/>
                </a:lnTo>
                <a:lnTo>
                  <a:pt x="2685548" y="360165"/>
                </a:lnTo>
                <a:lnTo>
                  <a:pt x="2746583" y="362824"/>
                </a:lnTo>
                <a:lnTo>
                  <a:pt x="2807618" y="365288"/>
                </a:lnTo>
                <a:lnTo>
                  <a:pt x="2868653" y="367566"/>
                </a:lnTo>
                <a:lnTo>
                  <a:pt x="2929688" y="369666"/>
                </a:lnTo>
                <a:lnTo>
                  <a:pt x="2990724" y="371598"/>
                </a:lnTo>
                <a:lnTo>
                  <a:pt x="3051759" y="373368"/>
                </a:lnTo>
                <a:lnTo>
                  <a:pt x="3112794" y="374985"/>
                </a:lnTo>
                <a:lnTo>
                  <a:pt x="3173829" y="376458"/>
                </a:lnTo>
                <a:lnTo>
                  <a:pt x="3234864" y="377792"/>
                </a:lnTo>
                <a:lnTo>
                  <a:pt x="3295900" y="378997"/>
                </a:lnTo>
                <a:lnTo>
                  <a:pt x="3356935" y="380077"/>
                </a:lnTo>
                <a:lnTo>
                  <a:pt x="3417970" y="381040"/>
                </a:lnTo>
                <a:lnTo>
                  <a:pt x="3479005" y="381891"/>
                </a:lnTo>
                <a:lnTo>
                  <a:pt x="3540040" y="382638"/>
                </a:lnTo>
                <a:lnTo>
                  <a:pt x="3601076" y="383284"/>
                </a:lnTo>
                <a:lnTo>
                  <a:pt x="3662111" y="383836"/>
                </a:lnTo>
                <a:lnTo>
                  <a:pt x="3723146" y="384299"/>
                </a:lnTo>
                <a:lnTo>
                  <a:pt x="3784181" y="384676"/>
                </a:lnTo>
                <a:lnTo>
                  <a:pt x="3845216" y="384973"/>
                </a:lnTo>
                <a:lnTo>
                  <a:pt x="3906251" y="385194"/>
                </a:lnTo>
                <a:lnTo>
                  <a:pt x="3967287" y="385342"/>
                </a:lnTo>
                <a:lnTo>
                  <a:pt x="4028322" y="385422"/>
                </a:lnTo>
                <a:lnTo>
                  <a:pt x="4089357" y="385436"/>
                </a:lnTo>
                <a:lnTo>
                  <a:pt x="4150392" y="385388"/>
                </a:lnTo>
                <a:lnTo>
                  <a:pt x="4211427" y="385282"/>
                </a:lnTo>
                <a:lnTo>
                  <a:pt x="4272463" y="385120"/>
                </a:lnTo>
                <a:lnTo>
                  <a:pt x="4333498" y="384904"/>
                </a:lnTo>
                <a:lnTo>
                  <a:pt x="4394533" y="384639"/>
                </a:lnTo>
                <a:lnTo>
                  <a:pt x="4455568" y="384325"/>
                </a:lnTo>
                <a:lnTo>
                  <a:pt x="4516603" y="383965"/>
                </a:lnTo>
                <a:lnTo>
                  <a:pt x="4577639" y="383562"/>
                </a:lnTo>
                <a:lnTo>
                  <a:pt x="4638674" y="383118"/>
                </a:lnTo>
                <a:lnTo>
                  <a:pt x="4699709" y="382634"/>
                </a:lnTo>
                <a:lnTo>
                  <a:pt x="4760744" y="382112"/>
                </a:lnTo>
                <a:lnTo>
                  <a:pt x="4821779" y="381554"/>
                </a:lnTo>
                <a:lnTo>
                  <a:pt x="4821779" y="1296184"/>
                </a:lnTo>
                <a:lnTo>
                  <a:pt x="4760744" y="1282701"/>
                </a:lnTo>
                <a:lnTo>
                  <a:pt x="4699709" y="1269254"/>
                </a:lnTo>
                <a:lnTo>
                  <a:pt x="4638674" y="1255844"/>
                </a:lnTo>
                <a:lnTo>
                  <a:pt x="4577639" y="1242474"/>
                </a:lnTo>
                <a:lnTo>
                  <a:pt x="4516603" y="1229146"/>
                </a:lnTo>
                <a:lnTo>
                  <a:pt x="4455568" y="1215861"/>
                </a:lnTo>
                <a:lnTo>
                  <a:pt x="4394533" y="1202622"/>
                </a:lnTo>
                <a:lnTo>
                  <a:pt x="4333498" y="1189431"/>
                </a:lnTo>
                <a:lnTo>
                  <a:pt x="4272463" y="1176290"/>
                </a:lnTo>
                <a:lnTo>
                  <a:pt x="4211427" y="1163203"/>
                </a:lnTo>
                <a:lnTo>
                  <a:pt x="4150392" y="1150171"/>
                </a:lnTo>
                <a:lnTo>
                  <a:pt x="4089357" y="1137198"/>
                </a:lnTo>
                <a:lnTo>
                  <a:pt x="4028322" y="1124287"/>
                </a:lnTo>
                <a:lnTo>
                  <a:pt x="3967287" y="1111441"/>
                </a:lnTo>
                <a:lnTo>
                  <a:pt x="3906251" y="1098664"/>
                </a:lnTo>
                <a:lnTo>
                  <a:pt x="3845216" y="1085960"/>
                </a:lnTo>
                <a:lnTo>
                  <a:pt x="3784181" y="1073331"/>
                </a:lnTo>
                <a:lnTo>
                  <a:pt x="3723146" y="1060783"/>
                </a:lnTo>
                <a:lnTo>
                  <a:pt x="3662111" y="1048320"/>
                </a:lnTo>
                <a:lnTo>
                  <a:pt x="3601076" y="1035947"/>
                </a:lnTo>
                <a:lnTo>
                  <a:pt x="3540040" y="1023668"/>
                </a:lnTo>
                <a:lnTo>
                  <a:pt x="3479005" y="1011489"/>
                </a:lnTo>
                <a:lnTo>
                  <a:pt x="3417970" y="999416"/>
                </a:lnTo>
                <a:lnTo>
                  <a:pt x="3356935" y="987453"/>
                </a:lnTo>
                <a:lnTo>
                  <a:pt x="3295900" y="975608"/>
                </a:lnTo>
                <a:lnTo>
                  <a:pt x="3234864" y="963887"/>
                </a:lnTo>
                <a:lnTo>
                  <a:pt x="3173829" y="952296"/>
                </a:lnTo>
                <a:lnTo>
                  <a:pt x="3112794" y="940844"/>
                </a:lnTo>
                <a:lnTo>
                  <a:pt x="3051759" y="929536"/>
                </a:lnTo>
                <a:lnTo>
                  <a:pt x="2990724" y="918381"/>
                </a:lnTo>
                <a:lnTo>
                  <a:pt x="2929688" y="907387"/>
                </a:lnTo>
                <a:lnTo>
                  <a:pt x="2868653" y="896561"/>
                </a:lnTo>
                <a:lnTo>
                  <a:pt x="2807618" y="885914"/>
                </a:lnTo>
                <a:lnTo>
                  <a:pt x="2746583" y="875453"/>
                </a:lnTo>
                <a:lnTo>
                  <a:pt x="2685548" y="865187"/>
                </a:lnTo>
                <a:lnTo>
                  <a:pt x="2624513" y="855125"/>
                </a:lnTo>
                <a:lnTo>
                  <a:pt x="2563477" y="845276"/>
                </a:lnTo>
                <a:lnTo>
                  <a:pt x="2502442" y="835649"/>
                </a:lnTo>
                <a:lnTo>
                  <a:pt x="2441407" y="826253"/>
                </a:lnTo>
                <a:lnTo>
                  <a:pt x="2380372" y="817096"/>
                </a:lnTo>
                <a:lnTo>
                  <a:pt x="2319337" y="808187"/>
                </a:lnTo>
                <a:lnTo>
                  <a:pt x="2258301" y="799533"/>
                </a:lnTo>
                <a:lnTo>
                  <a:pt x="2197266" y="791142"/>
                </a:lnTo>
                <a:lnTo>
                  <a:pt x="2136231" y="783021"/>
                </a:lnTo>
                <a:lnTo>
                  <a:pt x="2075196" y="775174"/>
                </a:lnTo>
                <a:lnTo>
                  <a:pt x="2014161" y="767609"/>
                </a:lnTo>
                <a:lnTo>
                  <a:pt x="1953125" y="760327"/>
                </a:lnTo>
                <a:lnTo>
                  <a:pt x="1892090" y="753334"/>
                </a:lnTo>
                <a:lnTo>
                  <a:pt x="1831055" y="746629"/>
                </a:lnTo>
                <a:lnTo>
                  <a:pt x="1770020" y="740216"/>
                </a:lnTo>
                <a:lnTo>
                  <a:pt x="1708985" y="734093"/>
                </a:lnTo>
                <a:lnTo>
                  <a:pt x="1647950" y="728259"/>
                </a:lnTo>
                <a:lnTo>
                  <a:pt x="1586914" y="722711"/>
                </a:lnTo>
                <a:lnTo>
                  <a:pt x="1525879" y="717447"/>
                </a:lnTo>
                <a:lnTo>
                  <a:pt x="1464844" y="712462"/>
                </a:lnTo>
                <a:lnTo>
                  <a:pt x="1403809" y="707750"/>
                </a:lnTo>
                <a:lnTo>
                  <a:pt x="1342774" y="703305"/>
                </a:lnTo>
                <a:lnTo>
                  <a:pt x="1281738" y="699121"/>
                </a:lnTo>
                <a:lnTo>
                  <a:pt x="1220703" y="695189"/>
                </a:lnTo>
                <a:lnTo>
                  <a:pt x="1159668" y="691502"/>
                </a:lnTo>
                <a:lnTo>
                  <a:pt x="1098633" y="688052"/>
                </a:lnTo>
                <a:lnTo>
                  <a:pt x="1037598" y="684830"/>
                </a:lnTo>
                <a:lnTo>
                  <a:pt x="976562" y="681826"/>
                </a:lnTo>
                <a:lnTo>
                  <a:pt x="915527" y="679033"/>
                </a:lnTo>
                <a:lnTo>
                  <a:pt x="854492" y="676441"/>
                </a:lnTo>
                <a:lnTo>
                  <a:pt x="793457" y="674041"/>
                </a:lnTo>
                <a:lnTo>
                  <a:pt x="732422" y="671824"/>
                </a:lnTo>
                <a:lnTo>
                  <a:pt x="671387" y="669782"/>
                </a:lnTo>
                <a:lnTo>
                  <a:pt x="610351" y="667906"/>
                </a:lnTo>
                <a:lnTo>
                  <a:pt x="549316" y="666188"/>
                </a:lnTo>
                <a:lnTo>
                  <a:pt x="488281" y="664621"/>
                </a:lnTo>
                <a:lnTo>
                  <a:pt x="427246" y="663196"/>
                </a:lnTo>
                <a:lnTo>
                  <a:pt x="366211" y="661906"/>
                </a:lnTo>
                <a:lnTo>
                  <a:pt x="305175" y="660744"/>
                </a:lnTo>
                <a:lnTo>
                  <a:pt x="244140" y="659705"/>
                </a:lnTo>
                <a:lnTo>
                  <a:pt x="183105" y="658780"/>
                </a:lnTo>
                <a:lnTo>
                  <a:pt x="122070" y="657964"/>
                </a:lnTo>
                <a:lnTo>
                  <a:pt x="61035" y="657252"/>
                </a:lnTo>
                <a:lnTo>
                  <a:pt x="0" y="656638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257927" y="3817825"/>
            <a:ext cx="4821779" cy="385436"/>
          </a:xfrm>
          <a:custGeom>
            <a:avLst/>
            <a:gdLst/>
            <a:ahLst/>
            <a:cxnLst/>
            <a:rect l="0" t="0" r="0" b="0"/>
            <a:pathLst>
              <a:path w="4821779" h="385436">
                <a:moveTo>
                  <a:pt x="0" y="0"/>
                </a:moveTo>
                <a:lnTo>
                  <a:pt x="61035" y="12311"/>
                </a:lnTo>
                <a:lnTo>
                  <a:pt x="122070" y="24524"/>
                </a:lnTo>
                <a:lnTo>
                  <a:pt x="183105" y="36634"/>
                </a:lnTo>
                <a:lnTo>
                  <a:pt x="244140" y="48635"/>
                </a:lnTo>
                <a:lnTo>
                  <a:pt x="305175" y="60520"/>
                </a:lnTo>
                <a:lnTo>
                  <a:pt x="366211" y="72284"/>
                </a:lnTo>
                <a:lnTo>
                  <a:pt x="427246" y="83919"/>
                </a:lnTo>
                <a:lnTo>
                  <a:pt x="488281" y="95420"/>
                </a:lnTo>
                <a:lnTo>
                  <a:pt x="549316" y="106777"/>
                </a:lnTo>
                <a:lnTo>
                  <a:pt x="610351" y="117985"/>
                </a:lnTo>
                <a:lnTo>
                  <a:pt x="671387" y="129034"/>
                </a:lnTo>
                <a:lnTo>
                  <a:pt x="732422" y="139918"/>
                </a:lnTo>
                <a:lnTo>
                  <a:pt x="793457" y="150626"/>
                </a:lnTo>
                <a:lnTo>
                  <a:pt x="854492" y="161151"/>
                </a:lnTo>
                <a:lnTo>
                  <a:pt x="915527" y="171484"/>
                </a:lnTo>
                <a:lnTo>
                  <a:pt x="976562" y="181616"/>
                </a:lnTo>
                <a:lnTo>
                  <a:pt x="1037598" y="191538"/>
                </a:lnTo>
                <a:lnTo>
                  <a:pt x="1098633" y="201241"/>
                </a:lnTo>
                <a:lnTo>
                  <a:pt x="1159668" y="210717"/>
                </a:lnTo>
                <a:lnTo>
                  <a:pt x="1220703" y="219955"/>
                </a:lnTo>
                <a:lnTo>
                  <a:pt x="1281738" y="228949"/>
                </a:lnTo>
                <a:lnTo>
                  <a:pt x="1342774" y="237690"/>
                </a:lnTo>
                <a:lnTo>
                  <a:pt x="1403809" y="246170"/>
                </a:lnTo>
                <a:lnTo>
                  <a:pt x="1464844" y="254384"/>
                </a:lnTo>
                <a:lnTo>
                  <a:pt x="1525879" y="262324"/>
                </a:lnTo>
                <a:lnTo>
                  <a:pt x="1586914" y="269985"/>
                </a:lnTo>
                <a:lnTo>
                  <a:pt x="1647950" y="277363"/>
                </a:lnTo>
                <a:lnTo>
                  <a:pt x="1708985" y="284454"/>
                </a:lnTo>
                <a:lnTo>
                  <a:pt x="1770020" y="291256"/>
                </a:lnTo>
                <a:lnTo>
                  <a:pt x="1831055" y="297768"/>
                </a:lnTo>
                <a:lnTo>
                  <a:pt x="1892090" y="303989"/>
                </a:lnTo>
                <a:lnTo>
                  <a:pt x="1953125" y="309921"/>
                </a:lnTo>
                <a:lnTo>
                  <a:pt x="2014161" y="315565"/>
                </a:lnTo>
                <a:lnTo>
                  <a:pt x="2075196" y="320924"/>
                </a:lnTo>
                <a:lnTo>
                  <a:pt x="2136231" y="326003"/>
                </a:lnTo>
                <a:lnTo>
                  <a:pt x="2197266" y="330807"/>
                </a:lnTo>
                <a:lnTo>
                  <a:pt x="2258301" y="335341"/>
                </a:lnTo>
                <a:lnTo>
                  <a:pt x="2319337" y="339613"/>
                </a:lnTo>
                <a:lnTo>
                  <a:pt x="2380372" y="343629"/>
                </a:lnTo>
                <a:lnTo>
                  <a:pt x="2441407" y="347398"/>
                </a:lnTo>
                <a:lnTo>
                  <a:pt x="2502442" y="350927"/>
                </a:lnTo>
                <a:lnTo>
                  <a:pt x="2563477" y="354225"/>
                </a:lnTo>
                <a:lnTo>
                  <a:pt x="2624513" y="357302"/>
                </a:lnTo>
                <a:lnTo>
                  <a:pt x="2685548" y="360165"/>
                </a:lnTo>
                <a:lnTo>
                  <a:pt x="2746583" y="362824"/>
                </a:lnTo>
                <a:lnTo>
                  <a:pt x="2807618" y="365288"/>
                </a:lnTo>
                <a:lnTo>
                  <a:pt x="2868653" y="367566"/>
                </a:lnTo>
                <a:lnTo>
                  <a:pt x="2929688" y="369666"/>
                </a:lnTo>
                <a:lnTo>
                  <a:pt x="2990724" y="371598"/>
                </a:lnTo>
                <a:lnTo>
                  <a:pt x="3051759" y="373368"/>
                </a:lnTo>
                <a:lnTo>
                  <a:pt x="3112794" y="374985"/>
                </a:lnTo>
                <a:lnTo>
                  <a:pt x="3173829" y="376458"/>
                </a:lnTo>
                <a:lnTo>
                  <a:pt x="3234864" y="377792"/>
                </a:lnTo>
                <a:lnTo>
                  <a:pt x="3295900" y="378997"/>
                </a:lnTo>
                <a:lnTo>
                  <a:pt x="3356935" y="380077"/>
                </a:lnTo>
                <a:lnTo>
                  <a:pt x="3417970" y="381040"/>
                </a:lnTo>
                <a:lnTo>
                  <a:pt x="3479005" y="381891"/>
                </a:lnTo>
                <a:lnTo>
                  <a:pt x="3540040" y="382638"/>
                </a:lnTo>
                <a:lnTo>
                  <a:pt x="3601076" y="383284"/>
                </a:lnTo>
                <a:lnTo>
                  <a:pt x="3662111" y="383836"/>
                </a:lnTo>
                <a:lnTo>
                  <a:pt x="3723146" y="384299"/>
                </a:lnTo>
                <a:lnTo>
                  <a:pt x="3784181" y="384676"/>
                </a:lnTo>
                <a:lnTo>
                  <a:pt x="3845216" y="384973"/>
                </a:lnTo>
                <a:lnTo>
                  <a:pt x="3906251" y="385194"/>
                </a:lnTo>
                <a:lnTo>
                  <a:pt x="3967287" y="385342"/>
                </a:lnTo>
                <a:lnTo>
                  <a:pt x="4028322" y="385422"/>
                </a:lnTo>
                <a:lnTo>
                  <a:pt x="4089357" y="385436"/>
                </a:lnTo>
                <a:lnTo>
                  <a:pt x="4150392" y="385388"/>
                </a:lnTo>
                <a:lnTo>
                  <a:pt x="4211427" y="385282"/>
                </a:lnTo>
                <a:lnTo>
                  <a:pt x="4272463" y="385120"/>
                </a:lnTo>
                <a:lnTo>
                  <a:pt x="4333498" y="384904"/>
                </a:lnTo>
                <a:lnTo>
                  <a:pt x="4394533" y="384639"/>
                </a:lnTo>
                <a:lnTo>
                  <a:pt x="4455568" y="384325"/>
                </a:lnTo>
                <a:lnTo>
                  <a:pt x="4516603" y="383965"/>
                </a:lnTo>
                <a:lnTo>
                  <a:pt x="4577639" y="383562"/>
                </a:lnTo>
                <a:lnTo>
                  <a:pt x="4638674" y="383118"/>
                </a:lnTo>
                <a:lnTo>
                  <a:pt x="4699709" y="382634"/>
                </a:lnTo>
                <a:lnTo>
                  <a:pt x="4760744" y="382112"/>
                </a:lnTo>
                <a:lnTo>
                  <a:pt x="4821779" y="381554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257927" y="4474464"/>
            <a:ext cx="4821779" cy="639545"/>
          </a:xfrm>
          <a:custGeom>
            <a:avLst/>
            <a:gdLst/>
            <a:ahLst/>
            <a:cxnLst/>
            <a:rect l="0" t="0" r="0" b="0"/>
            <a:pathLst>
              <a:path w="4821779" h="639545">
                <a:moveTo>
                  <a:pt x="4821779" y="639545"/>
                </a:moveTo>
                <a:lnTo>
                  <a:pt x="4760744" y="626062"/>
                </a:lnTo>
                <a:lnTo>
                  <a:pt x="4699709" y="612615"/>
                </a:lnTo>
                <a:lnTo>
                  <a:pt x="4638674" y="599205"/>
                </a:lnTo>
                <a:lnTo>
                  <a:pt x="4577639" y="585835"/>
                </a:lnTo>
                <a:lnTo>
                  <a:pt x="4516603" y="572507"/>
                </a:lnTo>
                <a:lnTo>
                  <a:pt x="4455568" y="559222"/>
                </a:lnTo>
                <a:lnTo>
                  <a:pt x="4394533" y="545983"/>
                </a:lnTo>
                <a:lnTo>
                  <a:pt x="4333498" y="532792"/>
                </a:lnTo>
                <a:lnTo>
                  <a:pt x="4272463" y="519651"/>
                </a:lnTo>
                <a:lnTo>
                  <a:pt x="4211427" y="506564"/>
                </a:lnTo>
                <a:lnTo>
                  <a:pt x="4150392" y="493532"/>
                </a:lnTo>
                <a:lnTo>
                  <a:pt x="4089357" y="480559"/>
                </a:lnTo>
                <a:lnTo>
                  <a:pt x="4028322" y="467648"/>
                </a:lnTo>
                <a:lnTo>
                  <a:pt x="3967287" y="454802"/>
                </a:lnTo>
                <a:lnTo>
                  <a:pt x="3906251" y="442025"/>
                </a:lnTo>
                <a:lnTo>
                  <a:pt x="3845216" y="429321"/>
                </a:lnTo>
                <a:lnTo>
                  <a:pt x="3784181" y="416692"/>
                </a:lnTo>
                <a:lnTo>
                  <a:pt x="3723146" y="404144"/>
                </a:lnTo>
                <a:lnTo>
                  <a:pt x="3662111" y="391681"/>
                </a:lnTo>
                <a:lnTo>
                  <a:pt x="3601076" y="379308"/>
                </a:lnTo>
                <a:lnTo>
                  <a:pt x="3540040" y="367029"/>
                </a:lnTo>
                <a:lnTo>
                  <a:pt x="3479005" y="354850"/>
                </a:lnTo>
                <a:lnTo>
                  <a:pt x="3417970" y="342777"/>
                </a:lnTo>
                <a:lnTo>
                  <a:pt x="3356935" y="330814"/>
                </a:lnTo>
                <a:lnTo>
                  <a:pt x="3295900" y="318969"/>
                </a:lnTo>
                <a:lnTo>
                  <a:pt x="3234864" y="307248"/>
                </a:lnTo>
                <a:lnTo>
                  <a:pt x="3173829" y="295658"/>
                </a:lnTo>
                <a:lnTo>
                  <a:pt x="3112794" y="284205"/>
                </a:lnTo>
                <a:lnTo>
                  <a:pt x="3051759" y="272897"/>
                </a:lnTo>
                <a:lnTo>
                  <a:pt x="2990724" y="261742"/>
                </a:lnTo>
                <a:lnTo>
                  <a:pt x="2929688" y="250748"/>
                </a:lnTo>
                <a:lnTo>
                  <a:pt x="2868653" y="239923"/>
                </a:lnTo>
                <a:lnTo>
                  <a:pt x="2807618" y="229275"/>
                </a:lnTo>
                <a:lnTo>
                  <a:pt x="2746583" y="218814"/>
                </a:lnTo>
                <a:lnTo>
                  <a:pt x="2685548" y="208548"/>
                </a:lnTo>
                <a:lnTo>
                  <a:pt x="2624513" y="198486"/>
                </a:lnTo>
                <a:lnTo>
                  <a:pt x="2563477" y="188637"/>
                </a:lnTo>
                <a:lnTo>
                  <a:pt x="2502442" y="179010"/>
                </a:lnTo>
                <a:lnTo>
                  <a:pt x="2441407" y="169614"/>
                </a:lnTo>
                <a:lnTo>
                  <a:pt x="2380372" y="160457"/>
                </a:lnTo>
                <a:lnTo>
                  <a:pt x="2319337" y="151548"/>
                </a:lnTo>
                <a:lnTo>
                  <a:pt x="2258301" y="142894"/>
                </a:lnTo>
                <a:lnTo>
                  <a:pt x="2197266" y="134503"/>
                </a:lnTo>
                <a:lnTo>
                  <a:pt x="2136231" y="126382"/>
                </a:lnTo>
                <a:lnTo>
                  <a:pt x="2075196" y="118536"/>
                </a:lnTo>
                <a:lnTo>
                  <a:pt x="2014161" y="110970"/>
                </a:lnTo>
                <a:lnTo>
                  <a:pt x="1953125" y="103688"/>
                </a:lnTo>
                <a:lnTo>
                  <a:pt x="1892090" y="96695"/>
                </a:lnTo>
                <a:lnTo>
                  <a:pt x="1831055" y="89991"/>
                </a:lnTo>
                <a:lnTo>
                  <a:pt x="1770020" y="83577"/>
                </a:lnTo>
                <a:lnTo>
                  <a:pt x="1708985" y="77454"/>
                </a:lnTo>
                <a:lnTo>
                  <a:pt x="1647950" y="71620"/>
                </a:lnTo>
                <a:lnTo>
                  <a:pt x="1586914" y="66073"/>
                </a:lnTo>
                <a:lnTo>
                  <a:pt x="1525879" y="60808"/>
                </a:lnTo>
                <a:lnTo>
                  <a:pt x="1464844" y="55823"/>
                </a:lnTo>
                <a:lnTo>
                  <a:pt x="1403809" y="51111"/>
                </a:lnTo>
                <a:lnTo>
                  <a:pt x="1342774" y="46666"/>
                </a:lnTo>
                <a:lnTo>
                  <a:pt x="1281738" y="42482"/>
                </a:lnTo>
                <a:lnTo>
                  <a:pt x="1220703" y="38550"/>
                </a:lnTo>
                <a:lnTo>
                  <a:pt x="1159668" y="34863"/>
                </a:lnTo>
                <a:lnTo>
                  <a:pt x="1098633" y="31413"/>
                </a:lnTo>
                <a:lnTo>
                  <a:pt x="1037598" y="28191"/>
                </a:lnTo>
                <a:lnTo>
                  <a:pt x="976562" y="25188"/>
                </a:lnTo>
                <a:lnTo>
                  <a:pt x="915527" y="22394"/>
                </a:lnTo>
                <a:lnTo>
                  <a:pt x="854492" y="19802"/>
                </a:lnTo>
                <a:lnTo>
                  <a:pt x="793457" y="17402"/>
                </a:lnTo>
                <a:lnTo>
                  <a:pt x="732422" y="15185"/>
                </a:lnTo>
                <a:lnTo>
                  <a:pt x="671387" y="13143"/>
                </a:lnTo>
                <a:lnTo>
                  <a:pt x="610351" y="11267"/>
                </a:lnTo>
                <a:lnTo>
                  <a:pt x="549316" y="9549"/>
                </a:lnTo>
                <a:lnTo>
                  <a:pt x="488281" y="7982"/>
                </a:lnTo>
                <a:lnTo>
                  <a:pt x="427246" y="6557"/>
                </a:lnTo>
                <a:lnTo>
                  <a:pt x="366211" y="5267"/>
                </a:lnTo>
                <a:lnTo>
                  <a:pt x="305175" y="4106"/>
                </a:lnTo>
                <a:lnTo>
                  <a:pt x="244140" y="3066"/>
                </a:lnTo>
                <a:lnTo>
                  <a:pt x="183105" y="2141"/>
                </a:lnTo>
                <a:lnTo>
                  <a:pt x="122070" y="1326"/>
                </a:lnTo>
                <a:lnTo>
                  <a:pt x="61035" y="614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1257927" y="4146144"/>
            <a:ext cx="4821779" cy="510549"/>
          </a:xfrm>
          <a:custGeom>
            <a:avLst/>
            <a:gdLst/>
            <a:ahLst/>
            <a:cxnLst/>
            <a:rect l="0" t="0" r="0" b="0"/>
            <a:pathLst>
              <a:path w="4821779" h="510549">
                <a:moveTo>
                  <a:pt x="0" y="0"/>
                </a:moveTo>
                <a:lnTo>
                  <a:pt x="61035" y="6462"/>
                </a:lnTo>
                <a:lnTo>
                  <a:pt x="122070" y="12925"/>
                </a:lnTo>
                <a:lnTo>
                  <a:pt x="183105" y="19387"/>
                </a:lnTo>
                <a:lnTo>
                  <a:pt x="244140" y="25850"/>
                </a:lnTo>
                <a:lnTo>
                  <a:pt x="305175" y="32313"/>
                </a:lnTo>
                <a:lnTo>
                  <a:pt x="366211" y="38775"/>
                </a:lnTo>
                <a:lnTo>
                  <a:pt x="427246" y="45238"/>
                </a:lnTo>
                <a:lnTo>
                  <a:pt x="488281" y="51701"/>
                </a:lnTo>
                <a:lnTo>
                  <a:pt x="549316" y="58163"/>
                </a:lnTo>
                <a:lnTo>
                  <a:pt x="610351" y="64626"/>
                </a:lnTo>
                <a:lnTo>
                  <a:pt x="671387" y="71089"/>
                </a:lnTo>
                <a:lnTo>
                  <a:pt x="732422" y="77551"/>
                </a:lnTo>
                <a:lnTo>
                  <a:pt x="793457" y="84014"/>
                </a:lnTo>
                <a:lnTo>
                  <a:pt x="854492" y="90477"/>
                </a:lnTo>
                <a:lnTo>
                  <a:pt x="915527" y="96939"/>
                </a:lnTo>
                <a:lnTo>
                  <a:pt x="976562" y="103402"/>
                </a:lnTo>
                <a:lnTo>
                  <a:pt x="1037598" y="109865"/>
                </a:lnTo>
                <a:lnTo>
                  <a:pt x="1098633" y="116327"/>
                </a:lnTo>
                <a:lnTo>
                  <a:pt x="1159668" y="122790"/>
                </a:lnTo>
                <a:lnTo>
                  <a:pt x="1220703" y="129253"/>
                </a:lnTo>
                <a:lnTo>
                  <a:pt x="1281738" y="135715"/>
                </a:lnTo>
                <a:lnTo>
                  <a:pt x="1342774" y="142178"/>
                </a:lnTo>
                <a:lnTo>
                  <a:pt x="1403809" y="148641"/>
                </a:lnTo>
                <a:lnTo>
                  <a:pt x="1464844" y="155103"/>
                </a:lnTo>
                <a:lnTo>
                  <a:pt x="1525879" y="161566"/>
                </a:lnTo>
                <a:lnTo>
                  <a:pt x="1586914" y="168029"/>
                </a:lnTo>
                <a:lnTo>
                  <a:pt x="1647950" y="174491"/>
                </a:lnTo>
                <a:lnTo>
                  <a:pt x="1708985" y="180954"/>
                </a:lnTo>
                <a:lnTo>
                  <a:pt x="1770020" y="187417"/>
                </a:lnTo>
                <a:lnTo>
                  <a:pt x="1831055" y="193879"/>
                </a:lnTo>
                <a:lnTo>
                  <a:pt x="1892090" y="200342"/>
                </a:lnTo>
                <a:lnTo>
                  <a:pt x="1953125" y="206805"/>
                </a:lnTo>
                <a:lnTo>
                  <a:pt x="2014161" y="213267"/>
                </a:lnTo>
                <a:lnTo>
                  <a:pt x="2075196" y="219730"/>
                </a:lnTo>
                <a:lnTo>
                  <a:pt x="2136231" y="226193"/>
                </a:lnTo>
                <a:lnTo>
                  <a:pt x="2197266" y="232655"/>
                </a:lnTo>
                <a:lnTo>
                  <a:pt x="2258301" y="239118"/>
                </a:lnTo>
                <a:lnTo>
                  <a:pt x="2319337" y="245580"/>
                </a:lnTo>
                <a:lnTo>
                  <a:pt x="2380372" y="252043"/>
                </a:lnTo>
                <a:lnTo>
                  <a:pt x="2441407" y="258506"/>
                </a:lnTo>
                <a:lnTo>
                  <a:pt x="2502442" y="264968"/>
                </a:lnTo>
                <a:lnTo>
                  <a:pt x="2563477" y="271431"/>
                </a:lnTo>
                <a:lnTo>
                  <a:pt x="2624513" y="277894"/>
                </a:lnTo>
                <a:lnTo>
                  <a:pt x="2685548" y="284356"/>
                </a:lnTo>
                <a:lnTo>
                  <a:pt x="2746583" y="290819"/>
                </a:lnTo>
                <a:lnTo>
                  <a:pt x="2807618" y="297282"/>
                </a:lnTo>
                <a:lnTo>
                  <a:pt x="2868653" y="303744"/>
                </a:lnTo>
                <a:lnTo>
                  <a:pt x="2929688" y="310207"/>
                </a:lnTo>
                <a:lnTo>
                  <a:pt x="2990724" y="316670"/>
                </a:lnTo>
                <a:lnTo>
                  <a:pt x="3051759" y="323132"/>
                </a:lnTo>
                <a:lnTo>
                  <a:pt x="3112794" y="329595"/>
                </a:lnTo>
                <a:lnTo>
                  <a:pt x="3173829" y="336058"/>
                </a:lnTo>
                <a:lnTo>
                  <a:pt x="3234864" y="342520"/>
                </a:lnTo>
                <a:lnTo>
                  <a:pt x="3295900" y="348983"/>
                </a:lnTo>
                <a:lnTo>
                  <a:pt x="3356935" y="355446"/>
                </a:lnTo>
                <a:lnTo>
                  <a:pt x="3417970" y="361908"/>
                </a:lnTo>
                <a:lnTo>
                  <a:pt x="3479005" y="368371"/>
                </a:lnTo>
                <a:lnTo>
                  <a:pt x="3540040" y="374834"/>
                </a:lnTo>
                <a:lnTo>
                  <a:pt x="3601076" y="381296"/>
                </a:lnTo>
                <a:lnTo>
                  <a:pt x="3662111" y="387759"/>
                </a:lnTo>
                <a:lnTo>
                  <a:pt x="3723146" y="394222"/>
                </a:lnTo>
                <a:lnTo>
                  <a:pt x="3784181" y="400684"/>
                </a:lnTo>
                <a:lnTo>
                  <a:pt x="3845216" y="407147"/>
                </a:lnTo>
                <a:lnTo>
                  <a:pt x="3906251" y="413610"/>
                </a:lnTo>
                <a:lnTo>
                  <a:pt x="3967287" y="420072"/>
                </a:lnTo>
                <a:lnTo>
                  <a:pt x="4028322" y="426535"/>
                </a:lnTo>
                <a:lnTo>
                  <a:pt x="4089357" y="432998"/>
                </a:lnTo>
                <a:lnTo>
                  <a:pt x="4150392" y="439460"/>
                </a:lnTo>
                <a:lnTo>
                  <a:pt x="4211427" y="445923"/>
                </a:lnTo>
                <a:lnTo>
                  <a:pt x="4272463" y="452386"/>
                </a:lnTo>
                <a:lnTo>
                  <a:pt x="4333498" y="458848"/>
                </a:lnTo>
                <a:lnTo>
                  <a:pt x="4394533" y="465311"/>
                </a:lnTo>
                <a:lnTo>
                  <a:pt x="4455568" y="471773"/>
                </a:lnTo>
                <a:lnTo>
                  <a:pt x="4516603" y="478236"/>
                </a:lnTo>
                <a:lnTo>
                  <a:pt x="4577639" y="484699"/>
                </a:lnTo>
                <a:lnTo>
                  <a:pt x="4638674" y="491161"/>
                </a:lnTo>
                <a:lnTo>
                  <a:pt x="4699709" y="497624"/>
                </a:lnTo>
                <a:lnTo>
                  <a:pt x="4760744" y="504087"/>
                </a:lnTo>
                <a:lnTo>
                  <a:pt x="4821779" y="510549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dash"/>
            <a:round/>
          </a:ln>
        </p:spPr>
        <p:txBody>
          <a:bodyPr/>
          <a:lstStyle/>
          <a:p>
            <a:endParaRPr/>
          </a:p>
        </p:txBody>
      </p:sp>
      <p:sp>
        <p:nvSpPr>
          <p:cNvPr id="71" name="pl71"/>
          <p:cNvSpPr/>
          <p:nvPr/>
        </p:nvSpPr>
        <p:spPr>
          <a:xfrm>
            <a:off x="972874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3" name="pl73"/>
          <p:cNvSpPr/>
          <p:nvPr/>
        </p:nvSpPr>
        <p:spPr>
          <a:xfrm>
            <a:off x="2744514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4" name="pl74"/>
          <p:cNvSpPr/>
          <p:nvPr/>
        </p:nvSpPr>
        <p:spPr>
          <a:xfrm>
            <a:off x="4474167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5" name="pl75"/>
          <p:cNvSpPr/>
          <p:nvPr/>
        </p:nvSpPr>
        <p:spPr>
          <a:xfrm>
            <a:off x="6203820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7" name="tx77"/>
          <p:cNvSpPr/>
          <p:nvPr/>
        </p:nvSpPr>
        <p:spPr>
          <a:xfrm>
            <a:off x="2713424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78" name="tx78"/>
          <p:cNvSpPr/>
          <p:nvPr/>
        </p:nvSpPr>
        <p:spPr>
          <a:xfrm>
            <a:off x="4443077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79" name="tx79"/>
          <p:cNvSpPr/>
          <p:nvPr/>
        </p:nvSpPr>
        <p:spPr>
          <a:xfrm>
            <a:off x="6172730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3.00</a:t>
            </a:r>
          </a:p>
        </p:txBody>
      </p:sp>
      <p:sp>
        <p:nvSpPr>
          <p:cNvPr id="80" name="tx80"/>
          <p:cNvSpPr/>
          <p:nvPr/>
        </p:nvSpPr>
        <p:spPr>
          <a:xfrm>
            <a:off x="3755363" y="6137094"/>
            <a:ext cx="70619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RDA Offset</a:t>
            </a:r>
          </a:p>
        </p:txBody>
      </p:sp>
      <p:sp>
        <p:nvSpPr>
          <p:cNvPr id="91" name="tx90">
            <a:extLst>
              <a:ext uri="{FF2B5EF4-FFF2-40B4-BE49-F238E27FC236}">
                <a16:creationId xmlns:a16="http://schemas.microsoft.com/office/drawing/2014/main" id="{797462EE-6D6F-144A-DA3F-E98DACDA5E8E}"/>
              </a:ext>
            </a:extLst>
          </p:cNvPr>
          <p:cNvSpPr/>
          <p:nvPr/>
        </p:nvSpPr>
        <p:spPr>
          <a:xfrm>
            <a:off x="1363816" y="1669819"/>
            <a:ext cx="3789182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(B)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Predicted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RDA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vs Survival</a:t>
            </a:r>
          </a:p>
        </p:txBody>
      </p:sp>
      <p:sp>
        <p:nvSpPr>
          <p:cNvPr id="92" name="pl60">
            <a:extLst>
              <a:ext uri="{FF2B5EF4-FFF2-40B4-BE49-F238E27FC236}">
                <a16:creationId xmlns:a16="http://schemas.microsoft.com/office/drawing/2014/main" id="{741E85CA-1A49-0B81-5058-D6432EE88453}"/>
              </a:ext>
            </a:extLst>
          </p:cNvPr>
          <p:cNvSpPr/>
          <p:nvPr/>
        </p:nvSpPr>
        <p:spPr>
          <a:xfrm>
            <a:off x="972874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3" name="tx61">
            <a:extLst>
              <a:ext uri="{FF2B5EF4-FFF2-40B4-BE49-F238E27FC236}">
                <a16:creationId xmlns:a16="http://schemas.microsoft.com/office/drawing/2014/main" id="{E9391F71-5C3A-FD47-C5EC-90E0D6E69B8D}"/>
              </a:ext>
            </a:extLst>
          </p:cNvPr>
          <p:cNvSpPr/>
          <p:nvPr/>
        </p:nvSpPr>
        <p:spPr>
          <a:xfrm>
            <a:off x="611560" y="524927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94" name="tx62">
            <a:extLst>
              <a:ext uri="{FF2B5EF4-FFF2-40B4-BE49-F238E27FC236}">
                <a16:creationId xmlns:a16="http://schemas.microsoft.com/office/drawing/2014/main" id="{630304DA-2619-FFC6-D8AF-5C2F6D33374A}"/>
              </a:ext>
            </a:extLst>
          </p:cNvPr>
          <p:cNvSpPr/>
          <p:nvPr/>
        </p:nvSpPr>
        <p:spPr>
          <a:xfrm>
            <a:off x="611560" y="441286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0.25</a:t>
            </a:r>
          </a:p>
        </p:txBody>
      </p:sp>
      <p:sp>
        <p:nvSpPr>
          <p:cNvPr id="95" name="tx63">
            <a:extLst>
              <a:ext uri="{FF2B5EF4-FFF2-40B4-BE49-F238E27FC236}">
                <a16:creationId xmlns:a16="http://schemas.microsoft.com/office/drawing/2014/main" id="{5B05A3E9-BDF3-40D0-2396-35993F5EEEA6}"/>
              </a:ext>
            </a:extLst>
          </p:cNvPr>
          <p:cNvSpPr/>
          <p:nvPr/>
        </p:nvSpPr>
        <p:spPr>
          <a:xfrm>
            <a:off x="611560" y="357645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0.50</a:t>
            </a:r>
          </a:p>
        </p:txBody>
      </p:sp>
      <p:sp>
        <p:nvSpPr>
          <p:cNvPr id="96" name="tx64">
            <a:extLst>
              <a:ext uri="{FF2B5EF4-FFF2-40B4-BE49-F238E27FC236}">
                <a16:creationId xmlns:a16="http://schemas.microsoft.com/office/drawing/2014/main" id="{70A49591-4E09-4779-B4DB-3476A0D137F6}"/>
              </a:ext>
            </a:extLst>
          </p:cNvPr>
          <p:cNvSpPr/>
          <p:nvPr/>
        </p:nvSpPr>
        <p:spPr>
          <a:xfrm>
            <a:off x="611560" y="274004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0.75</a:t>
            </a:r>
          </a:p>
        </p:txBody>
      </p:sp>
      <p:sp>
        <p:nvSpPr>
          <p:cNvPr id="97" name="tx65">
            <a:extLst>
              <a:ext uri="{FF2B5EF4-FFF2-40B4-BE49-F238E27FC236}">
                <a16:creationId xmlns:a16="http://schemas.microsoft.com/office/drawing/2014/main" id="{484CF43E-B410-285F-5EF9-D0247A05979B}"/>
              </a:ext>
            </a:extLst>
          </p:cNvPr>
          <p:cNvSpPr/>
          <p:nvPr/>
        </p:nvSpPr>
        <p:spPr>
          <a:xfrm>
            <a:off x="611560" y="190363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</a:p>
        </p:txBody>
      </p:sp>
      <p:sp>
        <p:nvSpPr>
          <p:cNvPr id="98" name="pl66">
            <a:extLst>
              <a:ext uri="{FF2B5EF4-FFF2-40B4-BE49-F238E27FC236}">
                <a16:creationId xmlns:a16="http://schemas.microsoft.com/office/drawing/2014/main" id="{7A291DF4-C2E9-315D-C366-0E77656E6B28}"/>
              </a:ext>
            </a:extLst>
          </p:cNvPr>
          <p:cNvSpPr/>
          <p:nvPr/>
        </p:nvSpPr>
        <p:spPr>
          <a:xfrm>
            <a:off x="938079" y="5289327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9" name="pl67">
            <a:extLst>
              <a:ext uri="{FF2B5EF4-FFF2-40B4-BE49-F238E27FC236}">
                <a16:creationId xmlns:a16="http://schemas.microsoft.com/office/drawing/2014/main" id="{A2DB5B6B-E7B5-F6A5-19BE-C4F0BC676921}"/>
              </a:ext>
            </a:extLst>
          </p:cNvPr>
          <p:cNvSpPr/>
          <p:nvPr/>
        </p:nvSpPr>
        <p:spPr>
          <a:xfrm>
            <a:off x="938079" y="445291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0" name="pl68">
            <a:extLst>
              <a:ext uri="{FF2B5EF4-FFF2-40B4-BE49-F238E27FC236}">
                <a16:creationId xmlns:a16="http://schemas.microsoft.com/office/drawing/2014/main" id="{12C04CCA-6EA9-FB15-49AA-B23700E6ABCB}"/>
              </a:ext>
            </a:extLst>
          </p:cNvPr>
          <p:cNvSpPr/>
          <p:nvPr/>
        </p:nvSpPr>
        <p:spPr>
          <a:xfrm>
            <a:off x="938079" y="361650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1" name="pl69">
            <a:extLst>
              <a:ext uri="{FF2B5EF4-FFF2-40B4-BE49-F238E27FC236}">
                <a16:creationId xmlns:a16="http://schemas.microsoft.com/office/drawing/2014/main" id="{F011000C-F1D3-4ABE-96AC-A8424574EB1A}"/>
              </a:ext>
            </a:extLst>
          </p:cNvPr>
          <p:cNvSpPr/>
          <p:nvPr/>
        </p:nvSpPr>
        <p:spPr>
          <a:xfrm>
            <a:off x="938079" y="278009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2" name="pl70">
            <a:extLst>
              <a:ext uri="{FF2B5EF4-FFF2-40B4-BE49-F238E27FC236}">
                <a16:creationId xmlns:a16="http://schemas.microsoft.com/office/drawing/2014/main" id="{E541FC4C-9231-C15F-5698-909DBCC37099}"/>
              </a:ext>
            </a:extLst>
          </p:cNvPr>
          <p:cNvSpPr/>
          <p:nvPr/>
        </p:nvSpPr>
        <p:spPr>
          <a:xfrm>
            <a:off x="938079" y="194368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4" name="pl72">
            <a:extLst>
              <a:ext uri="{FF2B5EF4-FFF2-40B4-BE49-F238E27FC236}">
                <a16:creationId xmlns:a16="http://schemas.microsoft.com/office/drawing/2014/main" id="{9744C56C-22FB-CBB0-495E-70A40D0B9F19}"/>
              </a:ext>
            </a:extLst>
          </p:cNvPr>
          <p:cNvSpPr/>
          <p:nvPr/>
        </p:nvSpPr>
        <p:spPr>
          <a:xfrm>
            <a:off x="123476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5" name="tx76">
            <a:extLst>
              <a:ext uri="{FF2B5EF4-FFF2-40B4-BE49-F238E27FC236}">
                <a16:creationId xmlns:a16="http://schemas.microsoft.com/office/drawing/2014/main" id="{9A567217-B1BF-AA60-32C8-684C42A0B7D0}"/>
              </a:ext>
            </a:extLst>
          </p:cNvPr>
          <p:cNvSpPr/>
          <p:nvPr/>
        </p:nvSpPr>
        <p:spPr>
          <a:xfrm>
            <a:off x="112599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77914126-6F44-ED95-FE3F-9A584ED5BA15}"/>
              </a:ext>
            </a:extLst>
          </p:cNvPr>
          <p:cNvSpPr/>
          <p:nvPr/>
        </p:nvSpPr>
        <p:spPr>
          <a:xfrm>
            <a:off x="2134589" y="4075137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-0.258</a:t>
            </a:r>
          </a:p>
        </p:txBody>
      </p: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FB8FCBDA-B33B-A426-209F-01182DFB4CDA}"/>
              </a:ext>
            </a:extLst>
          </p:cNvPr>
          <p:cNvSpPr/>
          <p:nvPr/>
        </p:nvSpPr>
        <p:spPr>
          <a:xfrm>
            <a:off x="4833992" y="3654626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-0.501</a:t>
            </a:r>
          </a:p>
          <a:p>
            <a:pPr algn="ctr"/>
            <a:r>
              <a:rPr lang="en-US" sz="1500" b="1" dirty="0">
                <a:solidFill>
                  <a:schemeClr val="tx1"/>
                </a:solidFill>
              </a:rPr>
              <a:t>***</a:t>
            </a:r>
          </a:p>
        </p:txBody>
      </p:sp>
      <p:sp>
        <p:nvSpPr>
          <p:cNvPr id="66" name="tx81">
            <a:extLst>
              <a:ext uri="{FF2B5EF4-FFF2-40B4-BE49-F238E27FC236}">
                <a16:creationId xmlns:a16="http://schemas.microsoft.com/office/drawing/2014/main" id="{E2247EE3-528E-C265-7A29-15DF6A0D64F3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Survival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53618241-EDB1-02C9-BA1E-9C6FE84D0517}"/>
              </a:ext>
            </a:extLst>
          </p:cNvPr>
          <p:cNvGrpSpPr/>
          <p:nvPr/>
        </p:nvGrpSpPr>
        <p:grpSpPr>
          <a:xfrm>
            <a:off x="6923685" y="1980395"/>
            <a:ext cx="1633206" cy="926170"/>
            <a:chOff x="7254012" y="3508813"/>
            <a:chExt cx="1094811" cy="620853"/>
          </a:xfrm>
        </p:grpSpPr>
        <p:sp>
          <p:nvSpPr>
            <p:cNvPr id="68" name="tx83">
              <a:extLst>
                <a:ext uri="{FF2B5EF4-FFF2-40B4-BE49-F238E27FC236}">
                  <a16:creationId xmlns:a16="http://schemas.microsoft.com/office/drawing/2014/main" id="{61DDE774-AAF6-FD02-CA92-46B4877A1ED2}"/>
                </a:ext>
              </a:extLst>
            </p:cNvPr>
            <p:cNvSpPr/>
            <p:nvPr/>
          </p:nvSpPr>
          <p:spPr>
            <a:xfrm>
              <a:off x="7254012" y="3508813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69" name="rc84">
              <a:extLst>
                <a:ext uri="{FF2B5EF4-FFF2-40B4-BE49-F238E27FC236}">
                  <a16:creationId xmlns:a16="http://schemas.microsoft.com/office/drawing/2014/main" id="{8958B19B-6627-9F1B-3909-9BB4CCE03E6F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0" name="pt85">
              <a:extLst>
                <a:ext uri="{FF2B5EF4-FFF2-40B4-BE49-F238E27FC236}">
                  <a16:creationId xmlns:a16="http://schemas.microsoft.com/office/drawing/2014/main" id="{C321F613-F1A4-7925-AC91-DF8E0B90AE67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rc86">
              <a:extLst>
                <a:ext uri="{FF2B5EF4-FFF2-40B4-BE49-F238E27FC236}">
                  <a16:creationId xmlns:a16="http://schemas.microsoft.com/office/drawing/2014/main" id="{5DFEB688-ADCE-6802-0E58-626B000FFC1D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6" name="pt87">
              <a:extLst>
                <a:ext uri="{FF2B5EF4-FFF2-40B4-BE49-F238E27FC236}">
                  <a16:creationId xmlns:a16="http://schemas.microsoft.com/office/drawing/2014/main" id="{F7F46A03-C76A-A6AD-A83A-7DD2D7855D20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tx88">
              <a:extLst>
                <a:ext uri="{FF2B5EF4-FFF2-40B4-BE49-F238E27FC236}">
                  <a16:creationId xmlns:a16="http://schemas.microsoft.com/office/drawing/2014/main" id="{1A543887-E341-D594-C236-27B8DAC32FBC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2" name="tx89">
              <a:extLst>
                <a:ext uri="{FF2B5EF4-FFF2-40B4-BE49-F238E27FC236}">
                  <a16:creationId xmlns:a16="http://schemas.microsoft.com/office/drawing/2014/main" id="{F998AD3A-AE5F-40C9-5491-2BD40F324BCF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t6"/>
          <p:cNvSpPr/>
          <p:nvPr/>
        </p:nvSpPr>
        <p:spPr>
          <a:xfrm>
            <a:off x="1446924" y="317830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446924" y="286309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446924" y="281670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3844710" y="326627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3844710" y="313225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3844710" y="299670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5353528" y="342361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5353528" y="289051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5353528" y="299137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5134215" y="27783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5134215" y="209677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5134215" y="226269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6422425" y="372359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6422425" y="248641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6422425" y="338207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3325456" y="349061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3325456" y="392155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3325456" y="359289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5005852" y="540083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5005852" y="516131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5005852" y="531792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900287" y="507394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900287" y="479042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900287" y="519004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505628" y="2070498"/>
            <a:ext cx="5453362" cy="2735943"/>
          </a:xfrm>
          <a:custGeom>
            <a:avLst/>
            <a:gdLst/>
            <a:ahLst/>
            <a:cxnLst/>
            <a:rect l="0" t="0" r="0" b="0"/>
            <a:pathLst>
              <a:path w="5453362" h="2735943">
                <a:moveTo>
                  <a:pt x="0" y="0"/>
                </a:moveTo>
                <a:lnTo>
                  <a:pt x="69029" y="29717"/>
                </a:lnTo>
                <a:lnTo>
                  <a:pt x="138059" y="59363"/>
                </a:lnTo>
                <a:lnTo>
                  <a:pt x="207089" y="88933"/>
                </a:lnTo>
                <a:lnTo>
                  <a:pt x="276119" y="118424"/>
                </a:lnTo>
                <a:lnTo>
                  <a:pt x="345149" y="147831"/>
                </a:lnTo>
                <a:lnTo>
                  <a:pt x="414179" y="177149"/>
                </a:lnTo>
                <a:lnTo>
                  <a:pt x="483209" y="206374"/>
                </a:lnTo>
                <a:lnTo>
                  <a:pt x="552239" y="235500"/>
                </a:lnTo>
                <a:lnTo>
                  <a:pt x="621269" y="264522"/>
                </a:lnTo>
                <a:lnTo>
                  <a:pt x="690299" y="293434"/>
                </a:lnTo>
                <a:lnTo>
                  <a:pt x="759328" y="322228"/>
                </a:lnTo>
                <a:lnTo>
                  <a:pt x="828358" y="350899"/>
                </a:lnTo>
                <a:lnTo>
                  <a:pt x="897388" y="379438"/>
                </a:lnTo>
                <a:lnTo>
                  <a:pt x="966418" y="407838"/>
                </a:lnTo>
                <a:lnTo>
                  <a:pt x="1035448" y="436090"/>
                </a:lnTo>
                <a:lnTo>
                  <a:pt x="1104478" y="464186"/>
                </a:lnTo>
                <a:lnTo>
                  <a:pt x="1173508" y="492114"/>
                </a:lnTo>
                <a:lnTo>
                  <a:pt x="1242538" y="519865"/>
                </a:lnTo>
                <a:lnTo>
                  <a:pt x="1311568" y="547428"/>
                </a:lnTo>
                <a:lnTo>
                  <a:pt x="1380598" y="574790"/>
                </a:lnTo>
                <a:lnTo>
                  <a:pt x="1449628" y="601939"/>
                </a:lnTo>
                <a:lnTo>
                  <a:pt x="1518657" y="628860"/>
                </a:lnTo>
                <a:lnTo>
                  <a:pt x="1587687" y="655539"/>
                </a:lnTo>
                <a:lnTo>
                  <a:pt x="1656717" y="681961"/>
                </a:lnTo>
                <a:lnTo>
                  <a:pt x="1725747" y="708109"/>
                </a:lnTo>
                <a:lnTo>
                  <a:pt x="1794777" y="733964"/>
                </a:lnTo>
                <a:lnTo>
                  <a:pt x="1863807" y="759509"/>
                </a:lnTo>
                <a:lnTo>
                  <a:pt x="1932837" y="784722"/>
                </a:lnTo>
                <a:lnTo>
                  <a:pt x="2001867" y="809584"/>
                </a:lnTo>
                <a:lnTo>
                  <a:pt x="2070897" y="834072"/>
                </a:lnTo>
                <a:lnTo>
                  <a:pt x="2139927" y="858164"/>
                </a:lnTo>
                <a:lnTo>
                  <a:pt x="2208956" y="881834"/>
                </a:lnTo>
                <a:lnTo>
                  <a:pt x="2277986" y="905060"/>
                </a:lnTo>
                <a:lnTo>
                  <a:pt x="2347016" y="927814"/>
                </a:lnTo>
                <a:lnTo>
                  <a:pt x="2416046" y="950072"/>
                </a:lnTo>
                <a:lnTo>
                  <a:pt x="2485076" y="971808"/>
                </a:lnTo>
                <a:lnTo>
                  <a:pt x="2554106" y="992994"/>
                </a:lnTo>
                <a:lnTo>
                  <a:pt x="2623136" y="1013606"/>
                </a:lnTo>
                <a:lnTo>
                  <a:pt x="2692166" y="1033619"/>
                </a:lnTo>
                <a:lnTo>
                  <a:pt x="2761196" y="1053009"/>
                </a:lnTo>
                <a:lnTo>
                  <a:pt x="2830226" y="1071753"/>
                </a:lnTo>
                <a:lnTo>
                  <a:pt x="2899256" y="1089831"/>
                </a:lnTo>
                <a:lnTo>
                  <a:pt x="2968285" y="1107225"/>
                </a:lnTo>
                <a:lnTo>
                  <a:pt x="3037315" y="1123921"/>
                </a:lnTo>
                <a:lnTo>
                  <a:pt x="3106345" y="1139905"/>
                </a:lnTo>
                <a:lnTo>
                  <a:pt x="3175375" y="1155169"/>
                </a:lnTo>
                <a:lnTo>
                  <a:pt x="3244405" y="1169708"/>
                </a:lnTo>
                <a:lnTo>
                  <a:pt x="3313435" y="1183522"/>
                </a:lnTo>
                <a:lnTo>
                  <a:pt x="3382465" y="1196612"/>
                </a:lnTo>
                <a:lnTo>
                  <a:pt x="3451495" y="1208984"/>
                </a:lnTo>
                <a:lnTo>
                  <a:pt x="3520525" y="1220650"/>
                </a:lnTo>
                <a:lnTo>
                  <a:pt x="3589555" y="1231621"/>
                </a:lnTo>
                <a:lnTo>
                  <a:pt x="3658584" y="1241914"/>
                </a:lnTo>
                <a:lnTo>
                  <a:pt x="3727614" y="1251549"/>
                </a:lnTo>
                <a:lnTo>
                  <a:pt x="3796644" y="1260545"/>
                </a:lnTo>
                <a:lnTo>
                  <a:pt x="3865674" y="1268927"/>
                </a:lnTo>
                <a:lnTo>
                  <a:pt x="3934704" y="1276718"/>
                </a:lnTo>
                <a:lnTo>
                  <a:pt x="4003734" y="1283944"/>
                </a:lnTo>
                <a:lnTo>
                  <a:pt x="4072764" y="1290630"/>
                </a:lnTo>
                <a:lnTo>
                  <a:pt x="4141794" y="1296802"/>
                </a:lnTo>
                <a:lnTo>
                  <a:pt x="4210824" y="1302487"/>
                </a:lnTo>
                <a:lnTo>
                  <a:pt x="4279854" y="1307710"/>
                </a:lnTo>
                <a:lnTo>
                  <a:pt x="4348884" y="1312497"/>
                </a:lnTo>
                <a:lnTo>
                  <a:pt x="4417913" y="1316872"/>
                </a:lnTo>
                <a:lnTo>
                  <a:pt x="4486943" y="1320858"/>
                </a:lnTo>
                <a:lnTo>
                  <a:pt x="4555973" y="1324478"/>
                </a:lnTo>
                <a:lnTo>
                  <a:pt x="4625003" y="1327754"/>
                </a:lnTo>
                <a:lnTo>
                  <a:pt x="4694033" y="1330706"/>
                </a:lnTo>
                <a:lnTo>
                  <a:pt x="4763063" y="1333354"/>
                </a:lnTo>
                <a:lnTo>
                  <a:pt x="4832093" y="1335716"/>
                </a:lnTo>
                <a:lnTo>
                  <a:pt x="4901123" y="1337810"/>
                </a:lnTo>
                <a:lnTo>
                  <a:pt x="4970153" y="1339652"/>
                </a:lnTo>
                <a:lnTo>
                  <a:pt x="5039183" y="1341257"/>
                </a:lnTo>
                <a:lnTo>
                  <a:pt x="5108212" y="1342640"/>
                </a:lnTo>
                <a:lnTo>
                  <a:pt x="5177242" y="1343814"/>
                </a:lnTo>
                <a:lnTo>
                  <a:pt x="5246272" y="1344792"/>
                </a:lnTo>
                <a:lnTo>
                  <a:pt x="5315302" y="1345586"/>
                </a:lnTo>
                <a:lnTo>
                  <a:pt x="5384332" y="1346206"/>
                </a:lnTo>
                <a:lnTo>
                  <a:pt x="5453362" y="1346663"/>
                </a:lnTo>
                <a:lnTo>
                  <a:pt x="5453362" y="2735943"/>
                </a:lnTo>
                <a:lnTo>
                  <a:pt x="5384332" y="2707792"/>
                </a:lnTo>
                <a:lnTo>
                  <a:pt x="5315302" y="2679803"/>
                </a:lnTo>
                <a:lnTo>
                  <a:pt x="5246272" y="2651988"/>
                </a:lnTo>
                <a:lnTo>
                  <a:pt x="5177242" y="2624358"/>
                </a:lnTo>
                <a:lnTo>
                  <a:pt x="5108212" y="2596924"/>
                </a:lnTo>
                <a:lnTo>
                  <a:pt x="5039183" y="2569699"/>
                </a:lnTo>
                <a:lnTo>
                  <a:pt x="4970153" y="2542696"/>
                </a:lnTo>
                <a:lnTo>
                  <a:pt x="4901123" y="2515929"/>
                </a:lnTo>
                <a:lnTo>
                  <a:pt x="4832093" y="2489415"/>
                </a:lnTo>
                <a:lnTo>
                  <a:pt x="4763063" y="2463169"/>
                </a:lnTo>
                <a:lnTo>
                  <a:pt x="4694033" y="2437208"/>
                </a:lnTo>
                <a:lnTo>
                  <a:pt x="4625003" y="2411552"/>
                </a:lnTo>
                <a:lnTo>
                  <a:pt x="4555973" y="2386220"/>
                </a:lnTo>
                <a:lnTo>
                  <a:pt x="4486943" y="2361231"/>
                </a:lnTo>
                <a:lnTo>
                  <a:pt x="4417913" y="2336609"/>
                </a:lnTo>
                <a:lnTo>
                  <a:pt x="4348884" y="2312375"/>
                </a:lnTo>
                <a:lnTo>
                  <a:pt x="4279854" y="2288554"/>
                </a:lnTo>
                <a:lnTo>
                  <a:pt x="4210824" y="2265169"/>
                </a:lnTo>
                <a:lnTo>
                  <a:pt x="4141794" y="2242245"/>
                </a:lnTo>
                <a:lnTo>
                  <a:pt x="4072764" y="2219809"/>
                </a:lnTo>
                <a:lnTo>
                  <a:pt x="4003734" y="2197887"/>
                </a:lnTo>
                <a:lnTo>
                  <a:pt x="3934704" y="2176504"/>
                </a:lnTo>
                <a:lnTo>
                  <a:pt x="3865674" y="2155687"/>
                </a:lnTo>
                <a:lnTo>
                  <a:pt x="3796644" y="2135460"/>
                </a:lnTo>
                <a:lnTo>
                  <a:pt x="3727614" y="2115849"/>
                </a:lnTo>
                <a:lnTo>
                  <a:pt x="3658584" y="2096875"/>
                </a:lnTo>
                <a:lnTo>
                  <a:pt x="3589555" y="2078560"/>
                </a:lnTo>
                <a:lnTo>
                  <a:pt x="3520525" y="2060923"/>
                </a:lnTo>
                <a:lnTo>
                  <a:pt x="3451495" y="2043980"/>
                </a:lnTo>
                <a:lnTo>
                  <a:pt x="3382465" y="2027744"/>
                </a:lnTo>
                <a:lnTo>
                  <a:pt x="3313435" y="2012226"/>
                </a:lnTo>
                <a:lnTo>
                  <a:pt x="3244405" y="1997431"/>
                </a:lnTo>
                <a:lnTo>
                  <a:pt x="3175375" y="1983362"/>
                </a:lnTo>
                <a:lnTo>
                  <a:pt x="3106345" y="1970018"/>
                </a:lnTo>
                <a:lnTo>
                  <a:pt x="3037315" y="1957393"/>
                </a:lnTo>
                <a:lnTo>
                  <a:pt x="2968285" y="1945480"/>
                </a:lnTo>
                <a:lnTo>
                  <a:pt x="2899256" y="1934266"/>
                </a:lnTo>
                <a:lnTo>
                  <a:pt x="2830226" y="1923736"/>
                </a:lnTo>
                <a:lnTo>
                  <a:pt x="2761196" y="1913872"/>
                </a:lnTo>
                <a:lnTo>
                  <a:pt x="2692166" y="1904653"/>
                </a:lnTo>
                <a:lnTo>
                  <a:pt x="2623136" y="1896058"/>
                </a:lnTo>
                <a:lnTo>
                  <a:pt x="2554106" y="1888061"/>
                </a:lnTo>
                <a:lnTo>
                  <a:pt x="2485076" y="1880640"/>
                </a:lnTo>
                <a:lnTo>
                  <a:pt x="2416046" y="1873767"/>
                </a:lnTo>
                <a:lnTo>
                  <a:pt x="2347016" y="1867416"/>
                </a:lnTo>
                <a:lnTo>
                  <a:pt x="2277986" y="1861563"/>
                </a:lnTo>
                <a:lnTo>
                  <a:pt x="2208956" y="1856180"/>
                </a:lnTo>
                <a:lnTo>
                  <a:pt x="2139927" y="1851242"/>
                </a:lnTo>
                <a:lnTo>
                  <a:pt x="2070897" y="1846725"/>
                </a:lnTo>
                <a:lnTo>
                  <a:pt x="2001867" y="1842605"/>
                </a:lnTo>
                <a:lnTo>
                  <a:pt x="1932837" y="1838858"/>
                </a:lnTo>
                <a:lnTo>
                  <a:pt x="1863807" y="1835464"/>
                </a:lnTo>
                <a:lnTo>
                  <a:pt x="1794777" y="1832400"/>
                </a:lnTo>
                <a:lnTo>
                  <a:pt x="1725747" y="1829647"/>
                </a:lnTo>
                <a:lnTo>
                  <a:pt x="1656717" y="1827186"/>
                </a:lnTo>
                <a:lnTo>
                  <a:pt x="1587687" y="1824999"/>
                </a:lnTo>
                <a:lnTo>
                  <a:pt x="1518657" y="1823071"/>
                </a:lnTo>
                <a:lnTo>
                  <a:pt x="1449628" y="1821384"/>
                </a:lnTo>
                <a:lnTo>
                  <a:pt x="1380598" y="1819924"/>
                </a:lnTo>
                <a:lnTo>
                  <a:pt x="1311568" y="1818678"/>
                </a:lnTo>
                <a:lnTo>
                  <a:pt x="1242538" y="1817632"/>
                </a:lnTo>
                <a:lnTo>
                  <a:pt x="1173508" y="1816775"/>
                </a:lnTo>
                <a:lnTo>
                  <a:pt x="1104478" y="1816095"/>
                </a:lnTo>
                <a:lnTo>
                  <a:pt x="1035448" y="1815582"/>
                </a:lnTo>
                <a:lnTo>
                  <a:pt x="966418" y="1815226"/>
                </a:lnTo>
                <a:lnTo>
                  <a:pt x="897388" y="1815017"/>
                </a:lnTo>
                <a:lnTo>
                  <a:pt x="828358" y="1814948"/>
                </a:lnTo>
                <a:lnTo>
                  <a:pt x="759328" y="1815011"/>
                </a:lnTo>
                <a:lnTo>
                  <a:pt x="690299" y="1815197"/>
                </a:lnTo>
                <a:lnTo>
                  <a:pt x="621269" y="1815500"/>
                </a:lnTo>
                <a:lnTo>
                  <a:pt x="552239" y="1815914"/>
                </a:lnTo>
                <a:lnTo>
                  <a:pt x="483209" y="1816432"/>
                </a:lnTo>
                <a:lnTo>
                  <a:pt x="414179" y="1817048"/>
                </a:lnTo>
                <a:lnTo>
                  <a:pt x="345149" y="1817758"/>
                </a:lnTo>
                <a:lnTo>
                  <a:pt x="276119" y="1818557"/>
                </a:lnTo>
                <a:lnTo>
                  <a:pt x="207089" y="1819439"/>
                </a:lnTo>
                <a:lnTo>
                  <a:pt x="138059" y="1820401"/>
                </a:lnTo>
                <a:lnTo>
                  <a:pt x="69029" y="1821439"/>
                </a:lnTo>
                <a:lnTo>
                  <a:pt x="0" y="1822548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1505628" y="2070498"/>
            <a:ext cx="5453362" cy="1346663"/>
          </a:xfrm>
          <a:custGeom>
            <a:avLst/>
            <a:gdLst/>
            <a:ahLst/>
            <a:cxnLst/>
            <a:rect l="0" t="0" r="0" b="0"/>
            <a:pathLst>
              <a:path w="5453362" h="1346663">
                <a:moveTo>
                  <a:pt x="0" y="0"/>
                </a:moveTo>
                <a:lnTo>
                  <a:pt x="69029" y="29717"/>
                </a:lnTo>
                <a:lnTo>
                  <a:pt x="138059" y="59363"/>
                </a:lnTo>
                <a:lnTo>
                  <a:pt x="207089" y="88933"/>
                </a:lnTo>
                <a:lnTo>
                  <a:pt x="276119" y="118424"/>
                </a:lnTo>
                <a:lnTo>
                  <a:pt x="345149" y="147831"/>
                </a:lnTo>
                <a:lnTo>
                  <a:pt x="414179" y="177149"/>
                </a:lnTo>
                <a:lnTo>
                  <a:pt x="483209" y="206374"/>
                </a:lnTo>
                <a:lnTo>
                  <a:pt x="552239" y="235500"/>
                </a:lnTo>
                <a:lnTo>
                  <a:pt x="621269" y="264522"/>
                </a:lnTo>
                <a:lnTo>
                  <a:pt x="690299" y="293434"/>
                </a:lnTo>
                <a:lnTo>
                  <a:pt x="759328" y="322228"/>
                </a:lnTo>
                <a:lnTo>
                  <a:pt x="828358" y="350899"/>
                </a:lnTo>
                <a:lnTo>
                  <a:pt x="897388" y="379438"/>
                </a:lnTo>
                <a:lnTo>
                  <a:pt x="966418" y="407838"/>
                </a:lnTo>
                <a:lnTo>
                  <a:pt x="1035448" y="436090"/>
                </a:lnTo>
                <a:lnTo>
                  <a:pt x="1104478" y="464186"/>
                </a:lnTo>
                <a:lnTo>
                  <a:pt x="1173508" y="492114"/>
                </a:lnTo>
                <a:lnTo>
                  <a:pt x="1242538" y="519865"/>
                </a:lnTo>
                <a:lnTo>
                  <a:pt x="1311568" y="547428"/>
                </a:lnTo>
                <a:lnTo>
                  <a:pt x="1380598" y="574790"/>
                </a:lnTo>
                <a:lnTo>
                  <a:pt x="1449628" y="601939"/>
                </a:lnTo>
                <a:lnTo>
                  <a:pt x="1518657" y="628860"/>
                </a:lnTo>
                <a:lnTo>
                  <a:pt x="1587687" y="655539"/>
                </a:lnTo>
                <a:lnTo>
                  <a:pt x="1656717" y="681961"/>
                </a:lnTo>
                <a:lnTo>
                  <a:pt x="1725747" y="708109"/>
                </a:lnTo>
                <a:lnTo>
                  <a:pt x="1794777" y="733964"/>
                </a:lnTo>
                <a:lnTo>
                  <a:pt x="1863807" y="759509"/>
                </a:lnTo>
                <a:lnTo>
                  <a:pt x="1932837" y="784722"/>
                </a:lnTo>
                <a:lnTo>
                  <a:pt x="2001867" y="809584"/>
                </a:lnTo>
                <a:lnTo>
                  <a:pt x="2070897" y="834072"/>
                </a:lnTo>
                <a:lnTo>
                  <a:pt x="2139927" y="858164"/>
                </a:lnTo>
                <a:lnTo>
                  <a:pt x="2208956" y="881834"/>
                </a:lnTo>
                <a:lnTo>
                  <a:pt x="2277986" y="905060"/>
                </a:lnTo>
                <a:lnTo>
                  <a:pt x="2347016" y="927814"/>
                </a:lnTo>
                <a:lnTo>
                  <a:pt x="2416046" y="950072"/>
                </a:lnTo>
                <a:lnTo>
                  <a:pt x="2485076" y="971808"/>
                </a:lnTo>
                <a:lnTo>
                  <a:pt x="2554106" y="992994"/>
                </a:lnTo>
                <a:lnTo>
                  <a:pt x="2623136" y="1013606"/>
                </a:lnTo>
                <a:lnTo>
                  <a:pt x="2692166" y="1033619"/>
                </a:lnTo>
                <a:lnTo>
                  <a:pt x="2761196" y="1053009"/>
                </a:lnTo>
                <a:lnTo>
                  <a:pt x="2830226" y="1071753"/>
                </a:lnTo>
                <a:lnTo>
                  <a:pt x="2899256" y="1089831"/>
                </a:lnTo>
                <a:lnTo>
                  <a:pt x="2968285" y="1107225"/>
                </a:lnTo>
                <a:lnTo>
                  <a:pt x="3037315" y="1123921"/>
                </a:lnTo>
                <a:lnTo>
                  <a:pt x="3106345" y="1139905"/>
                </a:lnTo>
                <a:lnTo>
                  <a:pt x="3175375" y="1155169"/>
                </a:lnTo>
                <a:lnTo>
                  <a:pt x="3244405" y="1169708"/>
                </a:lnTo>
                <a:lnTo>
                  <a:pt x="3313435" y="1183522"/>
                </a:lnTo>
                <a:lnTo>
                  <a:pt x="3382465" y="1196612"/>
                </a:lnTo>
                <a:lnTo>
                  <a:pt x="3451495" y="1208984"/>
                </a:lnTo>
                <a:lnTo>
                  <a:pt x="3520525" y="1220650"/>
                </a:lnTo>
                <a:lnTo>
                  <a:pt x="3589555" y="1231621"/>
                </a:lnTo>
                <a:lnTo>
                  <a:pt x="3658584" y="1241914"/>
                </a:lnTo>
                <a:lnTo>
                  <a:pt x="3727614" y="1251549"/>
                </a:lnTo>
                <a:lnTo>
                  <a:pt x="3796644" y="1260545"/>
                </a:lnTo>
                <a:lnTo>
                  <a:pt x="3865674" y="1268927"/>
                </a:lnTo>
                <a:lnTo>
                  <a:pt x="3934704" y="1276718"/>
                </a:lnTo>
                <a:lnTo>
                  <a:pt x="4003734" y="1283944"/>
                </a:lnTo>
                <a:lnTo>
                  <a:pt x="4072764" y="1290630"/>
                </a:lnTo>
                <a:lnTo>
                  <a:pt x="4141794" y="1296802"/>
                </a:lnTo>
                <a:lnTo>
                  <a:pt x="4210824" y="1302487"/>
                </a:lnTo>
                <a:lnTo>
                  <a:pt x="4279854" y="1307710"/>
                </a:lnTo>
                <a:lnTo>
                  <a:pt x="4348884" y="1312497"/>
                </a:lnTo>
                <a:lnTo>
                  <a:pt x="4417913" y="1316872"/>
                </a:lnTo>
                <a:lnTo>
                  <a:pt x="4486943" y="1320858"/>
                </a:lnTo>
                <a:lnTo>
                  <a:pt x="4555973" y="1324478"/>
                </a:lnTo>
                <a:lnTo>
                  <a:pt x="4625003" y="1327754"/>
                </a:lnTo>
                <a:lnTo>
                  <a:pt x="4694033" y="1330706"/>
                </a:lnTo>
                <a:lnTo>
                  <a:pt x="4763063" y="1333354"/>
                </a:lnTo>
                <a:lnTo>
                  <a:pt x="4832093" y="1335716"/>
                </a:lnTo>
                <a:lnTo>
                  <a:pt x="4901123" y="1337810"/>
                </a:lnTo>
                <a:lnTo>
                  <a:pt x="4970153" y="1339652"/>
                </a:lnTo>
                <a:lnTo>
                  <a:pt x="5039183" y="1341257"/>
                </a:lnTo>
                <a:lnTo>
                  <a:pt x="5108212" y="1342640"/>
                </a:lnTo>
                <a:lnTo>
                  <a:pt x="5177242" y="1343814"/>
                </a:lnTo>
                <a:lnTo>
                  <a:pt x="5246272" y="1344792"/>
                </a:lnTo>
                <a:lnTo>
                  <a:pt x="5315302" y="1345586"/>
                </a:lnTo>
                <a:lnTo>
                  <a:pt x="5384332" y="1346206"/>
                </a:lnTo>
                <a:lnTo>
                  <a:pt x="5453362" y="1346663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505628" y="3885447"/>
            <a:ext cx="5453362" cy="920994"/>
          </a:xfrm>
          <a:custGeom>
            <a:avLst/>
            <a:gdLst/>
            <a:ahLst/>
            <a:cxnLst/>
            <a:rect l="0" t="0" r="0" b="0"/>
            <a:pathLst>
              <a:path w="5453362" h="920994">
                <a:moveTo>
                  <a:pt x="5453362" y="920994"/>
                </a:moveTo>
                <a:lnTo>
                  <a:pt x="5384332" y="892843"/>
                </a:lnTo>
                <a:lnTo>
                  <a:pt x="5315302" y="864854"/>
                </a:lnTo>
                <a:lnTo>
                  <a:pt x="5246272" y="837039"/>
                </a:lnTo>
                <a:lnTo>
                  <a:pt x="5177242" y="809409"/>
                </a:lnTo>
                <a:lnTo>
                  <a:pt x="5108212" y="781975"/>
                </a:lnTo>
                <a:lnTo>
                  <a:pt x="5039183" y="754750"/>
                </a:lnTo>
                <a:lnTo>
                  <a:pt x="4970153" y="727747"/>
                </a:lnTo>
                <a:lnTo>
                  <a:pt x="4901123" y="700980"/>
                </a:lnTo>
                <a:lnTo>
                  <a:pt x="4832093" y="674466"/>
                </a:lnTo>
                <a:lnTo>
                  <a:pt x="4763063" y="648220"/>
                </a:lnTo>
                <a:lnTo>
                  <a:pt x="4694033" y="622259"/>
                </a:lnTo>
                <a:lnTo>
                  <a:pt x="4625003" y="596603"/>
                </a:lnTo>
                <a:lnTo>
                  <a:pt x="4555973" y="571271"/>
                </a:lnTo>
                <a:lnTo>
                  <a:pt x="4486943" y="546283"/>
                </a:lnTo>
                <a:lnTo>
                  <a:pt x="4417913" y="521660"/>
                </a:lnTo>
                <a:lnTo>
                  <a:pt x="4348884" y="497426"/>
                </a:lnTo>
                <a:lnTo>
                  <a:pt x="4279854" y="473605"/>
                </a:lnTo>
                <a:lnTo>
                  <a:pt x="4210824" y="450220"/>
                </a:lnTo>
                <a:lnTo>
                  <a:pt x="4141794" y="427296"/>
                </a:lnTo>
                <a:lnTo>
                  <a:pt x="4072764" y="404861"/>
                </a:lnTo>
                <a:lnTo>
                  <a:pt x="4003734" y="382938"/>
                </a:lnTo>
                <a:lnTo>
                  <a:pt x="3934704" y="361555"/>
                </a:lnTo>
                <a:lnTo>
                  <a:pt x="3865674" y="340738"/>
                </a:lnTo>
                <a:lnTo>
                  <a:pt x="3796644" y="320511"/>
                </a:lnTo>
                <a:lnTo>
                  <a:pt x="3727614" y="300900"/>
                </a:lnTo>
                <a:lnTo>
                  <a:pt x="3658584" y="281926"/>
                </a:lnTo>
                <a:lnTo>
                  <a:pt x="3589555" y="263611"/>
                </a:lnTo>
                <a:lnTo>
                  <a:pt x="3520525" y="245974"/>
                </a:lnTo>
                <a:lnTo>
                  <a:pt x="3451495" y="229031"/>
                </a:lnTo>
                <a:lnTo>
                  <a:pt x="3382465" y="212795"/>
                </a:lnTo>
                <a:lnTo>
                  <a:pt x="3313435" y="197277"/>
                </a:lnTo>
                <a:lnTo>
                  <a:pt x="3244405" y="182482"/>
                </a:lnTo>
                <a:lnTo>
                  <a:pt x="3175375" y="168413"/>
                </a:lnTo>
                <a:lnTo>
                  <a:pt x="3106345" y="155069"/>
                </a:lnTo>
                <a:lnTo>
                  <a:pt x="3037315" y="142444"/>
                </a:lnTo>
                <a:lnTo>
                  <a:pt x="2968285" y="130531"/>
                </a:lnTo>
                <a:lnTo>
                  <a:pt x="2899256" y="119317"/>
                </a:lnTo>
                <a:lnTo>
                  <a:pt x="2830226" y="108787"/>
                </a:lnTo>
                <a:lnTo>
                  <a:pt x="2761196" y="98923"/>
                </a:lnTo>
                <a:lnTo>
                  <a:pt x="2692166" y="89704"/>
                </a:lnTo>
                <a:lnTo>
                  <a:pt x="2623136" y="81109"/>
                </a:lnTo>
                <a:lnTo>
                  <a:pt x="2554106" y="73113"/>
                </a:lnTo>
                <a:lnTo>
                  <a:pt x="2485076" y="65691"/>
                </a:lnTo>
                <a:lnTo>
                  <a:pt x="2416046" y="58818"/>
                </a:lnTo>
                <a:lnTo>
                  <a:pt x="2347016" y="52467"/>
                </a:lnTo>
                <a:lnTo>
                  <a:pt x="2277986" y="46614"/>
                </a:lnTo>
                <a:lnTo>
                  <a:pt x="2208956" y="41231"/>
                </a:lnTo>
                <a:lnTo>
                  <a:pt x="2139927" y="36293"/>
                </a:lnTo>
                <a:lnTo>
                  <a:pt x="2070897" y="31776"/>
                </a:lnTo>
                <a:lnTo>
                  <a:pt x="2001867" y="27656"/>
                </a:lnTo>
                <a:lnTo>
                  <a:pt x="1932837" y="23909"/>
                </a:lnTo>
                <a:lnTo>
                  <a:pt x="1863807" y="20515"/>
                </a:lnTo>
                <a:lnTo>
                  <a:pt x="1794777" y="17451"/>
                </a:lnTo>
                <a:lnTo>
                  <a:pt x="1725747" y="14698"/>
                </a:lnTo>
                <a:lnTo>
                  <a:pt x="1656717" y="12237"/>
                </a:lnTo>
                <a:lnTo>
                  <a:pt x="1587687" y="10050"/>
                </a:lnTo>
                <a:lnTo>
                  <a:pt x="1518657" y="8122"/>
                </a:lnTo>
                <a:lnTo>
                  <a:pt x="1449628" y="6435"/>
                </a:lnTo>
                <a:lnTo>
                  <a:pt x="1380598" y="4975"/>
                </a:lnTo>
                <a:lnTo>
                  <a:pt x="1311568" y="3729"/>
                </a:lnTo>
                <a:lnTo>
                  <a:pt x="1242538" y="2683"/>
                </a:lnTo>
                <a:lnTo>
                  <a:pt x="1173508" y="1826"/>
                </a:lnTo>
                <a:lnTo>
                  <a:pt x="1104478" y="1146"/>
                </a:lnTo>
                <a:lnTo>
                  <a:pt x="1035448" y="633"/>
                </a:lnTo>
                <a:lnTo>
                  <a:pt x="966418" y="277"/>
                </a:lnTo>
                <a:lnTo>
                  <a:pt x="897388" y="69"/>
                </a:lnTo>
                <a:lnTo>
                  <a:pt x="828358" y="0"/>
                </a:lnTo>
                <a:lnTo>
                  <a:pt x="759328" y="62"/>
                </a:lnTo>
                <a:lnTo>
                  <a:pt x="690299" y="248"/>
                </a:lnTo>
                <a:lnTo>
                  <a:pt x="621269" y="551"/>
                </a:lnTo>
                <a:lnTo>
                  <a:pt x="552239" y="965"/>
                </a:lnTo>
                <a:lnTo>
                  <a:pt x="483209" y="1483"/>
                </a:lnTo>
                <a:lnTo>
                  <a:pt x="414179" y="2099"/>
                </a:lnTo>
                <a:lnTo>
                  <a:pt x="345149" y="2809"/>
                </a:lnTo>
                <a:lnTo>
                  <a:pt x="276119" y="3608"/>
                </a:lnTo>
                <a:lnTo>
                  <a:pt x="207089" y="4490"/>
                </a:lnTo>
                <a:lnTo>
                  <a:pt x="138059" y="5452"/>
                </a:lnTo>
                <a:lnTo>
                  <a:pt x="69029" y="6490"/>
                </a:lnTo>
                <a:lnTo>
                  <a:pt x="0" y="7599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505628" y="2981772"/>
            <a:ext cx="5453362" cy="1130029"/>
          </a:xfrm>
          <a:custGeom>
            <a:avLst/>
            <a:gdLst/>
            <a:ahLst/>
            <a:cxnLst/>
            <a:rect l="0" t="0" r="0" b="0"/>
            <a:pathLst>
              <a:path w="5453362" h="1130029">
                <a:moveTo>
                  <a:pt x="0" y="0"/>
                </a:moveTo>
                <a:lnTo>
                  <a:pt x="69029" y="14304"/>
                </a:lnTo>
                <a:lnTo>
                  <a:pt x="138059" y="28608"/>
                </a:lnTo>
                <a:lnTo>
                  <a:pt x="207089" y="42912"/>
                </a:lnTo>
                <a:lnTo>
                  <a:pt x="276119" y="57216"/>
                </a:lnTo>
                <a:lnTo>
                  <a:pt x="345149" y="71520"/>
                </a:lnTo>
                <a:lnTo>
                  <a:pt x="414179" y="85825"/>
                </a:lnTo>
                <a:lnTo>
                  <a:pt x="483209" y="100129"/>
                </a:lnTo>
                <a:lnTo>
                  <a:pt x="552239" y="114433"/>
                </a:lnTo>
                <a:lnTo>
                  <a:pt x="621269" y="128737"/>
                </a:lnTo>
                <a:lnTo>
                  <a:pt x="690299" y="143041"/>
                </a:lnTo>
                <a:lnTo>
                  <a:pt x="759328" y="157345"/>
                </a:lnTo>
                <a:lnTo>
                  <a:pt x="828358" y="171650"/>
                </a:lnTo>
                <a:lnTo>
                  <a:pt x="897388" y="185954"/>
                </a:lnTo>
                <a:lnTo>
                  <a:pt x="966418" y="200258"/>
                </a:lnTo>
                <a:lnTo>
                  <a:pt x="1035448" y="214562"/>
                </a:lnTo>
                <a:lnTo>
                  <a:pt x="1104478" y="228866"/>
                </a:lnTo>
                <a:lnTo>
                  <a:pt x="1173508" y="243170"/>
                </a:lnTo>
                <a:lnTo>
                  <a:pt x="1242538" y="257475"/>
                </a:lnTo>
                <a:lnTo>
                  <a:pt x="1311568" y="271779"/>
                </a:lnTo>
                <a:lnTo>
                  <a:pt x="1380598" y="286083"/>
                </a:lnTo>
                <a:lnTo>
                  <a:pt x="1449628" y="300387"/>
                </a:lnTo>
                <a:lnTo>
                  <a:pt x="1518657" y="314691"/>
                </a:lnTo>
                <a:lnTo>
                  <a:pt x="1587687" y="328995"/>
                </a:lnTo>
                <a:lnTo>
                  <a:pt x="1656717" y="343300"/>
                </a:lnTo>
                <a:lnTo>
                  <a:pt x="1725747" y="357604"/>
                </a:lnTo>
                <a:lnTo>
                  <a:pt x="1794777" y="371908"/>
                </a:lnTo>
                <a:lnTo>
                  <a:pt x="1863807" y="386212"/>
                </a:lnTo>
                <a:lnTo>
                  <a:pt x="1932837" y="400516"/>
                </a:lnTo>
                <a:lnTo>
                  <a:pt x="2001867" y="414820"/>
                </a:lnTo>
                <a:lnTo>
                  <a:pt x="2070897" y="429125"/>
                </a:lnTo>
                <a:lnTo>
                  <a:pt x="2139927" y="443429"/>
                </a:lnTo>
                <a:lnTo>
                  <a:pt x="2208956" y="457733"/>
                </a:lnTo>
                <a:lnTo>
                  <a:pt x="2277986" y="472037"/>
                </a:lnTo>
                <a:lnTo>
                  <a:pt x="2347016" y="486341"/>
                </a:lnTo>
                <a:lnTo>
                  <a:pt x="2416046" y="500645"/>
                </a:lnTo>
                <a:lnTo>
                  <a:pt x="2485076" y="514950"/>
                </a:lnTo>
                <a:lnTo>
                  <a:pt x="2554106" y="529254"/>
                </a:lnTo>
                <a:lnTo>
                  <a:pt x="2623136" y="543558"/>
                </a:lnTo>
                <a:lnTo>
                  <a:pt x="2692166" y="557862"/>
                </a:lnTo>
                <a:lnTo>
                  <a:pt x="2761196" y="572166"/>
                </a:lnTo>
                <a:lnTo>
                  <a:pt x="2830226" y="586470"/>
                </a:lnTo>
                <a:lnTo>
                  <a:pt x="2899256" y="600775"/>
                </a:lnTo>
                <a:lnTo>
                  <a:pt x="2968285" y="615079"/>
                </a:lnTo>
                <a:lnTo>
                  <a:pt x="3037315" y="629383"/>
                </a:lnTo>
                <a:lnTo>
                  <a:pt x="3106345" y="643687"/>
                </a:lnTo>
                <a:lnTo>
                  <a:pt x="3175375" y="657991"/>
                </a:lnTo>
                <a:lnTo>
                  <a:pt x="3244405" y="672295"/>
                </a:lnTo>
                <a:lnTo>
                  <a:pt x="3313435" y="686600"/>
                </a:lnTo>
                <a:lnTo>
                  <a:pt x="3382465" y="700904"/>
                </a:lnTo>
                <a:lnTo>
                  <a:pt x="3451495" y="715208"/>
                </a:lnTo>
                <a:lnTo>
                  <a:pt x="3520525" y="729512"/>
                </a:lnTo>
                <a:lnTo>
                  <a:pt x="3589555" y="743816"/>
                </a:lnTo>
                <a:lnTo>
                  <a:pt x="3658584" y="758120"/>
                </a:lnTo>
                <a:lnTo>
                  <a:pt x="3727614" y="772425"/>
                </a:lnTo>
                <a:lnTo>
                  <a:pt x="3796644" y="786729"/>
                </a:lnTo>
                <a:lnTo>
                  <a:pt x="3865674" y="801033"/>
                </a:lnTo>
                <a:lnTo>
                  <a:pt x="3934704" y="815337"/>
                </a:lnTo>
                <a:lnTo>
                  <a:pt x="4003734" y="829641"/>
                </a:lnTo>
                <a:lnTo>
                  <a:pt x="4072764" y="843945"/>
                </a:lnTo>
                <a:lnTo>
                  <a:pt x="4141794" y="858250"/>
                </a:lnTo>
                <a:lnTo>
                  <a:pt x="4210824" y="872554"/>
                </a:lnTo>
                <a:lnTo>
                  <a:pt x="4279854" y="886858"/>
                </a:lnTo>
                <a:lnTo>
                  <a:pt x="4348884" y="901162"/>
                </a:lnTo>
                <a:lnTo>
                  <a:pt x="4417913" y="915466"/>
                </a:lnTo>
                <a:lnTo>
                  <a:pt x="4486943" y="929770"/>
                </a:lnTo>
                <a:lnTo>
                  <a:pt x="4555973" y="944075"/>
                </a:lnTo>
                <a:lnTo>
                  <a:pt x="4625003" y="958379"/>
                </a:lnTo>
                <a:lnTo>
                  <a:pt x="4694033" y="972683"/>
                </a:lnTo>
                <a:lnTo>
                  <a:pt x="4763063" y="986987"/>
                </a:lnTo>
                <a:lnTo>
                  <a:pt x="4832093" y="1001291"/>
                </a:lnTo>
                <a:lnTo>
                  <a:pt x="4901123" y="1015595"/>
                </a:lnTo>
                <a:lnTo>
                  <a:pt x="4970153" y="1029900"/>
                </a:lnTo>
                <a:lnTo>
                  <a:pt x="5039183" y="1044204"/>
                </a:lnTo>
                <a:lnTo>
                  <a:pt x="5108212" y="1058508"/>
                </a:lnTo>
                <a:lnTo>
                  <a:pt x="5177242" y="1072812"/>
                </a:lnTo>
                <a:lnTo>
                  <a:pt x="5246272" y="1087116"/>
                </a:lnTo>
                <a:lnTo>
                  <a:pt x="5315302" y="1101420"/>
                </a:lnTo>
                <a:lnTo>
                  <a:pt x="5384332" y="1115725"/>
                </a:lnTo>
                <a:lnTo>
                  <a:pt x="5453362" y="1130029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dash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3879884" y="448216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3879884" y="460868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3879884" y="469335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199224" y="404382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199224" y="433779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199224" y="394280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6631818" y="423581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6631818" y="383367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6631818" y="418126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6636697" y="487796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6636697" y="449515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6636697" y="484127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4784925" y="371666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4784925" y="408947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4784925" y="392785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2452630" y="378696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2452630" y="404016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2452630" y="403430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4966806" y="541571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4966806" y="538043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4799768" y="549050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4799768" y="537668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257927" y="3724785"/>
            <a:ext cx="5437473" cy="1376976"/>
          </a:xfrm>
          <a:custGeom>
            <a:avLst/>
            <a:gdLst/>
            <a:ahLst/>
            <a:cxnLst/>
            <a:rect l="0" t="0" r="0" b="0"/>
            <a:pathLst>
              <a:path w="5437473" h="1376976">
                <a:moveTo>
                  <a:pt x="0" y="0"/>
                </a:moveTo>
                <a:lnTo>
                  <a:pt x="68828" y="14203"/>
                </a:lnTo>
                <a:lnTo>
                  <a:pt x="137657" y="28360"/>
                </a:lnTo>
                <a:lnTo>
                  <a:pt x="206486" y="42470"/>
                </a:lnTo>
                <a:lnTo>
                  <a:pt x="275315" y="56528"/>
                </a:lnTo>
                <a:lnTo>
                  <a:pt x="344143" y="70534"/>
                </a:lnTo>
                <a:lnTo>
                  <a:pt x="412972" y="84483"/>
                </a:lnTo>
                <a:lnTo>
                  <a:pt x="481801" y="98373"/>
                </a:lnTo>
                <a:lnTo>
                  <a:pt x="550630" y="112202"/>
                </a:lnTo>
                <a:lnTo>
                  <a:pt x="619459" y="125964"/>
                </a:lnTo>
                <a:lnTo>
                  <a:pt x="688287" y="139658"/>
                </a:lnTo>
                <a:lnTo>
                  <a:pt x="757116" y="153278"/>
                </a:lnTo>
                <a:lnTo>
                  <a:pt x="825945" y="166822"/>
                </a:lnTo>
                <a:lnTo>
                  <a:pt x="894774" y="180284"/>
                </a:lnTo>
                <a:lnTo>
                  <a:pt x="963602" y="193661"/>
                </a:lnTo>
                <a:lnTo>
                  <a:pt x="1032431" y="206947"/>
                </a:lnTo>
                <a:lnTo>
                  <a:pt x="1101260" y="220137"/>
                </a:lnTo>
                <a:lnTo>
                  <a:pt x="1170089" y="233226"/>
                </a:lnTo>
                <a:lnTo>
                  <a:pt x="1238918" y="246208"/>
                </a:lnTo>
                <a:lnTo>
                  <a:pt x="1307746" y="259076"/>
                </a:lnTo>
                <a:lnTo>
                  <a:pt x="1376575" y="271825"/>
                </a:lnTo>
                <a:lnTo>
                  <a:pt x="1445404" y="284447"/>
                </a:lnTo>
                <a:lnTo>
                  <a:pt x="1514233" y="296935"/>
                </a:lnTo>
                <a:lnTo>
                  <a:pt x="1583061" y="309280"/>
                </a:lnTo>
                <a:lnTo>
                  <a:pt x="1651890" y="321476"/>
                </a:lnTo>
                <a:lnTo>
                  <a:pt x="1720719" y="333514"/>
                </a:lnTo>
                <a:lnTo>
                  <a:pt x="1789548" y="345384"/>
                </a:lnTo>
                <a:lnTo>
                  <a:pt x="1858377" y="357077"/>
                </a:lnTo>
                <a:lnTo>
                  <a:pt x="1927205" y="368584"/>
                </a:lnTo>
                <a:lnTo>
                  <a:pt x="1996034" y="379894"/>
                </a:lnTo>
                <a:lnTo>
                  <a:pt x="2064863" y="390997"/>
                </a:lnTo>
                <a:lnTo>
                  <a:pt x="2133692" y="401882"/>
                </a:lnTo>
                <a:lnTo>
                  <a:pt x="2202520" y="412539"/>
                </a:lnTo>
                <a:lnTo>
                  <a:pt x="2271349" y="422956"/>
                </a:lnTo>
                <a:lnTo>
                  <a:pt x="2340178" y="433121"/>
                </a:lnTo>
                <a:lnTo>
                  <a:pt x="2409007" y="443025"/>
                </a:lnTo>
                <a:lnTo>
                  <a:pt x="2477836" y="452655"/>
                </a:lnTo>
                <a:lnTo>
                  <a:pt x="2546664" y="462001"/>
                </a:lnTo>
                <a:lnTo>
                  <a:pt x="2615493" y="471053"/>
                </a:lnTo>
                <a:lnTo>
                  <a:pt x="2684322" y="479801"/>
                </a:lnTo>
                <a:lnTo>
                  <a:pt x="2753151" y="488235"/>
                </a:lnTo>
                <a:lnTo>
                  <a:pt x="2821979" y="496348"/>
                </a:lnTo>
                <a:lnTo>
                  <a:pt x="2890808" y="504131"/>
                </a:lnTo>
                <a:lnTo>
                  <a:pt x="2959637" y="511579"/>
                </a:lnTo>
                <a:lnTo>
                  <a:pt x="3028466" y="518686"/>
                </a:lnTo>
                <a:lnTo>
                  <a:pt x="3097295" y="525449"/>
                </a:lnTo>
                <a:lnTo>
                  <a:pt x="3166123" y="531865"/>
                </a:lnTo>
                <a:lnTo>
                  <a:pt x="3234952" y="537933"/>
                </a:lnTo>
                <a:lnTo>
                  <a:pt x="3303781" y="543654"/>
                </a:lnTo>
                <a:lnTo>
                  <a:pt x="3372610" y="549029"/>
                </a:lnTo>
                <a:lnTo>
                  <a:pt x="3441438" y="554063"/>
                </a:lnTo>
                <a:lnTo>
                  <a:pt x="3510267" y="558759"/>
                </a:lnTo>
                <a:lnTo>
                  <a:pt x="3579096" y="563123"/>
                </a:lnTo>
                <a:lnTo>
                  <a:pt x="3647925" y="567164"/>
                </a:lnTo>
                <a:lnTo>
                  <a:pt x="3716754" y="570887"/>
                </a:lnTo>
                <a:lnTo>
                  <a:pt x="3785582" y="574304"/>
                </a:lnTo>
                <a:lnTo>
                  <a:pt x="3854411" y="577423"/>
                </a:lnTo>
                <a:lnTo>
                  <a:pt x="3923240" y="580254"/>
                </a:lnTo>
                <a:lnTo>
                  <a:pt x="3992069" y="582809"/>
                </a:lnTo>
                <a:lnTo>
                  <a:pt x="4060897" y="585098"/>
                </a:lnTo>
                <a:lnTo>
                  <a:pt x="4129726" y="587132"/>
                </a:lnTo>
                <a:lnTo>
                  <a:pt x="4198555" y="588922"/>
                </a:lnTo>
                <a:lnTo>
                  <a:pt x="4267384" y="590481"/>
                </a:lnTo>
                <a:lnTo>
                  <a:pt x="4336213" y="591817"/>
                </a:lnTo>
                <a:lnTo>
                  <a:pt x="4405041" y="592943"/>
                </a:lnTo>
                <a:lnTo>
                  <a:pt x="4473870" y="593870"/>
                </a:lnTo>
                <a:lnTo>
                  <a:pt x="4542699" y="594606"/>
                </a:lnTo>
                <a:lnTo>
                  <a:pt x="4611528" y="595162"/>
                </a:lnTo>
                <a:lnTo>
                  <a:pt x="4680356" y="595548"/>
                </a:lnTo>
                <a:lnTo>
                  <a:pt x="4749185" y="595772"/>
                </a:lnTo>
                <a:lnTo>
                  <a:pt x="4818014" y="595844"/>
                </a:lnTo>
                <a:lnTo>
                  <a:pt x="4886843" y="595771"/>
                </a:lnTo>
                <a:lnTo>
                  <a:pt x="4955672" y="595561"/>
                </a:lnTo>
                <a:lnTo>
                  <a:pt x="5024500" y="595223"/>
                </a:lnTo>
                <a:lnTo>
                  <a:pt x="5093329" y="594762"/>
                </a:lnTo>
                <a:lnTo>
                  <a:pt x="5162158" y="594186"/>
                </a:lnTo>
                <a:lnTo>
                  <a:pt x="5230987" y="593501"/>
                </a:lnTo>
                <a:lnTo>
                  <a:pt x="5299815" y="592712"/>
                </a:lnTo>
                <a:lnTo>
                  <a:pt x="5368644" y="591826"/>
                </a:lnTo>
                <a:lnTo>
                  <a:pt x="5437473" y="590848"/>
                </a:lnTo>
                <a:lnTo>
                  <a:pt x="5437473" y="1376976"/>
                </a:lnTo>
                <a:lnTo>
                  <a:pt x="5368644" y="1363629"/>
                </a:lnTo>
                <a:lnTo>
                  <a:pt x="5299815" y="1350374"/>
                </a:lnTo>
                <a:lnTo>
                  <a:pt x="5230987" y="1337217"/>
                </a:lnTo>
                <a:lnTo>
                  <a:pt x="5162158" y="1324163"/>
                </a:lnTo>
                <a:lnTo>
                  <a:pt x="5093329" y="1311218"/>
                </a:lnTo>
                <a:lnTo>
                  <a:pt x="5024500" y="1298388"/>
                </a:lnTo>
                <a:lnTo>
                  <a:pt x="4955672" y="1285681"/>
                </a:lnTo>
                <a:lnTo>
                  <a:pt x="4886843" y="1273103"/>
                </a:lnTo>
                <a:lnTo>
                  <a:pt x="4818014" y="1260661"/>
                </a:lnTo>
                <a:lnTo>
                  <a:pt x="4749185" y="1248364"/>
                </a:lnTo>
                <a:lnTo>
                  <a:pt x="4680356" y="1236220"/>
                </a:lnTo>
                <a:lnTo>
                  <a:pt x="4611528" y="1224237"/>
                </a:lnTo>
                <a:lnTo>
                  <a:pt x="4542699" y="1212424"/>
                </a:lnTo>
                <a:lnTo>
                  <a:pt x="4473870" y="1200791"/>
                </a:lnTo>
                <a:lnTo>
                  <a:pt x="4405041" y="1189349"/>
                </a:lnTo>
                <a:lnTo>
                  <a:pt x="4336213" y="1178106"/>
                </a:lnTo>
                <a:lnTo>
                  <a:pt x="4267384" y="1167074"/>
                </a:lnTo>
                <a:lnTo>
                  <a:pt x="4198555" y="1156264"/>
                </a:lnTo>
                <a:lnTo>
                  <a:pt x="4129726" y="1145685"/>
                </a:lnTo>
                <a:lnTo>
                  <a:pt x="4060897" y="1135351"/>
                </a:lnTo>
                <a:lnTo>
                  <a:pt x="3992069" y="1125271"/>
                </a:lnTo>
                <a:lnTo>
                  <a:pt x="3923240" y="1115457"/>
                </a:lnTo>
                <a:lnTo>
                  <a:pt x="3854411" y="1105919"/>
                </a:lnTo>
                <a:lnTo>
                  <a:pt x="3785582" y="1096670"/>
                </a:lnTo>
                <a:lnTo>
                  <a:pt x="3716754" y="1087717"/>
                </a:lnTo>
                <a:lnTo>
                  <a:pt x="3647925" y="1079073"/>
                </a:lnTo>
                <a:lnTo>
                  <a:pt x="3579096" y="1070744"/>
                </a:lnTo>
                <a:lnTo>
                  <a:pt x="3510267" y="1062740"/>
                </a:lnTo>
                <a:lnTo>
                  <a:pt x="3441438" y="1055067"/>
                </a:lnTo>
                <a:lnTo>
                  <a:pt x="3372610" y="1047732"/>
                </a:lnTo>
                <a:lnTo>
                  <a:pt x="3303781" y="1040738"/>
                </a:lnTo>
                <a:lnTo>
                  <a:pt x="3234952" y="1034090"/>
                </a:lnTo>
                <a:lnTo>
                  <a:pt x="3166123" y="1027790"/>
                </a:lnTo>
                <a:lnTo>
                  <a:pt x="3097295" y="1021837"/>
                </a:lnTo>
                <a:lnTo>
                  <a:pt x="3028466" y="1016231"/>
                </a:lnTo>
                <a:lnTo>
                  <a:pt x="2959637" y="1010969"/>
                </a:lnTo>
                <a:lnTo>
                  <a:pt x="2890808" y="1006048"/>
                </a:lnTo>
                <a:lnTo>
                  <a:pt x="2821979" y="1001463"/>
                </a:lnTo>
                <a:lnTo>
                  <a:pt x="2753151" y="997207"/>
                </a:lnTo>
                <a:lnTo>
                  <a:pt x="2684322" y="993272"/>
                </a:lnTo>
                <a:lnTo>
                  <a:pt x="2615493" y="989651"/>
                </a:lnTo>
                <a:lnTo>
                  <a:pt x="2546664" y="986335"/>
                </a:lnTo>
                <a:lnTo>
                  <a:pt x="2477836" y="983312"/>
                </a:lnTo>
                <a:lnTo>
                  <a:pt x="2409007" y="980574"/>
                </a:lnTo>
                <a:lnTo>
                  <a:pt x="2340178" y="978109"/>
                </a:lnTo>
                <a:lnTo>
                  <a:pt x="2271349" y="975905"/>
                </a:lnTo>
                <a:lnTo>
                  <a:pt x="2202520" y="973953"/>
                </a:lnTo>
                <a:lnTo>
                  <a:pt x="2133692" y="972241"/>
                </a:lnTo>
                <a:lnTo>
                  <a:pt x="2064863" y="970758"/>
                </a:lnTo>
                <a:lnTo>
                  <a:pt x="1996034" y="969492"/>
                </a:lnTo>
                <a:lnTo>
                  <a:pt x="1927205" y="968433"/>
                </a:lnTo>
                <a:lnTo>
                  <a:pt x="1858377" y="967571"/>
                </a:lnTo>
                <a:lnTo>
                  <a:pt x="1789548" y="966896"/>
                </a:lnTo>
                <a:lnTo>
                  <a:pt x="1720719" y="966397"/>
                </a:lnTo>
                <a:lnTo>
                  <a:pt x="1651890" y="966066"/>
                </a:lnTo>
                <a:lnTo>
                  <a:pt x="1583061" y="965893"/>
                </a:lnTo>
                <a:lnTo>
                  <a:pt x="1514233" y="965870"/>
                </a:lnTo>
                <a:lnTo>
                  <a:pt x="1445404" y="965989"/>
                </a:lnTo>
                <a:lnTo>
                  <a:pt x="1376575" y="966242"/>
                </a:lnTo>
                <a:lnTo>
                  <a:pt x="1307746" y="966622"/>
                </a:lnTo>
                <a:lnTo>
                  <a:pt x="1238918" y="967122"/>
                </a:lnTo>
                <a:lnTo>
                  <a:pt x="1170089" y="967735"/>
                </a:lnTo>
                <a:lnTo>
                  <a:pt x="1101260" y="968455"/>
                </a:lnTo>
                <a:lnTo>
                  <a:pt x="1032431" y="969277"/>
                </a:lnTo>
                <a:lnTo>
                  <a:pt x="963602" y="970194"/>
                </a:lnTo>
                <a:lnTo>
                  <a:pt x="894774" y="971202"/>
                </a:lnTo>
                <a:lnTo>
                  <a:pt x="825945" y="972295"/>
                </a:lnTo>
                <a:lnTo>
                  <a:pt x="757116" y="973470"/>
                </a:lnTo>
                <a:lnTo>
                  <a:pt x="688287" y="974722"/>
                </a:lnTo>
                <a:lnTo>
                  <a:pt x="619459" y="976047"/>
                </a:lnTo>
                <a:lnTo>
                  <a:pt x="550630" y="977441"/>
                </a:lnTo>
                <a:lnTo>
                  <a:pt x="481801" y="978900"/>
                </a:lnTo>
                <a:lnTo>
                  <a:pt x="412972" y="980422"/>
                </a:lnTo>
                <a:lnTo>
                  <a:pt x="344143" y="982002"/>
                </a:lnTo>
                <a:lnTo>
                  <a:pt x="275315" y="983639"/>
                </a:lnTo>
                <a:lnTo>
                  <a:pt x="206486" y="985329"/>
                </a:lnTo>
                <a:lnTo>
                  <a:pt x="137657" y="987069"/>
                </a:lnTo>
                <a:lnTo>
                  <a:pt x="68828" y="988858"/>
                </a:lnTo>
                <a:lnTo>
                  <a:pt x="0" y="990693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257927" y="3724785"/>
            <a:ext cx="5437473" cy="595844"/>
          </a:xfrm>
          <a:custGeom>
            <a:avLst/>
            <a:gdLst/>
            <a:ahLst/>
            <a:cxnLst/>
            <a:rect l="0" t="0" r="0" b="0"/>
            <a:pathLst>
              <a:path w="5437473" h="595844">
                <a:moveTo>
                  <a:pt x="0" y="0"/>
                </a:moveTo>
                <a:lnTo>
                  <a:pt x="68828" y="14203"/>
                </a:lnTo>
                <a:lnTo>
                  <a:pt x="137657" y="28360"/>
                </a:lnTo>
                <a:lnTo>
                  <a:pt x="206486" y="42470"/>
                </a:lnTo>
                <a:lnTo>
                  <a:pt x="275315" y="56528"/>
                </a:lnTo>
                <a:lnTo>
                  <a:pt x="344143" y="70534"/>
                </a:lnTo>
                <a:lnTo>
                  <a:pt x="412972" y="84483"/>
                </a:lnTo>
                <a:lnTo>
                  <a:pt x="481801" y="98373"/>
                </a:lnTo>
                <a:lnTo>
                  <a:pt x="550630" y="112202"/>
                </a:lnTo>
                <a:lnTo>
                  <a:pt x="619459" y="125964"/>
                </a:lnTo>
                <a:lnTo>
                  <a:pt x="688287" y="139658"/>
                </a:lnTo>
                <a:lnTo>
                  <a:pt x="757116" y="153278"/>
                </a:lnTo>
                <a:lnTo>
                  <a:pt x="825945" y="166822"/>
                </a:lnTo>
                <a:lnTo>
                  <a:pt x="894774" y="180284"/>
                </a:lnTo>
                <a:lnTo>
                  <a:pt x="963602" y="193661"/>
                </a:lnTo>
                <a:lnTo>
                  <a:pt x="1032431" y="206947"/>
                </a:lnTo>
                <a:lnTo>
                  <a:pt x="1101260" y="220137"/>
                </a:lnTo>
                <a:lnTo>
                  <a:pt x="1170089" y="233226"/>
                </a:lnTo>
                <a:lnTo>
                  <a:pt x="1238918" y="246208"/>
                </a:lnTo>
                <a:lnTo>
                  <a:pt x="1307746" y="259076"/>
                </a:lnTo>
                <a:lnTo>
                  <a:pt x="1376575" y="271825"/>
                </a:lnTo>
                <a:lnTo>
                  <a:pt x="1445404" y="284447"/>
                </a:lnTo>
                <a:lnTo>
                  <a:pt x="1514233" y="296935"/>
                </a:lnTo>
                <a:lnTo>
                  <a:pt x="1583061" y="309280"/>
                </a:lnTo>
                <a:lnTo>
                  <a:pt x="1651890" y="321476"/>
                </a:lnTo>
                <a:lnTo>
                  <a:pt x="1720719" y="333514"/>
                </a:lnTo>
                <a:lnTo>
                  <a:pt x="1789548" y="345384"/>
                </a:lnTo>
                <a:lnTo>
                  <a:pt x="1858377" y="357077"/>
                </a:lnTo>
                <a:lnTo>
                  <a:pt x="1927205" y="368584"/>
                </a:lnTo>
                <a:lnTo>
                  <a:pt x="1996034" y="379894"/>
                </a:lnTo>
                <a:lnTo>
                  <a:pt x="2064863" y="390997"/>
                </a:lnTo>
                <a:lnTo>
                  <a:pt x="2133692" y="401882"/>
                </a:lnTo>
                <a:lnTo>
                  <a:pt x="2202520" y="412539"/>
                </a:lnTo>
                <a:lnTo>
                  <a:pt x="2271349" y="422956"/>
                </a:lnTo>
                <a:lnTo>
                  <a:pt x="2340178" y="433121"/>
                </a:lnTo>
                <a:lnTo>
                  <a:pt x="2409007" y="443025"/>
                </a:lnTo>
                <a:lnTo>
                  <a:pt x="2477836" y="452655"/>
                </a:lnTo>
                <a:lnTo>
                  <a:pt x="2546664" y="462001"/>
                </a:lnTo>
                <a:lnTo>
                  <a:pt x="2615493" y="471053"/>
                </a:lnTo>
                <a:lnTo>
                  <a:pt x="2684322" y="479801"/>
                </a:lnTo>
                <a:lnTo>
                  <a:pt x="2753151" y="488235"/>
                </a:lnTo>
                <a:lnTo>
                  <a:pt x="2821979" y="496348"/>
                </a:lnTo>
                <a:lnTo>
                  <a:pt x="2890808" y="504131"/>
                </a:lnTo>
                <a:lnTo>
                  <a:pt x="2959637" y="511579"/>
                </a:lnTo>
                <a:lnTo>
                  <a:pt x="3028466" y="518686"/>
                </a:lnTo>
                <a:lnTo>
                  <a:pt x="3097295" y="525449"/>
                </a:lnTo>
                <a:lnTo>
                  <a:pt x="3166123" y="531865"/>
                </a:lnTo>
                <a:lnTo>
                  <a:pt x="3234952" y="537933"/>
                </a:lnTo>
                <a:lnTo>
                  <a:pt x="3303781" y="543654"/>
                </a:lnTo>
                <a:lnTo>
                  <a:pt x="3372610" y="549029"/>
                </a:lnTo>
                <a:lnTo>
                  <a:pt x="3441438" y="554063"/>
                </a:lnTo>
                <a:lnTo>
                  <a:pt x="3510267" y="558759"/>
                </a:lnTo>
                <a:lnTo>
                  <a:pt x="3579096" y="563123"/>
                </a:lnTo>
                <a:lnTo>
                  <a:pt x="3647925" y="567164"/>
                </a:lnTo>
                <a:lnTo>
                  <a:pt x="3716754" y="570887"/>
                </a:lnTo>
                <a:lnTo>
                  <a:pt x="3785582" y="574304"/>
                </a:lnTo>
                <a:lnTo>
                  <a:pt x="3854411" y="577423"/>
                </a:lnTo>
                <a:lnTo>
                  <a:pt x="3923240" y="580254"/>
                </a:lnTo>
                <a:lnTo>
                  <a:pt x="3992069" y="582809"/>
                </a:lnTo>
                <a:lnTo>
                  <a:pt x="4060897" y="585098"/>
                </a:lnTo>
                <a:lnTo>
                  <a:pt x="4129726" y="587132"/>
                </a:lnTo>
                <a:lnTo>
                  <a:pt x="4198555" y="588922"/>
                </a:lnTo>
                <a:lnTo>
                  <a:pt x="4267384" y="590481"/>
                </a:lnTo>
                <a:lnTo>
                  <a:pt x="4336213" y="591817"/>
                </a:lnTo>
                <a:lnTo>
                  <a:pt x="4405041" y="592943"/>
                </a:lnTo>
                <a:lnTo>
                  <a:pt x="4473870" y="593870"/>
                </a:lnTo>
                <a:lnTo>
                  <a:pt x="4542699" y="594606"/>
                </a:lnTo>
                <a:lnTo>
                  <a:pt x="4611528" y="595162"/>
                </a:lnTo>
                <a:lnTo>
                  <a:pt x="4680356" y="595548"/>
                </a:lnTo>
                <a:lnTo>
                  <a:pt x="4749185" y="595772"/>
                </a:lnTo>
                <a:lnTo>
                  <a:pt x="4818014" y="595844"/>
                </a:lnTo>
                <a:lnTo>
                  <a:pt x="4886843" y="595771"/>
                </a:lnTo>
                <a:lnTo>
                  <a:pt x="4955672" y="595561"/>
                </a:lnTo>
                <a:lnTo>
                  <a:pt x="5024500" y="595223"/>
                </a:lnTo>
                <a:lnTo>
                  <a:pt x="5093329" y="594762"/>
                </a:lnTo>
                <a:lnTo>
                  <a:pt x="5162158" y="594186"/>
                </a:lnTo>
                <a:lnTo>
                  <a:pt x="5230987" y="593501"/>
                </a:lnTo>
                <a:lnTo>
                  <a:pt x="5299815" y="592712"/>
                </a:lnTo>
                <a:lnTo>
                  <a:pt x="5368644" y="591826"/>
                </a:lnTo>
                <a:lnTo>
                  <a:pt x="5437473" y="590848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257927" y="4690655"/>
            <a:ext cx="5437473" cy="411105"/>
          </a:xfrm>
          <a:custGeom>
            <a:avLst/>
            <a:gdLst/>
            <a:ahLst/>
            <a:cxnLst/>
            <a:rect l="0" t="0" r="0" b="0"/>
            <a:pathLst>
              <a:path w="5437473" h="411105">
                <a:moveTo>
                  <a:pt x="5437473" y="411105"/>
                </a:moveTo>
                <a:lnTo>
                  <a:pt x="5368644" y="397758"/>
                </a:lnTo>
                <a:lnTo>
                  <a:pt x="5299815" y="384503"/>
                </a:lnTo>
                <a:lnTo>
                  <a:pt x="5230987" y="371346"/>
                </a:lnTo>
                <a:lnTo>
                  <a:pt x="5162158" y="358292"/>
                </a:lnTo>
                <a:lnTo>
                  <a:pt x="5093329" y="345347"/>
                </a:lnTo>
                <a:lnTo>
                  <a:pt x="5024500" y="332518"/>
                </a:lnTo>
                <a:lnTo>
                  <a:pt x="4955672" y="319810"/>
                </a:lnTo>
                <a:lnTo>
                  <a:pt x="4886843" y="307232"/>
                </a:lnTo>
                <a:lnTo>
                  <a:pt x="4818014" y="294790"/>
                </a:lnTo>
                <a:lnTo>
                  <a:pt x="4749185" y="282493"/>
                </a:lnTo>
                <a:lnTo>
                  <a:pt x="4680356" y="270349"/>
                </a:lnTo>
                <a:lnTo>
                  <a:pt x="4611528" y="258366"/>
                </a:lnTo>
                <a:lnTo>
                  <a:pt x="4542699" y="246553"/>
                </a:lnTo>
                <a:lnTo>
                  <a:pt x="4473870" y="234921"/>
                </a:lnTo>
                <a:lnTo>
                  <a:pt x="4405041" y="223478"/>
                </a:lnTo>
                <a:lnTo>
                  <a:pt x="4336213" y="212235"/>
                </a:lnTo>
                <a:lnTo>
                  <a:pt x="4267384" y="201203"/>
                </a:lnTo>
                <a:lnTo>
                  <a:pt x="4198555" y="190393"/>
                </a:lnTo>
                <a:lnTo>
                  <a:pt x="4129726" y="179815"/>
                </a:lnTo>
                <a:lnTo>
                  <a:pt x="4060897" y="169480"/>
                </a:lnTo>
                <a:lnTo>
                  <a:pt x="3992069" y="159400"/>
                </a:lnTo>
                <a:lnTo>
                  <a:pt x="3923240" y="149586"/>
                </a:lnTo>
                <a:lnTo>
                  <a:pt x="3854411" y="140049"/>
                </a:lnTo>
                <a:lnTo>
                  <a:pt x="3785582" y="130799"/>
                </a:lnTo>
                <a:lnTo>
                  <a:pt x="3716754" y="121847"/>
                </a:lnTo>
                <a:lnTo>
                  <a:pt x="3647925" y="113202"/>
                </a:lnTo>
                <a:lnTo>
                  <a:pt x="3579096" y="104873"/>
                </a:lnTo>
                <a:lnTo>
                  <a:pt x="3510267" y="96869"/>
                </a:lnTo>
                <a:lnTo>
                  <a:pt x="3441438" y="89196"/>
                </a:lnTo>
                <a:lnTo>
                  <a:pt x="3372610" y="81861"/>
                </a:lnTo>
                <a:lnTo>
                  <a:pt x="3303781" y="74867"/>
                </a:lnTo>
                <a:lnTo>
                  <a:pt x="3234952" y="68219"/>
                </a:lnTo>
                <a:lnTo>
                  <a:pt x="3166123" y="61919"/>
                </a:lnTo>
                <a:lnTo>
                  <a:pt x="3097295" y="55966"/>
                </a:lnTo>
                <a:lnTo>
                  <a:pt x="3028466" y="50360"/>
                </a:lnTo>
                <a:lnTo>
                  <a:pt x="2959637" y="45099"/>
                </a:lnTo>
                <a:lnTo>
                  <a:pt x="2890808" y="40178"/>
                </a:lnTo>
                <a:lnTo>
                  <a:pt x="2821979" y="35592"/>
                </a:lnTo>
                <a:lnTo>
                  <a:pt x="2753151" y="31336"/>
                </a:lnTo>
                <a:lnTo>
                  <a:pt x="2684322" y="27402"/>
                </a:lnTo>
                <a:lnTo>
                  <a:pt x="2615493" y="23781"/>
                </a:lnTo>
                <a:lnTo>
                  <a:pt x="2546664" y="20464"/>
                </a:lnTo>
                <a:lnTo>
                  <a:pt x="2477836" y="17442"/>
                </a:lnTo>
                <a:lnTo>
                  <a:pt x="2409007" y="14703"/>
                </a:lnTo>
                <a:lnTo>
                  <a:pt x="2340178" y="12238"/>
                </a:lnTo>
                <a:lnTo>
                  <a:pt x="2271349" y="10035"/>
                </a:lnTo>
                <a:lnTo>
                  <a:pt x="2202520" y="8083"/>
                </a:lnTo>
                <a:lnTo>
                  <a:pt x="2133692" y="6370"/>
                </a:lnTo>
                <a:lnTo>
                  <a:pt x="2064863" y="4887"/>
                </a:lnTo>
                <a:lnTo>
                  <a:pt x="1996034" y="3621"/>
                </a:lnTo>
                <a:lnTo>
                  <a:pt x="1927205" y="2562"/>
                </a:lnTo>
                <a:lnTo>
                  <a:pt x="1858377" y="1700"/>
                </a:lnTo>
                <a:lnTo>
                  <a:pt x="1789548" y="1025"/>
                </a:lnTo>
                <a:lnTo>
                  <a:pt x="1720719" y="526"/>
                </a:lnTo>
                <a:lnTo>
                  <a:pt x="1651890" y="195"/>
                </a:lnTo>
                <a:lnTo>
                  <a:pt x="1583061" y="22"/>
                </a:lnTo>
                <a:lnTo>
                  <a:pt x="1514233" y="0"/>
                </a:lnTo>
                <a:lnTo>
                  <a:pt x="1445404" y="119"/>
                </a:lnTo>
                <a:lnTo>
                  <a:pt x="1376575" y="372"/>
                </a:lnTo>
                <a:lnTo>
                  <a:pt x="1307746" y="751"/>
                </a:lnTo>
                <a:lnTo>
                  <a:pt x="1238918" y="1251"/>
                </a:lnTo>
                <a:lnTo>
                  <a:pt x="1170089" y="1864"/>
                </a:lnTo>
                <a:lnTo>
                  <a:pt x="1101260" y="2584"/>
                </a:lnTo>
                <a:lnTo>
                  <a:pt x="1032431" y="3406"/>
                </a:lnTo>
                <a:lnTo>
                  <a:pt x="963602" y="4323"/>
                </a:lnTo>
                <a:lnTo>
                  <a:pt x="894774" y="5331"/>
                </a:lnTo>
                <a:lnTo>
                  <a:pt x="825945" y="6425"/>
                </a:lnTo>
                <a:lnTo>
                  <a:pt x="757116" y="7600"/>
                </a:lnTo>
                <a:lnTo>
                  <a:pt x="688287" y="8851"/>
                </a:lnTo>
                <a:lnTo>
                  <a:pt x="619459" y="10176"/>
                </a:lnTo>
                <a:lnTo>
                  <a:pt x="550630" y="11570"/>
                </a:lnTo>
                <a:lnTo>
                  <a:pt x="481801" y="13029"/>
                </a:lnTo>
                <a:lnTo>
                  <a:pt x="412972" y="14551"/>
                </a:lnTo>
                <a:lnTo>
                  <a:pt x="344143" y="16132"/>
                </a:lnTo>
                <a:lnTo>
                  <a:pt x="275315" y="17768"/>
                </a:lnTo>
                <a:lnTo>
                  <a:pt x="206486" y="19458"/>
                </a:lnTo>
                <a:lnTo>
                  <a:pt x="137657" y="21199"/>
                </a:lnTo>
                <a:lnTo>
                  <a:pt x="68828" y="22987"/>
                </a:lnTo>
                <a:lnTo>
                  <a:pt x="0" y="24822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1257927" y="4220131"/>
            <a:ext cx="5437473" cy="488565"/>
          </a:xfrm>
          <a:custGeom>
            <a:avLst/>
            <a:gdLst/>
            <a:ahLst/>
            <a:cxnLst/>
            <a:rect l="0" t="0" r="0" b="0"/>
            <a:pathLst>
              <a:path w="5437473" h="488565">
                <a:moveTo>
                  <a:pt x="0" y="0"/>
                </a:moveTo>
                <a:lnTo>
                  <a:pt x="68828" y="6184"/>
                </a:lnTo>
                <a:lnTo>
                  <a:pt x="137657" y="12368"/>
                </a:lnTo>
                <a:lnTo>
                  <a:pt x="206486" y="18553"/>
                </a:lnTo>
                <a:lnTo>
                  <a:pt x="275315" y="24737"/>
                </a:lnTo>
                <a:lnTo>
                  <a:pt x="344143" y="30921"/>
                </a:lnTo>
                <a:lnTo>
                  <a:pt x="412972" y="37106"/>
                </a:lnTo>
                <a:lnTo>
                  <a:pt x="481801" y="43290"/>
                </a:lnTo>
                <a:lnTo>
                  <a:pt x="550630" y="49474"/>
                </a:lnTo>
                <a:lnTo>
                  <a:pt x="619459" y="55659"/>
                </a:lnTo>
                <a:lnTo>
                  <a:pt x="688287" y="61843"/>
                </a:lnTo>
                <a:lnTo>
                  <a:pt x="757116" y="68028"/>
                </a:lnTo>
                <a:lnTo>
                  <a:pt x="825945" y="74212"/>
                </a:lnTo>
                <a:lnTo>
                  <a:pt x="894774" y="80396"/>
                </a:lnTo>
                <a:lnTo>
                  <a:pt x="963602" y="86581"/>
                </a:lnTo>
                <a:lnTo>
                  <a:pt x="1032431" y="92765"/>
                </a:lnTo>
                <a:lnTo>
                  <a:pt x="1101260" y="98949"/>
                </a:lnTo>
                <a:lnTo>
                  <a:pt x="1170089" y="105134"/>
                </a:lnTo>
                <a:lnTo>
                  <a:pt x="1238918" y="111318"/>
                </a:lnTo>
                <a:lnTo>
                  <a:pt x="1307746" y="117503"/>
                </a:lnTo>
                <a:lnTo>
                  <a:pt x="1376575" y="123687"/>
                </a:lnTo>
                <a:lnTo>
                  <a:pt x="1445404" y="129871"/>
                </a:lnTo>
                <a:lnTo>
                  <a:pt x="1514233" y="136056"/>
                </a:lnTo>
                <a:lnTo>
                  <a:pt x="1583061" y="142240"/>
                </a:lnTo>
                <a:lnTo>
                  <a:pt x="1651890" y="148424"/>
                </a:lnTo>
                <a:lnTo>
                  <a:pt x="1720719" y="154609"/>
                </a:lnTo>
                <a:lnTo>
                  <a:pt x="1789548" y="160793"/>
                </a:lnTo>
                <a:lnTo>
                  <a:pt x="1858377" y="166978"/>
                </a:lnTo>
                <a:lnTo>
                  <a:pt x="1927205" y="173162"/>
                </a:lnTo>
                <a:lnTo>
                  <a:pt x="1996034" y="179346"/>
                </a:lnTo>
                <a:lnTo>
                  <a:pt x="2064863" y="185531"/>
                </a:lnTo>
                <a:lnTo>
                  <a:pt x="2133692" y="191715"/>
                </a:lnTo>
                <a:lnTo>
                  <a:pt x="2202520" y="197899"/>
                </a:lnTo>
                <a:lnTo>
                  <a:pt x="2271349" y="204084"/>
                </a:lnTo>
                <a:lnTo>
                  <a:pt x="2340178" y="210268"/>
                </a:lnTo>
                <a:lnTo>
                  <a:pt x="2409007" y="216453"/>
                </a:lnTo>
                <a:lnTo>
                  <a:pt x="2477836" y="222637"/>
                </a:lnTo>
                <a:lnTo>
                  <a:pt x="2546664" y="228821"/>
                </a:lnTo>
                <a:lnTo>
                  <a:pt x="2615493" y="235006"/>
                </a:lnTo>
                <a:lnTo>
                  <a:pt x="2684322" y="241190"/>
                </a:lnTo>
                <a:lnTo>
                  <a:pt x="2753151" y="247374"/>
                </a:lnTo>
                <a:lnTo>
                  <a:pt x="2821979" y="253559"/>
                </a:lnTo>
                <a:lnTo>
                  <a:pt x="2890808" y="259743"/>
                </a:lnTo>
                <a:lnTo>
                  <a:pt x="2959637" y="265928"/>
                </a:lnTo>
                <a:lnTo>
                  <a:pt x="3028466" y="272112"/>
                </a:lnTo>
                <a:lnTo>
                  <a:pt x="3097295" y="278296"/>
                </a:lnTo>
                <a:lnTo>
                  <a:pt x="3166123" y="284481"/>
                </a:lnTo>
                <a:lnTo>
                  <a:pt x="3234952" y="290665"/>
                </a:lnTo>
                <a:lnTo>
                  <a:pt x="3303781" y="296849"/>
                </a:lnTo>
                <a:lnTo>
                  <a:pt x="3372610" y="303034"/>
                </a:lnTo>
                <a:lnTo>
                  <a:pt x="3441438" y="309218"/>
                </a:lnTo>
                <a:lnTo>
                  <a:pt x="3510267" y="315403"/>
                </a:lnTo>
                <a:lnTo>
                  <a:pt x="3579096" y="321587"/>
                </a:lnTo>
                <a:lnTo>
                  <a:pt x="3647925" y="327771"/>
                </a:lnTo>
                <a:lnTo>
                  <a:pt x="3716754" y="333956"/>
                </a:lnTo>
                <a:lnTo>
                  <a:pt x="3785582" y="340140"/>
                </a:lnTo>
                <a:lnTo>
                  <a:pt x="3854411" y="346324"/>
                </a:lnTo>
                <a:lnTo>
                  <a:pt x="3923240" y="352509"/>
                </a:lnTo>
                <a:lnTo>
                  <a:pt x="3992069" y="358693"/>
                </a:lnTo>
                <a:lnTo>
                  <a:pt x="4060897" y="364878"/>
                </a:lnTo>
                <a:lnTo>
                  <a:pt x="4129726" y="371062"/>
                </a:lnTo>
                <a:lnTo>
                  <a:pt x="4198555" y="377246"/>
                </a:lnTo>
                <a:lnTo>
                  <a:pt x="4267384" y="383431"/>
                </a:lnTo>
                <a:lnTo>
                  <a:pt x="4336213" y="389615"/>
                </a:lnTo>
                <a:lnTo>
                  <a:pt x="4405041" y="395799"/>
                </a:lnTo>
                <a:lnTo>
                  <a:pt x="4473870" y="401984"/>
                </a:lnTo>
                <a:lnTo>
                  <a:pt x="4542699" y="408168"/>
                </a:lnTo>
                <a:lnTo>
                  <a:pt x="4611528" y="414353"/>
                </a:lnTo>
                <a:lnTo>
                  <a:pt x="4680356" y="420537"/>
                </a:lnTo>
                <a:lnTo>
                  <a:pt x="4749185" y="426721"/>
                </a:lnTo>
                <a:lnTo>
                  <a:pt x="4818014" y="432906"/>
                </a:lnTo>
                <a:lnTo>
                  <a:pt x="4886843" y="439090"/>
                </a:lnTo>
                <a:lnTo>
                  <a:pt x="4955672" y="445274"/>
                </a:lnTo>
                <a:lnTo>
                  <a:pt x="5024500" y="451459"/>
                </a:lnTo>
                <a:lnTo>
                  <a:pt x="5093329" y="457643"/>
                </a:lnTo>
                <a:lnTo>
                  <a:pt x="5162158" y="463828"/>
                </a:lnTo>
                <a:lnTo>
                  <a:pt x="5230987" y="470012"/>
                </a:lnTo>
                <a:lnTo>
                  <a:pt x="5299815" y="476196"/>
                </a:lnTo>
                <a:lnTo>
                  <a:pt x="5368644" y="482381"/>
                </a:lnTo>
                <a:lnTo>
                  <a:pt x="5437473" y="488565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dash"/>
            <a:round/>
          </a:ln>
        </p:spPr>
        <p:txBody>
          <a:bodyPr/>
          <a:lstStyle/>
          <a:p>
            <a:endParaRPr/>
          </a:p>
        </p:txBody>
      </p:sp>
      <p:sp>
        <p:nvSpPr>
          <p:cNvPr id="98" name="tx90">
            <a:extLst>
              <a:ext uri="{FF2B5EF4-FFF2-40B4-BE49-F238E27FC236}">
                <a16:creationId xmlns:a16="http://schemas.microsoft.com/office/drawing/2014/main" id="{BC3519ED-8934-D04F-C586-AD9082E14A0B}"/>
              </a:ext>
            </a:extLst>
          </p:cNvPr>
          <p:cNvSpPr/>
          <p:nvPr/>
        </p:nvSpPr>
        <p:spPr>
          <a:xfrm>
            <a:off x="1234765" y="1703985"/>
            <a:ext cx="3789182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(C)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Predicted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GF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vs Survival</a:t>
            </a:r>
          </a:p>
        </p:txBody>
      </p:sp>
      <p:sp>
        <p:nvSpPr>
          <p:cNvPr id="99" name="pl60">
            <a:extLst>
              <a:ext uri="{FF2B5EF4-FFF2-40B4-BE49-F238E27FC236}">
                <a16:creationId xmlns:a16="http://schemas.microsoft.com/office/drawing/2014/main" id="{8563B00D-A7B3-9FFB-DFA7-2927AF16EAF1}"/>
              </a:ext>
            </a:extLst>
          </p:cNvPr>
          <p:cNvSpPr/>
          <p:nvPr/>
        </p:nvSpPr>
        <p:spPr>
          <a:xfrm>
            <a:off x="972874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0" name="tx61">
            <a:extLst>
              <a:ext uri="{FF2B5EF4-FFF2-40B4-BE49-F238E27FC236}">
                <a16:creationId xmlns:a16="http://schemas.microsoft.com/office/drawing/2014/main" id="{F757F349-3131-7DD5-F71A-DC04C16BC231}"/>
              </a:ext>
            </a:extLst>
          </p:cNvPr>
          <p:cNvSpPr/>
          <p:nvPr/>
        </p:nvSpPr>
        <p:spPr>
          <a:xfrm>
            <a:off x="611560" y="524927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01" name="tx62">
            <a:extLst>
              <a:ext uri="{FF2B5EF4-FFF2-40B4-BE49-F238E27FC236}">
                <a16:creationId xmlns:a16="http://schemas.microsoft.com/office/drawing/2014/main" id="{224EDAC8-63AD-CCE8-2151-424317D28509}"/>
              </a:ext>
            </a:extLst>
          </p:cNvPr>
          <p:cNvSpPr/>
          <p:nvPr/>
        </p:nvSpPr>
        <p:spPr>
          <a:xfrm>
            <a:off x="611560" y="441286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0.25</a:t>
            </a:r>
          </a:p>
        </p:txBody>
      </p:sp>
      <p:sp>
        <p:nvSpPr>
          <p:cNvPr id="102" name="tx63">
            <a:extLst>
              <a:ext uri="{FF2B5EF4-FFF2-40B4-BE49-F238E27FC236}">
                <a16:creationId xmlns:a16="http://schemas.microsoft.com/office/drawing/2014/main" id="{60935BB5-A75B-6FC1-92A4-E46F0B4DDEB9}"/>
              </a:ext>
            </a:extLst>
          </p:cNvPr>
          <p:cNvSpPr/>
          <p:nvPr/>
        </p:nvSpPr>
        <p:spPr>
          <a:xfrm>
            <a:off x="611560" y="357645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0.50</a:t>
            </a:r>
          </a:p>
        </p:txBody>
      </p:sp>
      <p:sp>
        <p:nvSpPr>
          <p:cNvPr id="103" name="tx64">
            <a:extLst>
              <a:ext uri="{FF2B5EF4-FFF2-40B4-BE49-F238E27FC236}">
                <a16:creationId xmlns:a16="http://schemas.microsoft.com/office/drawing/2014/main" id="{071B1C95-7043-2C77-C3E1-3A2D4F159073}"/>
              </a:ext>
            </a:extLst>
          </p:cNvPr>
          <p:cNvSpPr/>
          <p:nvPr/>
        </p:nvSpPr>
        <p:spPr>
          <a:xfrm>
            <a:off x="611560" y="274004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0.75</a:t>
            </a:r>
          </a:p>
        </p:txBody>
      </p:sp>
      <p:sp>
        <p:nvSpPr>
          <p:cNvPr id="104" name="tx65">
            <a:extLst>
              <a:ext uri="{FF2B5EF4-FFF2-40B4-BE49-F238E27FC236}">
                <a16:creationId xmlns:a16="http://schemas.microsoft.com/office/drawing/2014/main" id="{EAAC28FD-81E7-2008-F476-32A5A675561D}"/>
              </a:ext>
            </a:extLst>
          </p:cNvPr>
          <p:cNvSpPr/>
          <p:nvPr/>
        </p:nvSpPr>
        <p:spPr>
          <a:xfrm>
            <a:off x="611560" y="190363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</a:p>
        </p:txBody>
      </p:sp>
      <p:sp>
        <p:nvSpPr>
          <p:cNvPr id="105" name="pl66">
            <a:extLst>
              <a:ext uri="{FF2B5EF4-FFF2-40B4-BE49-F238E27FC236}">
                <a16:creationId xmlns:a16="http://schemas.microsoft.com/office/drawing/2014/main" id="{F7CC6E62-CC50-A558-C824-D9C8DE24D043}"/>
              </a:ext>
            </a:extLst>
          </p:cNvPr>
          <p:cNvSpPr/>
          <p:nvPr/>
        </p:nvSpPr>
        <p:spPr>
          <a:xfrm>
            <a:off x="938079" y="5289327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6" name="pl67">
            <a:extLst>
              <a:ext uri="{FF2B5EF4-FFF2-40B4-BE49-F238E27FC236}">
                <a16:creationId xmlns:a16="http://schemas.microsoft.com/office/drawing/2014/main" id="{FCE65FC0-B976-8EE7-9B43-B132B4D87CEC}"/>
              </a:ext>
            </a:extLst>
          </p:cNvPr>
          <p:cNvSpPr/>
          <p:nvPr/>
        </p:nvSpPr>
        <p:spPr>
          <a:xfrm>
            <a:off x="938079" y="445291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7" name="pl68">
            <a:extLst>
              <a:ext uri="{FF2B5EF4-FFF2-40B4-BE49-F238E27FC236}">
                <a16:creationId xmlns:a16="http://schemas.microsoft.com/office/drawing/2014/main" id="{45E95A2F-306C-6732-CABD-45E203C84D07}"/>
              </a:ext>
            </a:extLst>
          </p:cNvPr>
          <p:cNvSpPr/>
          <p:nvPr/>
        </p:nvSpPr>
        <p:spPr>
          <a:xfrm>
            <a:off x="938079" y="361650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8" name="pl69">
            <a:extLst>
              <a:ext uri="{FF2B5EF4-FFF2-40B4-BE49-F238E27FC236}">
                <a16:creationId xmlns:a16="http://schemas.microsoft.com/office/drawing/2014/main" id="{3D833DF3-B879-6AD6-5598-ED0F8433A166}"/>
              </a:ext>
            </a:extLst>
          </p:cNvPr>
          <p:cNvSpPr/>
          <p:nvPr/>
        </p:nvSpPr>
        <p:spPr>
          <a:xfrm>
            <a:off x="938079" y="278009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9" name="pl70">
            <a:extLst>
              <a:ext uri="{FF2B5EF4-FFF2-40B4-BE49-F238E27FC236}">
                <a16:creationId xmlns:a16="http://schemas.microsoft.com/office/drawing/2014/main" id="{A850F84B-7107-F6FA-0CB2-4CCC233A7FCE}"/>
              </a:ext>
            </a:extLst>
          </p:cNvPr>
          <p:cNvSpPr/>
          <p:nvPr/>
        </p:nvSpPr>
        <p:spPr>
          <a:xfrm>
            <a:off x="938079" y="194368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0" name="tx81">
            <a:extLst>
              <a:ext uri="{FF2B5EF4-FFF2-40B4-BE49-F238E27FC236}">
                <a16:creationId xmlns:a16="http://schemas.microsoft.com/office/drawing/2014/main" id="{0BA8141C-C50C-DDB6-1B54-94A3F3669F7E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Survival</a:t>
            </a:r>
          </a:p>
        </p:txBody>
      </p:sp>
      <p:sp>
        <p:nvSpPr>
          <p:cNvPr id="111" name="pl71">
            <a:extLst>
              <a:ext uri="{FF2B5EF4-FFF2-40B4-BE49-F238E27FC236}">
                <a16:creationId xmlns:a16="http://schemas.microsoft.com/office/drawing/2014/main" id="{C5A71374-F1E7-A7B3-AA01-CA2FB2FEB44C}"/>
              </a:ext>
            </a:extLst>
          </p:cNvPr>
          <p:cNvSpPr/>
          <p:nvPr/>
        </p:nvSpPr>
        <p:spPr>
          <a:xfrm>
            <a:off x="972874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2" name="pl73">
            <a:extLst>
              <a:ext uri="{FF2B5EF4-FFF2-40B4-BE49-F238E27FC236}">
                <a16:creationId xmlns:a16="http://schemas.microsoft.com/office/drawing/2014/main" id="{37E7EBBD-8ED9-8177-7619-9E11E8F34DF7}"/>
              </a:ext>
            </a:extLst>
          </p:cNvPr>
          <p:cNvSpPr/>
          <p:nvPr/>
        </p:nvSpPr>
        <p:spPr>
          <a:xfrm>
            <a:off x="2744514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3" name="pl74">
            <a:extLst>
              <a:ext uri="{FF2B5EF4-FFF2-40B4-BE49-F238E27FC236}">
                <a16:creationId xmlns:a16="http://schemas.microsoft.com/office/drawing/2014/main" id="{3BAE5001-C030-01E7-8B1B-1491552818CC}"/>
              </a:ext>
            </a:extLst>
          </p:cNvPr>
          <p:cNvSpPr/>
          <p:nvPr/>
        </p:nvSpPr>
        <p:spPr>
          <a:xfrm>
            <a:off x="4474167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4" name="pl75">
            <a:extLst>
              <a:ext uri="{FF2B5EF4-FFF2-40B4-BE49-F238E27FC236}">
                <a16:creationId xmlns:a16="http://schemas.microsoft.com/office/drawing/2014/main" id="{AF435790-92FB-F7B9-53E9-2DAE7688F9E2}"/>
              </a:ext>
            </a:extLst>
          </p:cNvPr>
          <p:cNvSpPr/>
          <p:nvPr/>
        </p:nvSpPr>
        <p:spPr>
          <a:xfrm>
            <a:off x="6203820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5" name="tx77">
            <a:extLst>
              <a:ext uri="{FF2B5EF4-FFF2-40B4-BE49-F238E27FC236}">
                <a16:creationId xmlns:a16="http://schemas.microsoft.com/office/drawing/2014/main" id="{C5598BD8-72A9-56A3-11EC-A3BA6A08106F}"/>
              </a:ext>
            </a:extLst>
          </p:cNvPr>
          <p:cNvSpPr/>
          <p:nvPr/>
        </p:nvSpPr>
        <p:spPr>
          <a:xfrm>
            <a:off x="2713424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0.01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6" name="tx78">
            <a:extLst>
              <a:ext uri="{FF2B5EF4-FFF2-40B4-BE49-F238E27FC236}">
                <a16:creationId xmlns:a16="http://schemas.microsoft.com/office/drawing/2014/main" id="{080989AF-F419-D016-3486-F1364ED3021D}"/>
              </a:ext>
            </a:extLst>
          </p:cNvPr>
          <p:cNvSpPr/>
          <p:nvPr/>
        </p:nvSpPr>
        <p:spPr>
          <a:xfrm>
            <a:off x="4443077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0.02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7" name="tx79">
            <a:extLst>
              <a:ext uri="{FF2B5EF4-FFF2-40B4-BE49-F238E27FC236}">
                <a16:creationId xmlns:a16="http://schemas.microsoft.com/office/drawing/2014/main" id="{61586EB8-B4EC-0AF4-27DF-D956DAC82028}"/>
              </a:ext>
            </a:extLst>
          </p:cNvPr>
          <p:cNvSpPr/>
          <p:nvPr/>
        </p:nvSpPr>
        <p:spPr>
          <a:xfrm>
            <a:off x="6172730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0.03</a:t>
            </a:r>
          </a:p>
        </p:txBody>
      </p:sp>
      <p:sp>
        <p:nvSpPr>
          <p:cNvPr id="118" name="tx80">
            <a:extLst>
              <a:ext uri="{FF2B5EF4-FFF2-40B4-BE49-F238E27FC236}">
                <a16:creationId xmlns:a16="http://schemas.microsoft.com/office/drawing/2014/main" id="{4CB55319-3C6A-570E-EE87-83171DE3A940}"/>
              </a:ext>
            </a:extLst>
          </p:cNvPr>
          <p:cNvSpPr/>
          <p:nvPr/>
        </p:nvSpPr>
        <p:spPr>
          <a:xfrm>
            <a:off x="3755363" y="6137094"/>
            <a:ext cx="70619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GF</a:t>
            </a: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Offset</a:t>
            </a:r>
          </a:p>
        </p:txBody>
      </p:sp>
      <p:sp>
        <p:nvSpPr>
          <p:cNvPr id="119" name="pl72">
            <a:extLst>
              <a:ext uri="{FF2B5EF4-FFF2-40B4-BE49-F238E27FC236}">
                <a16:creationId xmlns:a16="http://schemas.microsoft.com/office/drawing/2014/main" id="{42EEF221-1D05-EF28-7C5A-2BF74171EE13}"/>
              </a:ext>
            </a:extLst>
          </p:cNvPr>
          <p:cNvSpPr/>
          <p:nvPr/>
        </p:nvSpPr>
        <p:spPr>
          <a:xfrm>
            <a:off x="123476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0" name="tx76">
            <a:extLst>
              <a:ext uri="{FF2B5EF4-FFF2-40B4-BE49-F238E27FC236}">
                <a16:creationId xmlns:a16="http://schemas.microsoft.com/office/drawing/2014/main" id="{150F63B4-E40A-3394-4BD9-304053BB50CF}"/>
              </a:ext>
            </a:extLst>
          </p:cNvPr>
          <p:cNvSpPr/>
          <p:nvPr/>
        </p:nvSpPr>
        <p:spPr>
          <a:xfrm>
            <a:off x="112599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A7AA63C3-5501-8988-8580-82D24E2F7119}"/>
              </a:ext>
            </a:extLst>
          </p:cNvPr>
          <p:cNvSpPr/>
          <p:nvPr/>
        </p:nvSpPr>
        <p:spPr>
          <a:xfrm>
            <a:off x="2047769" y="2816703"/>
            <a:ext cx="1042416" cy="577866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-0.137</a:t>
            </a:r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64133AFA-51BF-EE4E-4E22-8F050CB51869}"/>
              </a:ext>
            </a:extLst>
          </p:cNvPr>
          <p:cNvSpPr/>
          <p:nvPr/>
        </p:nvSpPr>
        <p:spPr>
          <a:xfrm>
            <a:off x="5049102" y="4499351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-0.285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1484650-A086-399A-1DBF-CA55FBCE230E}"/>
              </a:ext>
            </a:extLst>
          </p:cNvPr>
          <p:cNvGrpSpPr/>
          <p:nvPr/>
        </p:nvGrpSpPr>
        <p:grpSpPr>
          <a:xfrm>
            <a:off x="6923685" y="1980395"/>
            <a:ext cx="1633206" cy="926170"/>
            <a:chOff x="7254012" y="3508813"/>
            <a:chExt cx="1094811" cy="620853"/>
          </a:xfrm>
        </p:grpSpPr>
        <p:sp>
          <p:nvSpPr>
            <p:cNvPr id="68" name="tx83">
              <a:extLst>
                <a:ext uri="{FF2B5EF4-FFF2-40B4-BE49-F238E27FC236}">
                  <a16:creationId xmlns:a16="http://schemas.microsoft.com/office/drawing/2014/main" id="{4DBFE0C2-D75F-F69E-2481-9AD5C941189B}"/>
                </a:ext>
              </a:extLst>
            </p:cNvPr>
            <p:cNvSpPr/>
            <p:nvPr/>
          </p:nvSpPr>
          <p:spPr>
            <a:xfrm>
              <a:off x="7254012" y="3508813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69" name="rc84">
              <a:extLst>
                <a:ext uri="{FF2B5EF4-FFF2-40B4-BE49-F238E27FC236}">
                  <a16:creationId xmlns:a16="http://schemas.microsoft.com/office/drawing/2014/main" id="{CD9BC0F4-7A22-43AE-1524-C579CB3D823C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0" name="pt85">
              <a:extLst>
                <a:ext uri="{FF2B5EF4-FFF2-40B4-BE49-F238E27FC236}">
                  <a16:creationId xmlns:a16="http://schemas.microsoft.com/office/drawing/2014/main" id="{2699CC9E-3E2A-E9AC-9266-10C610DAACB1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rc86">
              <a:extLst>
                <a:ext uri="{FF2B5EF4-FFF2-40B4-BE49-F238E27FC236}">
                  <a16:creationId xmlns:a16="http://schemas.microsoft.com/office/drawing/2014/main" id="{1D8A20AD-9DED-C07D-87A9-1FA967CB8589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2" name="pt87">
              <a:extLst>
                <a:ext uri="{FF2B5EF4-FFF2-40B4-BE49-F238E27FC236}">
                  <a16:creationId xmlns:a16="http://schemas.microsoft.com/office/drawing/2014/main" id="{274EF28D-63AD-9A68-2E75-0B0AE052727B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tx88">
              <a:extLst>
                <a:ext uri="{FF2B5EF4-FFF2-40B4-BE49-F238E27FC236}">
                  <a16:creationId xmlns:a16="http://schemas.microsoft.com/office/drawing/2014/main" id="{711E1E02-DDBD-8C03-240B-2F0EED936E28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74" name="tx89">
              <a:extLst>
                <a:ext uri="{FF2B5EF4-FFF2-40B4-BE49-F238E27FC236}">
                  <a16:creationId xmlns:a16="http://schemas.microsoft.com/office/drawing/2014/main" id="{CAE0B21E-7148-6574-7F80-51F9762B4DCB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t6"/>
          <p:cNvSpPr/>
          <p:nvPr/>
        </p:nvSpPr>
        <p:spPr>
          <a:xfrm>
            <a:off x="1199224" y="337207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199224" y="308327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199224" y="304077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4940135" y="345267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4940135" y="332988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4940135" y="320569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5463831" y="359683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5463831" y="310840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5463831" y="320081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3840205" y="300564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3840205" y="238118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3840205" y="253319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6900287" y="387167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6900287" y="273816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6900287" y="355876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6873240" y="365820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6873240" y="405303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6873240" y="375192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5436306" y="540835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5436306" y="518890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5436306" y="533238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591406" y="510885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591406" y="484909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591406" y="521522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257927" y="2070498"/>
            <a:ext cx="5701062" cy="2626917"/>
          </a:xfrm>
          <a:custGeom>
            <a:avLst/>
            <a:gdLst/>
            <a:ahLst/>
            <a:cxnLst/>
            <a:rect l="0" t="0" r="0" b="0"/>
            <a:pathLst>
              <a:path w="5701062" h="2626917">
                <a:moveTo>
                  <a:pt x="0" y="0"/>
                </a:moveTo>
                <a:lnTo>
                  <a:pt x="72165" y="28967"/>
                </a:lnTo>
                <a:lnTo>
                  <a:pt x="144330" y="57892"/>
                </a:lnTo>
                <a:lnTo>
                  <a:pt x="216496" y="86770"/>
                </a:lnTo>
                <a:lnTo>
                  <a:pt x="288661" y="115601"/>
                </a:lnTo>
                <a:lnTo>
                  <a:pt x="360826" y="144382"/>
                </a:lnTo>
                <a:lnTo>
                  <a:pt x="432992" y="173109"/>
                </a:lnTo>
                <a:lnTo>
                  <a:pt x="505157" y="201782"/>
                </a:lnTo>
                <a:lnTo>
                  <a:pt x="577322" y="230397"/>
                </a:lnTo>
                <a:lnTo>
                  <a:pt x="649488" y="258950"/>
                </a:lnTo>
                <a:lnTo>
                  <a:pt x="721653" y="287440"/>
                </a:lnTo>
                <a:lnTo>
                  <a:pt x="793818" y="315862"/>
                </a:lnTo>
                <a:lnTo>
                  <a:pt x="865984" y="344213"/>
                </a:lnTo>
                <a:lnTo>
                  <a:pt x="938149" y="372489"/>
                </a:lnTo>
                <a:lnTo>
                  <a:pt x="1010314" y="400686"/>
                </a:lnTo>
                <a:lnTo>
                  <a:pt x="1082480" y="428800"/>
                </a:lnTo>
                <a:lnTo>
                  <a:pt x="1154645" y="456826"/>
                </a:lnTo>
                <a:lnTo>
                  <a:pt x="1226811" y="484759"/>
                </a:lnTo>
                <a:lnTo>
                  <a:pt x="1298976" y="512594"/>
                </a:lnTo>
                <a:lnTo>
                  <a:pt x="1371141" y="540326"/>
                </a:lnTo>
                <a:lnTo>
                  <a:pt x="1443307" y="567948"/>
                </a:lnTo>
                <a:lnTo>
                  <a:pt x="1515472" y="595453"/>
                </a:lnTo>
                <a:lnTo>
                  <a:pt x="1587637" y="622836"/>
                </a:lnTo>
                <a:lnTo>
                  <a:pt x="1659803" y="650089"/>
                </a:lnTo>
                <a:lnTo>
                  <a:pt x="1731968" y="677203"/>
                </a:lnTo>
                <a:lnTo>
                  <a:pt x="1804133" y="704171"/>
                </a:lnTo>
                <a:lnTo>
                  <a:pt x="1876299" y="730983"/>
                </a:lnTo>
                <a:lnTo>
                  <a:pt x="1948464" y="757631"/>
                </a:lnTo>
                <a:lnTo>
                  <a:pt x="2020629" y="784103"/>
                </a:lnTo>
                <a:lnTo>
                  <a:pt x="2092795" y="810389"/>
                </a:lnTo>
                <a:lnTo>
                  <a:pt x="2164960" y="836478"/>
                </a:lnTo>
                <a:lnTo>
                  <a:pt x="2237125" y="862357"/>
                </a:lnTo>
                <a:lnTo>
                  <a:pt x="2309291" y="888012"/>
                </a:lnTo>
                <a:lnTo>
                  <a:pt x="2381456" y="913431"/>
                </a:lnTo>
                <a:lnTo>
                  <a:pt x="2453622" y="938599"/>
                </a:lnTo>
                <a:lnTo>
                  <a:pt x="2525787" y="963499"/>
                </a:lnTo>
                <a:lnTo>
                  <a:pt x="2597952" y="988116"/>
                </a:lnTo>
                <a:lnTo>
                  <a:pt x="2670118" y="1012433"/>
                </a:lnTo>
                <a:lnTo>
                  <a:pt x="2742283" y="1036431"/>
                </a:lnTo>
                <a:lnTo>
                  <a:pt x="2814448" y="1060093"/>
                </a:lnTo>
                <a:lnTo>
                  <a:pt x="2886614" y="1083399"/>
                </a:lnTo>
                <a:lnTo>
                  <a:pt x="2958779" y="1106329"/>
                </a:lnTo>
                <a:lnTo>
                  <a:pt x="3030944" y="1128863"/>
                </a:lnTo>
                <a:lnTo>
                  <a:pt x="3103110" y="1150981"/>
                </a:lnTo>
                <a:lnTo>
                  <a:pt x="3175275" y="1172662"/>
                </a:lnTo>
                <a:lnTo>
                  <a:pt x="3247440" y="1193885"/>
                </a:lnTo>
                <a:lnTo>
                  <a:pt x="3319606" y="1214632"/>
                </a:lnTo>
                <a:lnTo>
                  <a:pt x="3391771" y="1234881"/>
                </a:lnTo>
                <a:lnTo>
                  <a:pt x="3463936" y="1254616"/>
                </a:lnTo>
                <a:lnTo>
                  <a:pt x="3536102" y="1273819"/>
                </a:lnTo>
                <a:lnTo>
                  <a:pt x="3608267" y="1292474"/>
                </a:lnTo>
                <a:lnTo>
                  <a:pt x="3680433" y="1310567"/>
                </a:lnTo>
                <a:lnTo>
                  <a:pt x="3752598" y="1328088"/>
                </a:lnTo>
                <a:lnTo>
                  <a:pt x="3824763" y="1345026"/>
                </a:lnTo>
                <a:lnTo>
                  <a:pt x="3896929" y="1361375"/>
                </a:lnTo>
                <a:lnTo>
                  <a:pt x="3969094" y="1377132"/>
                </a:lnTo>
                <a:lnTo>
                  <a:pt x="4041259" y="1392296"/>
                </a:lnTo>
                <a:lnTo>
                  <a:pt x="4113425" y="1406867"/>
                </a:lnTo>
                <a:lnTo>
                  <a:pt x="4185590" y="1420853"/>
                </a:lnTo>
                <a:lnTo>
                  <a:pt x="4257755" y="1434258"/>
                </a:lnTo>
                <a:lnTo>
                  <a:pt x="4329921" y="1447095"/>
                </a:lnTo>
                <a:lnTo>
                  <a:pt x="4402086" y="1459375"/>
                </a:lnTo>
                <a:lnTo>
                  <a:pt x="4474251" y="1471112"/>
                </a:lnTo>
                <a:lnTo>
                  <a:pt x="4546417" y="1482323"/>
                </a:lnTo>
                <a:lnTo>
                  <a:pt x="4618582" y="1493026"/>
                </a:lnTo>
                <a:lnTo>
                  <a:pt x="4690748" y="1503239"/>
                </a:lnTo>
                <a:lnTo>
                  <a:pt x="4762913" y="1512981"/>
                </a:lnTo>
                <a:lnTo>
                  <a:pt x="4835078" y="1522273"/>
                </a:lnTo>
                <a:lnTo>
                  <a:pt x="4907244" y="1531136"/>
                </a:lnTo>
                <a:lnTo>
                  <a:pt x="4979409" y="1539590"/>
                </a:lnTo>
                <a:lnTo>
                  <a:pt x="5051574" y="1547655"/>
                </a:lnTo>
                <a:lnTo>
                  <a:pt x="5123740" y="1555351"/>
                </a:lnTo>
                <a:lnTo>
                  <a:pt x="5195905" y="1562698"/>
                </a:lnTo>
                <a:lnTo>
                  <a:pt x="5268070" y="1569714"/>
                </a:lnTo>
                <a:lnTo>
                  <a:pt x="5340236" y="1576419"/>
                </a:lnTo>
                <a:lnTo>
                  <a:pt x="5412401" y="1582830"/>
                </a:lnTo>
                <a:lnTo>
                  <a:pt x="5484566" y="1588964"/>
                </a:lnTo>
                <a:lnTo>
                  <a:pt x="5556732" y="1594835"/>
                </a:lnTo>
                <a:lnTo>
                  <a:pt x="5628897" y="1600461"/>
                </a:lnTo>
                <a:lnTo>
                  <a:pt x="5701062" y="1605855"/>
                </a:lnTo>
                <a:lnTo>
                  <a:pt x="5701062" y="2626917"/>
                </a:lnTo>
                <a:lnTo>
                  <a:pt x="5628897" y="2601181"/>
                </a:lnTo>
                <a:lnTo>
                  <a:pt x="5556732" y="2575677"/>
                </a:lnTo>
                <a:lnTo>
                  <a:pt x="5484566" y="2550419"/>
                </a:lnTo>
                <a:lnTo>
                  <a:pt x="5412401" y="2525423"/>
                </a:lnTo>
                <a:lnTo>
                  <a:pt x="5340236" y="2500704"/>
                </a:lnTo>
                <a:lnTo>
                  <a:pt x="5268070" y="2476279"/>
                </a:lnTo>
                <a:lnTo>
                  <a:pt x="5195905" y="2452166"/>
                </a:lnTo>
                <a:lnTo>
                  <a:pt x="5123740" y="2428383"/>
                </a:lnTo>
                <a:lnTo>
                  <a:pt x="5051574" y="2404950"/>
                </a:lnTo>
                <a:lnTo>
                  <a:pt x="4979409" y="2381885"/>
                </a:lnTo>
                <a:lnTo>
                  <a:pt x="4907244" y="2359209"/>
                </a:lnTo>
                <a:lnTo>
                  <a:pt x="4835078" y="2336941"/>
                </a:lnTo>
                <a:lnTo>
                  <a:pt x="4762913" y="2315104"/>
                </a:lnTo>
                <a:lnTo>
                  <a:pt x="4690748" y="2293717"/>
                </a:lnTo>
                <a:lnTo>
                  <a:pt x="4618582" y="2272800"/>
                </a:lnTo>
                <a:lnTo>
                  <a:pt x="4546417" y="2252372"/>
                </a:lnTo>
                <a:lnTo>
                  <a:pt x="4474251" y="2232454"/>
                </a:lnTo>
                <a:lnTo>
                  <a:pt x="4402086" y="2213061"/>
                </a:lnTo>
                <a:lnTo>
                  <a:pt x="4329921" y="2194211"/>
                </a:lnTo>
                <a:lnTo>
                  <a:pt x="4257755" y="2175918"/>
                </a:lnTo>
                <a:lnTo>
                  <a:pt x="4185590" y="2158194"/>
                </a:lnTo>
                <a:lnTo>
                  <a:pt x="4113425" y="2141050"/>
                </a:lnTo>
                <a:lnTo>
                  <a:pt x="4041259" y="2124492"/>
                </a:lnTo>
                <a:lnTo>
                  <a:pt x="3969094" y="2108525"/>
                </a:lnTo>
                <a:lnTo>
                  <a:pt x="3896929" y="2093152"/>
                </a:lnTo>
                <a:lnTo>
                  <a:pt x="3824763" y="2078372"/>
                </a:lnTo>
                <a:lnTo>
                  <a:pt x="3752598" y="2064181"/>
                </a:lnTo>
                <a:lnTo>
                  <a:pt x="3680433" y="2050571"/>
                </a:lnTo>
                <a:lnTo>
                  <a:pt x="3608267" y="2037535"/>
                </a:lnTo>
                <a:lnTo>
                  <a:pt x="3536102" y="2025060"/>
                </a:lnTo>
                <a:lnTo>
                  <a:pt x="3463936" y="2013133"/>
                </a:lnTo>
                <a:lnTo>
                  <a:pt x="3391771" y="2001738"/>
                </a:lnTo>
                <a:lnTo>
                  <a:pt x="3319606" y="1990858"/>
                </a:lnTo>
                <a:lnTo>
                  <a:pt x="3247440" y="1980475"/>
                </a:lnTo>
                <a:lnTo>
                  <a:pt x="3175275" y="1970568"/>
                </a:lnTo>
                <a:lnTo>
                  <a:pt x="3103110" y="1961119"/>
                </a:lnTo>
                <a:lnTo>
                  <a:pt x="3030944" y="1952107"/>
                </a:lnTo>
                <a:lnTo>
                  <a:pt x="2958779" y="1943512"/>
                </a:lnTo>
                <a:lnTo>
                  <a:pt x="2886614" y="1935312"/>
                </a:lnTo>
                <a:lnTo>
                  <a:pt x="2814448" y="1927488"/>
                </a:lnTo>
                <a:lnTo>
                  <a:pt x="2742283" y="1920020"/>
                </a:lnTo>
                <a:lnTo>
                  <a:pt x="2670118" y="1912889"/>
                </a:lnTo>
                <a:lnTo>
                  <a:pt x="2597952" y="1906076"/>
                </a:lnTo>
                <a:lnTo>
                  <a:pt x="2525787" y="1899563"/>
                </a:lnTo>
                <a:lnTo>
                  <a:pt x="2453622" y="1893333"/>
                </a:lnTo>
                <a:lnTo>
                  <a:pt x="2381456" y="1887371"/>
                </a:lnTo>
                <a:lnTo>
                  <a:pt x="2309291" y="1881660"/>
                </a:lnTo>
                <a:lnTo>
                  <a:pt x="2237125" y="1876186"/>
                </a:lnTo>
                <a:lnTo>
                  <a:pt x="2164960" y="1870935"/>
                </a:lnTo>
                <a:lnTo>
                  <a:pt x="2092795" y="1865894"/>
                </a:lnTo>
                <a:lnTo>
                  <a:pt x="2020629" y="1861050"/>
                </a:lnTo>
                <a:lnTo>
                  <a:pt x="1948464" y="1856393"/>
                </a:lnTo>
                <a:lnTo>
                  <a:pt x="1876299" y="1851910"/>
                </a:lnTo>
                <a:lnTo>
                  <a:pt x="1804133" y="1847593"/>
                </a:lnTo>
                <a:lnTo>
                  <a:pt x="1731968" y="1843431"/>
                </a:lnTo>
                <a:lnTo>
                  <a:pt x="1659803" y="1839416"/>
                </a:lnTo>
                <a:lnTo>
                  <a:pt x="1587637" y="1835538"/>
                </a:lnTo>
                <a:lnTo>
                  <a:pt x="1515472" y="1831791"/>
                </a:lnTo>
                <a:lnTo>
                  <a:pt x="1443307" y="1828167"/>
                </a:lnTo>
                <a:lnTo>
                  <a:pt x="1371141" y="1824659"/>
                </a:lnTo>
                <a:lnTo>
                  <a:pt x="1298976" y="1821261"/>
                </a:lnTo>
                <a:lnTo>
                  <a:pt x="1226811" y="1817967"/>
                </a:lnTo>
                <a:lnTo>
                  <a:pt x="1154645" y="1814770"/>
                </a:lnTo>
                <a:lnTo>
                  <a:pt x="1082480" y="1811666"/>
                </a:lnTo>
                <a:lnTo>
                  <a:pt x="1010314" y="1808650"/>
                </a:lnTo>
                <a:lnTo>
                  <a:pt x="938149" y="1805718"/>
                </a:lnTo>
                <a:lnTo>
                  <a:pt x="865984" y="1802864"/>
                </a:lnTo>
                <a:lnTo>
                  <a:pt x="793818" y="1800085"/>
                </a:lnTo>
                <a:lnTo>
                  <a:pt x="721653" y="1797377"/>
                </a:lnTo>
                <a:lnTo>
                  <a:pt x="649488" y="1794737"/>
                </a:lnTo>
                <a:lnTo>
                  <a:pt x="577322" y="1792161"/>
                </a:lnTo>
                <a:lnTo>
                  <a:pt x="505157" y="1789646"/>
                </a:lnTo>
                <a:lnTo>
                  <a:pt x="432992" y="1787189"/>
                </a:lnTo>
                <a:lnTo>
                  <a:pt x="360826" y="1784787"/>
                </a:lnTo>
                <a:lnTo>
                  <a:pt x="288661" y="1782438"/>
                </a:lnTo>
                <a:lnTo>
                  <a:pt x="216496" y="1780139"/>
                </a:lnTo>
                <a:lnTo>
                  <a:pt x="144330" y="1777887"/>
                </a:lnTo>
                <a:lnTo>
                  <a:pt x="72165" y="1775682"/>
                </a:lnTo>
                <a:lnTo>
                  <a:pt x="0" y="1773520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1257927" y="2070498"/>
            <a:ext cx="5701062" cy="1605855"/>
          </a:xfrm>
          <a:custGeom>
            <a:avLst/>
            <a:gdLst/>
            <a:ahLst/>
            <a:cxnLst/>
            <a:rect l="0" t="0" r="0" b="0"/>
            <a:pathLst>
              <a:path w="5701062" h="1605855">
                <a:moveTo>
                  <a:pt x="0" y="0"/>
                </a:moveTo>
                <a:lnTo>
                  <a:pt x="72165" y="28967"/>
                </a:lnTo>
                <a:lnTo>
                  <a:pt x="144330" y="57892"/>
                </a:lnTo>
                <a:lnTo>
                  <a:pt x="216496" y="86770"/>
                </a:lnTo>
                <a:lnTo>
                  <a:pt x="288661" y="115601"/>
                </a:lnTo>
                <a:lnTo>
                  <a:pt x="360826" y="144382"/>
                </a:lnTo>
                <a:lnTo>
                  <a:pt x="432992" y="173109"/>
                </a:lnTo>
                <a:lnTo>
                  <a:pt x="505157" y="201782"/>
                </a:lnTo>
                <a:lnTo>
                  <a:pt x="577322" y="230397"/>
                </a:lnTo>
                <a:lnTo>
                  <a:pt x="649488" y="258950"/>
                </a:lnTo>
                <a:lnTo>
                  <a:pt x="721653" y="287440"/>
                </a:lnTo>
                <a:lnTo>
                  <a:pt x="793818" y="315862"/>
                </a:lnTo>
                <a:lnTo>
                  <a:pt x="865984" y="344213"/>
                </a:lnTo>
                <a:lnTo>
                  <a:pt x="938149" y="372489"/>
                </a:lnTo>
                <a:lnTo>
                  <a:pt x="1010314" y="400686"/>
                </a:lnTo>
                <a:lnTo>
                  <a:pt x="1082480" y="428800"/>
                </a:lnTo>
                <a:lnTo>
                  <a:pt x="1154645" y="456826"/>
                </a:lnTo>
                <a:lnTo>
                  <a:pt x="1226811" y="484759"/>
                </a:lnTo>
                <a:lnTo>
                  <a:pt x="1298976" y="512594"/>
                </a:lnTo>
                <a:lnTo>
                  <a:pt x="1371141" y="540326"/>
                </a:lnTo>
                <a:lnTo>
                  <a:pt x="1443307" y="567948"/>
                </a:lnTo>
                <a:lnTo>
                  <a:pt x="1515472" y="595453"/>
                </a:lnTo>
                <a:lnTo>
                  <a:pt x="1587637" y="622836"/>
                </a:lnTo>
                <a:lnTo>
                  <a:pt x="1659803" y="650089"/>
                </a:lnTo>
                <a:lnTo>
                  <a:pt x="1731968" y="677203"/>
                </a:lnTo>
                <a:lnTo>
                  <a:pt x="1804133" y="704171"/>
                </a:lnTo>
                <a:lnTo>
                  <a:pt x="1876299" y="730983"/>
                </a:lnTo>
                <a:lnTo>
                  <a:pt x="1948464" y="757631"/>
                </a:lnTo>
                <a:lnTo>
                  <a:pt x="2020629" y="784103"/>
                </a:lnTo>
                <a:lnTo>
                  <a:pt x="2092795" y="810389"/>
                </a:lnTo>
                <a:lnTo>
                  <a:pt x="2164960" y="836478"/>
                </a:lnTo>
                <a:lnTo>
                  <a:pt x="2237125" y="862357"/>
                </a:lnTo>
                <a:lnTo>
                  <a:pt x="2309291" y="888012"/>
                </a:lnTo>
                <a:lnTo>
                  <a:pt x="2381456" y="913431"/>
                </a:lnTo>
                <a:lnTo>
                  <a:pt x="2453622" y="938599"/>
                </a:lnTo>
                <a:lnTo>
                  <a:pt x="2525787" y="963499"/>
                </a:lnTo>
                <a:lnTo>
                  <a:pt x="2597952" y="988116"/>
                </a:lnTo>
                <a:lnTo>
                  <a:pt x="2670118" y="1012433"/>
                </a:lnTo>
                <a:lnTo>
                  <a:pt x="2742283" y="1036431"/>
                </a:lnTo>
                <a:lnTo>
                  <a:pt x="2814448" y="1060093"/>
                </a:lnTo>
                <a:lnTo>
                  <a:pt x="2886614" y="1083399"/>
                </a:lnTo>
                <a:lnTo>
                  <a:pt x="2958779" y="1106329"/>
                </a:lnTo>
                <a:lnTo>
                  <a:pt x="3030944" y="1128863"/>
                </a:lnTo>
                <a:lnTo>
                  <a:pt x="3103110" y="1150981"/>
                </a:lnTo>
                <a:lnTo>
                  <a:pt x="3175275" y="1172662"/>
                </a:lnTo>
                <a:lnTo>
                  <a:pt x="3247440" y="1193885"/>
                </a:lnTo>
                <a:lnTo>
                  <a:pt x="3319606" y="1214632"/>
                </a:lnTo>
                <a:lnTo>
                  <a:pt x="3391771" y="1234881"/>
                </a:lnTo>
                <a:lnTo>
                  <a:pt x="3463936" y="1254616"/>
                </a:lnTo>
                <a:lnTo>
                  <a:pt x="3536102" y="1273819"/>
                </a:lnTo>
                <a:lnTo>
                  <a:pt x="3608267" y="1292474"/>
                </a:lnTo>
                <a:lnTo>
                  <a:pt x="3680433" y="1310567"/>
                </a:lnTo>
                <a:lnTo>
                  <a:pt x="3752598" y="1328088"/>
                </a:lnTo>
                <a:lnTo>
                  <a:pt x="3824763" y="1345026"/>
                </a:lnTo>
                <a:lnTo>
                  <a:pt x="3896929" y="1361375"/>
                </a:lnTo>
                <a:lnTo>
                  <a:pt x="3969094" y="1377132"/>
                </a:lnTo>
                <a:lnTo>
                  <a:pt x="4041259" y="1392296"/>
                </a:lnTo>
                <a:lnTo>
                  <a:pt x="4113425" y="1406867"/>
                </a:lnTo>
                <a:lnTo>
                  <a:pt x="4185590" y="1420853"/>
                </a:lnTo>
                <a:lnTo>
                  <a:pt x="4257755" y="1434258"/>
                </a:lnTo>
                <a:lnTo>
                  <a:pt x="4329921" y="1447095"/>
                </a:lnTo>
                <a:lnTo>
                  <a:pt x="4402086" y="1459375"/>
                </a:lnTo>
                <a:lnTo>
                  <a:pt x="4474251" y="1471112"/>
                </a:lnTo>
                <a:lnTo>
                  <a:pt x="4546417" y="1482323"/>
                </a:lnTo>
                <a:lnTo>
                  <a:pt x="4618582" y="1493026"/>
                </a:lnTo>
                <a:lnTo>
                  <a:pt x="4690748" y="1503239"/>
                </a:lnTo>
                <a:lnTo>
                  <a:pt x="4762913" y="1512981"/>
                </a:lnTo>
                <a:lnTo>
                  <a:pt x="4835078" y="1522273"/>
                </a:lnTo>
                <a:lnTo>
                  <a:pt x="4907244" y="1531136"/>
                </a:lnTo>
                <a:lnTo>
                  <a:pt x="4979409" y="1539590"/>
                </a:lnTo>
                <a:lnTo>
                  <a:pt x="5051574" y="1547655"/>
                </a:lnTo>
                <a:lnTo>
                  <a:pt x="5123740" y="1555351"/>
                </a:lnTo>
                <a:lnTo>
                  <a:pt x="5195905" y="1562698"/>
                </a:lnTo>
                <a:lnTo>
                  <a:pt x="5268070" y="1569714"/>
                </a:lnTo>
                <a:lnTo>
                  <a:pt x="5340236" y="1576419"/>
                </a:lnTo>
                <a:lnTo>
                  <a:pt x="5412401" y="1582830"/>
                </a:lnTo>
                <a:lnTo>
                  <a:pt x="5484566" y="1588964"/>
                </a:lnTo>
                <a:lnTo>
                  <a:pt x="5556732" y="1594835"/>
                </a:lnTo>
                <a:lnTo>
                  <a:pt x="5628897" y="1600461"/>
                </a:lnTo>
                <a:lnTo>
                  <a:pt x="5701062" y="1605855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257927" y="3844019"/>
            <a:ext cx="5701062" cy="853397"/>
          </a:xfrm>
          <a:custGeom>
            <a:avLst/>
            <a:gdLst/>
            <a:ahLst/>
            <a:cxnLst/>
            <a:rect l="0" t="0" r="0" b="0"/>
            <a:pathLst>
              <a:path w="5701062" h="853397">
                <a:moveTo>
                  <a:pt x="5701062" y="853397"/>
                </a:moveTo>
                <a:lnTo>
                  <a:pt x="5628897" y="827661"/>
                </a:lnTo>
                <a:lnTo>
                  <a:pt x="5556732" y="802157"/>
                </a:lnTo>
                <a:lnTo>
                  <a:pt x="5484566" y="776899"/>
                </a:lnTo>
                <a:lnTo>
                  <a:pt x="5412401" y="751902"/>
                </a:lnTo>
                <a:lnTo>
                  <a:pt x="5340236" y="727183"/>
                </a:lnTo>
                <a:lnTo>
                  <a:pt x="5268070" y="702759"/>
                </a:lnTo>
                <a:lnTo>
                  <a:pt x="5195905" y="678646"/>
                </a:lnTo>
                <a:lnTo>
                  <a:pt x="5123740" y="654863"/>
                </a:lnTo>
                <a:lnTo>
                  <a:pt x="5051574" y="631429"/>
                </a:lnTo>
                <a:lnTo>
                  <a:pt x="4979409" y="608364"/>
                </a:lnTo>
                <a:lnTo>
                  <a:pt x="4907244" y="585688"/>
                </a:lnTo>
                <a:lnTo>
                  <a:pt x="4835078" y="563421"/>
                </a:lnTo>
                <a:lnTo>
                  <a:pt x="4762913" y="541583"/>
                </a:lnTo>
                <a:lnTo>
                  <a:pt x="4690748" y="520196"/>
                </a:lnTo>
                <a:lnTo>
                  <a:pt x="4618582" y="499279"/>
                </a:lnTo>
                <a:lnTo>
                  <a:pt x="4546417" y="478852"/>
                </a:lnTo>
                <a:lnTo>
                  <a:pt x="4474251" y="458933"/>
                </a:lnTo>
                <a:lnTo>
                  <a:pt x="4402086" y="439541"/>
                </a:lnTo>
                <a:lnTo>
                  <a:pt x="4329921" y="420691"/>
                </a:lnTo>
                <a:lnTo>
                  <a:pt x="4257755" y="402398"/>
                </a:lnTo>
                <a:lnTo>
                  <a:pt x="4185590" y="384674"/>
                </a:lnTo>
                <a:lnTo>
                  <a:pt x="4113425" y="367529"/>
                </a:lnTo>
                <a:lnTo>
                  <a:pt x="4041259" y="350971"/>
                </a:lnTo>
                <a:lnTo>
                  <a:pt x="3969094" y="335005"/>
                </a:lnTo>
                <a:lnTo>
                  <a:pt x="3896929" y="319632"/>
                </a:lnTo>
                <a:lnTo>
                  <a:pt x="3824763" y="304852"/>
                </a:lnTo>
                <a:lnTo>
                  <a:pt x="3752598" y="290660"/>
                </a:lnTo>
                <a:lnTo>
                  <a:pt x="3680433" y="277051"/>
                </a:lnTo>
                <a:lnTo>
                  <a:pt x="3608267" y="264014"/>
                </a:lnTo>
                <a:lnTo>
                  <a:pt x="3536102" y="251539"/>
                </a:lnTo>
                <a:lnTo>
                  <a:pt x="3463936" y="239612"/>
                </a:lnTo>
                <a:lnTo>
                  <a:pt x="3391771" y="228217"/>
                </a:lnTo>
                <a:lnTo>
                  <a:pt x="3319606" y="217337"/>
                </a:lnTo>
                <a:lnTo>
                  <a:pt x="3247440" y="206954"/>
                </a:lnTo>
                <a:lnTo>
                  <a:pt x="3175275" y="197048"/>
                </a:lnTo>
                <a:lnTo>
                  <a:pt x="3103110" y="187599"/>
                </a:lnTo>
                <a:lnTo>
                  <a:pt x="3030944" y="178587"/>
                </a:lnTo>
                <a:lnTo>
                  <a:pt x="2958779" y="169991"/>
                </a:lnTo>
                <a:lnTo>
                  <a:pt x="2886614" y="161791"/>
                </a:lnTo>
                <a:lnTo>
                  <a:pt x="2814448" y="153967"/>
                </a:lnTo>
                <a:lnTo>
                  <a:pt x="2742283" y="146499"/>
                </a:lnTo>
                <a:lnTo>
                  <a:pt x="2670118" y="139368"/>
                </a:lnTo>
                <a:lnTo>
                  <a:pt x="2597952" y="132555"/>
                </a:lnTo>
                <a:lnTo>
                  <a:pt x="2525787" y="126042"/>
                </a:lnTo>
                <a:lnTo>
                  <a:pt x="2453622" y="119813"/>
                </a:lnTo>
                <a:lnTo>
                  <a:pt x="2381456" y="113851"/>
                </a:lnTo>
                <a:lnTo>
                  <a:pt x="2309291" y="108140"/>
                </a:lnTo>
                <a:lnTo>
                  <a:pt x="2237125" y="102666"/>
                </a:lnTo>
                <a:lnTo>
                  <a:pt x="2164960" y="97415"/>
                </a:lnTo>
                <a:lnTo>
                  <a:pt x="2092795" y="92373"/>
                </a:lnTo>
                <a:lnTo>
                  <a:pt x="2020629" y="87530"/>
                </a:lnTo>
                <a:lnTo>
                  <a:pt x="1948464" y="82872"/>
                </a:lnTo>
                <a:lnTo>
                  <a:pt x="1876299" y="78390"/>
                </a:lnTo>
                <a:lnTo>
                  <a:pt x="1804133" y="74073"/>
                </a:lnTo>
                <a:lnTo>
                  <a:pt x="1731968" y="69911"/>
                </a:lnTo>
                <a:lnTo>
                  <a:pt x="1659803" y="65895"/>
                </a:lnTo>
                <a:lnTo>
                  <a:pt x="1587637" y="62018"/>
                </a:lnTo>
                <a:lnTo>
                  <a:pt x="1515472" y="58271"/>
                </a:lnTo>
                <a:lnTo>
                  <a:pt x="1443307" y="54647"/>
                </a:lnTo>
                <a:lnTo>
                  <a:pt x="1371141" y="51139"/>
                </a:lnTo>
                <a:lnTo>
                  <a:pt x="1298976" y="47741"/>
                </a:lnTo>
                <a:lnTo>
                  <a:pt x="1226811" y="44446"/>
                </a:lnTo>
                <a:lnTo>
                  <a:pt x="1154645" y="41249"/>
                </a:lnTo>
                <a:lnTo>
                  <a:pt x="1082480" y="38146"/>
                </a:lnTo>
                <a:lnTo>
                  <a:pt x="1010314" y="35130"/>
                </a:lnTo>
                <a:lnTo>
                  <a:pt x="938149" y="32197"/>
                </a:lnTo>
                <a:lnTo>
                  <a:pt x="865984" y="29343"/>
                </a:lnTo>
                <a:lnTo>
                  <a:pt x="793818" y="26565"/>
                </a:lnTo>
                <a:lnTo>
                  <a:pt x="721653" y="23857"/>
                </a:lnTo>
                <a:lnTo>
                  <a:pt x="649488" y="21217"/>
                </a:lnTo>
                <a:lnTo>
                  <a:pt x="577322" y="18640"/>
                </a:lnTo>
                <a:lnTo>
                  <a:pt x="505157" y="16125"/>
                </a:lnTo>
                <a:lnTo>
                  <a:pt x="432992" y="13668"/>
                </a:lnTo>
                <a:lnTo>
                  <a:pt x="360826" y="11266"/>
                </a:lnTo>
                <a:lnTo>
                  <a:pt x="288661" y="8917"/>
                </a:lnTo>
                <a:lnTo>
                  <a:pt x="216496" y="6618"/>
                </a:lnTo>
                <a:lnTo>
                  <a:pt x="144330" y="4367"/>
                </a:lnTo>
                <a:lnTo>
                  <a:pt x="72165" y="2161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257927" y="2957259"/>
            <a:ext cx="5701062" cy="1229626"/>
          </a:xfrm>
          <a:custGeom>
            <a:avLst/>
            <a:gdLst/>
            <a:ahLst/>
            <a:cxnLst/>
            <a:rect l="0" t="0" r="0" b="0"/>
            <a:pathLst>
              <a:path w="5701062" h="1229626">
                <a:moveTo>
                  <a:pt x="0" y="0"/>
                </a:moveTo>
                <a:lnTo>
                  <a:pt x="72165" y="15564"/>
                </a:lnTo>
                <a:lnTo>
                  <a:pt x="144330" y="31129"/>
                </a:lnTo>
                <a:lnTo>
                  <a:pt x="216496" y="46694"/>
                </a:lnTo>
                <a:lnTo>
                  <a:pt x="288661" y="62259"/>
                </a:lnTo>
                <a:lnTo>
                  <a:pt x="360826" y="77824"/>
                </a:lnTo>
                <a:lnTo>
                  <a:pt x="432992" y="93389"/>
                </a:lnTo>
                <a:lnTo>
                  <a:pt x="505157" y="108954"/>
                </a:lnTo>
                <a:lnTo>
                  <a:pt x="577322" y="124519"/>
                </a:lnTo>
                <a:lnTo>
                  <a:pt x="649488" y="140084"/>
                </a:lnTo>
                <a:lnTo>
                  <a:pt x="721653" y="155648"/>
                </a:lnTo>
                <a:lnTo>
                  <a:pt x="793818" y="171213"/>
                </a:lnTo>
                <a:lnTo>
                  <a:pt x="865984" y="186778"/>
                </a:lnTo>
                <a:lnTo>
                  <a:pt x="938149" y="202343"/>
                </a:lnTo>
                <a:lnTo>
                  <a:pt x="1010314" y="217908"/>
                </a:lnTo>
                <a:lnTo>
                  <a:pt x="1082480" y="233473"/>
                </a:lnTo>
                <a:lnTo>
                  <a:pt x="1154645" y="249038"/>
                </a:lnTo>
                <a:lnTo>
                  <a:pt x="1226811" y="264603"/>
                </a:lnTo>
                <a:lnTo>
                  <a:pt x="1298976" y="280168"/>
                </a:lnTo>
                <a:lnTo>
                  <a:pt x="1371141" y="295732"/>
                </a:lnTo>
                <a:lnTo>
                  <a:pt x="1443307" y="311297"/>
                </a:lnTo>
                <a:lnTo>
                  <a:pt x="1515472" y="326862"/>
                </a:lnTo>
                <a:lnTo>
                  <a:pt x="1587637" y="342427"/>
                </a:lnTo>
                <a:lnTo>
                  <a:pt x="1659803" y="357992"/>
                </a:lnTo>
                <a:lnTo>
                  <a:pt x="1731968" y="373557"/>
                </a:lnTo>
                <a:lnTo>
                  <a:pt x="1804133" y="389122"/>
                </a:lnTo>
                <a:lnTo>
                  <a:pt x="1876299" y="404687"/>
                </a:lnTo>
                <a:lnTo>
                  <a:pt x="1948464" y="420252"/>
                </a:lnTo>
                <a:lnTo>
                  <a:pt x="2020629" y="435816"/>
                </a:lnTo>
                <a:lnTo>
                  <a:pt x="2092795" y="451381"/>
                </a:lnTo>
                <a:lnTo>
                  <a:pt x="2164960" y="466946"/>
                </a:lnTo>
                <a:lnTo>
                  <a:pt x="2237125" y="482511"/>
                </a:lnTo>
                <a:lnTo>
                  <a:pt x="2309291" y="498076"/>
                </a:lnTo>
                <a:lnTo>
                  <a:pt x="2381456" y="513641"/>
                </a:lnTo>
                <a:lnTo>
                  <a:pt x="2453622" y="529206"/>
                </a:lnTo>
                <a:lnTo>
                  <a:pt x="2525787" y="544771"/>
                </a:lnTo>
                <a:lnTo>
                  <a:pt x="2597952" y="560336"/>
                </a:lnTo>
                <a:lnTo>
                  <a:pt x="2670118" y="575900"/>
                </a:lnTo>
                <a:lnTo>
                  <a:pt x="2742283" y="591465"/>
                </a:lnTo>
                <a:lnTo>
                  <a:pt x="2814448" y="607030"/>
                </a:lnTo>
                <a:lnTo>
                  <a:pt x="2886614" y="622595"/>
                </a:lnTo>
                <a:lnTo>
                  <a:pt x="2958779" y="638160"/>
                </a:lnTo>
                <a:lnTo>
                  <a:pt x="3030944" y="653725"/>
                </a:lnTo>
                <a:lnTo>
                  <a:pt x="3103110" y="669290"/>
                </a:lnTo>
                <a:lnTo>
                  <a:pt x="3175275" y="684855"/>
                </a:lnTo>
                <a:lnTo>
                  <a:pt x="3247440" y="700420"/>
                </a:lnTo>
                <a:lnTo>
                  <a:pt x="3319606" y="715984"/>
                </a:lnTo>
                <a:lnTo>
                  <a:pt x="3391771" y="731549"/>
                </a:lnTo>
                <a:lnTo>
                  <a:pt x="3463936" y="747114"/>
                </a:lnTo>
                <a:lnTo>
                  <a:pt x="3536102" y="762679"/>
                </a:lnTo>
                <a:lnTo>
                  <a:pt x="3608267" y="778244"/>
                </a:lnTo>
                <a:lnTo>
                  <a:pt x="3680433" y="793809"/>
                </a:lnTo>
                <a:lnTo>
                  <a:pt x="3752598" y="809374"/>
                </a:lnTo>
                <a:lnTo>
                  <a:pt x="3824763" y="824939"/>
                </a:lnTo>
                <a:lnTo>
                  <a:pt x="3896929" y="840504"/>
                </a:lnTo>
                <a:lnTo>
                  <a:pt x="3969094" y="856068"/>
                </a:lnTo>
                <a:lnTo>
                  <a:pt x="4041259" y="871633"/>
                </a:lnTo>
                <a:lnTo>
                  <a:pt x="4113425" y="887198"/>
                </a:lnTo>
                <a:lnTo>
                  <a:pt x="4185590" y="902763"/>
                </a:lnTo>
                <a:lnTo>
                  <a:pt x="4257755" y="918328"/>
                </a:lnTo>
                <a:lnTo>
                  <a:pt x="4329921" y="933893"/>
                </a:lnTo>
                <a:lnTo>
                  <a:pt x="4402086" y="949458"/>
                </a:lnTo>
                <a:lnTo>
                  <a:pt x="4474251" y="965023"/>
                </a:lnTo>
                <a:lnTo>
                  <a:pt x="4546417" y="980588"/>
                </a:lnTo>
                <a:lnTo>
                  <a:pt x="4618582" y="996152"/>
                </a:lnTo>
                <a:lnTo>
                  <a:pt x="4690748" y="1011717"/>
                </a:lnTo>
                <a:lnTo>
                  <a:pt x="4762913" y="1027282"/>
                </a:lnTo>
                <a:lnTo>
                  <a:pt x="4835078" y="1042847"/>
                </a:lnTo>
                <a:lnTo>
                  <a:pt x="4907244" y="1058412"/>
                </a:lnTo>
                <a:lnTo>
                  <a:pt x="4979409" y="1073977"/>
                </a:lnTo>
                <a:lnTo>
                  <a:pt x="5051574" y="1089542"/>
                </a:lnTo>
                <a:lnTo>
                  <a:pt x="5123740" y="1105107"/>
                </a:lnTo>
                <a:lnTo>
                  <a:pt x="5195905" y="1120672"/>
                </a:lnTo>
                <a:lnTo>
                  <a:pt x="5268070" y="1136236"/>
                </a:lnTo>
                <a:lnTo>
                  <a:pt x="5340236" y="1151801"/>
                </a:lnTo>
                <a:lnTo>
                  <a:pt x="5412401" y="1167366"/>
                </a:lnTo>
                <a:lnTo>
                  <a:pt x="5484566" y="1182931"/>
                </a:lnTo>
                <a:lnTo>
                  <a:pt x="5556732" y="1198496"/>
                </a:lnTo>
                <a:lnTo>
                  <a:pt x="5628897" y="1214061"/>
                </a:lnTo>
                <a:lnTo>
                  <a:pt x="5701062" y="1229626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dash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5137119" y="456667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5137119" y="468258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5137119" y="476016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487520" y="416506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487520" y="443439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487520" y="407250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5945043" y="434096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5945043" y="397251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5945043" y="429098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5663808" y="492929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5663808" y="457856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5663808" y="489568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6278217" y="386532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6278217" y="420688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6278217" y="405881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3466102" y="392972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3466102" y="416170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3466102" y="415633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5425775" y="542198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5425775" y="538966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6710482" y="549050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6710482" y="538622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546223" y="3678868"/>
            <a:ext cx="5222962" cy="1451204"/>
          </a:xfrm>
          <a:custGeom>
            <a:avLst/>
            <a:gdLst/>
            <a:ahLst/>
            <a:cxnLst/>
            <a:rect l="0" t="0" r="0" b="0"/>
            <a:pathLst>
              <a:path w="5222962" h="1451204">
                <a:moveTo>
                  <a:pt x="0" y="0"/>
                </a:moveTo>
                <a:lnTo>
                  <a:pt x="66113" y="15772"/>
                </a:lnTo>
                <a:lnTo>
                  <a:pt x="132226" y="31515"/>
                </a:lnTo>
                <a:lnTo>
                  <a:pt x="198340" y="47226"/>
                </a:lnTo>
                <a:lnTo>
                  <a:pt x="264453" y="62904"/>
                </a:lnTo>
                <a:lnTo>
                  <a:pt x="330567" y="78547"/>
                </a:lnTo>
                <a:lnTo>
                  <a:pt x="396680" y="94154"/>
                </a:lnTo>
                <a:lnTo>
                  <a:pt x="462794" y="109722"/>
                </a:lnTo>
                <a:lnTo>
                  <a:pt x="528907" y="125250"/>
                </a:lnTo>
                <a:lnTo>
                  <a:pt x="595021" y="140735"/>
                </a:lnTo>
                <a:lnTo>
                  <a:pt x="661134" y="156175"/>
                </a:lnTo>
                <a:lnTo>
                  <a:pt x="727247" y="171567"/>
                </a:lnTo>
                <a:lnTo>
                  <a:pt x="793361" y="186910"/>
                </a:lnTo>
                <a:lnTo>
                  <a:pt x="859474" y="202200"/>
                </a:lnTo>
                <a:lnTo>
                  <a:pt x="925588" y="217435"/>
                </a:lnTo>
                <a:lnTo>
                  <a:pt x="991701" y="232610"/>
                </a:lnTo>
                <a:lnTo>
                  <a:pt x="1057815" y="247724"/>
                </a:lnTo>
                <a:lnTo>
                  <a:pt x="1123928" y="262771"/>
                </a:lnTo>
                <a:lnTo>
                  <a:pt x="1190042" y="277749"/>
                </a:lnTo>
                <a:lnTo>
                  <a:pt x="1256155" y="292653"/>
                </a:lnTo>
                <a:lnTo>
                  <a:pt x="1322269" y="307479"/>
                </a:lnTo>
                <a:lnTo>
                  <a:pt x="1388382" y="322223"/>
                </a:lnTo>
                <a:lnTo>
                  <a:pt x="1454495" y="336878"/>
                </a:lnTo>
                <a:lnTo>
                  <a:pt x="1520609" y="351440"/>
                </a:lnTo>
                <a:lnTo>
                  <a:pt x="1586722" y="365903"/>
                </a:lnTo>
                <a:lnTo>
                  <a:pt x="1652836" y="380261"/>
                </a:lnTo>
                <a:lnTo>
                  <a:pt x="1718949" y="394507"/>
                </a:lnTo>
                <a:lnTo>
                  <a:pt x="1785063" y="408635"/>
                </a:lnTo>
                <a:lnTo>
                  <a:pt x="1851176" y="422637"/>
                </a:lnTo>
                <a:lnTo>
                  <a:pt x="1917290" y="436505"/>
                </a:lnTo>
                <a:lnTo>
                  <a:pt x="1983403" y="450231"/>
                </a:lnTo>
                <a:lnTo>
                  <a:pt x="2049516" y="463806"/>
                </a:lnTo>
                <a:lnTo>
                  <a:pt x="2115630" y="477220"/>
                </a:lnTo>
                <a:lnTo>
                  <a:pt x="2181743" y="490465"/>
                </a:lnTo>
                <a:lnTo>
                  <a:pt x="2247857" y="503529"/>
                </a:lnTo>
                <a:lnTo>
                  <a:pt x="2313970" y="516402"/>
                </a:lnTo>
                <a:lnTo>
                  <a:pt x="2380084" y="529073"/>
                </a:lnTo>
                <a:lnTo>
                  <a:pt x="2446197" y="541530"/>
                </a:lnTo>
                <a:lnTo>
                  <a:pt x="2512311" y="553761"/>
                </a:lnTo>
                <a:lnTo>
                  <a:pt x="2578424" y="565755"/>
                </a:lnTo>
                <a:lnTo>
                  <a:pt x="2644538" y="577498"/>
                </a:lnTo>
                <a:lnTo>
                  <a:pt x="2710651" y="588978"/>
                </a:lnTo>
                <a:lnTo>
                  <a:pt x="2776764" y="600184"/>
                </a:lnTo>
                <a:lnTo>
                  <a:pt x="2842878" y="611102"/>
                </a:lnTo>
                <a:lnTo>
                  <a:pt x="2908991" y="621722"/>
                </a:lnTo>
                <a:lnTo>
                  <a:pt x="2975105" y="632032"/>
                </a:lnTo>
                <a:lnTo>
                  <a:pt x="3041218" y="642021"/>
                </a:lnTo>
                <a:lnTo>
                  <a:pt x="3107332" y="651680"/>
                </a:lnTo>
                <a:lnTo>
                  <a:pt x="3173445" y="661001"/>
                </a:lnTo>
                <a:lnTo>
                  <a:pt x="3239559" y="669976"/>
                </a:lnTo>
                <a:lnTo>
                  <a:pt x="3305672" y="678601"/>
                </a:lnTo>
                <a:lnTo>
                  <a:pt x="3371785" y="686870"/>
                </a:lnTo>
                <a:lnTo>
                  <a:pt x="3437899" y="694782"/>
                </a:lnTo>
                <a:lnTo>
                  <a:pt x="3504012" y="702336"/>
                </a:lnTo>
                <a:lnTo>
                  <a:pt x="3570126" y="709532"/>
                </a:lnTo>
                <a:lnTo>
                  <a:pt x="3636239" y="716374"/>
                </a:lnTo>
                <a:lnTo>
                  <a:pt x="3702353" y="722866"/>
                </a:lnTo>
                <a:lnTo>
                  <a:pt x="3768466" y="729014"/>
                </a:lnTo>
                <a:lnTo>
                  <a:pt x="3834580" y="734825"/>
                </a:lnTo>
                <a:lnTo>
                  <a:pt x="3900693" y="740308"/>
                </a:lnTo>
                <a:lnTo>
                  <a:pt x="3966807" y="745473"/>
                </a:lnTo>
                <a:lnTo>
                  <a:pt x="4032920" y="750331"/>
                </a:lnTo>
                <a:lnTo>
                  <a:pt x="4099033" y="754892"/>
                </a:lnTo>
                <a:lnTo>
                  <a:pt x="4165147" y="759168"/>
                </a:lnTo>
                <a:lnTo>
                  <a:pt x="4231260" y="763172"/>
                </a:lnTo>
                <a:lnTo>
                  <a:pt x="4297374" y="766916"/>
                </a:lnTo>
                <a:lnTo>
                  <a:pt x="4363487" y="770412"/>
                </a:lnTo>
                <a:lnTo>
                  <a:pt x="4429601" y="773673"/>
                </a:lnTo>
                <a:lnTo>
                  <a:pt x="4495714" y="776711"/>
                </a:lnTo>
                <a:lnTo>
                  <a:pt x="4561828" y="779537"/>
                </a:lnTo>
                <a:lnTo>
                  <a:pt x="4627941" y="782163"/>
                </a:lnTo>
                <a:lnTo>
                  <a:pt x="4694054" y="784601"/>
                </a:lnTo>
                <a:lnTo>
                  <a:pt x="4760168" y="786861"/>
                </a:lnTo>
                <a:lnTo>
                  <a:pt x="4826281" y="788952"/>
                </a:lnTo>
                <a:lnTo>
                  <a:pt x="4892395" y="790885"/>
                </a:lnTo>
                <a:lnTo>
                  <a:pt x="4958508" y="792670"/>
                </a:lnTo>
                <a:lnTo>
                  <a:pt x="5024622" y="794314"/>
                </a:lnTo>
                <a:lnTo>
                  <a:pt x="5090735" y="795825"/>
                </a:lnTo>
                <a:lnTo>
                  <a:pt x="5156849" y="797213"/>
                </a:lnTo>
                <a:lnTo>
                  <a:pt x="5222962" y="798483"/>
                </a:lnTo>
                <a:lnTo>
                  <a:pt x="5222962" y="1451204"/>
                </a:lnTo>
                <a:lnTo>
                  <a:pt x="5156849" y="1436934"/>
                </a:lnTo>
                <a:lnTo>
                  <a:pt x="5090735" y="1422781"/>
                </a:lnTo>
                <a:lnTo>
                  <a:pt x="5024622" y="1408752"/>
                </a:lnTo>
                <a:lnTo>
                  <a:pt x="4958508" y="1394855"/>
                </a:lnTo>
                <a:lnTo>
                  <a:pt x="4892395" y="1381098"/>
                </a:lnTo>
                <a:lnTo>
                  <a:pt x="4826281" y="1367491"/>
                </a:lnTo>
                <a:lnTo>
                  <a:pt x="4760168" y="1354042"/>
                </a:lnTo>
                <a:lnTo>
                  <a:pt x="4694054" y="1340760"/>
                </a:lnTo>
                <a:lnTo>
                  <a:pt x="4627941" y="1327657"/>
                </a:lnTo>
                <a:lnTo>
                  <a:pt x="4561828" y="1314743"/>
                </a:lnTo>
                <a:lnTo>
                  <a:pt x="4495714" y="1302028"/>
                </a:lnTo>
                <a:lnTo>
                  <a:pt x="4429601" y="1289525"/>
                </a:lnTo>
                <a:lnTo>
                  <a:pt x="4363487" y="1277245"/>
                </a:lnTo>
                <a:lnTo>
                  <a:pt x="4297374" y="1265201"/>
                </a:lnTo>
                <a:lnTo>
                  <a:pt x="4231260" y="1253404"/>
                </a:lnTo>
                <a:lnTo>
                  <a:pt x="4165147" y="1241867"/>
                </a:lnTo>
                <a:lnTo>
                  <a:pt x="4099033" y="1230602"/>
                </a:lnTo>
                <a:lnTo>
                  <a:pt x="4032920" y="1219623"/>
                </a:lnTo>
                <a:lnTo>
                  <a:pt x="3966807" y="1208939"/>
                </a:lnTo>
                <a:lnTo>
                  <a:pt x="3900693" y="1198563"/>
                </a:lnTo>
                <a:lnTo>
                  <a:pt x="3834580" y="1188506"/>
                </a:lnTo>
                <a:lnTo>
                  <a:pt x="3768466" y="1178776"/>
                </a:lnTo>
                <a:lnTo>
                  <a:pt x="3702353" y="1169383"/>
                </a:lnTo>
                <a:lnTo>
                  <a:pt x="3636239" y="1160334"/>
                </a:lnTo>
                <a:lnTo>
                  <a:pt x="3570126" y="1151636"/>
                </a:lnTo>
                <a:lnTo>
                  <a:pt x="3504012" y="1143291"/>
                </a:lnTo>
                <a:lnTo>
                  <a:pt x="3437899" y="1135304"/>
                </a:lnTo>
                <a:lnTo>
                  <a:pt x="3371785" y="1127675"/>
                </a:lnTo>
                <a:lnTo>
                  <a:pt x="3305672" y="1120403"/>
                </a:lnTo>
                <a:lnTo>
                  <a:pt x="3239559" y="1113487"/>
                </a:lnTo>
                <a:lnTo>
                  <a:pt x="3173445" y="1106922"/>
                </a:lnTo>
                <a:lnTo>
                  <a:pt x="3107332" y="1100702"/>
                </a:lnTo>
                <a:lnTo>
                  <a:pt x="3041218" y="1094820"/>
                </a:lnTo>
                <a:lnTo>
                  <a:pt x="2975105" y="1089269"/>
                </a:lnTo>
                <a:lnTo>
                  <a:pt x="2908991" y="1084037"/>
                </a:lnTo>
                <a:lnTo>
                  <a:pt x="2842878" y="1079116"/>
                </a:lnTo>
                <a:lnTo>
                  <a:pt x="2776764" y="1074494"/>
                </a:lnTo>
                <a:lnTo>
                  <a:pt x="2710651" y="1070159"/>
                </a:lnTo>
                <a:lnTo>
                  <a:pt x="2644538" y="1066098"/>
                </a:lnTo>
                <a:lnTo>
                  <a:pt x="2578424" y="1062301"/>
                </a:lnTo>
                <a:lnTo>
                  <a:pt x="2512311" y="1058753"/>
                </a:lnTo>
                <a:lnTo>
                  <a:pt x="2446197" y="1055444"/>
                </a:lnTo>
                <a:lnTo>
                  <a:pt x="2380084" y="1052360"/>
                </a:lnTo>
                <a:lnTo>
                  <a:pt x="2313970" y="1049490"/>
                </a:lnTo>
                <a:lnTo>
                  <a:pt x="2247857" y="1046822"/>
                </a:lnTo>
                <a:lnTo>
                  <a:pt x="2181743" y="1044346"/>
                </a:lnTo>
                <a:lnTo>
                  <a:pt x="2115630" y="1042050"/>
                </a:lnTo>
                <a:lnTo>
                  <a:pt x="2049516" y="1039923"/>
                </a:lnTo>
                <a:lnTo>
                  <a:pt x="1983403" y="1037957"/>
                </a:lnTo>
                <a:lnTo>
                  <a:pt x="1917290" y="1036143"/>
                </a:lnTo>
                <a:lnTo>
                  <a:pt x="1851176" y="1034470"/>
                </a:lnTo>
                <a:lnTo>
                  <a:pt x="1785063" y="1032931"/>
                </a:lnTo>
                <a:lnTo>
                  <a:pt x="1718949" y="1031518"/>
                </a:lnTo>
                <a:lnTo>
                  <a:pt x="1652836" y="1030223"/>
                </a:lnTo>
                <a:lnTo>
                  <a:pt x="1586722" y="1029040"/>
                </a:lnTo>
                <a:lnTo>
                  <a:pt x="1520609" y="1027963"/>
                </a:lnTo>
                <a:lnTo>
                  <a:pt x="1454495" y="1026984"/>
                </a:lnTo>
                <a:lnTo>
                  <a:pt x="1388382" y="1026098"/>
                </a:lnTo>
                <a:lnTo>
                  <a:pt x="1322269" y="1025301"/>
                </a:lnTo>
                <a:lnTo>
                  <a:pt x="1256155" y="1024586"/>
                </a:lnTo>
                <a:lnTo>
                  <a:pt x="1190042" y="1023949"/>
                </a:lnTo>
                <a:lnTo>
                  <a:pt x="1123928" y="1023386"/>
                </a:lnTo>
                <a:lnTo>
                  <a:pt x="1057815" y="1022893"/>
                </a:lnTo>
                <a:lnTo>
                  <a:pt x="991701" y="1022466"/>
                </a:lnTo>
                <a:lnTo>
                  <a:pt x="925588" y="1022100"/>
                </a:lnTo>
                <a:lnTo>
                  <a:pt x="859474" y="1021794"/>
                </a:lnTo>
                <a:lnTo>
                  <a:pt x="793361" y="1021543"/>
                </a:lnTo>
                <a:lnTo>
                  <a:pt x="727247" y="1021345"/>
                </a:lnTo>
                <a:lnTo>
                  <a:pt x="661134" y="1021197"/>
                </a:lnTo>
                <a:lnTo>
                  <a:pt x="595021" y="1021096"/>
                </a:lnTo>
                <a:lnTo>
                  <a:pt x="528907" y="1021041"/>
                </a:lnTo>
                <a:lnTo>
                  <a:pt x="462794" y="1021027"/>
                </a:lnTo>
                <a:lnTo>
                  <a:pt x="396680" y="1021055"/>
                </a:lnTo>
                <a:lnTo>
                  <a:pt x="330567" y="1021120"/>
                </a:lnTo>
                <a:lnTo>
                  <a:pt x="264453" y="1021223"/>
                </a:lnTo>
                <a:lnTo>
                  <a:pt x="198340" y="1021360"/>
                </a:lnTo>
                <a:lnTo>
                  <a:pt x="132226" y="1021530"/>
                </a:lnTo>
                <a:lnTo>
                  <a:pt x="66113" y="1021732"/>
                </a:lnTo>
                <a:lnTo>
                  <a:pt x="0" y="1021964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546223" y="3678868"/>
            <a:ext cx="5222962" cy="798483"/>
          </a:xfrm>
          <a:custGeom>
            <a:avLst/>
            <a:gdLst/>
            <a:ahLst/>
            <a:cxnLst/>
            <a:rect l="0" t="0" r="0" b="0"/>
            <a:pathLst>
              <a:path w="5222962" h="798483">
                <a:moveTo>
                  <a:pt x="0" y="0"/>
                </a:moveTo>
                <a:lnTo>
                  <a:pt x="66113" y="15772"/>
                </a:lnTo>
                <a:lnTo>
                  <a:pt x="132226" y="31515"/>
                </a:lnTo>
                <a:lnTo>
                  <a:pt x="198340" y="47226"/>
                </a:lnTo>
                <a:lnTo>
                  <a:pt x="264453" y="62904"/>
                </a:lnTo>
                <a:lnTo>
                  <a:pt x="330567" y="78547"/>
                </a:lnTo>
                <a:lnTo>
                  <a:pt x="396680" y="94154"/>
                </a:lnTo>
                <a:lnTo>
                  <a:pt x="462794" y="109722"/>
                </a:lnTo>
                <a:lnTo>
                  <a:pt x="528907" y="125250"/>
                </a:lnTo>
                <a:lnTo>
                  <a:pt x="595021" y="140735"/>
                </a:lnTo>
                <a:lnTo>
                  <a:pt x="661134" y="156175"/>
                </a:lnTo>
                <a:lnTo>
                  <a:pt x="727247" y="171567"/>
                </a:lnTo>
                <a:lnTo>
                  <a:pt x="793361" y="186910"/>
                </a:lnTo>
                <a:lnTo>
                  <a:pt x="859474" y="202200"/>
                </a:lnTo>
                <a:lnTo>
                  <a:pt x="925588" y="217435"/>
                </a:lnTo>
                <a:lnTo>
                  <a:pt x="991701" y="232610"/>
                </a:lnTo>
                <a:lnTo>
                  <a:pt x="1057815" y="247724"/>
                </a:lnTo>
                <a:lnTo>
                  <a:pt x="1123928" y="262771"/>
                </a:lnTo>
                <a:lnTo>
                  <a:pt x="1190042" y="277749"/>
                </a:lnTo>
                <a:lnTo>
                  <a:pt x="1256155" y="292653"/>
                </a:lnTo>
                <a:lnTo>
                  <a:pt x="1322269" y="307479"/>
                </a:lnTo>
                <a:lnTo>
                  <a:pt x="1388382" y="322223"/>
                </a:lnTo>
                <a:lnTo>
                  <a:pt x="1454495" y="336878"/>
                </a:lnTo>
                <a:lnTo>
                  <a:pt x="1520609" y="351440"/>
                </a:lnTo>
                <a:lnTo>
                  <a:pt x="1586722" y="365903"/>
                </a:lnTo>
                <a:lnTo>
                  <a:pt x="1652836" y="380261"/>
                </a:lnTo>
                <a:lnTo>
                  <a:pt x="1718949" y="394507"/>
                </a:lnTo>
                <a:lnTo>
                  <a:pt x="1785063" y="408635"/>
                </a:lnTo>
                <a:lnTo>
                  <a:pt x="1851176" y="422637"/>
                </a:lnTo>
                <a:lnTo>
                  <a:pt x="1917290" y="436505"/>
                </a:lnTo>
                <a:lnTo>
                  <a:pt x="1983403" y="450231"/>
                </a:lnTo>
                <a:lnTo>
                  <a:pt x="2049516" y="463806"/>
                </a:lnTo>
                <a:lnTo>
                  <a:pt x="2115630" y="477220"/>
                </a:lnTo>
                <a:lnTo>
                  <a:pt x="2181743" y="490465"/>
                </a:lnTo>
                <a:lnTo>
                  <a:pt x="2247857" y="503529"/>
                </a:lnTo>
                <a:lnTo>
                  <a:pt x="2313970" y="516402"/>
                </a:lnTo>
                <a:lnTo>
                  <a:pt x="2380084" y="529073"/>
                </a:lnTo>
                <a:lnTo>
                  <a:pt x="2446197" y="541530"/>
                </a:lnTo>
                <a:lnTo>
                  <a:pt x="2512311" y="553761"/>
                </a:lnTo>
                <a:lnTo>
                  <a:pt x="2578424" y="565755"/>
                </a:lnTo>
                <a:lnTo>
                  <a:pt x="2644538" y="577498"/>
                </a:lnTo>
                <a:lnTo>
                  <a:pt x="2710651" y="588978"/>
                </a:lnTo>
                <a:lnTo>
                  <a:pt x="2776764" y="600184"/>
                </a:lnTo>
                <a:lnTo>
                  <a:pt x="2842878" y="611102"/>
                </a:lnTo>
                <a:lnTo>
                  <a:pt x="2908991" y="621722"/>
                </a:lnTo>
                <a:lnTo>
                  <a:pt x="2975105" y="632032"/>
                </a:lnTo>
                <a:lnTo>
                  <a:pt x="3041218" y="642021"/>
                </a:lnTo>
                <a:lnTo>
                  <a:pt x="3107332" y="651680"/>
                </a:lnTo>
                <a:lnTo>
                  <a:pt x="3173445" y="661001"/>
                </a:lnTo>
                <a:lnTo>
                  <a:pt x="3239559" y="669976"/>
                </a:lnTo>
                <a:lnTo>
                  <a:pt x="3305672" y="678601"/>
                </a:lnTo>
                <a:lnTo>
                  <a:pt x="3371785" y="686870"/>
                </a:lnTo>
                <a:lnTo>
                  <a:pt x="3437899" y="694782"/>
                </a:lnTo>
                <a:lnTo>
                  <a:pt x="3504012" y="702336"/>
                </a:lnTo>
                <a:lnTo>
                  <a:pt x="3570126" y="709532"/>
                </a:lnTo>
                <a:lnTo>
                  <a:pt x="3636239" y="716374"/>
                </a:lnTo>
                <a:lnTo>
                  <a:pt x="3702353" y="722866"/>
                </a:lnTo>
                <a:lnTo>
                  <a:pt x="3768466" y="729014"/>
                </a:lnTo>
                <a:lnTo>
                  <a:pt x="3834580" y="734825"/>
                </a:lnTo>
                <a:lnTo>
                  <a:pt x="3900693" y="740308"/>
                </a:lnTo>
                <a:lnTo>
                  <a:pt x="3966807" y="745473"/>
                </a:lnTo>
                <a:lnTo>
                  <a:pt x="4032920" y="750331"/>
                </a:lnTo>
                <a:lnTo>
                  <a:pt x="4099033" y="754892"/>
                </a:lnTo>
                <a:lnTo>
                  <a:pt x="4165147" y="759168"/>
                </a:lnTo>
                <a:lnTo>
                  <a:pt x="4231260" y="763172"/>
                </a:lnTo>
                <a:lnTo>
                  <a:pt x="4297374" y="766916"/>
                </a:lnTo>
                <a:lnTo>
                  <a:pt x="4363487" y="770412"/>
                </a:lnTo>
                <a:lnTo>
                  <a:pt x="4429601" y="773673"/>
                </a:lnTo>
                <a:lnTo>
                  <a:pt x="4495714" y="776711"/>
                </a:lnTo>
                <a:lnTo>
                  <a:pt x="4561828" y="779537"/>
                </a:lnTo>
                <a:lnTo>
                  <a:pt x="4627941" y="782163"/>
                </a:lnTo>
                <a:lnTo>
                  <a:pt x="4694054" y="784601"/>
                </a:lnTo>
                <a:lnTo>
                  <a:pt x="4760168" y="786861"/>
                </a:lnTo>
                <a:lnTo>
                  <a:pt x="4826281" y="788952"/>
                </a:lnTo>
                <a:lnTo>
                  <a:pt x="4892395" y="790885"/>
                </a:lnTo>
                <a:lnTo>
                  <a:pt x="4958508" y="792670"/>
                </a:lnTo>
                <a:lnTo>
                  <a:pt x="5024622" y="794314"/>
                </a:lnTo>
                <a:lnTo>
                  <a:pt x="5090735" y="795825"/>
                </a:lnTo>
                <a:lnTo>
                  <a:pt x="5156849" y="797213"/>
                </a:lnTo>
                <a:lnTo>
                  <a:pt x="5222962" y="798483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546223" y="4699896"/>
            <a:ext cx="5222962" cy="430177"/>
          </a:xfrm>
          <a:custGeom>
            <a:avLst/>
            <a:gdLst/>
            <a:ahLst/>
            <a:cxnLst/>
            <a:rect l="0" t="0" r="0" b="0"/>
            <a:pathLst>
              <a:path w="5222962" h="430177">
                <a:moveTo>
                  <a:pt x="5222962" y="430177"/>
                </a:moveTo>
                <a:lnTo>
                  <a:pt x="5156849" y="415906"/>
                </a:lnTo>
                <a:lnTo>
                  <a:pt x="5090735" y="401753"/>
                </a:lnTo>
                <a:lnTo>
                  <a:pt x="5024622" y="387724"/>
                </a:lnTo>
                <a:lnTo>
                  <a:pt x="4958508" y="373827"/>
                </a:lnTo>
                <a:lnTo>
                  <a:pt x="4892395" y="360070"/>
                </a:lnTo>
                <a:lnTo>
                  <a:pt x="4826281" y="346463"/>
                </a:lnTo>
                <a:lnTo>
                  <a:pt x="4760168" y="333014"/>
                </a:lnTo>
                <a:lnTo>
                  <a:pt x="4694054" y="319732"/>
                </a:lnTo>
                <a:lnTo>
                  <a:pt x="4627941" y="306629"/>
                </a:lnTo>
                <a:lnTo>
                  <a:pt x="4561828" y="293715"/>
                </a:lnTo>
                <a:lnTo>
                  <a:pt x="4495714" y="281000"/>
                </a:lnTo>
                <a:lnTo>
                  <a:pt x="4429601" y="268497"/>
                </a:lnTo>
                <a:lnTo>
                  <a:pt x="4363487" y="256217"/>
                </a:lnTo>
                <a:lnTo>
                  <a:pt x="4297374" y="244173"/>
                </a:lnTo>
                <a:lnTo>
                  <a:pt x="4231260" y="232376"/>
                </a:lnTo>
                <a:lnTo>
                  <a:pt x="4165147" y="220839"/>
                </a:lnTo>
                <a:lnTo>
                  <a:pt x="4099033" y="209575"/>
                </a:lnTo>
                <a:lnTo>
                  <a:pt x="4032920" y="198595"/>
                </a:lnTo>
                <a:lnTo>
                  <a:pt x="3966807" y="187911"/>
                </a:lnTo>
                <a:lnTo>
                  <a:pt x="3900693" y="177535"/>
                </a:lnTo>
                <a:lnTo>
                  <a:pt x="3834580" y="167478"/>
                </a:lnTo>
                <a:lnTo>
                  <a:pt x="3768466" y="157748"/>
                </a:lnTo>
                <a:lnTo>
                  <a:pt x="3702353" y="148355"/>
                </a:lnTo>
                <a:lnTo>
                  <a:pt x="3636239" y="139306"/>
                </a:lnTo>
                <a:lnTo>
                  <a:pt x="3570126" y="130608"/>
                </a:lnTo>
                <a:lnTo>
                  <a:pt x="3504012" y="122263"/>
                </a:lnTo>
                <a:lnTo>
                  <a:pt x="3437899" y="114276"/>
                </a:lnTo>
                <a:lnTo>
                  <a:pt x="3371785" y="106647"/>
                </a:lnTo>
                <a:lnTo>
                  <a:pt x="3305672" y="99375"/>
                </a:lnTo>
                <a:lnTo>
                  <a:pt x="3239559" y="92459"/>
                </a:lnTo>
                <a:lnTo>
                  <a:pt x="3173445" y="85894"/>
                </a:lnTo>
                <a:lnTo>
                  <a:pt x="3107332" y="79674"/>
                </a:lnTo>
                <a:lnTo>
                  <a:pt x="3041218" y="73792"/>
                </a:lnTo>
                <a:lnTo>
                  <a:pt x="2975105" y="68241"/>
                </a:lnTo>
                <a:lnTo>
                  <a:pt x="2908991" y="63010"/>
                </a:lnTo>
                <a:lnTo>
                  <a:pt x="2842878" y="58088"/>
                </a:lnTo>
                <a:lnTo>
                  <a:pt x="2776764" y="53466"/>
                </a:lnTo>
                <a:lnTo>
                  <a:pt x="2710651" y="49131"/>
                </a:lnTo>
                <a:lnTo>
                  <a:pt x="2644538" y="45070"/>
                </a:lnTo>
                <a:lnTo>
                  <a:pt x="2578424" y="41273"/>
                </a:lnTo>
                <a:lnTo>
                  <a:pt x="2512311" y="37725"/>
                </a:lnTo>
                <a:lnTo>
                  <a:pt x="2446197" y="34416"/>
                </a:lnTo>
                <a:lnTo>
                  <a:pt x="2380084" y="31332"/>
                </a:lnTo>
                <a:lnTo>
                  <a:pt x="2313970" y="28462"/>
                </a:lnTo>
                <a:lnTo>
                  <a:pt x="2247857" y="25794"/>
                </a:lnTo>
                <a:lnTo>
                  <a:pt x="2181743" y="23318"/>
                </a:lnTo>
                <a:lnTo>
                  <a:pt x="2115630" y="21022"/>
                </a:lnTo>
                <a:lnTo>
                  <a:pt x="2049516" y="18895"/>
                </a:lnTo>
                <a:lnTo>
                  <a:pt x="1983403" y="16930"/>
                </a:lnTo>
                <a:lnTo>
                  <a:pt x="1917290" y="15115"/>
                </a:lnTo>
                <a:lnTo>
                  <a:pt x="1851176" y="13442"/>
                </a:lnTo>
                <a:lnTo>
                  <a:pt x="1785063" y="11903"/>
                </a:lnTo>
                <a:lnTo>
                  <a:pt x="1718949" y="10490"/>
                </a:lnTo>
                <a:lnTo>
                  <a:pt x="1652836" y="9195"/>
                </a:lnTo>
                <a:lnTo>
                  <a:pt x="1586722" y="8012"/>
                </a:lnTo>
                <a:lnTo>
                  <a:pt x="1520609" y="6935"/>
                </a:lnTo>
                <a:lnTo>
                  <a:pt x="1454495" y="5956"/>
                </a:lnTo>
                <a:lnTo>
                  <a:pt x="1388382" y="5070"/>
                </a:lnTo>
                <a:lnTo>
                  <a:pt x="1322269" y="4273"/>
                </a:lnTo>
                <a:lnTo>
                  <a:pt x="1256155" y="3558"/>
                </a:lnTo>
                <a:lnTo>
                  <a:pt x="1190042" y="2921"/>
                </a:lnTo>
                <a:lnTo>
                  <a:pt x="1123928" y="2358"/>
                </a:lnTo>
                <a:lnTo>
                  <a:pt x="1057815" y="1865"/>
                </a:lnTo>
                <a:lnTo>
                  <a:pt x="991701" y="1438"/>
                </a:lnTo>
                <a:lnTo>
                  <a:pt x="925588" y="1073"/>
                </a:lnTo>
                <a:lnTo>
                  <a:pt x="859474" y="766"/>
                </a:lnTo>
                <a:lnTo>
                  <a:pt x="793361" y="515"/>
                </a:lnTo>
                <a:lnTo>
                  <a:pt x="727247" y="317"/>
                </a:lnTo>
                <a:lnTo>
                  <a:pt x="661134" y="169"/>
                </a:lnTo>
                <a:lnTo>
                  <a:pt x="595021" y="69"/>
                </a:lnTo>
                <a:lnTo>
                  <a:pt x="528907" y="13"/>
                </a:lnTo>
                <a:lnTo>
                  <a:pt x="462794" y="0"/>
                </a:lnTo>
                <a:lnTo>
                  <a:pt x="396680" y="27"/>
                </a:lnTo>
                <a:lnTo>
                  <a:pt x="330567" y="93"/>
                </a:lnTo>
                <a:lnTo>
                  <a:pt x="264453" y="195"/>
                </a:lnTo>
                <a:lnTo>
                  <a:pt x="198340" y="332"/>
                </a:lnTo>
                <a:lnTo>
                  <a:pt x="132226" y="502"/>
                </a:lnTo>
                <a:lnTo>
                  <a:pt x="66113" y="704"/>
                </a:lnTo>
                <a:lnTo>
                  <a:pt x="0" y="936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1546223" y="4189850"/>
            <a:ext cx="5222962" cy="613861"/>
          </a:xfrm>
          <a:custGeom>
            <a:avLst/>
            <a:gdLst/>
            <a:ahLst/>
            <a:cxnLst/>
            <a:rect l="0" t="0" r="0" b="0"/>
            <a:pathLst>
              <a:path w="5222962" h="613861">
                <a:moveTo>
                  <a:pt x="0" y="0"/>
                </a:moveTo>
                <a:lnTo>
                  <a:pt x="66113" y="7770"/>
                </a:lnTo>
                <a:lnTo>
                  <a:pt x="132226" y="15540"/>
                </a:lnTo>
                <a:lnTo>
                  <a:pt x="198340" y="23311"/>
                </a:lnTo>
                <a:lnTo>
                  <a:pt x="264453" y="31081"/>
                </a:lnTo>
                <a:lnTo>
                  <a:pt x="330567" y="38852"/>
                </a:lnTo>
                <a:lnTo>
                  <a:pt x="396680" y="46622"/>
                </a:lnTo>
                <a:lnTo>
                  <a:pt x="462794" y="54392"/>
                </a:lnTo>
                <a:lnTo>
                  <a:pt x="528907" y="62163"/>
                </a:lnTo>
                <a:lnTo>
                  <a:pt x="595021" y="69933"/>
                </a:lnTo>
                <a:lnTo>
                  <a:pt x="661134" y="77704"/>
                </a:lnTo>
                <a:lnTo>
                  <a:pt x="727247" y="85474"/>
                </a:lnTo>
                <a:lnTo>
                  <a:pt x="793361" y="93244"/>
                </a:lnTo>
                <a:lnTo>
                  <a:pt x="859474" y="101015"/>
                </a:lnTo>
                <a:lnTo>
                  <a:pt x="925588" y="108785"/>
                </a:lnTo>
                <a:lnTo>
                  <a:pt x="991701" y="116556"/>
                </a:lnTo>
                <a:lnTo>
                  <a:pt x="1057815" y="124326"/>
                </a:lnTo>
                <a:lnTo>
                  <a:pt x="1123928" y="132096"/>
                </a:lnTo>
                <a:lnTo>
                  <a:pt x="1190042" y="139867"/>
                </a:lnTo>
                <a:lnTo>
                  <a:pt x="1256155" y="147637"/>
                </a:lnTo>
                <a:lnTo>
                  <a:pt x="1322269" y="155408"/>
                </a:lnTo>
                <a:lnTo>
                  <a:pt x="1388382" y="163178"/>
                </a:lnTo>
                <a:lnTo>
                  <a:pt x="1454495" y="170948"/>
                </a:lnTo>
                <a:lnTo>
                  <a:pt x="1520609" y="178719"/>
                </a:lnTo>
                <a:lnTo>
                  <a:pt x="1586722" y="186489"/>
                </a:lnTo>
                <a:lnTo>
                  <a:pt x="1652836" y="194260"/>
                </a:lnTo>
                <a:lnTo>
                  <a:pt x="1718949" y="202030"/>
                </a:lnTo>
                <a:lnTo>
                  <a:pt x="1785063" y="209800"/>
                </a:lnTo>
                <a:lnTo>
                  <a:pt x="1851176" y="217571"/>
                </a:lnTo>
                <a:lnTo>
                  <a:pt x="1917290" y="225341"/>
                </a:lnTo>
                <a:lnTo>
                  <a:pt x="1983403" y="233112"/>
                </a:lnTo>
                <a:lnTo>
                  <a:pt x="2049516" y="240882"/>
                </a:lnTo>
                <a:lnTo>
                  <a:pt x="2115630" y="248652"/>
                </a:lnTo>
                <a:lnTo>
                  <a:pt x="2181743" y="256423"/>
                </a:lnTo>
                <a:lnTo>
                  <a:pt x="2247857" y="264193"/>
                </a:lnTo>
                <a:lnTo>
                  <a:pt x="2313970" y="271964"/>
                </a:lnTo>
                <a:lnTo>
                  <a:pt x="2380084" y="279734"/>
                </a:lnTo>
                <a:lnTo>
                  <a:pt x="2446197" y="287504"/>
                </a:lnTo>
                <a:lnTo>
                  <a:pt x="2512311" y="295275"/>
                </a:lnTo>
                <a:lnTo>
                  <a:pt x="2578424" y="303045"/>
                </a:lnTo>
                <a:lnTo>
                  <a:pt x="2644538" y="310816"/>
                </a:lnTo>
                <a:lnTo>
                  <a:pt x="2710651" y="318586"/>
                </a:lnTo>
                <a:lnTo>
                  <a:pt x="2776764" y="326356"/>
                </a:lnTo>
                <a:lnTo>
                  <a:pt x="2842878" y="334127"/>
                </a:lnTo>
                <a:lnTo>
                  <a:pt x="2908991" y="341897"/>
                </a:lnTo>
                <a:lnTo>
                  <a:pt x="2975105" y="349668"/>
                </a:lnTo>
                <a:lnTo>
                  <a:pt x="3041218" y="357438"/>
                </a:lnTo>
                <a:lnTo>
                  <a:pt x="3107332" y="365208"/>
                </a:lnTo>
                <a:lnTo>
                  <a:pt x="3173445" y="372979"/>
                </a:lnTo>
                <a:lnTo>
                  <a:pt x="3239559" y="380749"/>
                </a:lnTo>
                <a:lnTo>
                  <a:pt x="3305672" y="388520"/>
                </a:lnTo>
                <a:lnTo>
                  <a:pt x="3371785" y="396290"/>
                </a:lnTo>
                <a:lnTo>
                  <a:pt x="3437899" y="404061"/>
                </a:lnTo>
                <a:lnTo>
                  <a:pt x="3504012" y="411831"/>
                </a:lnTo>
                <a:lnTo>
                  <a:pt x="3570126" y="419601"/>
                </a:lnTo>
                <a:lnTo>
                  <a:pt x="3636239" y="427372"/>
                </a:lnTo>
                <a:lnTo>
                  <a:pt x="3702353" y="435142"/>
                </a:lnTo>
                <a:lnTo>
                  <a:pt x="3768466" y="442913"/>
                </a:lnTo>
                <a:lnTo>
                  <a:pt x="3834580" y="450683"/>
                </a:lnTo>
                <a:lnTo>
                  <a:pt x="3900693" y="458453"/>
                </a:lnTo>
                <a:lnTo>
                  <a:pt x="3966807" y="466224"/>
                </a:lnTo>
                <a:lnTo>
                  <a:pt x="4032920" y="473994"/>
                </a:lnTo>
                <a:lnTo>
                  <a:pt x="4099033" y="481765"/>
                </a:lnTo>
                <a:lnTo>
                  <a:pt x="4165147" y="489535"/>
                </a:lnTo>
                <a:lnTo>
                  <a:pt x="4231260" y="497305"/>
                </a:lnTo>
                <a:lnTo>
                  <a:pt x="4297374" y="505076"/>
                </a:lnTo>
                <a:lnTo>
                  <a:pt x="4363487" y="512846"/>
                </a:lnTo>
                <a:lnTo>
                  <a:pt x="4429601" y="520617"/>
                </a:lnTo>
                <a:lnTo>
                  <a:pt x="4495714" y="528387"/>
                </a:lnTo>
                <a:lnTo>
                  <a:pt x="4561828" y="536157"/>
                </a:lnTo>
                <a:lnTo>
                  <a:pt x="4627941" y="543928"/>
                </a:lnTo>
                <a:lnTo>
                  <a:pt x="4694054" y="551698"/>
                </a:lnTo>
                <a:lnTo>
                  <a:pt x="4760168" y="559469"/>
                </a:lnTo>
                <a:lnTo>
                  <a:pt x="4826281" y="567239"/>
                </a:lnTo>
                <a:lnTo>
                  <a:pt x="4892395" y="575009"/>
                </a:lnTo>
                <a:lnTo>
                  <a:pt x="4958508" y="582780"/>
                </a:lnTo>
                <a:lnTo>
                  <a:pt x="5024622" y="590550"/>
                </a:lnTo>
                <a:lnTo>
                  <a:pt x="5090735" y="598321"/>
                </a:lnTo>
                <a:lnTo>
                  <a:pt x="5156849" y="606091"/>
                </a:lnTo>
                <a:lnTo>
                  <a:pt x="5222962" y="613861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dash"/>
            <a:round/>
          </a:ln>
        </p:spPr>
        <p:txBody>
          <a:bodyPr/>
          <a:lstStyle/>
          <a:p>
            <a:endParaRPr/>
          </a:p>
        </p:txBody>
      </p:sp>
      <p:sp>
        <p:nvSpPr>
          <p:cNvPr id="71" name="pl71"/>
          <p:cNvSpPr/>
          <p:nvPr/>
        </p:nvSpPr>
        <p:spPr>
          <a:xfrm>
            <a:off x="972874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2" name="pl72"/>
          <p:cNvSpPr/>
          <p:nvPr/>
        </p:nvSpPr>
        <p:spPr>
          <a:xfrm>
            <a:off x="2136698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3" name="pl73"/>
          <p:cNvSpPr/>
          <p:nvPr/>
        </p:nvSpPr>
        <p:spPr>
          <a:xfrm>
            <a:off x="333344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4" name="pl74"/>
          <p:cNvSpPr/>
          <p:nvPr/>
        </p:nvSpPr>
        <p:spPr>
          <a:xfrm>
            <a:off x="4530192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5" name="pl75"/>
          <p:cNvSpPr/>
          <p:nvPr/>
        </p:nvSpPr>
        <p:spPr>
          <a:xfrm>
            <a:off x="5726939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6" name="pl76"/>
          <p:cNvSpPr/>
          <p:nvPr/>
        </p:nvSpPr>
        <p:spPr>
          <a:xfrm>
            <a:off x="6923686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7" name="tx77"/>
          <p:cNvSpPr/>
          <p:nvPr/>
        </p:nvSpPr>
        <p:spPr>
          <a:xfrm>
            <a:off x="2105609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78" name="tx78"/>
          <p:cNvSpPr/>
          <p:nvPr/>
        </p:nvSpPr>
        <p:spPr>
          <a:xfrm>
            <a:off x="3302356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79" name="tx79"/>
          <p:cNvSpPr/>
          <p:nvPr/>
        </p:nvSpPr>
        <p:spPr>
          <a:xfrm>
            <a:off x="4499103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80" name="tx80"/>
          <p:cNvSpPr/>
          <p:nvPr/>
        </p:nvSpPr>
        <p:spPr>
          <a:xfrm>
            <a:off x="5695849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81" name="tx81"/>
          <p:cNvSpPr/>
          <p:nvPr/>
        </p:nvSpPr>
        <p:spPr>
          <a:xfrm>
            <a:off x="6892596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5.00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82" name="tx82"/>
          <p:cNvSpPr/>
          <p:nvPr/>
        </p:nvSpPr>
        <p:spPr>
          <a:xfrm>
            <a:off x="3370766" y="6137094"/>
            <a:ext cx="14753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Euclidean </a:t>
            </a: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Environmental Distance</a:t>
            </a:r>
          </a:p>
        </p:txBody>
      </p:sp>
      <p:sp>
        <p:nvSpPr>
          <p:cNvPr id="103" name="tx90">
            <a:extLst>
              <a:ext uri="{FF2B5EF4-FFF2-40B4-BE49-F238E27FC236}">
                <a16:creationId xmlns:a16="http://schemas.microsoft.com/office/drawing/2014/main" id="{9D87ECEF-5FBA-7B12-EC2F-355C4490C881}"/>
              </a:ext>
            </a:extLst>
          </p:cNvPr>
          <p:cNvSpPr/>
          <p:nvPr/>
        </p:nvSpPr>
        <p:spPr>
          <a:xfrm>
            <a:off x="1718889" y="1656547"/>
            <a:ext cx="3789182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(D) Environmental Distance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vs Survival</a:t>
            </a:r>
          </a:p>
        </p:txBody>
      </p:sp>
      <p:sp>
        <p:nvSpPr>
          <p:cNvPr id="104" name="pl60">
            <a:extLst>
              <a:ext uri="{FF2B5EF4-FFF2-40B4-BE49-F238E27FC236}">
                <a16:creationId xmlns:a16="http://schemas.microsoft.com/office/drawing/2014/main" id="{8D76EBC5-810C-8871-BDB4-C5376CDEC71C}"/>
              </a:ext>
            </a:extLst>
          </p:cNvPr>
          <p:cNvSpPr/>
          <p:nvPr/>
        </p:nvSpPr>
        <p:spPr>
          <a:xfrm>
            <a:off x="972874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5" name="tx61">
            <a:extLst>
              <a:ext uri="{FF2B5EF4-FFF2-40B4-BE49-F238E27FC236}">
                <a16:creationId xmlns:a16="http://schemas.microsoft.com/office/drawing/2014/main" id="{5C85898F-12E9-C0FD-1EB7-946742AF7A61}"/>
              </a:ext>
            </a:extLst>
          </p:cNvPr>
          <p:cNvSpPr/>
          <p:nvPr/>
        </p:nvSpPr>
        <p:spPr>
          <a:xfrm>
            <a:off x="611560" y="524927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06" name="tx62">
            <a:extLst>
              <a:ext uri="{FF2B5EF4-FFF2-40B4-BE49-F238E27FC236}">
                <a16:creationId xmlns:a16="http://schemas.microsoft.com/office/drawing/2014/main" id="{4CBE8925-30C1-F0D5-40A5-BFA11439D92D}"/>
              </a:ext>
            </a:extLst>
          </p:cNvPr>
          <p:cNvSpPr/>
          <p:nvPr/>
        </p:nvSpPr>
        <p:spPr>
          <a:xfrm>
            <a:off x="611560" y="441286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0.25</a:t>
            </a:r>
          </a:p>
        </p:txBody>
      </p:sp>
      <p:sp>
        <p:nvSpPr>
          <p:cNvPr id="107" name="tx63">
            <a:extLst>
              <a:ext uri="{FF2B5EF4-FFF2-40B4-BE49-F238E27FC236}">
                <a16:creationId xmlns:a16="http://schemas.microsoft.com/office/drawing/2014/main" id="{6B7F1651-EEB6-6848-523C-78DC193FDC37}"/>
              </a:ext>
            </a:extLst>
          </p:cNvPr>
          <p:cNvSpPr/>
          <p:nvPr/>
        </p:nvSpPr>
        <p:spPr>
          <a:xfrm>
            <a:off x="611560" y="357645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0.50</a:t>
            </a:r>
          </a:p>
        </p:txBody>
      </p:sp>
      <p:sp>
        <p:nvSpPr>
          <p:cNvPr id="108" name="tx64">
            <a:extLst>
              <a:ext uri="{FF2B5EF4-FFF2-40B4-BE49-F238E27FC236}">
                <a16:creationId xmlns:a16="http://schemas.microsoft.com/office/drawing/2014/main" id="{D8F541D0-BCEC-04E9-4FF0-947089A6FC2C}"/>
              </a:ext>
            </a:extLst>
          </p:cNvPr>
          <p:cNvSpPr/>
          <p:nvPr/>
        </p:nvSpPr>
        <p:spPr>
          <a:xfrm>
            <a:off x="611560" y="274004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0.75</a:t>
            </a:r>
          </a:p>
        </p:txBody>
      </p:sp>
      <p:sp>
        <p:nvSpPr>
          <p:cNvPr id="109" name="tx65">
            <a:extLst>
              <a:ext uri="{FF2B5EF4-FFF2-40B4-BE49-F238E27FC236}">
                <a16:creationId xmlns:a16="http://schemas.microsoft.com/office/drawing/2014/main" id="{68998787-7F87-7E2B-82E9-B786D7AC72F4}"/>
              </a:ext>
            </a:extLst>
          </p:cNvPr>
          <p:cNvSpPr/>
          <p:nvPr/>
        </p:nvSpPr>
        <p:spPr>
          <a:xfrm>
            <a:off x="611560" y="190363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</a:p>
        </p:txBody>
      </p:sp>
      <p:sp>
        <p:nvSpPr>
          <p:cNvPr id="110" name="pl66">
            <a:extLst>
              <a:ext uri="{FF2B5EF4-FFF2-40B4-BE49-F238E27FC236}">
                <a16:creationId xmlns:a16="http://schemas.microsoft.com/office/drawing/2014/main" id="{C01A334E-EA7A-E944-E23E-4697E602F5D4}"/>
              </a:ext>
            </a:extLst>
          </p:cNvPr>
          <p:cNvSpPr/>
          <p:nvPr/>
        </p:nvSpPr>
        <p:spPr>
          <a:xfrm>
            <a:off x="938079" y="5289327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1" name="pl67">
            <a:extLst>
              <a:ext uri="{FF2B5EF4-FFF2-40B4-BE49-F238E27FC236}">
                <a16:creationId xmlns:a16="http://schemas.microsoft.com/office/drawing/2014/main" id="{0D592AAC-64B6-5FB4-302D-A06C1A5B0D41}"/>
              </a:ext>
            </a:extLst>
          </p:cNvPr>
          <p:cNvSpPr/>
          <p:nvPr/>
        </p:nvSpPr>
        <p:spPr>
          <a:xfrm>
            <a:off x="938079" y="445291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2" name="pl68">
            <a:extLst>
              <a:ext uri="{FF2B5EF4-FFF2-40B4-BE49-F238E27FC236}">
                <a16:creationId xmlns:a16="http://schemas.microsoft.com/office/drawing/2014/main" id="{B398A9D9-1DD5-FA16-7FF9-D598595E53B0}"/>
              </a:ext>
            </a:extLst>
          </p:cNvPr>
          <p:cNvSpPr/>
          <p:nvPr/>
        </p:nvSpPr>
        <p:spPr>
          <a:xfrm>
            <a:off x="938079" y="361650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3" name="pl69">
            <a:extLst>
              <a:ext uri="{FF2B5EF4-FFF2-40B4-BE49-F238E27FC236}">
                <a16:creationId xmlns:a16="http://schemas.microsoft.com/office/drawing/2014/main" id="{ECC778E1-23A0-09DF-D762-33D9F5CC3227}"/>
              </a:ext>
            </a:extLst>
          </p:cNvPr>
          <p:cNvSpPr/>
          <p:nvPr/>
        </p:nvSpPr>
        <p:spPr>
          <a:xfrm>
            <a:off x="938079" y="278009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4" name="pl70">
            <a:extLst>
              <a:ext uri="{FF2B5EF4-FFF2-40B4-BE49-F238E27FC236}">
                <a16:creationId xmlns:a16="http://schemas.microsoft.com/office/drawing/2014/main" id="{D0BB13C8-9BDE-2EF2-7125-A5D96C82483B}"/>
              </a:ext>
            </a:extLst>
          </p:cNvPr>
          <p:cNvSpPr/>
          <p:nvPr/>
        </p:nvSpPr>
        <p:spPr>
          <a:xfrm>
            <a:off x="938079" y="194368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5" name="tx81">
            <a:extLst>
              <a:ext uri="{FF2B5EF4-FFF2-40B4-BE49-F238E27FC236}">
                <a16:creationId xmlns:a16="http://schemas.microsoft.com/office/drawing/2014/main" id="{A1074F1E-15BB-36C9-E2BB-0D05D6D1A926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Survival</a:t>
            </a:r>
          </a:p>
        </p:txBody>
      </p:sp>
      <p:sp>
        <p:nvSpPr>
          <p:cNvPr id="116" name="pl72">
            <a:extLst>
              <a:ext uri="{FF2B5EF4-FFF2-40B4-BE49-F238E27FC236}">
                <a16:creationId xmlns:a16="http://schemas.microsoft.com/office/drawing/2014/main" id="{EA246D14-4525-68F9-D4D0-E405916ED738}"/>
              </a:ext>
            </a:extLst>
          </p:cNvPr>
          <p:cNvSpPr/>
          <p:nvPr/>
        </p:nvSpPr>
        <p:spPr>
          <a:xfrm>
            <a:off x="1079808" y="5724243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7" name="tx76">
            <a:extLst>
              <a:ext uri="{FF2B5EF4-FFF2-40B4-BE49-F238E27FC236}">
                <a16:creationId xmlns:a16="http://schemas.microsoft.com/office/drawing/2014/main" id="{FF0A438D-8966-BEA1-8F4F-AAF342EF1C9E}"/>
              </a:ext>
            </a:extLst>
          </p:cNvPr>
          <p:cNvSpPr/>
          <p:nvPr/>
        </p:nvSpPr>
        <p:spPr>
          <a:xfrm>
            <a:off x="971041" y="5870280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93085C00-DCF0-C4C7-181F-50753DABBE22}"/>
              </a:ext>
            </a:extLst>
          </p:cNvPr>
          <p:cNvSpPr/>
          <p:nvPr/>
        </p:nvSpPr>
        <p:spPr>
          <a:xfrm>
            <a:off x="1924417" y="2788094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-0.273</a:t>
            </a:r>
          </a:p>
        </p:txBody>
      </p:sp>
      <p:sp>
        <p:nvSpPr>
          <p:cNvPr id="119" name="Rounded Rectangle 118">
            <a:extLst>
              <a:ext uri="{FF2B5EF4-FFF2-40B4-BE49-F238E27FC236}">
                <a16:creationId xmlns:a16="http://schemas.microsoft.com/office/drawing/2014/main" id="{C820EFFF-023A-44E1-3008-13AD45C5ECFF}"/>
              </a:ext>
            </a:extLst>
          </p:cNvPr>
          <p:cNvSpPr/>
          <p:nvPr/>
        </p:nvSpPr>
        <p:spPr>
          <a:xfrm>
            <a:off x="1850972" y="4205339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-0.131</a:t>
            </a:r>
          </a:p>
        </p:txBody>
      </p: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6FEB207-AF7F-92B6-22E5-90CCAED3E3C7}"/>
              </a:ext>
            </a:extLst>
          </p:cNvPr>
          <p:cNvGrpSpPr/>
          <p:nvPr/>
        </p:nvGrpSpPr>
        <p:grpSpPr>
          <a:xfrm>
            <a:off x="6923685" y="1980395"/>
            <a:ext cx="1633206" cy="926170"/>
            <a:chOff x="7254012" y="3508813"/>
            <a:chExt cx="1094811" cy="620853"/>
          </a:xfrm>
        </p:grpSpPr>
        <p:sp>
          <p:nvSpPr>
            <p:cNvPr id="89" name="tx83">
              <a:extLst>
                <a:ext uri="{FF2B5EF4-FFF2-40B4-BE49-F238E27FC236}">
                  <a16:creationId xmlns:a16="http://schemas.microsoft.com/office/drawing/2014/main" id="{61E35DB8-542F-811F-094E-032A2C29B21E}"/>
                </a:ext>
              </a:extLst>
            </p:cNvPr>
            <p:cNvSpPr/>
            <p:nvPr/>
          </p:nvSpPr>
          <p:spPr>
            <a:xfrm>
              <a:off x="7254012" y="3508813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90" name="rc84">
              <a:extLst>
                <a:ext uri="{FF2B5EF4-FFF2-40B4-BE49-F238E27FC236}">
                  <a16:creationId xmlns:a16="http://schemas.microsoft.com/office/drawing/2014/main" id="{1E469E91-1C80-A535-4711-C29C083BE7CB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1" name="pt85">
              <a:extLst>
                <a:ext uri="{FF2B5EF4-FFF2-40B4-BE49-F238E27FC236}">
                  <a16:creationId xmlns:a16="http://schemas.microsoft.com/office/drawing/2014/main" id="{B03C6422-718D-BBF6-9D7B-0BF6800A6408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rc86">
              <a:extLst>
                <a:ext uri="{FF2B5EF4-FFF2-40B4-BE49-F238E27FC236}">
                  <a16:creationId xmlns:a16="http://schemas.microsoft.com/office/drawing/2014/main" id="{5813868F-3A1F-8F63-5EE8-993C3D2E8BAA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1" name="pt87">
              <a:extLst>
                <a:ext uri="{FF2B5EF4-FFF2-40B4-BE49-F238E27FC236}">
                  <a16:creationId xmlns:a16="http://schemas.microsoft.com/office/drawing/2014/main" id="{1E2D19E2-1486-F4B1-100B-7F875CFC6168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tx88">
              <a:extLst>
                <a:ext uri="{FF2B5EF4-FFF2-40B4-BE49-F238E27FC236}">
                  <a16:creationId xmlns:a16="http://schemas.microsoft.com/office/drawing/2014/main" id="{2887F0D9-C9AE-F77B-A5D5-06CDE2C45600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23" name="tx89">
              <a:extLst>
                <a:ext uri="{FF2B5EF4-FFF2-40B4-BE49-F238E27FC236}">
                  <a16:creationId xmlns:a16="http://schemas.microsoft.com/office/drawing/2014/main" id="{84B7EF09-03A7-36F2-F0E8-C8603E37B7C5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t6"/>
          <p:cNvSpPr/>
          <p:nvPr/>
        </p:nvSpPr>
        <p:spPr>
          <a:xfrm>
            <a:off x="1169634" y="287783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169634" y="22660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169634" y="237203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2469938" y="266179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2469938" y="284095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2469938" y="263555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3250739" y="30095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3250739" y="295195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3250739" y="311189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2144566" y="201179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2144566" y="28716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2144566" y="291655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4306379" y="320442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4306379" y="317914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4306379" y="340046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3717721" y="303949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3717721" y="305955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3717721" y="285360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4029363" y="549050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4029363" y="456026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4029363" y="434852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898878" y="359662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898878" y="36410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898878" y="361075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228338" y="2180629"/>
            <a:ext cx="5729243" cy="2559004"/>
          </a:xfrm>
          <a:custGeom>
            <a:avLst/>
            <a:gdLst/>
            <a:ahLst/>
            <a:cxnLst/>
            <a:rect l="0" t="0" r="0" b="0"/>
            <a:pathLst>
              <a:path w="5729243" h="2559004">
                <a:moveTo>
                  <a:pt x="0" y="0"/>
                </a:moveTo>
                <a:lnTo>
                  <a:pt x="72522" y="28257"/>
                </a:lnTo>
                <a:lnTo>
                  <a:pt x="145044" y="56404"/>
                </a:lnTo>
                <a:lnTo>
                  <a:pt x="217566" y="84435"/>
                </a:lnTo>
                <a:lnTo>
                  <a:pt x="290088" y="112341"/>
                </a:lnTo>
                <a:lnTo>
                  <a:pt x="362610" y="140115"/>
                </a:lnTo>
                <a:lnTo>
                  <a:pt x="435132" y="167746"/>
                </a:lnTo>
                <a:lnTo>
                  <a:pt x="507654" y="195226"/>
                </a:lnTo>
                <a:lnTo>
                  <a:pt x="580176" y="222543"/>
                </a:lnTo>
                <a:lnTo>
                  <a:pt x="652698" y="249687"/>
                </a:lnTo>
                <a:lnTo>
                  <a:pt x="725220" y="276646"/>
                </a:lnTo>
                <a:lnTo>
                  <a:pt x="797742" y="303407"/>
                </a:lnTo>
                <a:lnTo>
                  <a:pt x="870264" y="329955"/>
                </a:lnTo>
                <a:lnTo>
                  <a:pt x="942786" y="356276"/>
                </a:lnTo>
                <a:lnTo>
                  <a:pt x="1015308" y="382356"/>
                </a:lnTo>
                <a:lnTo>
                  <a:pt x="1087830" y="408176"/>
                </a:lnTo>
                <a:lnTo>
                  <a:pt x="1160353" y="433719"/>
                </a:lnTo>
                <a:lnTo>
                  <a:pt x="1232875" y="458968"/>
                </a:lnTo>
                <a:lnTo>
                  <a:pt x="1305397" y="483902"/>
                </a:lnTo>
                <a:lnTo>
                  <a:pt x="1377919" y="508503"/>
                </a:lnTo>
                <a:lnTo>
                  <a:pt x="1450441" y="532748"/>
                </a:lnTo>
                <a:lnTo>
                  <a:pt x="1522963" y="556618"/>
                </a:lnTo>
                <a:lnTo>
                  <a:pt x="1595485" y="580091"/>
                </a:lnTo>
                <a:lnTo>
                  <a:pt x="1668007" y="603146"/>
                </a:lnTo>
                <a:lnTo>
                  <a:pt x="1740529" y="625762"/>
                </a:lnTo>
                <a:lnTo>
                  <a:pt x="1813051" y="647918"/>
                </a:lnTo>
                <a:lnTo>
                  <a:pt x="1885573" y="669595"/>
                </a:lnTo>
                <a:lnTo>
                  <a:pt x="1958095" y="690776"/>
                </a:lnTo>
                <a:lnTo>
                  <a:pt x="2030617" y="711445"/>
                </a:lnTo>
                <a:lnTo>
                  <a:pt x="2103139" y="731587"/>
                </a:lnTo>
                <a:lnTo>
                  <a:pt x="2175661" y="751191"/>
                </a:lnTo>
                <a:lnTo>
                  <a:pt x="2248184" y="770250"/>
                </a:lnTo>
                <a:lnTo>
                  <a:pt x="2320706" y="788757"/>
                </a:lnTo>
                <a:lnTo>
                  <a:pt x="2393228" y="806710"/>
                </a:lnTo>
                <a:lnTo>
                  <a:pt x="2465750" y="824112"/>
                </a:lnTo>
                <a:lnTo>
                  <a:pt x="2538272" y="840966"/>
                </a:lnTo>
                <a:lnTo>
                  <a:pt x="2610794" y="857281"/>
                </a:lnTo>
                <a:lnTo>
                  <a:pt x="2683316" y="873066"/>
                </a:lnTo>
                <a:lnTo>
                  <a:pt x="2755838" y="888335"/>
                </a:lnTo>
                <a:lnTo>
                  <a:pt x="2828360" y="903105"/>
                </a:lnTo>
                <a:lnTo>
                  <a:pt x="2900882" y="917391"/>
                </a:lnTo>
                <a:lnTo>
                  <a:pt x="2973404" y="931214"/>
                </a:lnTo>
                <a:lnTo>
                  <a:pt x="3045926" y="944593"/>
                </a:lnTo>
                <a:lnTo>
                  <a:pt x="3118448" y="957549"/>
                </a:lnTo>
                <a:lnTo>
                  <a:pt x="3190970" y="970103"/>
                </a:lnTo>
                <a:lnTo>
                  <a:pt x="3263492" y="982277"/>
                </a:lnTo>
                <a:lnTo>
                  <a:pt x="3336014" y="994091"/>
                </a:lnTo>
                <a:lnTo>
                  <a:pt x="3408537" y="1005567"/>
                </a:lnTo>
                <a:lnTo>
                  <a:pt x="3481059" y="1016724"/>
                </a:lnTo>
                <a:lnTo>
                  <a:pt x="3553581" y="1027583"/>
                </a:lnTo>
                <a:lnTo>
                  <a:pt x="3626103" y="1038160"/>
                </a:lnTo>
                <a:lnTo>
                  <a:pt x="3698625" y="1048475"/>
                </a:lnTo>
                <a:lnTo>
                  <a:pt x="3771147" y="1058544"/>
                </a:lnTo>
                <a:lnTo>
                  <a:pt x="3843669" y="1068382"/>
                </a:lnTo>
                <a:lnTo>
                  <a:pt x="3916191" y="1078006"/>
                </a:lnTo>
                <a:lnTo>
                  <a:pt x="3988713" y="1087428"/>
                </a:lnTo>
                <a:lnTo>
                  <a:pt x="4061235" y="1096661"/>
                </a:lnTo>
                <a:lnTo>
                  <a:pt x="4133757" y="1105719"/>
                </a:lnTo>
                <a:lnTo>
                  <a:pt x="4206279" y="1114612"/>
                </a:lnTo>
                <a:lnTo>
                  <a:pt x="4278801" y="1123352"/>
                </a:lnTo>
                <a:lnTo>
                  <a:pt x="4351323" y="1131947"/>
                </a:lnTo>
                <a:lnTo>
                  <a:pt x="4423845" y="1140407"/>
                </a:lnTo>
                <a:lnTo>
                  <a:pt x="4496368" y="1148741"/>
                </a:lnTo>
                <a:lnTo>
                  <a:pt x="4568890" y="1156957"/>
                </a:lnTo>
                <a:lnTo>
                  <a:pt x="4641412" y="1165061"/>
                </a:lnTo>
                <a:lnTo>
                  <a:pt x="4713934" y="1173062"/>
                </a:lnTo>
                <a:lnTo>
                  <a:pt x="4786456" y="1180964"/>
                </a:lnTo>
                <a:lnTo>
                  <a:pt x="4858978" y="1188774"/>
                </a:lnTo>
                <a:lnTo>
                  <a:pt x="4931500" y="1196498"/>
                </a:lnTo>
                <a:lnTo>
                  <a:pt x="5004022" y="1204141"/>
                </a:lnTo>
                <a:lnTo>
                  <a:pt x="5076544" y="1211706"/>
                </a:lnTo>
                <a:lnTo>
                  <a:pt x="5149066" y="1219200"/>
                </a:lnTo>
                <a:lnTo>
                  <a:pt x="5221588" y="1226625"/>
                </a:lnTo>
                <a:lnTo>
                  <a:pt x="5294110" y="1233986"/>
                </a:lnTo>
                <a:lnTo>
                  <a:pt x="5366632" y="1241287"/>
                </a:lnTo>
                <a:lnTo>
                  <a:pt x="5439154" y="1248529"/>
                </a:lnTo>
                <a:lnTo>
                  <a:pt x="5511676" y="1255718"/>
                </a:lnTo>
                <a:lnTo>
                  <a:pt x="5584198" y="1262855"/>
                </a:lnTo>
                <a:lnTo>
                  <a:pt x="5656721" y="1269943"/>
                </a:lnTo>
                <a:lnTo>
                  <a:pt x="5729243" y="1276985"/>
                </a:lnTo>
                <a:lnTo>
                  <a:pt x="5729243" y="2559004"/>
                </a:lnTo>
                <a:lnTo>
                  <a:pt x="5656721" y="2529708"/>
                </a:lnTo>
                <a:lnTo>
                  <a:pt x="5584198" y="2500459"/>
                </a:lnTo>
                <a:lnTo>
                  <a:pt x="5511676" y="2471258"/>
                </a:lnTo>
                <a:lnTo>
                  <a:pt x="5439154" y="2442108"/>
                </a:lnTo>
                <a:lnTo>
                  <a:pt x="5366632" y="2413013"/>
                </a:lnTo>
                <a:lnTo>
                  <a:pt x="5294110" y="2383976"/>
                </a:lnTo>
                <a:lnTo>
                  <a:pt x="5221588" y="2354999"/>
                </a:lnTo>
                <a:lnTo>
                  <a:pt x="5149066" y="2326086"/>
                </a:lnTo>
                <a:lnTo>
                  <a:pt x="5076544" y="2297242"/>
                </a:lnTo>
                <a:lnTo>
                  <a:pt x="5004022" y="2268470"/>
                </a:lnTo>
                <a:lnTo>
                  <a:pt x="4931500" y="2239775"/>
                </a:lnTo>
                <a:lnTo>
                  <a:pt x="4858978" y="2211161"/>
                </a:lnTo>
                <a:lnTo>
                  <a:pt x="4786456" y="2182633"/>
                </a:lnTo>
                <a:lnTo>
                  <a:pt x="4713934" y="2154198"/>
                </a:lnTo>
                <a:lnTo>
                  <a:pt x="4641412" y="2125860"/>
                </a:lnTo>
                <a:lnTo>
                  <a:pt x="4568890" y="2097627"/>
                </a:lnTo>
                <a:lnTo>
                  <a:pt x="4496368" y="2069505"/>
                </a:lnTo>
                <a:lnTo>
                  <a:pt x="4423845" y="2041501"/>
                </a:lnTo>
                <a:lnTo>
                  <a:pt x="4351323" y="2013623"/>
                </a:lnTo>
                <a:lnTo>
                  <a:pt x="4278801" y="1985881"/>
                </a:lnTo>
                <a:lnTo>
                  <a:pt x="4206279" y="1958282"/>
                </a:lnTo>
                <a:lnTo>
                  <a:pt x="4133757" y="1930838"/>
                </a:lnTo>
                <a:lnTo>
                  <a:pt x="4061235" y="1903558"/>
                </a:lnTo>
                <a:lnTo>
                  <a:pt x="3988713" y="1876454"/>
                </a:lnTo>
                <a:lnTo>
                  <a:pt x="3916191" y="1849538"/>
                </a:lnTo>
                <a:lnTo>
                  <a:pt x="3843669" y="1822823"/>
                </a:lnTo>
                <a:lnTo>
                  <a:pt x="3771147" y="1796324"/>
                </a:lnTo>
                <a:lnTo>
                  <a:pt x="3698625" y="1770055"/>
                </a:lnTo>
                <a:lnTo>
                  <a:pt x="3626103" y="1744032"/>
                </a:lnTo>
                <a:lnTo>
                  <a:pt x="3553581" y="1718272"/>
                </a:lnTo>
                <a:lnTo>
                  <a:pt x="3481059" y="1692792"/>
                </a:lnTo>
                <a:lnTo>
                  <a:pt x="3408537" y="1667612"/>
                </a:lnTo>
                <a:lnTo>
                  <a:pt x="3336014" y="1642750"/>
                </a:lnTo>
                <a:lnTo>
                  <a:pt x="3263492" y="1618227"/>
                </a:lnTo>
                <a:lnTo>
                  <a:pt x="3190970" y="1594063"/>
                </a:lnTo>
                <a:lnTo>
                  <a:pt x="3118448" y="1570279"/>
                </a:lnTo>
                <a:lnTo>
                  <a:pt x="3045926" y="1546897"/>
                </a:lnTo>
                <a:lnTo>
                  <a:pt x="2973404" y="1523938"/>
                </a:lnTo>
                <a:lnTo>
                  <a:pt x="2900882" y="1501423"/>
                </a:lnTo>
                <a:lnTo>
                  <a:pt x="2828360" y="1479372"/>
                </a:lnTo>
                <a:lnTo>
                  <a:pt x="2755838" y="1457803"/>
                </a:lnTo>
                <a:lnTo>
                  <a:pt x="2683316" y="1436735"/>
                </a:lnTo>
                <a:lnTo>
                  <a:pt x="2610794" y="1416182"/>
                </a:lnTo>
                <a:lnTo>
                  <a:pt x="2538272" y="1396159"/>
                </a:lnTo>
                <a:lnTo>
                  <a:pt x="2465750" y="1376675"/>
                </a:lnTo>
                <a:lnTo>
                  <a:pt x="2393228" y="1357739"/>
                </a:lnTo>
                <a:lnTo>
                  <a:pt x="2320706" y="1339355"/>
                </a:lnTo>
                <a:lnTo>
                  <a:pt x="2248184" y="1321524"/>
                </a:lnTo>
                <a:lnTo>
                  <a:pt x="2175661" y="1304245"/>
                </a:lnTo>
                <a:lnTo>
                  <a:pt x="2103139" y="1287512"/>
                </a:lnTo>
                <a:lnTo>
                  <a:pt x="2030617" y="1271316"/>
                </a:lnTo>
                <a:lnTo>
                  <a:pt x="1958095" y="1255646"/>
                </a:lnTo>
                <a:lnTo>
                  <a:pt x="1885573" y="1240490"/>
                </a:lnTo>
                <a:lnTo>
                  <a:pt x="1813051" y="1225829"/>
                </a:lnTo>
                <a:lnTo>
                  <a:pt x="1740529" y="1211648"/>
                </a:lnTo>
                <a:lnTo>
                  <a:pt x="1668007" y="1197925"/>
                </a:lnTo>
                <a:lnTo>
                  <a:pt x="1595485" y="1184642"/>
                </a:lnTo>
                <a:lnTo>
                  <a:pt x="1522963" y="1171778"/>
                </a:lnTo>
                <a:lnTo>
                  <a:pt x="1450441" y="1159310"/>
                </a:lnTo>
                <a:lnTo>
                  <a:pt x="1377919" y="1147218"/>
                </a:lnTo>
                <a:lnTo>
                  <a:pt x="1305397" y="1135480"/>
                </a:lnTo>
                <a:lnTo>
                  <a:pt x="1232875" y="1124077"/>
                </a:lnTo>
                <a:lnTo>
                  <a:pt x="1160353" y="1112988"/>
                </a:lnTo>
                <a:lnTo>
                  <a:pt x="1087830" y="1102193"/>
                </a:lnTo>
                <a:lnTo>
                  <a:pt x="1015308" y="1091676"/>
                </a:lnTo>
                <a:lnTo>
                  <a:pt x="942786" y="1081417"/>
                </a:lnTo>
                <a:lnTo>
                  <a:pt x="870264" y="1071401"/>
                </a:lnTo>
                <a:lnTo>
                  <a:pt x="797742" y="1061611"/>
                </a:lnTo>
                <a:lnTo>
                  <a:pt x="725220" y="1052034"/>
                </a:lnTo>
                <a:lnTo>
                  <a:pt x="652698" y="1042655"/>
                </a:lnTo>
                <a:lnTo>
                  <a:pt x="580176" y="1033461"/>
                </a:lnTo>
                <a:lnTo>
                  <a:pt x="507654" y="1024441"/>
                </a:lnTo>
                <a:lnTo>
                  <a:pt x="435132" y="1015583"/>
                </a:lnTo>
                <a:lnTo>
                  <a:pt x="362610" y="1006876"/>
                </a:lnTo>
                <a:lnTo>
                  <a:pt x="290088" y="998312"/>
                </a:lnTo>
                <a:lnTo>
                  <a:pt x="217566" y="989880"/>
                </a:lnTo>
                <a:lnTo>
                  <a:pt x="145044" y="981573"/>
                </a:lnTo>
                <a:lnTo>
                  <a:pt x="72522" y="973383"/>
                </a:lnTo>
                <a:lnTo>
                  <a:pt x="0" y="965302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1228338" y="2180629"/>
            <a:ext cx="5729243" cy="1276985"/>
          </a:xfrm>
          <a:custGeom>
            <a:avLst/>
            <a:gdLst/>
            <a:ahLst/>
            <a:cxnLst/>
            <a:rect l="0" t="0" r="0" b="0"/>
            <a:pathLst>
              <a:path w="5729243" h="1276985">
                <a:moveTo>
                  <a:pt x="0" y="0"/>
                </a:moveTo>
                <a:lnTo>
                  <a:pt x="72522" y="28257"/>
                </a:lnTo>
                <a:lnTo>
                  <a:pt x="145044" y="56404"/>
                </a:lnTo>
                <a:lnTo>
                  <a:pt x="217566" y="84435"/>
                </a:lnTo>
                <a:lnTo>
                  <a:pt x="290088" y="112341"/>
                </a:lnTo>
                <a:lnTo>
                  <a:pt x="362610" y="140115"/>
                </a:lnTo>
                <a:lnTo>
                  <a:pt x="435132" y="167746"/>
                </a:lnTo>
                <a:lnTo>
                  <a:pt x="507654" y="195226"/>
                </a:lnTo>
                <a:lnTo>
                  <a:pt x="580176" y="222543"/>
                </a:lnTo>
                <a:lnTo>
                  <a:pt x="652698" y="249687"/>
                </a:lnTo>
                <a:lnTo>
                  <a:pt x="725220" y="276646"/>
                </a:lnTo>
                <a:lnTo>
                  <a:pt x="797742" y="303407"/>
                </a:lnTo>
                <a:lnTo>
                  <a:pt x="870264" y="329955"/>
                </a:lnTo>
                <a:lnTo>
                  <a:pt x="942786" y="356276"/>
                </a:lnTo>
                <a:lnTo>
                  <a:pt x="1015308" y="382356"/>
                </a:lnTo>
                <a:lnTo>
                  <a:pt x="1087830" y="408176"/>
                </a:lnTo>
                <a:lnTo>
                  <a:pt x="1160353" y="433719"/>
                </a:lnTo>
                <a:lnTo>
                  <a:pt x="1232875" y="458968"/>
                </a:lnTo>
                <a:lnTo>
                  <a:pt x="1305397" y="483902"/>
                </a:lnTo>
                <a:lnTo>
                  <a:pt x="1377919" y="508503"/>
                </a:lnTo>
                <a:lnTo>
                  <a:pt x="1450441" y="532748"/>
                </a:lnTo>
                <a:lnTo>
                  <a:pt x="1522963" y="556618"/>
                </a:lnTo>
                <a:lnTo>
                  <a:pt x="1595485" y="580091"/>
                </a:lnTo>
                <a:lnTo>
                  <a:pt x="1668007" y="603146"/>
                </a:lnTo>
                <a:lnTo>
                  <a:pt x="1740529" y="625762"/>
                </a:lnTo>
                <a:lnTo>
                  <a:pt x="1813051" y="647918"/>
                </a:lnTo>
                <a:lnTo>
                  <a:pt x="1885573" y="669595"/>
                </a:lnTo>
                <a:lnTo>
                  <a:pt x="1958095" y="690776"/>
                </a:lnTo>
                <a:lnTo>
                  <a:pt x="2030617" y="711445"/>
                </a:lnTo>
                <a:lnTo>
                  <a:pt x="2103139" y="731587"/>
                </a:lnTo>
                <a:lnTo>
                  <a:pt x="2175661" y="751191"/>
                </a:lnTo>
                <a:lnTo>
                  <a:pt x="2248184" y="770250"/>
                </a:lnTo>
                <a:lnTo>
                  <a:pt x="2320706" y="788757"/>
                </a:lnTo>
                <a:lnTo>
                  <a:pt x="2393228" y="806710"/>
                </a:lnTo>
                <a:lnTo>
                  <a:pt x="2465750" y="824112"/>
                </a:lnTo>
                <a:lnTo>
                  <a:pt x="2538272" y="840966"/>
                </a:lnTo>
                <a:lnTo>
                  <a:pt x="2610794" y="857281"/>
                </a:lnTo>
                <a:lnTo>
                  <a:pt x="2683316" y="873066"/>
                </a:lnTo>
                <a:lnTo>
                  <a:pt x="2755838" y="888335"/>
                </a:lnTo>
                <a:lnTo>
                  <a:pt x="2828360" y="903105"/>
                </a:lnTo>
                <a:lnTo>
                  <a:pt x="2900882" y="917391"/>
                </a:lnTo>
                <a:lnTo>
                  <a:pt x="2973404" y="931214"/>
                </a:lnTo>
                <a:lnTo>
                  <a:pt x="3045926" y="944593"/>
                </a:lnTo>
                <a:lnTo>
                  <a:pt x="3118448" y="957549"/>
                </a:lnTo>
                <a:lnTo>
                  <a:pt x="3190970" y="970103"/>
                </a:lnTo>
                <a:lnTo>
                  <a:pt x="3263492" y="982277"/>
                </a:lnTo>
                <a:lnTo>
                  <a:pt x="3336014" y="994091"/>
                </a:lnTo>
                <a:lnTo>
                  <a:pt x="3408537" y="1005567"/>
                </a:lnTo>
                <a:lnTo>
                  <a:pt x="3481059" y="1016724"/>
                </a:lnTo>
                <a:lnTo>
                  <a:pt x="3553581" y="1027583"/>
                </a:lnTo>
                <a:lnTo>
                  <a:pt x="3626103" y="1038160"/>
                </a:lnTo>
                <a:lnTo>
                  <a:pt x="3698625" y="1048475"/>
                </a:lnTo>
                <a:lnTo>
                  <a:pt x="3771147" y="1058544"/>
                </a:lnTo>
                <a:lnTo>
                  <a:pt x="3843669" y="1068382"/>
                </a:lnTo>
                <a:lnTo>
                  <a:pt x="3916191" y="1078006"/>
                </a:lnTo>
                <a:lnTo>
                  <a:pt x="3988713" y="1087428"/>
                </a:lnTo>
                <a:lnTo>
                  <a:pt x="4061235" y="1096661"/>
                </a:lnTo>
                <a:lnTo>
                  <a:pt x="4133757" y="1105719"/>
                </a:lnTo>
                <a:lnTo>
                  <a:pt x="4206279" y="1114612"/>
                </a:lnTo>
                <a:lnTo>
                  <a:pt x="4278801" y="1123352"/>
                </a:lnTo>
                <a:lnTo>
                  <a:pt x="4351323" y="1131947"/>
                </a:lnTo>
                <a:lnTo>
                  <a:pt x="4423845" y="1140407"/>
                </a:lnTo>
                <a:lnTo>
                  <a:pt x="4496368" y="1148741"/>
                </a:lnTo>
                <a:lnTo>
                  <a:pt x="4568890" y="1156957"/>
                </a:lnTo>
                <a:lnTo>
                  <a:pt x="4641412" y="1165061"/>
                </a:lnTo>
                <a:lnTo>
                  <a:pt x="4713934" y="1173062"/>
                </a:lnTo>
                <a:lnTo>
                  <a:pt x="4786456" y="1180964"/>
                </a:lnTo>
                <a:lnTo>
                  <a:pt x="4858978" y="1188774"/>
                </a:lnTo>
                <a:lnTo>
                  <a:pt x="4931500" y="1196498"/>
                </a:lnTo>
                <a:lnTo>
                  <a:pt x="5004022" y="1204141"/>
                </a:lnTo>
                <a:lnTo>
                  <a:pt x="5076544" y="1211706"/>
                </a:lnTo>
                <a:lnTo>
                  <a:pt x="5149066" y="1219200"/>
                </a:lnTo>
                <a:lnTo>
                  <a:pt x="5221588" y="1226625"/>
                </a:lnTo>
                <a:lnTo>
                  <a:pt x="5294110" y="1233986"/>
                </a:lnTo>
                <a:lnTo>
                  <a:pt x="5366632" y="1241287"/>
                </a:lnTo>
                <a:lnTo>
                  <a:pt x="5439154" y="1248529"/>
                </a:lnTo>
                <a:lnTo>
                  <a:pt x="5511676" y="1255718"/>
                </a:lnTo>
                <a:lnTo>
                  <a:pt x="5584198" y="1262855"/>
                </a:lnTo>
                <a:lnTo>
                  <a:pt x="5656721" y="1269943"/>
                </a:lnTo>
                <a:lnTo>
                  <a:pt x="5729243" y="1276985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228338" y="3145932"/>
            <a:ext cx="5729243" cy="1593701"/>
          </a:xfrm>
          <a:custGeom>
            <a:avLst/>
            <a:gdLst/>
            <a:ahLst/>
            <a:cxnLst/>
            <a:rect l="0" t="0" r="0" b="0"/>
            <a:pathLst>
              <a:path w="5729243" h="1593701">
                <a:moveTo>
                  <a:pt x="5729243" y="1593701"/>
                </a:moveTo>
                <a:lnTo>
                  <a:pt x="5656721" y="1564405"/>
                </a:lnTo>
                <a:lnTo>
                  <a:pt x="5584198" y="1535156"/>
                </a:lnTo>
                <a:lnTo>
                  <a:pt x="5511676" y="1505955"/>
                </a:lnTo>
                <a:lnTo>
                  <a:pt x="5439154" y="1476805"/>
                </a:lnTo>
                <a:lnTo>
                  <a:pt x="5366632" y="1447710"/>
                </a:lnTo>
                <a:lnTo>
                  <a:pt x="5294110" y="1418673"/>
                </a:lnTo>
                <a:lnTo>
                  <a:pt x="5221588" y="1389696"/>
                </a:lnTo>
                <a:lnTo>
                  <a:pt x="5149066" y="1360784"/>
                </a:lnTo>
                <a:lnTo>
                  <a:pt x="5076544" y="1331939"/>
                </a:lnTo>
                <a:lnTo>
                  <a:pt x="5004022" y="1303167"/>
                </a:lnTo>
                <a:lnTo>
                  <a:pt x="4931500" y="1274472"/>
                </a:lnTo>
                <a:lnTo>
                  <a:pt x="4858978" y="1245858"/>
                </a:lnTo>
                <a:lnTo>
                  <a:pt x="4786456" y="1217330"/>
                </a:lnTo>
                <a:lnTo>
                  <a:pt x="4713934" y="1188895"/>
                </a:lnTo>
                <a:lnTo>
                  <a:pt x="4641412" y="1160557"/>
                </a:lnTo>
                <a:lnTo>
                  <a:pt x="4568890" y="1132324"/>
                </a:lnTo>
                <a:lnTo>
                  <a:pt x="4496368" y="1104202"/>
                </a:lnTo>
                <a:lnTo>
                  <a:pt x="4423845" y="1076198"/>
                </a:lnTo>
                <a:lnTo>
                  <a:pt x="4351323" y="1048321"/>
                </a:lnTo>
                <a:lnTo>
                  <a:pt x="4278801" y="1020578"/>
                </a:lnTo>
                <a:lnTo>
                  <a:pt x="4206279" y="992979"/>
                </a:lnTo>
                <a:lnTo>
                  <a:pt x="4133757" y="965535"/>
                </a:lnTo>
                <a:lnTo>
                  <a:pt x="4061235" y="938255"/>
                </a:lnTo>
                <a:lnTo>
                  <a:pt x="3988713" y="911151"/>
                </a:lnTo>
                <a:lnTo>
                  <a:pt x="3916191" y="884235"/>
                </a:lnTo>
                <a:lnTo>
                  <a:pt x="3843669" y="857521"/>
                </a:lnTo>
                <a:lnTo>
                  <a:pt x="3771147" y="831021"/>
                </a:lnTo>
                <a:lnTo>
                  <a:pt x="3698625" y="804752"/>
                </a:lnTo>
                <a:lnTo>
                  <a:pt x="3626103" y="778729"/>
                </a:lnTo>
                <a:lnTo>
                  <a:pt x="3553581" y="752969"/>
                </a:lnTo>
                <a:lnTo>
                  <a:pt x="3481059" y="727490"/>
                </a:lnTo>
                <a:lnTo>
                  <a:pt x="3408537" y="702309"/>
                </a:lnTo>
                <a:lnTo>
                  <a:pt x="3336014" y="677447"/>
                </a:lnTo>
                <a:lnTo>
                  <a:pt x="3263492" y="652924"/>
                </a:lnTo>
                <a:lnTo>
                  <a:pt x="3190970" y="628760"/>
                </a:lnTo>
                <a:lnTo>
                  <a:pt x="3118448" y="604976"/>
                </a:lnTo>
                <a:lnTo>
                  <a:pt x="3045926" y="581594"/>
                </a:lnTo>
                <a:lnTo>
                  <a:pt x="2973404" y="558636"/>
                </a:lnTo>
                <a:lnTo>
                  <a:pt x="2900882" y="536120"/>
                </a:lnTo>
                <a:lnTo>
                  <a:pt x="2828360" y="514069"/>
                </a:lnTo>
                <a:lnTo>
                  <a:pt x="2755838" y="492500"/>
                </a:lnTo>
                <a:lnTo>
                  <a:pt x="2683316" y="471432"/>
                </a:lnTo>
                <a:lnTo>
                  <a:pt x="2610794" y="450880"/>
                </a:lnTo>
                <a:lnTo>
                  <a:pt x="2538272" y="430856"/>
                </a:lnTo>
                <a:lnTo>
                  <a:pt x="2465750" y="411372"/>
                </a:lnTo>
                <a:lnTo>
                  <a:pt x="2393228" y="392436"/>
                </a:lnTo>
                <a:lnTo>
                  <a:pt x="2320706" y="374052"/>
                </a:lnTo>
                <a:lnTo>
                  <a:pt x="2248184" y="356221"/>
                </a:lnTo>
                <a:lnTo>
                  <a:pt x="2175661" y="338942"/>
                </a:lnTo>
                <a:lnTo>
                  <a:pt x="2103139" y="322209"/>
                </a:lnTo>
                <a:lnTo>
                  <a:pt x="2030617" y="306013"/>
                </a:lnTo>
                <a:lnTo>
                  <a:pt x="1958095" y="290344"/>
                </a:lnTo>
                <a:lnTo>
                  <a:pt x="1885573" y="275187"/>
                </a:lnTo>
                <a:lnTo>
                  <a:pt x="1813051" y="260526"/>
                </a:lnTo>
                <a:lnTo>
                  <a:pt x="1740529" y="246345"/>
                </a:lnTo>
                <a:lnTo>
                  <a:pt x="1668007" y="232623"/>
                </a:lnTo>
                <a:lnTo>
                  <a:pt x="1595485" y="219340"/>
                </a:lnTo>
                <a:lnTo>
                  <a:pt x="1522963" y="206475"/>
                </a:lnTo>
                <a:lnTo>
                  <a:pt x="1450441" y="194007"/>
                </a:lnTo>
                <a:lnTo>
                  <a:pt x="1377919" y="181915"/>
                </a:lnTo>
                <a:lnTo>
                  <a:pt x="1305397" y="170177"/>
                </a:lnTo>
                <a:lnTo>
                  <a:pt x="1232875" y="158774"/>
                </a:lnTo>
                <a:lnTo>
                  <a:pt x="1160353" y="147685"/>
                </a:lnTo>
                <a:lnTo>
                  <a:pt x="1087830" y="136891"/>
                </a:lnTo>
                <a:lnTo>
                  <a:pt x="1015308" y="126373"/>
                </a:lnTo>
                <a:lnTo>
                  <a:pt x="942786" y="116114"/>
                </a:lnTo>
                <a:lnTo>
                  <a:pt x="870264" y="106098"/>
                </a:lnTo>
                <a:lnTo>
                  <a:pt x="797742" y="96308"/>
                </a:lnTo>
                <a:lnTo>
                  <a:pt x="725220" y="86731"/>
                </a:lnTo>
                <a:lnTo>
                  <a:pt x="652698" y="77352"/>
                </a:lnTo>
                <a:lnTo>
                  <a:pt x="580176" y="68158"/>
                </a:lnTo>
                <a:lnTo>
                  <a:pt x="507654" y="59138"/>
                </a:lnTo>
                <a:lnTo>
                  <a:pt x="435132" y="50280"/>
                </a:lnTo>
                <a:lnTo>
                  <a:pt x="362610" y="41573"/>
                </a:lnTo>
                <a:lnTo>
                  <a:pt x="290088" y="33009"/>
                </a:lnTo>
                <a:lnTo>
                  <a:pt x="217566" y="24577"/>
                </a:lnTo>
                <a:lnTo>
                  <a:pt x="145044" y="16270"/>
                </a:lnTo>
                <a:lnTo>
                  <a:pt x="72522" y="8080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228338" y="2663281"/>
            <a:ext cx="5729243" cy="1435343"/>
          </a:xfrm>
          <a:custGeom>
            <a:avLst/>
            <a:gdLst/>
            <a:ahLst/>
            <a:cxnLst/>
            <a:rect l="0" t="0" r="0" b="0"/>
            <a:pathLst>
              <a:path w="5729243" h="1435343">
                <a:moveTo>
                  <a:pt x="0" y="0"/>
                </a:moveTo>
                <a:lnTo>
                  <a:pt x="72522" y="18168"/>
                </a:lnTo>
                <a:lnTo>
                  <a:pt x="145044" y="36337"/>
                </a:lnTo>
                <a:lnTo>
                  <a:pt x="217566" y="54506"/>
                </a:lnTo>
                <a:lnTo>
                  <a:pt x="290088" y="72675"/>
                </a:lnTo>
                <a:lnTo>
                  <a:pt x="362610" y="90844"/>
                </a:lnTo>
                <a:lnTo>
                  <a:pt x="435132" y="109013"/>
                </a:lnTo>
                <a:lnTo>
                  <a:pt x="507654" y="127182"/>
                </a:lnTo>
                <a:lnTo>
                  <a:pt x="580176" y="145351"/>
                </a:lnTo>
                <a:lnTo>
                  <a:pt x="652698" y="163520"/>
                </a:lnTo>
                <a:lnTo>
                  <a:pt x="725220" y="181689"/>
                </a:lnTo>
                <a:lnTo>
                  <a:pt x="797742" y="199857"/>
                </a:lnTo>
                <a:lnTo>
                  <a:pt x="870264" y="218026"/>
                </a:lnTo>
                <a:lnTo>
                  <a:pt x="942786" y="236195"/>
                </a:lnTo>
                <a:lnTo>
                  <a:pt x="1015308" y="254364"/>
                </a:lnTo>
                <a:lnTo>
                  <a:pt x="1087830" y="272533"/>
                </a:lnTo>
                <a:lnTo>
                  <a:pt x="1160353" y="290702"/>
                </a:lnTo>
                <a:lnTo>
                  <a:pt x="1232875" y="308871"/>
                </a:lnTo>
                <a:lnTo>
                  <a:pt x="1305397" y="327040"/>
                </a:lnTo>
                <a:lnTo>
                  <a:pt x="1377919" y="345209"/>
                </a:lnTo>
                <a:lnTo>
                  <a:pt x="1450441" y="363378"/>
                </a:lnTo>
                <a:lnTo>
                  <a:pt x="1522963" y="381547"/>
                </a:lnTo>
                <a:lnTo>
                  <a:pt x="1595485" y="399715"/>
                </a:lnTo>
                <a:lnTo>
                  <a:pt x="1668007" y="417884"/>
                </a:lnTo>
                <a:lnTo>
                  <a:pt x="1740529" y="436053"/>
                </a:lnTo>
                <a:lnTo>
                  <a:pt x="1813051" y="454222"/>
                </a:lnTo>
                <a:lnTo>
                  <a:pt x="1885573" y="472391"/>
                </a:lnTo>
                <a:lnTo>
                  <a:pt x="1958095" y="490560"/>
                </a:lnTo>
                <a:lnTo>
                  <a:pt x="2030617" y="508729"/>
                </a:lnTo>
                <a:lnTo>
                  <a:pt x="2103139" y="526898"/>
                </a:lnTo>
                <a:lnTo>
                  <a:pt x="2175661" y="545067"/>
                </a:lnTo>
                <a:lnTo>
                  <a:pt x="2248184" y="563236"/>
                </a:lnTo>
                <a:lnTo>
                  <a:pt x="2320706" y="581404"/>
                </a:lnTo>
                <a:lnTo>
                  <a:pt x="2393228" y="599573"/>
                </a:lnTo>
                <a:lnTo>
                  <a:pt x="2465750" y="617742"/>
                </a:lnTo>
                <a:lnTo>
                  <a:pt x="2538272" y="635911"/>
                </a:lnTo>
                <a:lnTo>
                  <a:pt x="2610794" y="654080"/>
                </a:lnTo>
                <a:lnTo>
                  <a:pt x="2683316" y="672249"/>
                </a:lnTo>
                <a:lnTo>
                  <a:pt x="2755838" y="690418"/>
                </a:lnTo>
                <a:lnTo>
                  <a:pt x="2828360" y="708587"/>
                </a:lnTo>
                <a:lnTo>
                  <a:pt x="2900882" y="726756"/>
                </a:lnTo>
                <a:lnTo>
                  <a:pt x="2973404" y="744925"/>
                </a:lnTo>
                <a:lnTo>
                  <a:pt x="3045926" y="763094"/>
                </a:lnTo>
                <a:lnTo>
                  <a:pt x="3118448" y="781262"/>
                </a:lnTo>
                <a:lnTo>
                  <a:pt x="3190970" y="799431"/>
                </a:lnTo>
                <a:lnTo>
                  <a:pt x="3263492" y="817600"/>
                </a:lnTo>
                <a:lnTo>
                  <a:pt x="3336014" y="835769"/>
                </a:lnTo>
                <a:lnTo>
                  <a:pt x="3408537" y="853938"/>
                </a:lnTo>
                <a:lnTo>
                  <a:pt x="3481059" y="872107"/>
                </a:lnTo>
                <a:lnTo>
                  <a:pt x="3553581" y="890276"/>
                </a:lnTo>
                <a:lnTo>
                  <a:pt x="3626103" y="908445"/>
                </a:lnTo>
                <a:lnTo>
                  <a:pt x="3698625" y="926614"/>
                </a:lnTo>
                <a:lnTo>
                  <a:pt x="3771147" y="944783"/>
                </a:lnTo>
                <a:lnTo>
                  <a:pt x="3843669" y="962951"/>
                </a:lnTo>
                <a:lnTo>
                  <a:pt x="3916191" y="981120"/>
                </a:lnTo>
                <a:lnTo>
                  <a:pt x="3988713" y="999289"/>
                </a:lnTo>
                <a:lnTo>
                  <a:pt x="4061235" y="1017458"/>
                </a:lnTo>
                <a:lnTo>
                  <a:pt x="4133757" y="1035627"/>
                </a:lnTo>
                <a:lnTo>
                  <a:pt x="4206279" y="1053796"/>
                </a:lnTo>
                <a:lnTo>
                  <a:pt x="4278801" y="1071965"/>
                </a:lnTo>
                <a:lnTo>
                  <a:pt x="4351323" y="1090134"/>
                </a:lnTo>
                <a:lnTo>
                  <a:pt x="4423845" y="1108303"/>
                </a:lnTo>
                <a:lnTo>
                  <a:pt x="4496368" y="1126472"/>
                </a:lnTo>
                <a:lnTo>
                  <a:pt x="4568890" y="1144641"/>
                </a:lnTo>
                <a:lnTo>
                  <a:pt x="4641412" y="1162809"/>
                </a:lnTo>
                <a:lnTo>
                  <a:pt x="4713934" y="1180978"/>
                </a:lnTo>
                <a:lnTo>
                  <a:pt x="4786456" y="1199147"/>
                </a:lnTo>
                <a:lnTo>
                  <a:pt x="4858978" y="1217316"/>
                </a:lnTo>
                <a:lnTo>
                  <a:pt x="4931500" y="1235485"/>
                </a:lnTo>
                <a:lnTo>
                  <a:pt x="5004022" y="1253654"/>
                </a:lnTo>
                <a:lnTo>
                  <a:pt x="5076544" y="1271823"/>
                </a:lnTo>
                <a:lnTo>
                  <a:pt x="5149066" y="1289992"/>
                </a:lnTo>
                <a:lnTo>
                  <a:pt x="5221588" y="1308161"/>
                </a:lnTo>
                <a:lnTo>
                  <a:pt x="5294110" y="1326330"/>
                </a:lnTo>
                <a:lnTo>
                  <a:pt x="5366632" y="1344498"/>
                </a:lnTo>
                <a:lnTo>
                  <a:pt x="5439154" y="1362667"/>
                </a:lnTo>
                <a:lnTo>
                  <a:pt x="5511676" y="1380836"/>
                </a:lnTo>
                <a:lnTo>
                  <a:pt x="5584198" y="1399005"/>
                </a:lnTo>
                <a:lnTo>
                  <a:pt x="5656721" y="1417174"/>
                </a:lnTo>
                <a:lnTo>
                  <a:pt x="5729243" y="1435343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2832169" y="376057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2832169" y="375337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2832169" y="388494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196945" y="370403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196945" y="397163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196945" y="345528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4881066" y="468287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4881066" y="441636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4881066" y="448420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3176333" y="443897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3176333" y="452943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3176333" y="411956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3438463" y="410542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3438463" y="422253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3438463" y="418669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1554183" y="410856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1554183" y="414076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1554183" y="458001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3276410" y="537743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3276410" y="468018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4089737" y="455769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4089737" y="419022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255649" y="3677909"/>
            <a:ext cx="3684120" cy="1271988"/>
          </a:xfrm>
          <a:custGeom>
            <a:avLst/>
            <a:gdLst/>
            <a:ahLst/>
            <a:cxnLst/>
            <a:rect l="0" t="0" r="0" b="0"/>
            <a:pathLst>
              <a:path w="3684120" h="1271988">
                <a:moveTo>
                  <a:pt x="0" y="0"/>
                </a:moveTo>
                <a:lnTo>
                  <a:pt x="46634" y="13779"/>
                </a:lnTo>
                <a:lnTo>
                  <a:pt x="93268" y="27513"/>
                </a:lnTo>
                <a:lnTo>
                  <a:pt x="139903" y="41200"/>
                </a:lnTo>
                <a:lnTo>
                  <a:pt x="186537" y="54835"/>
                </a:lnTo>
                <a:lnTo>
                  <a:pt x="233172" y="68417"/>
                </a:lnTo>
                <a:lnTo>
                  <a:pt x="279806" y="81943"/>
                </a:lnTo>
                <a:lnTo>
                  <a:pt x="326441" y="95408"/>
                </a:lnTo>
                <a:lnTo>
                  <a:pt x="373075" y="108809"/>
                </a:lnTo>
                <a:lnTo>
                  <a:pt x="419709" y="122143"/>
                </a:lnTo>
                <a:lnTo>
                  <a:pt x="466344" y="135405"/>
                </a:lnTo>
                <a:lnTo>
                  <a:pt x="512978" y="148591"/>
                </a:lnTo>
                <a:lnTo>
                  <a:pt x="559613" y="161696"/>
                </a:lnTo>
                <a:lnTo>
                  <a:pt x="606247" y="174716"/>
                </a:lnTo>
                <a:lnTo>
                  <a:pt x="652882" y="187644"/>
                </a:lnTo>
                <a:lnTo>
                  <a:pt x="699516" y="200476"/>
                </a:lnTo>
                <a:lnTo>
                  <a:pt x="746150" y="213205"/>
                </a:lnTo>
                <a:lnTo>
                  <a:pt x="792785" y="225826"/>
                </a:lnTo>
                <a:lnTo>
                  <a:pt x="839419" y="238330"/>
                </a:lnTo>
                <a:lnTo>
                  <a:pt x="886054" y="250712"/>
                </a:lnTo>
                <a:lnTo>
                  <a:pt x="932688" y="262964"/>
                </a:lnTo>
                <a:lnTo>
                  <a:pt x="979323" y="275078"/>
                </a:lnTo>
                <a:lnTo>
                  <a:pt x="1025957" y="287047"/>
                </a:lnTo>
                <a:lnTo>
                  <a:pt x="1072591" y="298861"/>
                </a:lnTo>
                <a:lnTo>
                  <a:pt x="1119226" y="310512"/>
                </a:lnTo>
                <a:lnTo>
                  <a:pt x="1165860" y="321991"/>
                </a:lnTo>
                <a:lnTo>
                  <a:pt x="1212495" y="333289"/>
                </a:lnTo>
                <a:lnTo>
                  <a:pt x="1259129" y="344398"/>
                </a:lnTo>
                <a:lnTo>
                  <a:pt x="1305764" y="355307"/>
                </a:lnTo>
                <a:lnTo>
                  <a:pt x="1352398" y="366008"/>
                </a:lnTo>
                <a:lnTo>
                  <a:pt x="1399033" y="376492"/>
                </a:lnTo>
                <a:lnTo>
                  <a:pt x="1445667" y="386750"/>
                </a:lnTo>
                <a:lnTo>
                  <a:pt x="1492301" y="396775"/>
                </a:lnTo>
                <a:lnTo>
                  <a:pt x="1538936" y="406558"/>
                </a:lnTo>
                <a:lnTo>
                  <a:pt x="1585570" y="416093"/>
                </a:lnTo>
                <a:lnTo>
                  <a:pt x="1632205" y="425375"/>
                </a:lnTo>
                <a:lnTo>
                  <a:pt x="1678839" y="434397"/>
                </a:lnTo>
                <a:lnTo>
                  <a:pt x="1725474" y="443157"/>
                </a:lnTo>
                <a:lnTo>
                  <a:pt x="1772108" y="451651"/>
                </a:lnTo>
                <a:lnTo>
                  <a:pt x="1818742" y="459879"/>
                </a:lnTo>
                <a:lnTo>
                  <a:pt x="1865377" y="467839"/>
                </a:lnTo>
                <a:lnTo>
                  <a:pt x="1912011" y="475534"/>
                </a:lnTo>
                <a:lnTo>
                  <a:pt x="1958646" y="482965"/>
                </a:lnTo>
                <a:lnTo>
                  <a:pt x="2005280" y="490135"/>
                </a:lnTo>
                <a:lnTo>
                  <a:pt x="2051915" y="497051"/>
                </a:lnTo>
                <a:lnTo>
                  <a:pt x="2098549" y="503717"/>
                </a:lnTo>
                <a:lnTo>
                  <a:pt x="2145183" y="510140"/>
                </a:lnTo>
                <a:lnTo>
                  <a:pt x="2191818" y="516327"/>
                </a:lnTo>
                <a:lnTo>
                  <a:pt x="2238452" y="522286"/>
                </a:lnTo>
                <a:lnTo>
                  <a:pt x="2285087" y="528025"/>
                </a:lnTo>
                <a:lnTo>
                  <a:pt x="2331721" y="533554"/>
                </a:lnTo>
                <a:lnTo>
                  <a:pt x="2378356" y="538882"/>
                </a:lnTo>
                <a:lnTo>
                  <a:pt x="2424990" y="544017"/>
                </a:lnTo>
                <a:lnTo>
                  <a:pt x="2471625" y="548968"/>
                </a:lnTo>
                <a:lnTo>
                  <a:pt x="2518259" y="553746"/>
                </a:lnTo>
                <a:lnTo>
                  <a:pt x="2564893" y="558358"/>
                </a:lnTo>
                <a:lnTo>
                  <a:pt x="2611528" y="562813"/>
                </a:lnTo>
                <a:lnTo>
                  <a:pt x="2658162" y="567121"/>
                </a:lnTo>
                <a:lnTo>
                  <a:pt x="2704797" y="571288"/>
                </a:lnTo>
                <a:lnTo>
                  <a:pt x="2751431" y="575324"/>
                </a:lnTo>
                <a:lnTo>
                  <a:pt x="2798066" y="579234"/>
                </a:lnTo>
                <a:lnTo>
                  <a:pt x="2844700" y="583028"/>
                </a:lnTo>
                <a:lnTo>
                  <a:pt x="2891334" y="586710"/>
                </a:lnTo>
                <a:lnTo>
                  <a:pt x="2937969" y="590289"/>
                </a:lnTo>
                <a:lnTo>
                  <a:pt x="2984603" y="593769"/>
                </a:lnTo>
                <a:lnTo>
                  <a:pt x="3031238" y="597157"/>
                </a:lnTo>
                <a:lnTo>
                  <a:pt x="3077872" y="600457"/>
                </a:lnTo>
                <a:lnTo>
                  <a:pt x="3124507" y="603676"/>
                </a:lnTo>
                <a:lnTo>
                  <a:pt x="3171141" y="606817"/>
                </a:lnTo>
                <a:lnTo>
                  <a:pt x="3217775" y="609885"/>
                </a:lnTo>
                <a:lnTo>
                  <a:pt x="3264410" y="612885"/>
                </a:lnTo>
                <a:lnTo>
                  <a:pt x="3311044" y="615820"/>
                </a:lnTo>
                <a:lnTo>
                  <a:pt x="3357679" y="618693"/>
                </a:lnTo>
                <a:lnTo>
                  <a:pt x="3404313" y="621509"/>
                </a:lnTo>
                <a:lnTo>
                  <a:pt x="3450948" y="624271"/>
                </a:lnTo>
                <a:lnTo>
                  <a:pt x="3497582" y="626981"/>
                </a:lnTo>
                <a:lnTo>
                  <a:pt x="3544217" y="629643"/>
                </a:lnTo>
                <a:lnTo>
                  <a:pt x="3590851" y="632259"/>
                </a:lnTo>
                <a:lnTo>
                  <a:pt x="3637485" y="634831"/>
                </a:lnTo>
                <a:lnTo>
                  <a:pt x="3684120" y="637362"/>
                </a:lnTo>
                <a:lnTo>
                  <a:pt x="3684120" y="1271988"/>
                </a:lnTo>
                <a:lnTo>
                  <a:pt x="3637485" y="1258136"/>
                </a:lnTo>
                <a:lnTo>
                  <a:pt x="3590851" y="1244324"/>
                </a:lnTo>
                <a:lnTo>
                  <a:pt x="3544217" y="1230557"/>
                </a:lnTo>
                <a:lnTo>
                  <a:pt x="3497582" y="1216835"/>
                </a:lnTo>
                <a:lnTo>
                  <a:pt x="3450948" y="1203162"/>
                </a:lnTo>
                <a:lnTo>
                  <a:pt x="3404313" y="1189541"/>
                </a:lnTo>
                <a:lnTo>
                  <a:pt x="3357679" y="1175973"/>
                </a:lnTo>
                <a:lnTo>
                  <a:pt x="3311044" y="1162464"/>
                </a:lnTo>
                <a:lnTo>
                  <a:pt x="3264410" y="1149016"/>
                </a:lnTo>
                <a:lnTo>
                  <a:pt x="3217775" y="1135632"/>
                </a:lnTo>
                <a:lnTo>
                  <a:pt x="3171141" y="1122317"/>
                </a:lnTo>
                <a:lnTo>
                  <a:pt x="3124507" y="1109075"/>
                </a:lnTo>
                <a:lnTo>
                  <a:pt x="3077872" y="1095910"/>
                </a:lnTo>
                <a:lnTo>
                  <a:pt x="3031238" y="1082827"/>
                </a:lnTo>
                <a:lnTo>
                  <a:pt x="2984603" y="1069832"/>
                </a:lnTo>
                <a:lnTo>
                  <a:pt x="2937969" y="1056929"/>
                </a:lnTo>
                <a:lnTo>
                  <a:pt x="2891334" y="1044124"/>
                </a:lnTo>
                <a:lnTo>
                  <a:pt x="2844700" y="1031423"/>
                </a:lnTo>
                <a:lnTo>
                  <a:pt x="2798066" y="1018833"/>
                </a:lnTo>
                <a:lnTo>
                  <a:pt x="2751431" y="1006361"/>
                </a:lnTo>
                <a:lnTo>
                  <a:pt x="2704797" y="994013"/>
                </a:lnTo>
                <a:lnTo>
                  <a:pt x="2658162" y="981797"/>
                </a:lnTo>
                <a:lnTo>
                  <a:pt x="2611528" y="969721"/>
                </a:lnTo>
                <a:lnTo>
                  <a:pt x="2564893" y="957793"/>
                </a:lnTo>
                <a:lnTo>
                  <a:pt x="2518259" y="946022"/>
                </a:lnTo>
                <a:lnTo>
                  <a:pt x="2471625" y="934416"/>
                </a:lnTo>
                <a:lnTo>
                  <a:pt x="2424990" y="922985"/>
                </a:lnTo>
                <a:lnTo>
                  <a:pt x="2378356" y="911736"/>
                </a:lnTo>
                <a:lnTo>
                  <a:pt x="2331721" y="900681"/>
                </a:lnTo>
                <a:lnTo>
                  <a:pt x="2285087" y="889826"/>
                </a:lnTo>
                <a:lnTo>
                  <a:pt x="2238452" y="879183"/>
                </a:lnTo>
                <a:lnTo>
                  <a:pt x="2191818" y="868758"/>
                </a:lnTo>
                <a:lnTo>
                  <a:pt x="2145183" y="858562"/>
                </a:lnTo>
                <a:lnTo>
                  <a:pt x="2098549" y="848602"/>
                </a:lnTo>
                <a:lnTo>
                  <a:pt x="2051915" y="838884"/>
                </a:lnTo>
                <a:lnTo>
                  <a:pt x="2005280" y="829417"/>
                </a:lnTo>
                <a:lnTo>
                  <a:pt x="1958646" y="820204"/>
                </a:lnTo>
                <a:lnTo>
                  <a:pt x="1912011" y="811252"/>
                </a:lnTo>
                <a:lnTo>
                  <a:pt x="1865377" y="802563"/>
                </a:lnTo>
                <a:lnTo>
                  <a:pt x="1818742" y="794140"/>
                </a:lnTo>
                <a:lnTo>
                  <a:pt x="1772108" y="785985"/>
                </a:lnTo>
                <a:lnTo>
                  <a:pt x="1725474" y="778096"/>
                </a:lnTo>
                <a:lnTo>
                  <a:pt x="1678839" y="770472"/>
                </a:lnTo>
                <a:lnTo>
                  <a:pt x="1632205" y="763111"/>
                </a:lnTo>
                <a:lnTo>
                  <a:pt x="1585570" y="756009"/>
                </a:lnTo>
                <a:lnTo>
                  <a:pt x="1538936" y="749161"/>
                </a:lnTo>
                <a:lnTo>
                  <a:pt x="1492301" y="742561"/>
                </a:lnTo>
                <a:lnTo>
                  <a:pt x="1445667" y="736203"/>
                </a:lnTo>
                <a:lnTo>
                  <a:pt x="1399033" y="730078"/>
                </a:lnTo>
                <a:lnTo>
                  <a:pt x="1352398" y="724178"/>
                </a:lnTo>
                <a:lnTo>
                  <a:pt x="1305764" y="718496"/>
                </a:lnTo>
                <a:lnTo>
                  <a:pt x="1259129" y="713022"/>
                </a:lnTo>
                <a:lnTo>
                  <a:pt x="1212495" y="707747"/>
                </a:lnTo>
                <a:lnTo>
                  <a:pt x="1165860" y="702662"/>
                </a:lnTo>
                <a:lnTo>
                  <a:pt x="1119226" y="697758"/>
                </a:lnTo>
                <a:lnTo>
                  <a:pt x="1072591" y="693026"/>
                </a:lnTo>
                <a:lnTo>
                  <a:pt x="1025957" y="688457"/>
                </a:lnTo>
                <a:lnTo>
                  <a:pt x="979323" y="684042"/>
                </a:lnTo>
                <a:lnTo>
                  <a:pt x="932688" y="679773"/>
                </a:lnTo>
                <a:lnTo>
                  <a:pt x="886054" y="675641"/>
                </a:lnTo>
                <a:lnTo>
                  <a:pt x="839419" y="671640"/>
                </a:lnTo>
                <a:lnTo>
                  <a:pt x="792785" y="667762"/>
                </a:lnTo>
                <a:lnTo>
                  <a:pt x="746150" y="663999"/>
                </a:lnTo>
                <a:lnTo>
                  <a:pt x="699516" y="660345"/>
                </a:lnTo>
                <a:lnTo>
                  <a:pt x="652882" y="656793"/>
                </a:lnTo>
                <a:lnTo>
                  <a:pt x="606247" y="653338"/>
                </a:lnTo>
                <a:lnTo>
                  <a:pt x="559613" y="649975"/>
                </a:lnTo>
                <a:lnTo>
                  <a:pt x="512978" y="646697"/>
                </a:lnTo>
                <a:lnTo>
                  <a:pt x="466344" y="643499"/>
                </a:lnTo>
                <a:lnTo>
                  <a:pt x="419709" y="640378"/>
                </a:lnTo>
                <a:lnTo>
                  <a:pt x="373075" y="637329"/>
                </a:lnTo>
                <a:lnTo>
                  <a:pt x="326441" y="634347"/>
                </a:lnTo>
                <a:lnTo>
                  <a:pt x="279806" y="631428"/>
                </a:lnTo>
                <a:lnTo>
                  <a:pt x="233172" y="628570"/>
                </a:lnTo>
                <a:lnTo>
                  <a:pt x="186537" y="625769"/>
                </a:lnTo>
                <a:lnTo>
                  <a:pt x="139903" y="623022"/>
                </a:lnTo>
                <a:lnTo>
                  <a:pt x="93268" y="620325"/>
                </a:lnTo>
                <a:lnTo>
                  <a:pt x="46634" y="617676"/>
                </a:lnTo>
                <a:lnTo>
                  <a:pt x="0" y="615072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255649" y="3677909"/>
            <a:ext cx="3684120" cy="637362"/>
          </a:xfrm>
          <a:custGeom>
            <a:avLst/>
            <a:gdLst/>
            <a:ahLst/>
            <a:cxnLst/>
            <a:rect l="0" t="0" r="0" b="0"/>
            <a:pathLst>
              <a:path w="3684120" h="637362">
                <a:moveTo>
                  <a:pt x="0" y="0"/>
                </a:moveTo>
                <a:lnTo>
                  <a:pt x="46634" y="13779"/>
                </a:lnTo>
                <a:lnTo>
                  <a:pt x="93268" y="27513"/>
                </a:lnTo>
                <a:lnTo>
                  <a:pt x="139903" y="41200"/>
                </a:lnTo>
                <a:lnTo>
                  <a:pt x="186537" y="54835"/>
                </a:lnTo>
                <a:lnTo>
                  <a:pt x="233172" y="68417"/>
                </a:lnTo>
                <a:lnTo>
                  <a:pt x="279806" y="81943"/>
                </a:lnTo>
                <a:lnTo>
                  <a:pt x="326441" y="95408"/>
                </a:lnTo>
                <a:lnTo>
                  <a:pt x="373075" y="108809"/>
                </a:lnTo>
                <a:lnTo>
                  <a:pt x="419709" y="122143"/>
                </a:lnTo>
                <a:lnTo>
                  <a:pt x="466344" y="135405"/>
                </a:lnTo>
                <a:lnTo>
                  <a:pt x="512978" y="148591"/>
                </a:lnTo>
                <a:lnTo>
                  <a:pt x="559613" y="161696"/>
                </a:lnTo>
                <a:lnTo>
                  <a:pt x="606247" y="174716"/>
                </a:lnTo>
                <a:lnTo>
                  <a:pt x="652882" y="187644"/>
                </a:lnTo>
                <a:lnTo>
                  <a:pt x="699516" y="200476"/>
                </a:lnTo>
                <a:lnTo>
                  <a:pt x="746150" y="213205"/>
                </a:lnTo>
                <a:lnTo>
                  <a:pt x="792785" y="225826"/>
                </a:lnTo>
                <a:lnTo>
                  <a:pt x="839419" y="238330"/>
                </a:lnTo>
                <a:lnTo>
                  <a:pt x="886054" y="250712"/>
                </a:lnTo>
                <a:lnTo>
                  <a:pt x="932688" y="262964"/>
                </a:lnTo>
                <a:lnTo>
                  <a:pt x="979323" y="275078"/>
                </a:lnTo>
                <a:lnTo>
                  <a:pt x="1025957" y="287047"/>
                </a:lnTo>
                <a:lnTo>
                  <a:pt x="1072591" y="298861"/>
                </a:lnTo>
                <a:lnTo>
                  <a:pt x="1119226" y="310512"/>
                </a:lnTo>
                <a:lnTo>
                  <a:pt x="1165860" y="321991"/>
                </a:lnTo>
                <a:lnTo>
                  <a:pt x="1212495" y="333289"/>
                </a:lnTo>
                <a:lnTo>
                  <a:pt x="1259129" y="344398"/>
                </a:lnTo>
                <a:lnTo>
                  <a:pt x="1305764" y="355307"/>
                </a:lnTo>
                <a:lnTo>
                  <a:pt x="1352398" y="366008"/>
                </a:lnTo>
                <a:lnTo>
                  <a:pt x="1399033" y="376492"/>
                </a:lnTo>
                <a:lnTo>
                  <a:pt x="1445667" y="386750"/>
                </a:lnTo>
                <a:lnTo>
                  <a:pt x="1492301" y="396775"/>
                </a:lnTo>
                <a:lnTo>
                  <a:pt x="1538936" y="406558"/>
                </a:lnTo>
                <a:lnTo>
                  <a:pt x="1585570" y="416093"/>
                </a:lnTo>
                <a:lnTo>
                  <a:pt x="1632205" y="425375"/>
                </a:lnTo>
                <a:lnTo>
                  <a:pt x="1678839" y="434397"/>
                </a:lnTo>
                <a:lnTo>
                  <a:pt x="1725474" y="443157"/>
                </a:lnTo>
                <a:lnTo>
                  <a:pt x="1772108" y="451651"/>
                </a:lnTo>
                <a:lnTo>
                  <a:pt x="1818742" y="459879"/>
                </a:lnTo>
                <a:lnTo>
                  <a:pt x="1865377" y="467839"/>
                </a:lnTo>
                <a:lnTo>
                  <a:pt x="1912011" y="475534"/>
                </a:lnTo>
                <a:lnTo>
                  <a:pt x="1958646" y="482965"/>
                </a:lnTo>
                <a:lnTo>
                  <a:pt x="2005280" y="490135"/>
                </a:lnTo>
                <a:lnTo>
                  <a:pt x="2051915" y="497051"/>
                </a:lnTo>
                <a:lnTo>
                  <a:pt x="2098549" y="503717"/>
                </a:lnTo>
                <a:lnTo>
                  <a:pt x="2145183" y="510140"/>
                </a:lnTo>
                <a:lnTo>
                  <a:pt x="2191818" y="516327"/>
                </a:lnTo>
                <a:lnTo>
                  <a:pt x="2238452" y="522286"/>
                </a:lnTo>
                <a:lnTo>
                  <a:pt x="2285087" y="528025"/>
                </a:lnTo>
                <a:lnTo>
                  <a:pt x="2331721" y="533554"/>
                </a:lnTo>
                <a:lnTo>
                  <a:pt x="2378356" y="538882"/>
                </a:lnTo>
                <a:lnTo>
                  <a:pt x="2424990" y="544017"/>
                </a:lnTo>
                <a:lnTo>
                  <a:pt x="2471625" y="548968"/>
                </a:lnTo>
                <a:lnTo>
                  <a:pt x="2518259" y="553746"/>
                </a:lnTo>
                <a:lnTo>
                  <a:pt x="2564893" y="558358"/>
                </a:lnTo>
                <a:lnTo>
                  <a:pt x="2611528" y="562813"/>
                </a:lnTo>
                <a:lnTo>
                  <a:pt x="2658162" y="567121"/>
                </a:lnTo>
                <a:lnTo>
                  <a:pt x="2704797" y="571288"/>
                </a:lnTo>
                <a:lnTo>
                  <a:pt x="2751431" y="575324"/>
                </a:lnTo>
                <a:lnTo>
                  <a:pt x="2798066" y="579234"/>
                </a:lnTo>
                <a:lnTo>
                  <a:pt x="2844700" y="583028"/>
                </a:lnTo>
                <a:lnTo>
                  <a:pt x="2891334" y="586710"/>
                </a:lnTo>
                <a:lnTo>
                  <a:pt x="2937969" y="590289"/>
                </a:lnTo>
                <a:lnTo>
                  <a:pt x="2984603" y="593769"/>
                </a:lnTo>
                <a:lnTo>
                  <a:pt x="3031238" y="597157"/>
                </a:lnTo>
                <a:lnTo>
                  <a:pt x="3077872" y="600457"/>
                </a:lnTo>
                <a:lnTo>
                  <a:pt x="3124507" y="603676"/>
                </a:lnTo>
                <a:lnTo>
                  <a:pt x="3171141" y="606817"/>
                </a:lnTo>
                <a:lnTo>
                  <a:pt x="3217775" y="609885"/>
                </a:lnTo>
                <a:lnTo>
                  <a:pt x="3264410" y="612885"/>
                </a:lnTo>
                <a:lnTo>
                  <a:pt x="3311044" y="615820"/>
                </a:lnTo>
                <a:lnTo>
                  <a:pt x="3357679" y="618693"/>
                </a:lnTo>
                <a:lnTo>
                  <a:pt x="3404313" y="621509"/>
                </a:lnTo>
                <a:lnTo>
                  <a:pt x="3450948" y="624271"/>
                </a:lnTo>
                <a:lnTo>
                  <a:pt x="3497582" y="626981"/>
                </a:lnTo>
                <a:lnTo>
                  <a:pt x="3544217" y="629643"/>
                </a:lnTo>
                <a:lnTo>
                  <a:pt x="3590851" y="632259"/>
                </a:lnTo>
                <a:lnTo>
                  <a:pt x="3637485" y="634831"/>
                </a:lnTo>
                <a:lnTo>
                  <a:pt x="3684120" y="637362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255649" y="4292981"/>
            <a:ext cx="3684120" cy="656915"/>
          </a:xfrm>
          <a:custGeom>
            <a:avLst/>
            <a:gdLst/>
            <a:ahLst/>
            <a:cxnLst/>
            <a:rect l="0" t="0" r="0" b="0"/>
            <a:pathLst>
              <a:path w="3684120" h="656915">
                <a:moveTo>
                  <a:pt x="3684120" y="656915"/>
                </a:moveTo>
                <a:lnTo>
                  <a:pt x="3637485" y="643063"/>
                </a:lnTo>
                <a:lnTo>
                  <a:pt x="3590851" y="629252"/>
                </a:lnTo>
                <a:lnTo>
                  <a:pt x="3544217" y="615484"/>
                </a:lnTo>
                <a:lnTo>
                  <a:pt x="3497582" y="601763"/>
                </a:lnTo>
                <a:lnTo>
                  <a:pt x="3450948" y="588090"/>
                </a:lnTo>
                <a:lnTo>
                  <a:pt x="3404313" y="574468"/>
                </a:lnTo>
                <a:lnTo>
                  <a:pt x="3357679" y="560901"/>
                </a:lnTo>
                <a:lnTo>
                  <a:pt x="3311044" y="547391"/>
                </a:lnTo>
                <a:lnTo>
                  <a:pt x="3264410" y="533943"/>
                </a:lnTo>
                <a:lnTo>
                  <a:pt x="3217775" y="520559"/>
                </a:lnTo>
                <a:lnTo>
                  <a:pt x="3171141" y="507244"/>
                </a:lnTo>
                <a:lnTo>
                  <a:pt x="3124507" y="494002"/>
                </a:lnTo>
                <a:lnTo>
                  <a:pt x="3077872" y="480838"/>
                </a:lnTo>
                <a:lnTo>
                  <a:pt x="3031238" y="467755"/>
                </a:lnTo>
                <a:lnTo>
                  <a:pt x="2984603" y="454759"/>
                </a:lnTo>
                <a:lnTo>
                  <a:pt x="2937969" y="441856"/>
                </a:lnTo>
                <a:lnTo>
                  <a:pt x="2891334" y="429051"/>
                </a:lnTo>
                <a:lnTo>
                  <a:pt x="2844700" y="416351"/>
                </a:lnTo>
                <a:lnTo>
                  <a:pt x="2798066" y="403761"/>
                </a:lnTo>
                <a:lnTo>
                  <a:pt x="2751431" y="391288"/>
                </a:lnTo>
                <a:lnTo>
                  <a:pt x="2704797" y="378940"/>
                </a:lnTo>
                <a:lnTo>
                  <a:pt x="2658162" y="366724"/>
                </a:lnTo>
                <a:lnTo>
                  <a:pt x="2611528" y="354649"/>
                </a:lnTo>
                <a:lnTo>
                  <a:pt x="2564893" y="342721"/>
                </a:lnTo>
                <a:lnTo>
                  <a:pt x="2518259" y="330950"/>
                </a:lnTo>
                <a:lnTo>
                  <a:pt x="2471625" y="319344"/>
                </a:lnTo>
                <a:lnTo>
                  <a:pt x="2424990" y="307912"/>
                </a:lnTo>
                <a:lnTo>
                  <a:pt x="2378356" y="296664"/>
                </a:lnTo>
                <a:lnTo>
                  <a:pt x="2331721" y="285608"/>
                </a:lnTo>
                <a:lnTo>
                  <a:pt x="2285087" y="274754"/>
                </a:lnTo>
                <a:lnTo>
                  <a:pt x="2238452" y="264110"/>
                </a:lnTo>
                <a:lnTo>
                  <a:pt x="2191818" y="253686"/>
                </a:lnTo>
                <a:lnTo>
                  <a:pt x="2145183" y="243490"/>
                </a:lnTo>
                <a:lnTo>
                  <a:pt x="2098549" y="233529"/>
                </a:lnTo>
                <a:lnTo>
                  <a:pt x="2051915" y="223812"/>
                </a:lnTo>
                <a:lnTo>
                  <a:pt x="2005280" y="214344"/>
                </a:lnTo>
                <a:lnTo>
                  <a:pt x="1958646" y="205132"/>
                </a:lnTo>
                <a:lnTo>
                  <a:pt x="1912011" y="196179"/>
                </a:lnTo>
                <a:lnTo>
                  <a:pt x="1865377" y="187491"/>
                </a:lnTo>
                <a:lnTo>
                  <a:pt x="1818742" y="179068"/>
                </a:lnTo>
                <a:lnTo>
                  <a:pt x="1772108" y="170912"/>
                </a:lnTo>
                <a:lnTo>
                  <a:pt x="1725474" y="163023"/>
                </a:lnTo>
                <a:lnTo>
                  <a:pt x="1678839" y="155400"/>
                </a:lnTo>
                <a:lnTo>
                  <a:pt x="1632205" y="148039"/>
                </a:lnTo>
                <a:lnTo>
                  <a:pt x="1585570" y="140937"/>
                </a:lnTo>
                <a:lnTo>
                  <a:pt x="1538936" y="134089"/>
                </a:lnTo>
                <a:lnTo>
                  <a:pt x="1492301" y="127489"/>
                </a:lnTo>
                <a:lnTo>
                  <a:pt x="1445667" y="121130"/>
                </a:lnTo>
                <a:lnTo>
                  <a:pt x="1399033" y="115005"/>
                </a:lnTo>
                <a:lnTo>
                  <a:pt x="1352398" y="109106"/>
                </a:lnTo>
                <a:lnTo>
                  <a:pt x="1305764" y="103423"/>
                </a:lnTo>
                <a:lnTo>
                  <a:pt x="1259129" y="97949"/>
                </a:lnTo>
                <a:lnTo>
                  <a:pt x="1212495" y="92675"/>
                </a:lnTo>
                <a:lnTo>
                  <a:pt x="1165860" y="87590"/>
                </a:lnTo>
                <a:lnTo>
                  <a:pt x="1119226" y="82686"/>
                </a:lnTo>
                <a:lnTo>
                  <a:pt x="1072591" y="77953"/>
                </a:lnTo>
                <a:lnTo>
                  <a:pt x="1025957" y="73384"/>
                </a:lnTo>
                <a:lnTo>
                  <a:pt x="979323" y="68969"/>
                </a:lnTo>
                <a:lnTo>
                  <a:pt x="932688" y="64700"/>
                </a:lnTo>
                <a:lnTo>
                  <a:pt x="886054" y="60569"/>
                </a:lnTo>
                <a:lnTo>
                  <a:pt x="839419" y="56568"/>
                </a:lnTo>
                <a:lnTo>
                  <a:pt x="792785" y="52689"/>
                </a:lnTo>
                <a:lnTo>
                  <a:pt x="746150" y="48926"/>
                </a:lnTo>
                <a:lnTo>
                  <a:pt x="699516" y="45272"/>
                </a:lnTo>
                <a:lnTo>
                  <a:pt x="652882" y="41721"/>
                </a:lnTo>
                <a:lnTo>
                  <a:pt x="606247" y="38266"/>
                </a:lnTo>
                <a:lnTo>
                  <a:pt x="559613" y="34902"/>
                </a:lnTo>
                <a:lnTo>
                  <a:pt x="512978" y="31624"/>
                </a:lnTo>
                <a:lnTo>
                  <a:pt x="466344" y="28427"/>
                </a:lnTo>
                <a:lnTo>
                  <a:pt x="419709" y="25306"/>
                </a:lnTo>
                <a:lnTo>
                  <a:pt x="373075" y="22256"/>
                </a:lnTo>
                <a:lnTo>
                  <a:pt x="326441" y="19274"/>
                </a:lnTo>
                <a:lnTo>
                  <a:pt x="279806" y="16356"/>
                </a:lnTo>
                <a:lnTo>
                  <a:pt x="233172" y="13498"/>
                </a:lnTo>
                <a:lnTo>
                  <a:pt x="186537" y="10697"/>
                </a:lnTo>
                <a:lnTo>
                  <a:pt x="139903" y="7949"/>
                </a:lnTo>
                <a:lnTo>
                  <a:pt x="93268" y="5252"/>
                </a:lnTo>
                <a:lnTo>
                  <a:pt x="46634" y="2603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1255649" y="3985445"/>
            <a:ext cx="3684120" cy="647139"/>
          </a:xfrm>
          <a:custGeom>
            <a:avLst/>
            <a:gdLst/>
            <a:ahLst/>
            <a:cxnLst/>
            <a:rect l="0" t="0" r="0" b="0"/>
            <a:pathLst>
              <a:path w="3684120" h="647139">
                <a:moveTo>
                  <a:pt x="0" y="0"/>
                </a:moveTo>
                <a:lnTo>
                  <a:pt x="46634" y="8191"/>
                </a:lnTo>
                <a:lnTo>
                  <a:pt x="93268" y="16383"/>
                </a:lnTo>
                <a:lnTo>
                  <a:pt x="139903" y="24574"/>
                </a:lnTo>
                <a:lnTo>
                  <a:pt x="186537" y="32766"/>
                </a:lnTo>
                <a:lnTo>
                  <a:pt x="233172" y="40958"/>
                </a:lnTo>
                <a:lnTo>
                  <a:pt x="279806" y="49149"/>
                </a:lnTo>
                <a:lnTo>
                  <a:pt x="326441" y="57341"/>
                </a:lnTo>
                <a:lnTo>
                  <a:pt x="373075" y="65533"/>
                </a:lnTo>
                <a:lnTo>
                  <a:pt x="419709" y="73724"/>
                </a:lnTo>
                <a:lnTo>
                  <a:pt x="466344" y="81916"/>
                </a:lnTo>
                <a:lnTo>
                  <a:pt x="512978" y="90107"/>
                </a:lnTo>
                <a:lnTo>
                  <a:pt x="559613" y="98299"/>
                </a:lnTo>
                <a:lnTo>
                  <a:pt x="606247" y="106491"/>
                </a:lnTo>
                <a:lnTo>
                  <a:pt x="652882" y="114682"/>
                </a:lnTo>
                <a:lnTo>
                  <a:pt x="699516" y="122874"/>
                </a:lnTo>
                <a:lnTo>
                  <a:pt x="746150" y="131066"/>
                </a:lnTo>
                <a:lnTo>
                  <a:pt x="792785" y="139257"/>
                </a:lnTo>
                <a:lnTo>
                  <a:pt x="839419" y="147449"/>
                </a:lnTo>
                <a:lnTo>
                  <a:pt x="886054" y="155641"/>
                </a:lnTo>
                <a:lnTo>
                  <a:pt x="932688" y="163832"/>
                </a:lnTo>
                <a:lnTo>
                  <a:pt x="979323" y="172024"/>
                </a:lnTo>
                <a:lnTo>
                  <a:pt x="1025957" y="180215"/>
                </a:lnTo>
                <a:lnTo>
                  <a:pt x="1072591" y="188407"/>
                </a:lnTo>
                <a:lnTo>
                  <a:pt x="1119226" y="196599"/>
                </a:lnTo>
                <a:lnTo>
                  <a:pt x="1165860" y="204790"/>
                </a:lnTo>
                <a:lnTo>
                  <a:pt x="1212495" y="212982"/>
                </a:lnTo>
                <a:lnTo>
                  <a:pt x="1259129" y="221174"/>
                </a:lnTo>
                <a:lnTo>
                  <a:pt x="1305764" y="229365"/>
                </a:lnTo>
                <a:lnTo>
                  <a:pt x="1352398" y="237557"/>
                </a:lnTo>
                <a:lnTo>
                  <a:pt x="1399033" y="245749"/>
                </a:lnTo>
                <a:lnTo>
                  <a:pt x="1445667" y="253940"/>
                </a:lnTo>
                <a:lnTo>
                  <a:pt x="1492301" y="262132"/>
                </a:lnTo>
                <a:lnTo>
                  <a:pt x="1538936" y="270323"/>
                </a:lnTo>
                <a:lnTo>
                  <a:pt x="1585570" y="278515"/>
                </a:lnTo>
                <a:lnTo>
                  <a:pt x="1632205" y="286707"/>
                </a:lnTo>
                <a:lnTo>
                  <a:pt x="1678839" y="294898"/>
                </a:lnTo>
                <a:lnTo>
                  <a:pt x="1725474" y="303090"/>
                </a:lnTo>
                <a:lnTo>
                  <a:pt x="1772108" y="311282"/>
                </a:lnTo>
                <a:lnTo>
                  <a:pt x="1818742" y="319473"/>
                </a:lnTo>
                <a:lnTo>
                  <a:pt x="1865377" y="327665"/>
                </a:lnTo>
                <a:lnTo>
                  <a:pt x="1912011" y="335856"/>
                </a:lnTo>
                <a:lnTo>
                  <a:pt x="1958646" y="344048"/>
                </a:lnTo>
                <a:lnTo>
                  <a:pt x="2005280" y="352240"/>
                </a:lnTo>
                <a:lnTo>
                  <a:pt x="2051915" y="360431"/>
                </a:lnTo>
                <a:lnTo>
                  <a:pt x="2098549" y="368623"/>
                </a:lnTo>
                <a:lnTo>
                  <a:pt x="2145183" y="376815"/>
                </a:lnTo>
                <a:lnTo>
                  <a:pt x="2191818" y="385006"/>
                </a:lnTo>
                <a:lnTo>
                  <a:pt x="2238452" y="393198"/>
                </a:lnTo>
                <a:lnTo>
                  <a:pt x="2285087" y="401390"/>
                </a:lnTo>
                <a:lnTo>
                  <a:pt x="2331721" y="409581"/>
                </a:lnTo>
                <a:lnTo>
                  <a:pt x="2378356" y="417773"/>
                </a:lnTo>
                <a:lnTo>
                  <a:pt x="2424990" y="425964"/>
                </a:lnTo>
                <a:lnTo>
                  <a:pt x="2471625" y="434156"/>
                </a:lnTo>
                <a:lnTo>
                  <a:pt x="2518259" y="442348"/>
                </a:lnTo>
                <a:lnTo>
                  <a:pt x="2564893" y="450539"/>
                </a:lnTo>
                <a:lnTo>
                  <a:pt x="2611528" y="458731"/>
                </a:lnTo>
                <a:lnTo>
                  <a:pt x="2658162" y="466923"/>
                </a:lnTo>
                <a:lnTo>
                  <a:pt x="2704797" y="475114"/>
                </a:lnTo>
                <a:lnTo>
                  <a:pt x="2751431" y="483306"/>
                </a:lnTo>
                <a:lnTo>
                  <a:pt x="2798066" y="491498"/>
                </a:lnTo>
                <a:lnTo>
                  <a:pt x="2844700" y="499689"/>
                </a:lnTo>
                <a:lnTo>
                  <a:pt x="2891334" y="507881"/>
                </a:lnTo>
                <a:lnTo>
                  <a:pt x="2937969" y="516072"/>
                </a:lnTo>
                <a:lnTo>
                  <a:pt x="2984603" y="524264"/>
                </a:lnTo>
                <a:lnTo>
                  <a:pt x="3031238" y="532456"/>
                </a:lnTo>
                <a:lnTo>
                  <a:pt x="3077872" y="540647"/>
                </a:lnTo>
                <a:lnTo>
                  <a:pt x="3124507" y="548839"/>
                </a:lnTo>
                <a:lnTo>
                  <a:pt x="3171141" y="557031"/>
                </a:lnTo>
                <a:lnTo>
                  <a:pt x="3217775" y="565222"/>
                </a:lnTo>
                <a:lnTo>
                  <a:pt x="3264410" y="573414"/>
                </a:lnTo>
                <a:lnTo>
                  <a:pt x="3311044" y="581605"/>
                </a:lnTo>
                <a:lnTo>
                  <a:pt x="3357679" y="589797"/>
                </a:lnTo>
                <a:lnTo>
                  <a:pt x="3404313" y="597989"/>
                </a:lnTo>
                <a:lnTo>
                  <a:pt x="3450948" y="606180"/>
                </a:lnTo>
                <a:lnTo>
                  <a:pt x="3497582" y="614372"/>
                </a:lnTo>
                <a:lnTo>
                  <a:pt x="3544217" y="622564"/>
                </a:lnTo>
                <a:lnTo>
                  <a:pt x="3590851" y="630755"/>
                </a:lnTo>
                <a:lnTo>
                  <a:pt x="3637485" y="638947"/>
                </a:lnTo>
                <a:lnTo>
                  <a:pt x="3684120" y="647139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74DF5727-BA5F-AF3C-0822-7122AD0F68EB}"/>
              </a:ext>
            </a:extLst>
          </p:cNvPr>
          <p:cNvGrpSpPr/>
          <p:nvPr/>
        </p:nvGrpSpPr>
        <p:grpSpPr>
          <a:xfrm>
            <a:off x="6923685" y="1980395"/>
            <a:ext cx="1633206" cy="926170"/>
            <a:chOff x="7254012" y="3508813"/>
            <a:chExt cx="1094811" cy="620853"/>
          </a:xfrm>
        </p:grpSpPr>
        <p:sp>
          <p:nvSpPr>
            <p:cNvPr id="90" name="tx83">
              <a:extLst>
                <a:ext uri="{FF2B5EF4-FFF2-40B4-BE49-F238E27FC236}">
                  <a16:creationId xmlns:a16="http://schemas.microsoft.com/office/drawing/2014/main" id="{EC98E988-E56F-0517-A937-B615D42F1317}"/>
                </a:ext>
              </a:extLst>
            </p:cNvPr>
            <p:cNvSpPr/>
            <p:nvPr/>
          </p:nvSpPr>
          <p:spPr>
            <a:xfrm>
              <a:off x="7254012" y="3508813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91" name="rc84">
              <a:extLst>
                <a:ext uri="{FF2B5EF4-FFF2-40B4-BE49-F238E27FC236}">
                  <a16:creationId xmlns:a16="http://schemas.microsoft.com/office/drawing/2014/main" id="{F9795A55-5E09-6BC6-6531-00E542BB1271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2" name="pt85">
              <a:extLst>
                <a:ext uri="{FF2B5EF4-FFF2-40B4-BE49-F238E27FC236}">
                  <a16:creationId xmlns:a16="http://schemas.microsoft.com/office/drawing/2014/main" id="{E7946013-8BC3-B207-7573-6FEC48BFCC6F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rc86">
              <a:extLst>
                <a:ext uri="{FF2B5EF4-FFF2-40B4-BE49-F238E27FC236}">
                  <a16:creationId xmlns:a16="http://schemas.microsoft.com/office/drawing/2014/main" id="{0B98E35E-550D-E9A6-2CE5-9C697686FE7D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4" name="pt87">
              <a:extLst>
                <a:ext uri="{FF2B5EF4-FFF2-40B4-BE49-F238E27FC236}">
                  <a16:creationId xmlns:a16="http://schemas.microsoft.com/office/drawing/2014/main" id="{AD59746E-8667-BF5A-F9AB-C752C7536CF7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tx88">
              <a:extLst>
                <a:ext uri="{FF2B5EF4-FFF2-40B4-BE49-F238E27FC236}">
                  <a16:creationId xmlns:a16="http://schemas.microsoft.com/office/drawing/2014/main" id="{B2A0265E-EBA2-A272-6E9C-682076BC4723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6" name="tx89">
              <a:extLst>
                <a:ext uri="{FF2B5EF4-FFF2-40B4-BE49-F238E27FC236}">
                  <a16:creationId xmlns:a16="http://schemas.microsoft.com/office/drawing/2014/main" id="{FE722ABE-64E5-A008-099C-E9BFD023ED18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  <p:sp>
        <p:nvSpPr>
          <p:cNvPr id="97" name="tx90">
            <a:extLst>
              <a:ext uri="{FF2B5EF4-FFF2-40B4-BE49-F238E27FC236}">
                <a16:creationId xmlns:a16="http://schemas.microsoft.com/office/drawing/2014/main" id="{E6B8C7AD-1EF5-6EF6-CDAE-58016CC6DE3F}"/>
              </a:ext>
            </a:extLst>
          </p:cNvPr>
          <p:cNvSpPr/>
          <p:nvPr/>
        </p:nvSpPr>
        <p:spPr>
          <a:xfrm>
            <a:off x="1251930" y="1530070"/>
            <a:ext cx="3798783" cy="36593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(A) Predicted LEA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vs 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</a:t>
            </a:r>
            <a:endParaRPr sz="2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98" name="pl60">
            <a:extLst>
              <a:ext uri="{FF2B5EF4-FFF2-40B4-BE49-F238E27FC236}">
                <a16:creationId xmlns:a16="http://schemas.microsoft.com/office/drawing/2014/main" id="{E0B7D1F4-DE4F-13FA-FC20-95E0977044A4}"/>
              </a:ext>
            </a:extLst>
          </p:cNvPr>
          <p:cNvSpPr/>
          <p:nvPr/>
        </p:nvSpPr>
        <p:spPr>
          <a:xfrm>
            <a:off x="941876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9" name="tx61">
            <a:extLst>
              <a:ext uri="{FF2B5EF4-FFF2-40B4-BE49-F238E27FC236}">
                <a16:creationId xmlns:a16="http://schemas.microsoft.com/office/drawing/2014/main" id="{1A3AE3D4-8BAC-3ED0-E5C7-D6D3B25EAB78}"/>
              </a:ext>
            </a:extLst>
          </p:cNvPr>
          <p:cNvSpPr/>
          <p:nvPr/>
        </p:nvSpPr>
        <p:spPr>
          <a:xfrm>
            <a:off x="683568" y="5349815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100" name="tx62">
            <a:extLst>
              <a:ext uri="{FF2B5EF4-FFF2-40B4-BE49-F238E27FC236}">
                <a16:creationId xmlns:a16="http://schemas.microsoft.com/office/drawing/2014/main" id="{912BD157-470A-6AD9-2A01-87B2D88CCC2D}"/>
              </a:ext>
            </a:extLst>
          </p:cNvPr>
          <p:cNvSpPr/>
          <p:nvPr/>
        </p:nvSpPr>
        <p:spPr>
          <a:xfrm>
            <a:off x="683568" y="4287541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60</a:t>
            </a:r>
          </a:p>
        </p:txBody>
      </p:sp>
      <p:sp>
        <p:nvSpPr>
          <p:cNvPr id="101" name="tx63">
            <a:extLst>
              <a:ext uri="{FF2B5EF4-FFF2-40B4-BE49-F238E27FC236}">
                <a16:creationId xmlns:a16="http://schemas.microsoft.com/office/drawing/2014/main" id="{4486C792-02F7-9971-D98B-4FAF3634DC24}"/>
              </a:ext>
            </a:extLst>
          </p:cNvPr>
          <p:cNvSpPr/>
          <p:nvPr/>
        </p:nvSpPr>
        <p:spPr>
          <a:xfrm>
            <a:off x="683568" y="3225268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80</a:t>
            </a:r>
          </a:p>
        </p:txBody>
      </p:sp>
      <p:sp>
        <p:nvSpPr>
          <p:cNvPr id="102" name="tx64">
            <a:extLst>
              <a:ext uri="{FF2B5EF4-FFF2-40B4-BE49-F238E27FC236}">
                <a16:creationId xmlns:a16="http://schemas.microsoft.com/office/drawing/2014/main" id="{06565A84-0A38-18E5-DDED-D2268E209FEA}"/>
              </a:ext>
            </a:extLst>
          </p:cNvPr>
          <p:cNvSpPr/>
          <p:nvPr/>
        </p:nvSpPr>
        <p:spPr>
          <a:xfrm>
            <a:off x="611560" y="2162994"/>
            <a:ext cx="186537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100</a:t>
            </a:r>
          </a:p>
        </p:txBody>
      </p:sp>
      <p:sp>
        <p:nvSpPr>
          <p:cNvPr id="103" name="pl65">
            <a:extLst>
              <a:ext uri="{FF2B5EF4-FFF2-40B4-BE49-F238E27FC236}">
                <a16:creationId xmlns:a16="http://schemas.microsoft.com/office/drawing/2014/main" id="{365BACF3-E08D-A74E-D8D9-E269000CBE06}"/>
              </a:ext>
            </a:extLst>
          </p:cNvPr>
          <p:cNvSpPr/>
          <p:nvPr/>
        </p:nvSpPr>
        <p:spPr>
          <a:xfrm>
            <a:off x="907081" y="538986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4" name="pl66">
            <a:extLst>
              <a:ext uri="{FF2B5EF4-FFF2-40B4-BE49-F238E27FC236}">
                <a16:creationId xmlns:a16="http://schemas.microsoft.com/office/drawing/2014/main" id="{B9FFCD9E-9DCD-B56D-0FAA-E7C64C1A8306}"/>
              </a:ext>
            </a:extLst>
          </p:cNvPr>
          <p:cNvSpPr/>
          <p:nvPr/>
        </p:nvSpPr>
        <p:spPr>
          <a:xfrm>
            <a:off x="907081" y="432759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5" name="pl67">
            <a:extLst>
              <a:ext uri="{FF2B5EF4-FFF2-40B4-BE49-F238E27FC236}">
                <a16:creationId xmlns:a16="http://schemas.microsoft.com/office/drawing/2014/main" id="{38E468D7-D95B-A9F6-3DE6-5AE9B66F62D4}"/>
              </a:ext>
            </a:extLst>
          </p:cNvPr>
          <p:cNvSpPr/>
          <p:nvPr/>
        </p:nvSpPr>
        <p:spPr>
          <a:xfrm>
            <a:off x="907081" y="3265318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6" name="pl68">
            <a:extLst>
              <a:ext uri="{FF2B5EF4-FFF2-40B4-BE49-F238E27FC236}">
                <a16:creationId xmlns:a16="http://schemas.microsoft.com/office/drawing/2014/main" id="{C6FE812E-E558-F3C3-0D4C-DAF4B93CC43E}"/>
              </a:ext>
            </a:extLst>
          </p:cNvPr>
          <p:cNvSpPr/>
          <p:nvPr/>
        </p:nvSpPr>
        <p:spPr>
          <a:xfrm>
            <a:off x="907081" y="220304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9" name="tx81">
            <a:extLst>
              <a:ext uri="{FF2B5EF4-FFF2-40B4-BE49-F238E27FC236}">
                <a16:creationId xmlns:a16="http://schemas.microsoft.com/office/drawing/2014/main" id="{CDAFEBB6-0BC6-5818-25E5-9BF4A2A659B5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 (mm)</a:t>
            </a:r>
            <a:endParaRPr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1" name="pl71">
            <a:extLst>
              <a:ext uri="{FF2B5EF4-FFF2-40B4-BE49-F238E27FC236}">
                <a16:creationId xmlns:a16="http://schemas.microsoft.com/office/drawing/2014/main" id="{F0C732A1-D515-E44C-86B9-3141D16C91F1}"/>
              </a:ext>
            </a:extLst>
          </p:cNvPr>
          <p:cNvSpPr/>
          <p:nvPr/>
        </p:nvSpPr>
        <p:spPr>
          <a:xfrm>
            <a:off x="972874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2" name="pl72">
            <a:extLst>
              <a:ext uri="{FF2B5EF4-FFF2-40B4-BE49-F238E27FC236}">
                <a16:creationId xmlns:a16="http://schemas.microsoft.com/office/drawing/2014/main" id="{3FA536F6-850B-A144-CF3D-CD6F7DBB3A8B}"/>
              </a:ext>
            </a:extLst>
          </p:cNvPr>
          <p:cNvSpPr/>
          <p:nvPr/>
        </p:nvSpPr>
        <p:spPr>
          <a:xfrm>
            <a:off x="123476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3" name="pl73">
            <a:extLst>
              <a:ext uri="{FF2B5EF4-FFF2-40B4-BE49-F238E27FC236}">
                <a16:creationId xmlns:a16="http://schemas.microsoft.com/office/drawing/2014/main" id="{AE6D6BA4-7B87-B966-E080-8145248E6922}"/>
              </a:ext>
            </a:extLst>
          </p:cNvPr>
          <p:cNvSpPr/>
          <p:nvPr/>
        </p:nvSpPr>
        <p:spPr>
          <a:xfrm>
            <a:off x="2870791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4" name="pl74">
            <a:extLst>
              <a:ext uri="{FF2B5EF4-FFF2-40B4-BE49-F238E27FC236}">
                <a16:creationId xmlns:a16="http://schemas.microsoft.com/office/drawing/2014/main" id="{EF0C3625-6BEF-25E0-A1D6-B712B7435062}"/>
              </a:ext>
            </a:extLst>
          </p:cNvPr>
          <p:cNvSpPr/>
          <p:nvPr/>
        </p:nvSpPr>
        <p:spPr>
          <a:xfrm>
            <a:off x="4506816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5" name="pl75">
            <a:extLst>
              <a:ext uri="{FF2B5EF4-FFF2-40B4-BE49-F238E27FC236}">
                <a16:creationId xmlns:a16="http://schemas.microsoft.com/office/drawing/2014/main" id="{30B6DE52-2821-3D46-A157-D22691306134}"/>
              </a:ext>
            </a:extLst>
          </p:cNvPr>
          <p:cNvSpPr/>
          <p:nvPr/>
        </p:nvSpPr>
        <p:spPr>
          <a:xfrm>
            <a:off x="6142841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6" name="tx76">
            <a:extLst>
              <a:ext uri="{FF2B5EF4-FFF2-40B4-BE49-F238E27FC236}">
                <a16:creationId xmlns:a16="http://schemas.microsoft.com/office/drawing/2014/main" id="{311F521C-F883-07DE-B4E8-A2F29763432C}"/>
              </a:ext>
            </a:extLst>
          </p:cNvPr>
          <p:cNvSpPr/>
          <p:nvPr/>
        </p:nvSpPr>
        <p:spPr>
          <a:xfrm>
            <a:off x="112599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17" name="tx77">
            <a:extLst>
              <a:ext uri="{FF2B5EF4-FFF2-40B4-BE49-F238E27FC236}">
                <a16:creationId xmlns:a16="http://schemas.microsoft.com/office/drawing/2014/main" id="{72510EE3-B4F9-18CA-99A4-203C39CF983C}"/>
              </a:ext>
            </a:extLst>
          </p:cNvPr>
          <p:cNvSpPr/>
          <p:nvPr/>
        </p:nvSpPr>
        <p:spPr>
          <a:xfrm>
            <a:off x="2762023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0.02</a:t>
            </a:r>
          </a:p>
        </p:txBody>
      </p:sp>
      <p:sp>
        <p:nvSpPr>
          <p:cNvPr id="118" name="tx78">
            <a:extLst>
              <a:ext uri="{FF2B5EF4-FFF2-40B4-BE49-F238E27FC236}">
                <a16:creationId xmlns:a16="http://schemas.microsoft.com/office/drawing/2014/main" id="{2405A904-FBAB-7B7A-1F1B-18CEC33043C7}"/>
              </a:ext>
            </a:extLst>
          </p:cNvPr>
          <p:cNvSpPr/>
          <p:nvPr/>
        </p:nvSpPr>
        <p:spPr>
          <a:xfrm>
            <a:off x="439804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0.04</a:t>
            </a:r>
          </a:p>
        </p:txBody>
      </p:sp>
      <p:sp>
        <p:nvSpPr>
          <p:cNvPr id="119" name="tx79">
            <a:extLst>
              <a:ext uri="{FF2B5EF4-FFF2-40B4-BE49-F238E27FC236}">
                <a16:creationId xmlns:a16="http://schemas.microsoft.com/office/drawing/2014/main" id="{DA10D638-8A1B-2A63-DA99-B9E841CBA6C6}"/>
              </a:ext>
            </a:extLst>
          </p:cNvPr>
          <p:cNvSpPr/>
          <p:nvPr/>
        </p:nvSpPr>
        <p:spPr>
          <a:xfrm>
            <a:off x="6034073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0.06</a:t>
            </a:r>
          </a:p>
        </p:txBody>
      </p:sp>
      <p:sp>
        <p:nvSpPr>
          <p:cNvPr id="120" name="tx80">
            <a:extLst>
              <a:ext uri="{FF2B5EF4-FFF2-40B4-BE49-F238E27FC236}">
                <a16:creationId xmlns:a16="http://schemas.microsoft.com/office/drawing/2014/main" id="{537A515D-D324-51C5-3E14-CFC02A58B444}"/>
              </a:ext>
            </a:extLst>
          </p:cNvPr>
          <p:cNvSpPr/>
          <p:nvPr/>
        </p:nvSpPr>
        <p:spPr>
          <a:xfrm>
            <a:off x="3770771" y="6137094"/>
            <a:ext cx="675375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LEA Offset</a:t>
            </a:r>
          </a:p>
        </p:txBody>
      </p:sp>
      <p:sp>
        <p:nvSpPr>
          <p:cNvPr id="121" name="pl65">
            <a:extLst>
              <a:ext uri="{FF2B5EF4-FFF2-40B4-BE49-F238E27FC236}">
                <a16:creationId xmlns:a16="http://schemas.microsoft.com/office/drawing/2014/main" id="{200982B8-B6FE-780F-1041-4993353A9CA2}"/>
              </a:ext>
            </a:extLst>
          </p:cNvPr>
          <p:cNvSpPr/>
          <p:nvPr/>
        </p:nvSpPr>
        <p:spPr>
          <a:xfrm>
            <a:off x="936806" y="572314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A798086D-243A-FC1A-CD3C-B797B7813C30}"/>
              </a:ext>
            </a:extLst>
          </p:cNvPr>
          <p:cNvSpPr/>
          <p:nvPr/>
        </p:nvSpPr>
        <p:spPr>
          <a:xfrm>
            <a:off x="5045658" y="3356348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-0.660</a:t>
            </a:r>
          </a:p>
          <a:p>
            <a:pPr algn="ctr"/>
            <a:r>
              <a:rPr lang="en-US" sz="1500" b="1" i="1" dirty="0">
                <a:solidFill>
                  <a:schemeClr val="tx1"/>
                </a:solidFill>
              </a:rPr>
              <a:t>***</a:t>
            </a:r>
          </a:p>
        </p:txBody>
      </p: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5F2B5E94-E94F-28BD-570D-C7D15156F6FA}"/>
              </a:ext>
            </a:extLst>
          </p:cNvPr>
          <p:cNvSpPr/>
          <p:nvPr/>
        </p:nvSpPr>
        <p:spPr>
          <a:xfrm>
            <a:off x="1850972" y="4205339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-0.457</a:t>
            </a:r>
          </a:p>
          <a:p>
            <a:pPr algn="ctr"/>
            <a:r>
              <a:rPr lang="en-US" sz="1500" b="1" i="1" dirty="0">
                <a:solidFill>
                  <a:schemeClr val="bg1"/>
                </a:solidFill>
              </a:rPr>
              <a:t>**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t6"/>
          <p:cNvSpPr/>
          <p:nvPr/>
        </p:nvSpPr>
        <p:spPr>
          <a:xfrm>
            <a:off x="1172177" y="287783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172177" y="22660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172177" y="237203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3502864" y="266179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3502864" y="284095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3502864" y="263555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1921212" y="30095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1921212" y="295195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1921212" y="311189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3257276" y="201179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3257276" y="28716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3257276" y="291655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3901521" y="320442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3901521" y="317914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3901521" y="340046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3462194" y="303949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3462194" y="305955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3462194" y="285360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4431643" y="549050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4431643" y="456026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4431643" y="434852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898878" y="359662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898878" y="36410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898878" y="361075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230880" y="2161090"/>
            <a:ext cx="5726700" cy="2540211"/>
          </a:xfrm>
          <a:custGeom>
            <a:avLst/>
            <a:gdLst/>
            <a:ahLst/>
            <a:cxnLst/>
            <a:rect l="0" t="0" r="0" b="0"/>
            <a:pathLst>
              <a:path w="5726700" h="2540211">
                <a:moveTo>
                  <a:pt x="0" y="0"/>
                </a:moveTo>
                <a:lnTo>
                  <a:pt x="72489" y="28087"/>
                </a:lnTo>
                <a:lnTo>
                  <a:pt x="144979" y="56069"/>
                </a:lnTo>
                <a:lnTo>
                  <a:pt x="217469" y="83940"/>
                </a:lnTo>
                <a:lnTo>
                  <a:pt x="289959" y="111691"/>
                </a:lnTo>
                <a:lnTo>
                  <a:pt x="362449" y="139315"/>
                </a:lnTo>
                <a:lnTo>
                  <a:pt x="434939" y="166804"/>
                </a:lnTo>
                <a:lnTo>
                  <a:pt x="507429" y="194147"/>
                </a:lnTo>
                <a:lnTo>
                  <a:pt x="579919" y="221335"/>
                </a:lnTo>
                <a:lnTo>
                  <a:pt x="652408" y="248358"/>
                </a:lnTo>
                <a:lnTo>
                  <a:pt x="724898" y="275202"/>
                </a:lnTo>
                <a:lnTo>
                  <a:pt x="797388" y="301857"/>
                </a:lnTo>
                <a:lnTo>
                  <a:pt x="869878" y="328309"/>
                </a:lnTo>
                <a:lnTo>
                  <a:pt x="942368" y="354543"/>
                </a:lnTo>
                <a:lnTo>
                  <a:pt x="1014858" y="380544"/>
                </a:lnTo>
                <a:lnTo>
                  <a:pt x="1087348" y="406297"/>
                </a:lnTo>
                <a:lnTo>
                  <a:pt x="1159838" y="431783"/>
                </a:lnTo>
                <a:lnTo>
                  <a:pt x="1232328" y="456984"/>
                </a:lnTo>
                <a:lnTo>
                  <a:pt x="1304817" y="481882"/>
                </a:lnTo>
                <a:lnTo>
                  <a:pt x="1377307" y="506457"/>
                </a:lnTo>
                <a:lnTo>
                  <a:pt x="1449797" y="530687"/>
                </a:lnTo>
                <a:lnTo>
                  <a:pt x="1522287" y="554551"/>
                </a:lnTo>
                <a:lnTo>
                  <a:pt x="1594777" y="578028"/>
                </a:lnTo>
                <a:lnTo>
                  <a:pt x="1667267" y="601094"/>
                </a:lnTo>
                <a:lnTo>
                  <a:pt x="1739757" y="623728"/>
                </a:lnTo>
                <a:lnTo>
                  <a:pt x="1812247" y="645908"/>
                </a:lnTo>
                <a:lnTo>
                  <a:pt x="1884737" y="667613"/>
                </a:lnTo>
                <a:lnTo>
                  <a:pt x="1957226" y="688822"/>
                </a:lnTo>
                <a:lnTo>
                  <a:pt x="2029716" y="709517"/>
                </a:lnTo>
                <a:lnTo>
                  <a:pt x="2102206" y="729681"/>
                </a:lnTo>
                <a:lnTo>
                  <a:pt x="2174696" y="749300"/>
                </a:lnTo>
                <a:lnTo>
                  <a:pt x="2247186" y="768362"/>
                </a:lnTo>
                <a:lnTo>
                  <a:pt x="2319676" y="786858"/>
                </a:lnTo>
                <a:lnTo>
                  <a:pt x="2392166" y="804782"/>
                </a:lnTo>
                <a:lnTo>
                  <a:pt x="2464656" y="822134"/>
                </a:lnTo>
                <a:lnTo>
                  <a:pt x="2537145" y="838914"/>
                </a:lnTo>
                <a:lnTo>
                  <a:pt x="2609635" y="855128"/>
                </a:lnTo>
                <a:lnTo>
                  <a:pt x="2682125" y="870783"/>
                </a:lnTo>
                <a:lnTo>
                  <a:pt x="2754615" y="885892"/>
                </a:lnTo>
                <a:lnTo>
                  <a:pt x="2827105" y="900468"/>
                </a:lnTo>
                <a:lnTo>
                  <a:pt x="2899595" y="914528"/>
                </a:lnTo>
                <a:lnTo>
                  <a:pt x="2972085" y="928090"/>
                </a:lnTo>
                <a:lnTo>
                  <a:pt x="3044575" y="941174"/>
                </a:lnTo>
                <a:lnTo>
                  <a:pt x="3117065" y="953802"/>
                </a:lnTo>
                <a:lnTo>
                  <a:pt x="3189554" y="965995"/>
                </a:lnTo>
                <a:lnTo>
                  <a:pt x="3262044" y="977776"/>
                </a:lnTo>
                <a:lnTo>
                  <a:pt x="3334534" y="989166"/>
                </a:lnTo>
                <a:lnTo>
                  <a:pt x="3407024" y="1000188"/>
                </a:lnTo>
                <a:lnTo>
                  <a:pt x="3479514" y="1010863"/>
                </a:lnTo>
                <a:lnTo>
                  <a:pt x="3552004" y="1021212"/>
                </a:lnTo>
                <a:lnTo>
                  <a:pt x="3624494" y="1031255"/>
                </a:lnTo>
                <a:lnTo>
                  <a:pt x="3696984" y="1041012"/>
                </a:lnTo>
                <a:lnTo>
                  <a:pt x="3769474" y="1050500"/>
                </a:lnTo>
                <a:lnTo>
                  <a:pt x="3841963" y="1059738"/>
                </a:lnTo>
                <a:lnTo>
                  <a:pt x="3914453" y="1068741"/>
                </a:lnTo>
                <a:lnTo>
                  <a:pt x="3986943" y="1077524"/>
                </a:lnTo>
                <a:lnTo>
                  <a:pt x="4059433" y="1086103"/>
                </a:lnTo>
                <a:lnTo>
                  <a:pt x="4131923" y="1094491"/>
                </a:lnTo>
                <a:lnTo>
                  <a:pt x="4204413" y="1102699"/>
                </a:lnTo>
                <a:lnTo>
                  <a:pt x="4276903" y="1110741"/>
                </a:lnTo>
                <a:lnTo>
                  <a:pt x="4349393" y="1118626"/>
                </a:lnTo>
                <a:lnTo>
                  <a:pt x="4421883" y="1126365"/>
                </a:lnTo>
                <a:lnTo>
                  <a:pt x="4494372" y="1133967"/>
                </a:lnTo>
                <a:lnTo>
                  <a:pt x="4566862" y="1141441"/>
                </a:lnTo>
                <a:lnTo>
                  <a:pt x="4639352" y="1148795"/>
                </a:lnTo>
                <a:lnTo>
                  <a:pt x="4711842" y="1156036"/>
                </a:lnTo>
                <a:lnTo>
                  <a:pt x="4784332" y="1163172"/>
                </a:lnTo>
                <a:lnTo>
                  <a:pt x="4856822" y="1170209"/>
                </a:lnTo>
                <a:lnTo>
                  <a:pt x="4929312" y="1177152"/>
                </a:lnTo>
                <a:lnTo>
                  <a:pt x="5001802" y="1184008"/>
                </a:lnTo>
                <a:lnTo>
                  <a:pt x="5074291" y="1190782"/>
                </a:lnTo>
                <a:lnTo>
                  <a:pt x="5146781" y="1197478"/>
                </a:lnTo>
                <a:lnTo>
                  <a:pt x="5219271" y="1204101"/>
                </a:lnTo>
                <a:lnTo>
                  <a:pt x="5291761" y="1210656"/>
                </a:lnTo>
                <a:lnTo>
                  <a:pt x="5364251" y="1217145"/>
                </a:lnTo>
                <a:lnTo>
                  <a:pt x="5436741" y="1223573"/>
                </a:lnTo>
                <a:lnTo>
                  <a:pt x="5509231" y="1229942"/>
                </a:lnTo>
                <a:lnTo>
                  <a:pt x="5581721" y="1236257"/>
                </a:lnTo>
                <a:lnTo>
                  <a:pt x="5654211" y="1242520"/>
                </a:lnTo>
                <a:lnTo>
                  <a:pt x="5726700" y="1248734"/>
                </a:lnTo>
                <a:lnTo>
                  <a:pt x="5726700" y="2540211"/>
                </a:lnTo>
                <a:lnTo>
                  <a:pt x="5654211" y="2511214"/>
                </a:lnTo>
                <a:lnTo>
                  <a:pt x="5581721" y="2482265"/>
                </a:lnTo>
                <a:lnTo>
                  <a:pt x="5509231" y="2453369"/>
                </a:lnTo>
                <a:lnTo>
                  <a:pt x="5436741" y="2424527"/>
                </a:lnTo>
                <a:lnTo>
                  <a:pt x="5364251" y="2395743"/>
                </a:lnTo>
                <a:lnTo>
                  <a:pt x="5291761" y="2367021"/>
                </a:lnTo>
                <a:lnTo>
                  <a:pt x="5219271" y="2338364"/>
                </a:lnTo>
                <a:lnTo>
                  <a:pt x="5146781" y="2309776"/>
                </a:lnTo>
                <a:lnTo>
                  <a:pt x="5074291" y="2281261"/>
                </a:lnTo>
                <a:lnTo>
                  <a:pt x="5001802" y="2252823"/>
                </a:lnTo>
                <a:lnTo>
                  <a:pt x="4929312" y="2224468"/>
                </a:lnTo>
                <a:lnTo>
                  <a:pt x="4856822" y="2196200"/>
                </a:lnTo>
                <a:lnTo>
                  <a:pt x="4784332" y="2168026"/>
                </a:lnTo>
                <a:lnTo>
                  <a:pt x="4711842" y="2139950"/>
                </a:lnTo>
                <a:lnTo>
                  <a:pt x="4639352" y="2111980"/>
                </a:lnTo>
                <a:lnTo>
                  <a:pt x="4566862" y="2084123"/>
                </a:lnTo>
                <a:lnTo>
                  <a:pt x="4494372" y="2056386"/>
                </a:lnTo>
                <a:lnTo>
                  <a:pt x="4421883" y="2028776"/>
                </a:lnTo>
                <a:lnTo>
                  <a:pt x="4349393" y="2001304"/>
                </a:lnTo>
                <a:lnTo>
                  <a:pt x="4276903" y="1973978"/>
                </a:lnTo>
                <a:lnTo>
                  <a:pt x="4204413" y="1946808"/>
                </a:lnTo>
                <a:lnTo>
                  <a:pt x="4131923" y="1919805"/>
                </a:lnTo>
                <a:lnTo>
                  <a:pt x="4059433" y="1892981"/>
                </a:lnTo>
                <a:lnTo>
                  <a:pt x="3986943" y="1866349"/>
                </a:lnTo>
                <a:lnTo>
                  <a:pt x="3914453" y="1839921"/>
                </a:lnTo>
                <a:lnTo>
                  <a:pt x="3841963" y="1813713"/>
                </a:lnTo>
                <a:lnTo>
                  <a:pt x="3769474" y="1787739"/>
                </a:lnTo>
                <a:lnTo>
                  <a:pt x="3696984" y="1762016"/>
                </a:lnTo>
                <a:lnTo>
                  <a:pt x="3624494" y="1736562"/>
                </a:lnTo>
                <a:lnTo>
                  <a:pt x="3552004" y="1711394"/>
                </a:lnTo>
                <a:lnTo>
                  <a:pt x="3479514" y="1686531"/>
                </a:lnTo>
                <a:lnTo>
                  <a:pt x="3407024" y="1661995"/>
                </a:lnTo>
                <a:lnTo>
                  <a:pt x="3334534" y="1637805"/>
                </a:lnTo>
                <a:lnTo>
                  <a:pt x="3262044" y="1613984"/>
                </a:lnTo>
                <a:lnTo>
                  <a:pt x="3189554" y="1590553"/>
                </a:lnTo>
                <a:lnTo>
                  <a:pt x="3117065" y="1567535"/>
                </a:lnTo>
                <a:lnTo>
                  <a:pt x="3044575" y="1544952"/>
                </a:lnTo>
                <a:lnTo>
                  <a:pt x="2972085" y="1522825"/>
                </a:lnTo>
                <a:lnTo>
                  <a:pt x="2899595" y="1501175"/>
                </a:lnTo>
                <a:lnTo>
                  <a:pt x="2827105" y="1480024"/>
                </a:lnTo>
                <a:lnTo>
                  <a:pt x="2754615" y="1459389"/>
                </a:lnTo>
                <a:lnTo>
                  <a:pt x="2682125" y="1439286"/>
                </a:lnTo>
                <a:lnTo>
                  <a:pt x="2609635" y="1419730"/>
                </a:lnTo>
                <a:lnTo>
                  <a:pt x="2537145" y="1400732"/>
                </a:lnTo>
                <a:lnTo>
                  <a:pt x="2464656" y="1382301"/>
                </a:lnTo>
                <a:lnTo>
                  <a:pt x="2392166" y="1364442"/>
                </a:lnTo>
                <a:lnTo>
                  <a:pt x="2319676" y="1347155"/>
                </a:lnTo>
                <a:lnTo>
                  <a:pt x="2247186" y="1330440"/>
                </a:lnTo>
                <a:lnTo>
                  <a:pt x="2174696" y="1314290"/>
                </a:lnTo>
                <a:lnTo>
                  <a:pt x="2102206" y="1298698"/>
                </a:lnTo>
                <a:lnTo>
                  <a:pt x="2029716" y="1283650"/>
                </a:lnTo>
                <a:lnTo>
                  <a:pt x="1957226" y="1269134"/>
                </a:lnTo>
                <a:lnTo>
                  <a:pt x="1884737" y="1255132"/>
                </a:lnTo>
                <a:lnTo>
                  <a:pt x="1812247" y="1241625"/>
                </a:lnTo>
                <a:lnTo>
                  <a:pt x="1739757" y="1228594"/>
                </a:lnTo>
                <a:lnTo>
                  <a:pt x="1667267" y="1216017"/>
                </a:lnTo>
                <a:lnTo>
                  <a:pt x="1594777" y="1203872"/>
                </a:lnTo>
                <a:lnTo>
                  <a:pt x="1522287" y="1192137"/>
                </a:lnTo>
                <a:lnTo>
                  <a:pt x="1449797" y="1180790"/>
                </a:lnTo>
                <a:lnTo>
                  <a:pt x="1377307" y="1169809"/>
                </a:lnTo>
                <a:lnTo>
                  <a:pt x="1304817" y="1159172"/>
                </a:lnTo>
                <a:lnTo>
                  <a:pt x="1232328" y="1148859"/>
                </a:lnTo>
                <a:lnTo>
                  <a:pt x="1159838" y="1138849"/>
                </a:lnTo>
                <a:lnTo>
                  <a:pt x="1087348" y="1129124"/>
                </a:lnTo>
                <a:lnTo>
                  <a:pt x="1014858" y="1119665"/>
                </a:lnTo>
                <a:lnTo>
                  <a:pt x="942368" y="1110455"/>
                </a:lnTo>
                <a:lnTo>
                  <a:pt x="869878" y="1101477"/>
                </a:lnTo>
                <a:lnTo>
                  <a:pt x="797388" y="1092718"/>
                </a:lnTo>
                <a:lnTo>
                  <a:pt x="724898" y="1084161"/>
                </a:lnTo>
                <a:lnTo>
                  <a:pt x="652408" y="1075795"/>
                </a:lnTo>
                <a:lnTo>
                  <a:pt x="579919" y="1067606"/>
                </a:lnTo>
                <a:lnTo>
                  <a:pt x="507429" y="1059583"/>
                </a:lnTo>
                <a:lnTo>
                  <a:pt x="434939" y="1051715"/>
                </a:lnTo>
                <a:lnTo>
                  <a:pt x="362449" y="1043992"/>
                </a:lnTo>
                <a:lnTo>
                  <a:pt x="289959" y="1036405"/>
                </a:lnTo>
                <a:lnTo>
                  <a:pt x="217469" y="1028945"/>
                </a:lnTo>
                <a:lnTo>
                  <a:pt x="144979" y="1021604"/>
                </a:lnTo>
                <a:lnTo>
                  <a:pt x="72489" y="1014375"/>
                </a:lnTo>
                <a:lnTo>
                  <a:pt x="0" y="1007251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1230880" y="2161090"/>
            <a:ext cx="5726700" cy="1248734"/>
          </a:xfrm>
          <a:custGeom>
            <a:avLst/>
            <a:gdLst/>
            <a:ahLst/>
            <a:cxnLst/>
            <a:rect l="0" t="0" r="0" b="0"/>
            <a:pathLst>
              <a:path w="5726700" h="1248734">
                <a:moveTo>
                  <a:pt x="0" y="0"/>
                </a:moveTo>
                <a:lnTo>
                  <a:pt x="72489" y="28087"/>
                </a:lnTo>
                <a:lnTo>
                  <a:pt x="144979" y="56069"/>
                </a:lnTo>
                <a:lnTo>
                  <a:pt x="217469" y="83940"/>
                </a:lnTo>
                <a:lnTo>
                  <a:pt x="289959" y="111691"/>
                </a:lnTo>
                <a:lnTo>
                  <a:pt x="362449" y="139315"/>
                </a:lnTo>
                <a:lnTo>
                  <a:pt x="434939" y="166804"/>
                </a:lnTo>
                <a:lnTo>
                  <a:pt x="507429" y="194147"/>
                </a:lnTo>
                <a:lnTo>
                  <a:pt x="579919" y="221335"/>
                </a:lnTo>
                <a:lnTo>
                  <a:pt x="652408" y="248358"/>
                </a:lnTo>
                <a:lnTo>
                  <a:pt x="724898" y="275202"/>
                </a:lnTo>
                <a:lnTo>
                  <a:pt x="797388" y="301857"/>
                </a:lnTo>
                <a:lnTo>
                  <a:pt x="869878" y="328309"/>
                </a:lnTo>
                <a:lnTo>
                  <a:pt x="942368" y="354543"/>
                </a:lnTo>
                <a:lnTo>
                  <a:pt x="1014858" y="380544"/>
                </a:lnTo>
                <a:lnTo>
                  <a:pt x="1087348" y="406297"/>
                </a:lnTo>
                <a:lnTo>
                  <a:pt x="1159838" y="431783"/>
                </a:lnTo>
                <a:lnTo>
                  <a:pt x="1232328" y="456984"/>
                </a:lnTo>
                <a:lnTo>
                  <a:pt x="1304817" y="481882"/>
                </a:lnTo>
                <a:lnTo>
                  <a:pt x="1377307" y="506457"/>
                </a:lnTo>
                <a:lnTo>
                  <a:pt x="1449797" y="530687"/>
                </a:lnTo>
                <a:lnTo>
                  <a:pt x="1522287" y="554551"/>
                </a:lnTo>
                <a:lnTo>
                  <a:pt x="1594777" y="578028"/>
                </a:lnTo>
                <a:lnTo>
                  <a:pt x="1667267" y="601094"/>
                </a:lnTo>
                <a:lnTo>
                  <a:pt x="1739757" y="623728"/>
                </a:lnTo>
                <a:lnTo>
                  <a:pt x="1812247" y="645908"/>
                </a:lnTo>
                <a:lnTo>
                  <a:pt x="1884737" y="667613"/>
                </a:lnTo>
                <a:lnTo>
                  <a:pt x="1957226" y="688822"/>
                </a:lnTo>
                <a:lnTo>
                  <a:pt x="2029716" y="709517"/>
                </a:lnTo>
                <a:lnTo>
                  <a:pt x="2102206" y="729681"/>
                </a:lnTo>
                <a:lnTo>
                  <a:pt x="2174696" y="749300"/>
                </a:lnTo>
                <a:lnTo>
                  <a:pt x="2247186" y="768362"/>
                </a:lnTo>
                <a:lnTo>
                  <a:pt x="2319676" y="786858"/>
                </a:lnTo>
                <a:lnTo>
                  <a:pt x="2392166" y="804782"/>
                </a:lnTo>
                <a:lnTo>
                  <a:pt x="2464656" y="822134"/>
                </a:lnTo>
                <a:lnTo>
                  <a:pt x="2537145" y="838914"/>
                </a:lnTo>
                <a:lnTo>
                  <a:pt x="2609635" y="855128"/>
                </a:lnTo>
                <a:lnTo>
                  <a:pt x="2682125" y="870783"/>
                </a:lnTo>
                <a:lnTo>
                  <a:pt x="2754615" y="885892"/>
                </a:lnTo>
                <a:lnTo>
                  <a:pt x="2827105" y="900468"/>
                </a:lnTo>
                <a:lnTo>
                  <a:pt x="2899595" y="914528"/>
                </a:lnTo>
                <a:lnTo>
                  <a:pt x="2972085" y="928090"/>
                </a:lnTo>
                <a:lnTo>
                  <a:pt x="3044575" y="941174"/>
                </a:lnTo>
                <a:lnTo>
                  <a:pt x="3117065" y="953802"/>
                </a:lnTo>
                <a:lnTo>
                  <a:pt x="3189554" y="965995"/>
                </a:lnTo>
                <a:lnTo>
                  <a:pt x="3262044" y="977776"/>
                </a:lnTo>
                <a:lnTo>
                  <a:pt x="3334534" y="989166"/>
                </a:lnTo>
                <a:lnTo>
                  <a:pt x="3407024" y="1000188"/>
                </a:lnTo>
                <a:lnTo>
                  <a:pt x="3479514" y="1010863"/>
                </a:lnTo>
                <a:lnTo>
                  <a:pt x="3552004" y="1021212"/>
                </a:lnTo>
                <a:lnTo>
                  <a:pt x="3624494" y="1031255"/>
                </a:lnTo>
                <a:lnTo>
                  <a:pt x="3696984" y="1041012"/>
                </a:lnTo>
                <a:lnTo>
                  <a:pt x="3769474" y="1050500"/>
                </a:lnTo>
                <a:lnTo>
                  <a:pt x="3841963" y="1059738"/>
                </a:lnTo>
                <a:lnTo>
                  <a:pt x="3914453" y="1068741"/>
                </a:lnTo>
                <a:lnTo>
                  <a:pt x="3986943" y="1077524"/>
                </a:lnTo>
                <a:lnTo>
                  <a:pt x="4059433" y="1086103"/>
                </a:lnTo>
                <a:lnTo>
                  <a:pt x="4131923" y="1094491"/>
                </a:lnTo>
                <a:lnTo>
                  <a:pt x="4204413" y="1102699"/>
                </a:lnTo>
                <a:lnTo>
                  <a:pt x="4276903" y="1110741"/>
                </a:lnTo>
                <a:lnTo>
                  <a:pt x="4349393" y="1118626"/>
                </a:lnTo>
                <a:lnTo>
                  <a:pt x="4421883" y="1126365"/>
                </a:lnTo>
                <a:lnTo>
                  <a:pt x="4494372" y="1133967"/>
                </a:lnTo>
                <a:lnTo>
                  <a:pt x="4566862" y="1141441"/>
                </a:lnTo>
                <a:lnTo>
                  <a:pt x="4639352" y="1148795"/>
                </a:lnTo>
                <a:lnTo>
                  <a:pt x="4711842" y="1156036"/>
                </a:lnTo>
                <a:lnTo>
                  <a:pt x="4784332" y="1163172"/>
                </a:lnTo>
                <a:lnTo>
                  <a:pt x="4856822" y="1170209"/>
                </a:lnTo>
                <a:lnTo>
                  <a:pt x="4929312" y="1177152"/>
                </a:lnTo>
                <a:lnTo>
                  <a:pt x="5001802" y="1184008"/>
                </a:lnTo>
                <a:lnTo>
                  <a:pt x="5074291" y="1190782"/>
                </a:lnTo>
                <a:lnTo>
                  <a:pt x="5146781" y="1197478"/>
                </a:lnTo>
                <a:lnTo>
                  <a:pt x="5219271" y="1204101"/>
                </a:lnTo>
                <a:lnTo>
                  <a:pt x="5291761" y="1210656"/>
                </a:lnTo>
                <a:lnTo>
                  <a:pt x="5364251" y="1217145"/>
                </a:lnTo>
                <a:lnTo>
                  <a:pt x="5436741" y="1223573"/>
                </a:lnTo>
                <a:lnTo>
                  <a:pt x="5509231" y="1229942"/>
                </a:lnTo>
                <a:lnTo>
                  <a:pt x="5581721" y="1236257"/>
                </a:lnTo>
                <a:lnTo>
                  <a:pt x="5654211" y="1242520"/>
                </a:lnTo>
                <a:lnTo>
                  <a:pt x="5726700" y="1248734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230880" y="3168342"/>
            <a:ext cx="5726700" cy="1532960"/>
          </a:xfrm>
          <a:custGeom>
            <a:avLst/>
            <a:gdLst/>
            <a:ahLst/>
            <a:cxnLst/>
            <a:rect l="0" t="0" r="0" b="0"/>
            <a:pathLst>
              <a:path w="5726700" h="1532960">
                <a:moveTo>
                  <a:pt x="5726700" y="1532960"/>
                </a:moveTo>
                <a:lnTo>
                  <a:pt x="5654211" y="1503962"/>
                </a:lnTo>
                <a:lnTo>
                  <a:pt x="5581721" y="1475014"/>
                </a:lnTo>
                <a:lnTo>
                  <a:pt x="5509231" y="1446117"/>
                </a:lnTo>
                <a:lnTo>
                  <a:pt x="5436741" y="1417276"/>
                </a:lnTo>
                <a:lnTo>
                  <a:pt x="5364251" y="1388492"/>
                </a:lnTo>
                <a:lnTo>
                  <a:pt x="5291761" y="1359770"/>
                </a:lnTo>
                <a:lnTo>
                  <a:pt x="5219271" y="1331113"/>
                </a:lnTo>
                <a:lnTo>
                  <a:pt x="5146781" y="1302525"/>
                </a:lnTo>
                <a:lnTo>
                  <a:pt x="5074291" y="1274010"/>
                </a:lnTo>
                <a:lnTo>
                  <a:pt x="5001802" y="1245572"/>
                </a:lnTo>
                <a:lnTo>
                  <a:pt x="4929312" y="1217217"/>
                </a:lnTo>
                <a:lnTo>
                  <a:pt x="4856822" y="1188949"/>
                </a:lnTo>
                <a:lnTo>
                  <a:pt x="4784332" y="1160774"/>
                </a:lnTo>
                <a:lnTo>
                  <a:pt x="4711842" y="1132699"/>
                </a:lnTo>
                <a:lnTo>
                  <a:pt x="4639352" y="1104729"/>
                </a:lnTo>
                <a:lnTo>
                  <a:pt x="4566862" y="1076872"/>
                </a:lnTo>
                <a:lnTo>
                  <a:pt x="4494372" y="1049134"/>
                </a:lnTo>
                <a:lnTo>
                  <a:pt x="4421883" y="1021525"/>
                </a:lnTo>
                <a:lnTo>
                  <a:pt x="4349393" y="994052"/>
                </a:lnTo>
                <a:lnTo>
                  <a:pt x="4276903" y="966726"/>
                </a:lnTo>
                <a:lnTo>
                  <a:pt x="4204413" y="939556"/>
                </a:lnTo>
                <a:lnTo>
                  <a:pt x="4131923" y="912554"/>
                </a:lnTo>
                <a:lnTo>
                  <a:pt x="4059433" y="885730"/>
                </a:lnTo>
                <a:lnTo>
                  <a:pt x="3986943" y="859097"/>
                </a:lnTo>
                <a:lnTo>
                  <a:pt x="3914453" y="832670"/>
                </a:lnTo>
                <a:lnTo>
                  <a:pt x="3841963" y="806461"/>
                </a:lnTo>
                <a:lnTo>
                  <a:pt x="3769474" y="780488"/>
                </a:lnTo>
                <a:lnTo>
                  <a:pt x="3696984" y="754765"/>
                </a:lnTo>
                <a:lnTo>
                  <a:pt x="3624494" y="729310"/>
                </a:lnTo>
                <a:lnTo>
                  <a:pt x="3552004" y="704142"/>
                </a:lnTo>
                <a:lnTo>
                  <a:pt x="3479514" y="679280"/>
                </a:lnTo>
                <a:lnTo>
                  <a:pt x="3407024" y="654744"/>
                </a:lnTo>
                <a:lnTo>
                  <a:pt x="3334534" y="630554"/>
                </a:lnTo>
                <a:lnTo>
                  <a:pt x="3262044" y="606733"/>
                </a:lnTo>
                <a:lnTo>
                  <a:pt x="3189554" y="583302"/>
                </a:lnTo>
                <a:lnTo>
                  <a:pt x="3117065" y="560284"/>
                </a:lnTo>
                <a:lnTo>
                  <a:pt x="3044575" y="537700"/>
                </a:lnTo>
                <a:lnTo>
                  <a:pt x="2972085" y="515573"/>
                </a:lnTo>
                <a:lnTo>
                  <a:pt x="2899595" y="493924"/>
                </a:lnTo>
                <a:lnTo>
                  <a:pt x="2827105" y="472773"/>
                </a:lnTo>
                <a:lnTo>
                  <a:pt x="2754615" y="452137"/>
                </a:lnTo>
                <a:lnTo>
                  <a:pt x="2682125" y="432035"/>
                </a:lnTo>
                <a:lnTo>
                  <a:pt x="2609635" y="412479"/>
                </a:lnTo>
                <a:lnTo>
                  <a:pt x="2537145" y="393481"/>
                </a:lnTo>
                <a:lnTo>
                  <a:pt x="2464656" y="375050"/>
                </a:lnTo>
                <a:lnTo>
                  <a:pt x="2392166" y="357190"/>
                </a:lnTo>
                <a:lnTo>
                  <a:pt x="2319676" y="339904"/>
                </a:lnTo>
                <a:lnTo>
                  <a:pt x="2247186" y="323188"/>
                </a:lnTo>
                <a:lnTo>
                  <a:pt x="2174696" y="307039"/>
                </a:lnTo>
                <a:lnTo>
                  <a:pt x="2102206" y="291446"/>
                </a:lnTo>
                <a:lnTo>
                  <a:pt x="2029716" y="276399"/>
                </a:lnTo>
                <a:lnTo>
                  <a:pt x="1957226" y="261883"/>
                </a:lnTo>
                <a:lnTo>
                  <a:pt x="1884737" y="247881"/>
                </a:lnTo>
                <a:lnTo>
                  <a:pt x="1812247" y="234374"/>
                </a:lnTo>
                <a:lnTo>
                  <a:pt x="1739757" y="221343"/>
                </a:lnTo>
                <a:lnTo>
                  <a:pt x="1667267" y="208765"/>
                </a:lnTo>
                <a:lnTo>
                  <a:pt x="1594777" y="196620"/>
                </a:lnTo>
                <a:lnTo>
                  <a:pt x="1522287" y="184886"/>
                </a:lnTo>
                <a:lnTo>
                  <a:pt x="1449797" y="173538"/>
                </a:lnTo>
                <a:lnTo>
                  <a:pt x="1377307" y="162557"/>
                </a:lnTo>
                <a:lnTo>
                  <a:pt x="1304817" y="151920"/>
                </a:lnTo>
                <a:lnTo>
                  <a:pt x="1232328" y="141607"/>
                </a:lnTo>
                <a:lnTo>
                  <a:pt x="1159838" y="131597"/>
                </a:lnTo>
                <a:lnTo>
                  <a:pt x="1087348" y="121872"/>
                </a:lnTo>
                <a:lnTo>
                  <a:pt x="1014858" y="112413"/>
                </a:lnTo>
                <a:lnTo>
                  <a:pt x="942368" y="103203"/>
                </a:lnTo>
                <a:lnTo>
                  <a:pt x="869878" y="94226"/>
                </a:lnTo>
                <a:lnTo>
                  <a:pt x="797388" y="85466"/>
                </a:lnTo>
                <a:lnTo>
                  <a:pt x="724898" y="76910"/>
                </a:lnTo>
                <a:lnTo>
                  <a:pt x="652408" y="68543"/>
                </a:lnTo>
                <a:lnTo>
                  <a:pt x="579919" y="60354"/>
                </a:lnTo>
                <a:lnTo>
                  <a:pt x="507429" y="52331"/>
                </a:lnTo>
                <a:lnTo>
                  <a:pt x="434939" y="44463"/>
                </a:lnTo>
                <a:lnTo>
                  <a:pt x="362449" y="36740"/>
                </a:lnTo>
                <a:lnTo>
                  <a:pt x="289959" y="29153"/>
                </a:lnTo>
                <a:lnTo>
                  <a:pt x="217469" y="21693"/>
                </a:lnTo>
                <a:lnTo>
                  <a:pt x="144979" y="14353"/>
                </a:lnTo>
                <a:lnTo>
                  <a:pt x="72489" y="7124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230880" y="2664716"/>
            <a:ext cx="5726700" cy="1390847"/>
          </a:xfrm>
          <a:custGeom>
            <a:avLst/>
            <a:gdLst/>
            <a:ahLst/>
            <a:cxnLst/>
            <a:rect l="0" t="0" r="0" b="0"/>
            <a:pathLst>
              <a:path w="5726700" h="1390847">
                <a:moveTo>
                  <a:pt x="0" y="0"/>
                </a:moveTo>
                <a:lnTo>
                  <a:pt x="72489" y="17605"/>
                </a:lnTo>
                <a:lnTo>
                  <a:pt x="144979" y="35211"/>
                </a:lnTo>
                <a:lnTo>
                  <a:pt x="217469" y="52816"/>
                </a:lnTo>
                <a:lnTo>
                  <a:pt x="289959" y="70422"/>
                </a:lnTo>
                <a:lnTo>
                  <a:pt x="362449" y="88028"/>
                </a:lnTo>
                <a:lnTo>
                  <a:pt x="434939" y="105633"/>
                </a:lnTo>
                <a:lnTo>
                  <a:pt x="507429" y="123239"/>
                </a:lnTo>
                <a:lnTo>
                  <a:pt x="579919" y="140845"/>
                </a:lnTo>
                <a:lnTo>
                  <a:pt x="652408" y="158450"/>
                </a:lnTo>
                <a:lnTo>
                  <a:pt x="724898" y="176056"/>
                </a:lnTo>
                <a:lnTo>
                  <a:pt x="797388" y="193662"/>
                </a:lnTo>
                <a:lnTo>
                  <a:pt x="869878" y="211267"/>
                </a:lnTo>
                <a:lnTo>
                  <a:pt x="942368" y="228873"/>
                </a:lnTo>
                <a:lnTo>
                  <a:pt x="1014858" y="246479"/>
                </a:lnTo>
                <a:lnTo>
                  <a:pt x="1087348" y="264084"/>
                </a:lnTo>
                <a:lnTo>
                  <a:pt x="1159838" y="281690"/>
                </a:lnTo>
                <a:lnTo>
                  <a:pt x="1232328" y="299296"/>
                </a:lnTo>
                <a:lnTo>
                  <a:pt x="1304817" y="316901"/>
                </a:lnTo>
                <a:lnTo>
                  <a:pt x="1377307" y="334507"/>
                </a:lnTo>
                <a:lnTo>
                  <a:pt x="1449797" y="352113"/>
                </a:lnTo>
                <a:lnTo>
                  <a:pt x="1522287" y="369718"/>
                </a:lnTo>
                <a:lnTo>
                  <a:pt x="1594777" y="387324"/>
                </a:lnTo>
                <a:lnTo>
                  <a:pt x="1667267" y="404930"/>
                </a:lnTo>
                <a:lnTo>
                  <a:pt x="1739757" y="422535"/>
                </a:lnTo>
                <a:lnTo>
                  <a:pt x="1812247" y="440141"/>
                </a:lnTo>
                <a:lnTo>
                  <a:pt x="1884737" y="457747"/>
                </a:lnTo>
                <a:lnTo>
                  <a:pt x="1957226" y="475352"/>
                </a:lnTo>
                <a:lnTo>
                  <a:pt x="2029716" y="492958"/>
                </a:lnTo>
                <a:lnTo>
                  <a:pt x="2102206" y="510564"/>
                </a:lnTo>
                <a:lnTo>
                  <a:pt x="2174696" y="528169"/>
                </a:lnTo>
                <a:lnTo>
                  <a:pt x="2247186" y="545775"/>
                </a:lnTo>
                <a:lnTo>
                  <a:pt x="2319676" y="563381"/>
                </a:lnTo>
                <a:lnTo>
                  <a:pt x="2392166" y="580986"/>
                </a:lnTo>
                <a:lnTo>
                  <a:pt x="2464656" y="598592"/>
                </a:lnTo>
                <a:lnTo>
                  <a:pt x="2537145" y="616198"/>
                </a:lnTo>
                <a:lnTo>
                  <a:pt x="2609635" y="633803"/>
                </a:lnTo>
                <a:lnTo>
                  <a:pt x="2682125" y="651409"/>
                </a:lnTo>
                <a:lnTo>
                  <a:pt x="2754615" y="669015"/>
                </a:lnTo>
                <a:lnTo>
                  <a:pt x="2827105" y="686620"/>
                </a:lnTo>
                <a:lnTo>
                  <a:pt x="2899595" y="704226"/>
                </a:lnTo>
                <a:lnTo>
                  <a:pt x="2972085" y="721832"/>
                </a:lnTo>
                <a:lnTo>
                  <a:pt x="3044575" y="739437"/>
                </a:lnTo>
                <a:lnTo>
                  <a:pt x="3117065" y="757043"/>
                </a:lnTo>
                <a:lnTo>
                  <a:pt x="3189554" y="774649"/>
                </a:lnTo>
                <a:lnTo>
                  <a:pt x="3262044" y="792254"/>
                </a:lnTo>
                <a:lnTo>
                  <a:pt x="3334534" y="809860"/>
                </a:lnTo>
                <a:lnTo>
                  <a:pt x="3407024" y="827466"/>
                </a:lnTo>
                <a:lnTo>
                  <a:pt x="3479514" y="845071"/>
                </a:lnTo>
                <a:lnTo>
                  <a:pt x="3552004" y="862677"/>
                </a:lnTo>
                <a:lnTo>
                  <a:pt x="3624494" y="880283"/>
                </a:lnTo>
                <a:lnTo>
                  <a:pt x="3696984" y="897888"/>
                </a:lnTo>
                <a:lnTo>
                  <a:pt x="3769474" y="915494"/>
                </a:lnTo>
                <a:lnTo>
                  <a:pt x="3841963" y="933100"/>
                </a:lnTo>
                <a:lnTo>
                  <a:pt x="3914453" y="950705"/>
                </a:lnTo>
                <a:lnTo>
                  <a:pt x="3986943" y="968311"/>
                </a:lnTo>
                <a:lnTo>
                  <a:pt x="4059433" y="985917"/>
                </a:lnTo>
                <a:lnTo>
                  <a:pt x="4131923" y="1003522"/>
                </a:lnTo>
                <a:lnTo>
                  <a:pt x="4204413" y="1021128"/>
                </a:lnTo>
                <a:lnTo>
                  <a:pt x="4276903" y="1038734"/>
                </a:lnTo>
                <a:lnTo>
                  <a:pt x="4349393" y="1056339"/>
                </a:lnTo>
                <a:lnTo>
                  <a:pt x="4421883" y="1073945"/>
                </a:lnTo>
                <a:lnTo>
                  <a:pt x="4494372" y="1091551"/>
                </a:lnTo>
                <a:lnTo>
                  <a:pt x="4566862" y="1109156"/>
                </a:lnTo>
                <a:lnTo>
                  <a:pt x="4639352" y="1126762"/>
                </a:lnTo>
                <a:lnTo>
                  <a:pt x="4711842" y="1144368"/>
                </a:lnTo>
                <a:lnTo>
                  <a:pt x="4784332" y="1161973"/>
                </a:lnTo>
                <a:lnTo>
                  <a:pt x="4856822" y="1179579"/>
                </a:lnTo>
                <a:lnTo>
                  <a:pt x="4929312" y="1197184"/>
                </a:lnTo>
                <a:lnTo>
                  <a:pt x="5001802" y="1214790"/>
                </a:lnTo>
                <a:lnTo>
                  <a:pt x="5074291" y="1232396"/>
                </a:lnTo>
                <a:lnTo>
                  <a:pt x="5146781" y="1250001"/>
                </a:lnTo>
                <a:lnTo>
                  <a:pt x="5219271" y="1267607"/>
                </a:lnTo>
                <a:lnTo>
                  <a:pt x="5291761" y="1285213"/>
                </a:lnTo>
                <a:lnTo>
                  <a:pt x="5364251" y="1302818"/>
                </a:lnTo>
                <a:lnTo>
                  <a:pt x="5436741" y="1320424"/>
                </a:lnTo>
                <a:lnTo>
                  <a:pt x="5509231" y="1338030"/>
                </a:lnTo>
                <a:lnTo>
                  <a:pt x="5581721" y="1355635"/>
                </a:lnTo>
                <a:lnTo>
                  <a:pt x="5654211" y="1373241"/>
                </a:lnTo>
                <a:lnTo>
                  <a:pt x="5726700" y="1390847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3509890" y="376057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3509890" y="375337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3509890" y="388494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169634" y="370403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169634" y="397163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169634" y="345528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4386355" y="468287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4386355" y="441636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4386355" y="448420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6015248" y="443897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6015248" y="452943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6015248" y="411956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1822877" y="410542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1822877" y="422253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1822877" y="418669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1206291" y="410856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1206291" y="414076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1206291" y="458001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1621131" y="537743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1621131" y="468018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4097286" y="455769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4097286" y="419022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228338" y="3947543"/>
            <a:ext cx="4845613" cy="868791"/>
          </a:xfrm>
          <a:custGeom>
            <a:avLst/>
            <a:gdLst/>
            <a:ahLst/>
            <a:cxnLst/>
            <a:rect l="0" t="0" r="0" b="0"/>
            <a:pathLst>
              <a:path w="4845613" h="868791">
                <a:moveTo>
                  <a:pt x="0" y="0"/>
                </a:moveTo>
                <a:lnTo>
                  <a:pt x="61336" y="7537"/>
                </a:lnTo>
                <a:lnTo>
                  <a:pt x="122673" y="14993"/>
                </a:lnTo>
                <a:lnTo>
                  <a:pt x="184010" y="22360"/>
                </a:lnTo>
                <a:lnTo>
                  <a:pt x="245347" y="29636"/>
                </a:lnTo>
                <a:lnTo>
                  <a:pt x="306684" y="36814"/>
                </a:lnTo>
                <a:lnTo>
                  <a:pt x="368021" y="43890"/>
                </a:lnTo>
                <a:lnTo>
                  <a:pt x="429358" y="50857"/>
                </a:lnTo>
                <a:lnTo>
                  <a:pt x="490695" y="57710"/>
                </a:lnTo>
                <a:lnTo>
                  <a:pt x="552031" y="64442"/>
                </a:lnTo>
                <a:lnTo>
                  <a:pt x="613368" y="71048"/>
                </a:lnTo>
                <a:lnTo>
                  <a:pt x="674705" y="77520"/>
                </a:lnTo>
                <a:lnTo>
                  <a:pt x="736042" y="83852"/>
                </a:lnTo>
                <a:lnTo>
                  <a:pt x="797379" y="90036"/>
                </a:lnTo>
                <a:lnTo>
                  <a:pt x="858716" y="96066"/>
                </a:lnTo>
                <a:lnTo>
                  <a:pt x="920053" y="101933"/>
                </a:lnTo>
                <a:lnTo>
                  <a:pt x="981390" y="107630"/>
                </a:lnTo>
                <a:lnTo>
                  <a:pt x="1042726" y="113150"/>
                </a:lnTo>
                <a:lnTo>
                  <a:pt x="1104063" y="118485"/>
                </a:lnTo>
                <a:lnTo>
                  <a:pt x="1165400" y="123628"/>
                </a:lnTo>
                <a:lnTo>
                  <a:pt x="1226737" y="128571"/>
                </a:lnTo>
                <a:lnTo>
                  <a:pt x="1288074" y="133307"/>
                </a:lnTo>
                <a:lnTo>
                  <a:pt x="1349411" y="137829"/>
                </a:lnTo>
                <a:lnTo>
                  <a:pt x="1410748" y="142132"/>
                </a:lnTo>
                <a:lnTo>
                  <a:pt x="1472085" y="146209"/>
                </a:lnTo>
                <a:lnTo>
                  <a:pt x="1533422" y="150055"/>
                </a:lnTo>
                <a:lnTo>
                  <a:pt x="1594758" y="153665"/>
                </a:lnTo>
                <a:lnTo>
                  <a:pt x="1656095" y="157037"/>
                </a:lnTo>
                <a:lnTo>
                  <a:pt x="1717432" y="160166"/>
                </a:lnTo>
                <a:lnTo>
                  <a:pt x="1778769" y="163051"/>
                </a:lnTo>
                <a:lnTo>
                  <a:pt x="1840106" y="165691"/>
                </a:lnTo>
                <a:lnTo>
                  <a:pt x="1901443" y="168085"/>
                </a:lnTo>
                <a:lnTo>
                  <a:pt x="1962780" y="170235"/>
                </a:lnTo>
                <a:lnTo>
                  <a:pt x="2024117" y="172142"/>
                </a:lnTo>
                <a:lnTo>
                  <a:pt x="2085453" y="173809"/>
                </a:lnTo>
                <a:lnTo>
                  <a:pt x="2146790" y="175239"/>
                </a:lnTo>
                <a:lnTo>
                  <a:pt x="2208127" y="176436"/>
                </a:lnTo>
                <a:lnTo>
                  <a:pt x="2269464" y="177406"/>
                </a:lnTo>
                <a:lnTo>
                  <a:pt x="2330801" y="178154"/>
                </a:lnTo>
                <a:lnTo>
                  <a:pt x="2392138" y="178686"/>
                </a:lnTo>
                <a:lnTo>
                  <a:pt x="2453475" y="179009"/>
                </a:lnTo>
                <a:lnTo>
                  <a:pt x="2514812" y="179129"/>
                </a:lnTo>
                <a:lnTo>
                  <a:pt x="2576149" y="179055"/>
                </a:lnTo>
                <a:lnTo>
                  <a:pt x="2637485" y="178794"/>
                </a:lnTo>
                <a:lnTo>
                  <a:pt x="2698822" y="178352"/>
                </a:lnTo>
                <a:lnTo>
                  <a:pt x="2760159" y="177738"/>
                </a:lnTo>
                <a:lnTo>
                  <a:pt x="2821496" y="176960"/>
                </a:lnTo>
                <a:lnTo>
                  <a:pt x="2882833" y="176024"/>
                </a:lnTo>
                <a:lnTo>
                  <a:pt x="2944170" y="174938"/>
                </a:lnTo>
                <a:lnTo>
                  <a:pt x="3005507" y="173709"/>
                </a:lnTo>
                <a:lnTo>
                  <a:pt x="3066844" y="172344"/>
                </a:lnTo>
                <a:lnTo>
                  <a:pt x="3128180" y="170850"/>
                </a:lnTo>
                <a:lnTo>
                  <a:pt x="3189517" y="169234"/>
                </a:lnTo>
                <a:lnTo>
                  <a:pt x="3250854" y="167501"/>
                </a:lnTo>
                <a:lnTo>
                  <a:pt x="3312191" y="165659"/>
                </a:lnTo>
                <a:lnTo>
                  <a:pt x="3373528" y="163711"/>
                </a:lnTo>
                <a:lnTo>
                  <a:pt x="3434865" y="161665"/>
                </a:lnTo>
                <a:lnTo>
                  <a:pt x="3496202" y="159524"/>
                </a:lnTo>
                <a:lnTo>
                  <a:pt x="3557539" y="157295"/>
                </a:lnTo>
                <a:lnTo>
                  <a:pt x="3618876" y="154981"/>
                </a:lnTo>
                <a:lnTo>
                  <a:pt x="3680212" y="152587"/>
                </a:lnTo>
                <a:lnTo>
                  <a:pt x="3741549" y="150118"/>
                </a:lnTo>
                <a:lnTo>
                  <a:pt x="3802886" y="147577"/>
                </a:lnTo>
                <a:lnTo>
                  <a:pt x="3864223" y="144968"/>
                </a:lnTo>
                <a:lnTo>
                  <a:pt x="3925560" y="142294"/>
                </a:lnTo>
                <a:lnTo>
                  <a:pt x="3986897" y="139560"/>
                </a:lnTo>
                <a:lnTo>
                  <a:pt x="4048234" y="136767"/>
                </a:lnTo>
                <a:lnTo>
                  <a:pt x="4109571" y="133919"/>
                </a:lnTo>
                <a:lnTo>
                  <a:pt x="4170907" y="131019"/>
                </a:lnTo>
                <a:lnTo>
                  <a:pt x="4232244" y="128070"/>
                </a:lnTo>
                <a:lnTo>
                  <a:pt x="4293581" y="125073"/>
                </a:lnTo>
                <a:lnTo>
                  <a:pt x="4354918" y="122031"/>
                </a:lnTo>
                <a:lnTo>
                  <a:pt x="4416255" y="118947"/>
                </a:lnTo>
                <a:lnTo>
                  <a:pt x="4477592" y="115822"/>
                </a:lnTo>
                <a:lnTo>
                  <a:pt x="4538929" y="112659"/>
                </a:lnTo>
                <a:lnTo>
                  <a:pt x="4600266" y="109458"/>
                </a:lnTo>
                <a:lnTo>
                  <a:pt x="4661603" y="106223"/>
                </a:lnTo>
                <a:lnTo>
                  <a:pt x="4722939" y="102954"/>
                </a:lnTo>
                <a:lnTo>
                  <a:pt x="4784276" y="99654"/>
                </a:lnTo>
                <a:lnTo>
                  <a:pt x="4845613" y="96323"/>
                </a:lnTo>
                <a:lnTo>
                  <a:pt x="4845613" y="868791"/>
                </a:lnTo>
                <a:lnTo>
                  <a:pt x="4784276" y="860263"/>
                </a:lnTo>
                <a:lnTo>
                  <a:pt x="4722939" y="851766"/>
                </a:lnTo>
                <a:lnTo>
                  <a:pt x="4661603" y="843300"/>
                </a:lnTo>
                <a:lnTo>
                  <a:pt x="4600266" y="834869"/>
                </a:lnTo>
                <a:lnTo>
                  <a:pt x="4538929" y="826472"/>
                </a:lnTo>
                <a:lnTo>
                  <a:pt x="4477592" y="818111"/>
                </a:lnTo>
                <a:lnTo>
                  <a:pt x="4416255" y="809790"/>
                </a:lnTo>
                <a:lnTo>
                  <a:pt x="4354918" y="801509"/>
                </a:lnTo>
                <a:lnTo>
                  <a:pt x="4293581" y="793271"/>
                </a:lnTo>
                <a:lnTo>
                  <a:pt x="4232244" y="785077"/>
                </a:lnTo>
                <a:lnTo>
                  <a:pt x="4170907" y="776931"/>
                </a:lnTo>
                <a:lnTo>
                  <a:pt x="4109571" y="768834"/>
                </a:lnTo>
                <a:lnTo>
                  <a:pt x="4048234" y="760790"/>
                </a:lnTo>
                <a:lnTo>
                  <a:pt x="3986897" y="752800"/>
                </a:lnTo>
                <a:lnTo>
                  <a:pt x="3925560" y="744869"/>
                </a:lnTo>
                <a:lnTo>
                  <a:pt x="3864223" y="736999"/>
                </a:lnTo>
                <a:lnTo>
                  <a:pt x="3802886" y="729193"/>
                </a:lnTo>
                <a:lnTo>
                  <a:pt x="3741549" y="721455"/>
                </a:lnTo>
                <a:lnTo>
                  <a:pt x="3680212" y="713789"/>
                </a:lnTo>
                <a:lnTo>
                  <a:pt x="3618876" y="706199"/>
                </a:lnTo>
                <a:lnTo>
                  <a:pt x="3557539" y="698689"/>
                </a:lnTo>
                <a:lnTo>
                  <a:pt x="3496202" y="691263"/>
                </a:lnTo>
                <a:lnTo>
                  <a:pt x="3434865" y="683925"/>
                </a:lnTo>
                <a:lnTo>
                  <a:pt x="3373528" y="676682"/>
                </a:lnTo>
                <a:lnTo>
                  <a:pt x="3312191" y="669538"/>
                </a:lnTo>
                <a:lnTo>
                  <a:pt x="3250854" y="662498"/>
                </a:lnTo>
                <a:lnTo>
                  <a:pt x="3189517" y="655569"/>
                </a:lnTo>
                <a:lnTo>
                  <a:pt x="3128180" y="648756"/>
                </a:lnTo>
                <a:lnTo>
                  <a:pt x="3066844" y="642066"/>
                </a:lnTo>
                <a:lnTo>
                  <a:pt x="3005507" y="635504"/>
                </a:lnTo>
                <a:lnTo>
                  <a:pt x="2944170" y="629079"/>
                </a:lnTo>
                <a:lnTo>
                  <a:pt x="2882833" y="622796"/>
                </a:lnTo>
                <a:lnTo>
                  <a:pt x="2821496" y="616663"/>
                </a:lnTo>
                <a:lnTo>
                  <a:pt x="2760159" y="610688"/>
                </a:lnTo>
                <a:lnTo>
                  <a:pt x="2698822" y="604877"/>
                </a:lnTo>
                <a:lnTo>
                  <a:pt x="2637485" y="599239"/>
                </a:lnTo>
                <a:lnTo>
                  <a:pt x="2576149" y="593781"/>
                </a:lnTo>
                <a:lnTo>
                  <a:pt x="2514812" y="588510"/>
                </a:lnTo>
                <a:lnTo>
                  <a:pt x="2453475" y="583434"/>
                </a:lnTo>
                <a:lnTo>
                  <a:pt x="2392138" y="578561"/>
                </a:lnTo>
                <a:lnTo>
                  <a:pt x="2330801" y="573896"/>
                </a:lnTo>
                <a:lnTo>
                  <a:pt x="2269464" y="569447"/>
                </a:lnTo>
                <a:lnTo>
                  <a:pt x="2208127" y="565220"/>
                </a:lnTo>
                <a:lnTo>
                  <a:pt x="2146790" y="561221"/>
                </a:lnTo>
                <a:lnTo>
                  <a:pt x="2085453" y="557454"/>
                </a:lnTo>
                <a:lnTo>
                  <a:pt x="2024117" y="553924"/>
                </a:lnTo>
                <a:lnTo>
                  <a:pt x="1962780" y="550634"/>
                </a:lnTo>
                <a:lnTo>
                  <a:pt x="1901443" y="547588"/>
                </a:lnTo>
                <a:lnTo>
                  <a:pt x="1840106" y="544785"/>
                </a:lnTo>
                <a:lnTo>
                  <a:pt x="1778769" y="542228"/>
                </a:lnTo>
                <a:lnTo>
                  <a:pt x="1717432" y="539917"/>
                </a:lnTo>
                <a:lnTo>
                  <a:pt x="1656095" y="537849"/>
                </a:lnTo>
                <a:lnTo>
                  <a:pt x="1594758" y="536024"/>
                </a:lnTo>
                <a:lnTo>
                  <a:pt x="1533422" y="534438"/>
                </a:lnTo>
                <a:lnTo>
                  <a:pt x="1472085" y="533087"/>
                </a:lnTo>
                <a:lnTo>
                  <a:pt x="1410748" y="531967"/>
                </a:lnTo>
                <a:lnTo>
                  <a:pt x="1349411" y="531073"/>
                </a:lnTo>
                <a:lnTo>
                  <a:pt x="1288074" y="530399"/>
                </a:lnTo>
                <a:lnTo>
                  <a:pt x="1226737" y="529938"/>
                </a:lnTo>
                <a:lnTo>
                  <a:pt x="1165400" y="529685"/>
                </a:lnTo>
                <a:lnTo>
                  <a:pt x="1104063" y="529630"/>
                </a:lnTo>
                <a:lnTo>
                  <a:pt x="1042726" y="529769"/>
                </a:lnTo>
                <a:lnTo>
                  <a:pt x="981390" y="530092"/>
                </a:lnTo>
                <a:lnTo>
                  <a:pt x="920053" y="530593"/>
                </a:lnTo>
                <a:lnTo>
                  <a:pt x="858716" y="531263"/>
                </a:lnTo>
                <a:lnTo>
                  <a:pt x="797379" y="532096"/>
                </a:lnTo>
                <a:lnTo>
                  <a:pt x="736042" y="533084"/>
                </a:lnTo>
                <a:lnTo>
                  <a:pt x="674705" y="534219"/>
                </a:lnTo>
                <a:lnTo>
                  <a:pt x="613368" y="535494"/>
                </a:lnTo>
                <a:lnTo>
                  <a:pt x="552031" y="536903"/>
                </a:lnTo>
                <a:lnTo>
                  <a:pt x="490695" y="538439"/>
                </a:lnTo>
                <a:lnTo>
                  <a:pt x="429358" y="540095"/>
                </a:lnTo>
                <a:lnTo>
                  <a:pt x="368021" y="541866"/>
                </a:lnTo>
                <a:lnTo>
                  <a:pt x="306684" y="543745"/>
                </a:lnTo>
                <a:lnTo>
                  <a:pt x="245347" y="545726"/>
                </a:lnTo>
                <a:lnTo>
                  <a:pt x="184010" y="547805"/>
                </a:lnTo>
                <a:lnTo>
                  <a:pt x="122673" y="549976"/>
                </a:lnTo>
                <a:lnTo>
                  <a:pt x="61336" y="552235"/>
                </a:lnTo>
                <a:lnTo>
                  <a:pt x="0" y="554576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228338" y="3947543"/>
            <a:ext cx="4845613" cy="179129"/>
          </a:xfrm>
          <a:custGeom>
            <a:avLst/>
            <a:gdLst/>
            <a:ahLst/>
            <a:cxnLst/>
            <a:rect l="0" t="0" r="0" b="0"/>
            <a:pathLst>
              <a:path w="4845613" h="179129">
                <a:moveTo>
                  <a:pt x="0" y="0"/>
                </a:moveTo>
                <a:lnTo>
                  <a:pt x="61336" y="7537"/>
                </a:lnTo>
                <a:lnTo>
                  <a:pt x="122673" y="14993"/>
                </a:lnTo>
                <a:lnTo>
                  <a:pt x="184010" y="22360"/>
                </a:lnTo>
                <a:lnTo>
                  <a:pt x="245347" y="29636"/>
                </a:lnTo>
                <a:lnTo>
                  <a:pt x="306684" y="36814"/>
                </a:lnTo>
                <a:lnTo>
                  <a:pt x="368021" y="43890"/>
                </a:lnTo>
                <a:lnTo>
                  <a:pt x="429358" y="50857"/>
                </a:lnTo>
                <a:lnTo>
                  <a:pt x="490695" y="57710"/>
                </a:lnTo>
                <a:lnTo>
                  <a:pt x="552031" y="64442"/>
                </a:lnTo>
                <a:lnTo>
                  <a:pt x="613368" y="71048"/>
                </a:lnTo>
                <a:lnTo>
                  <a:pt x="674705" y="77520"/>
                </a:lnTo>
                <a:lnTo>
                  <a:pt x="736042" y="83852"/>
                </a:lnTo>
                <a:lnTo>
                  <a:pt x="797379" y="90036"/>
                </a:lnTo>
                <a:lnTo>
                  <a:pt x="858716" y="96066"/>
                </a:lnTo>
                <a:lnTo>
                  <a:pt x="920053" y="101933"/>
                </a:lnTo>
                <a:lnTo>
                  <a:pt x="981390" y="107630"/>
                </a:lnTo>
                <a:lnTo>
                  <a:pt x="1042726" y="113150"/>
                </a:lnTo>
                <a:lnTo>
                  <a:pt x="1104063" y="118485"/>
                </a:lnTo>
                <a:lnTo>
                  <a:pt x="1165400" y="123628"/>
                </a:lnTo>
                <a:lnTo>
                  <a:pt x="1226737" y="128571"/>
                </a:lnTo>
                <a:lnTo>
                  <a:pt x="1288074" y="133307"/>
                </a:lnTo>
                <a:lnTo>
                  <a:pt x="1349411" y="137829"/>
                </a:lnTo>
                <a:lnTo>
                  <a:pt x="1410748" y="142132"/>
                </a:lnTo>
                <a:lnTo>
                  <a:pt x="1472085" y="146209"/>
                </a:lnTo>
                <a:lnTo>
                  <a:pt x="1533422" y="150055"/>
                </a:lnTo>
                <a:lnTo>
                  <a:pt x="1594758" y="153665"/>
                </a:lnTo>
                <a:lnTo>
                  <a:pt x="1656095" y="157037"/>
                </a:lnTo>
                <a:lnTo>
                  <a:pt x="1717432" y="160166"/>
                </a:lnTo>
                <a:lnTo>
                  <a:pt x="1778769" y="163051"/>
                </a:lnTo>
                <a:lnTo>
                  <a:pt x="1840106" y="165691"/>
                </a:lnTo>
                <a:lnTo>
                  <a:pt x="1901443" y="168085"/>
                </a:lnTo>
                <a:lnTo>
                  <a:pt x="1962780" y="170235"/>
                </a:lnTo>
                <a:lnTo>
                  <a:pt x="2024117" y="172142"/>
                </a:lnTo>
                <a:lnTo>
                  <a:pt x="2085453" y="173809"/>
                </a:lnTo>
                <a:lnTo>
                  <a:pt x="2146790" y="175239"/>
                </a:lnTo>
                <a:lnTo>
                  <a:pt x="2208127" y="176436"/>
                </a:lnTo>
                <a:lnTo>
                  <a:pt x="2269464" y="177406"/>
                </a:lnTo>
                <a:lnTo>
                  <a:pt x="2330801" y="178154"/>
                </a:lnTo>
                <a:lnTo>
                  <a:pt x="2392138" y="178686"/>
                </a:lnTo>
                <a:lnTo>
                  <a:pt x="2453475" y="179009"/>
                </a:lnTo>
                <a:lnTo>
                  <a:pt x="2514812" y="179129"/>
                </a:lnTo>
                <a:lnTo>
                  <a:pt x="2576149" y="179055"/>
                </a:lnTo>
                <a:lnTo>
                  <a:pt x="2637485" y="178794"/>
                </a:lnTo>
                <a:lnTo>
                  <a:pt x="2698822" y="178352"/>
                </a:lnTo>
                <a:lnTo>
                  <a:pt x="2760159" y="177738"/>
                </a:lnTo>
                <a:lnTo>
                  <a:pt x="2821496" y="176960"/>
                </a:lnTo>
                <a:lnTo>
                  <a:pt x="2882833" y="176024"/>
                </a:lnTo>
                <a:lnTo>
                  <a:pt x="2944170" y="174938"/>
                </a:lnTo>
                <a:lnTo>
                  <a:pt x="3005507" y="173709"/>
                </a:lnTo>
                <a:lnTo>
                  <a:pt x="3066844" y="172344"/>
                </a:lnTo>
                <a:lnTo>
                  <a:pt x="3128180" y="170850"/>
                </a:lnTo>
                <a:lnTo>
                  <a:pt x="3189517" y="169234"/>
                </a:lnTo>
                <a:lnTo>
                  <a:pt x="3250854" y="167501"/>
                </a:lnTo>
                <a:lnTo>
                  <a:pt x="3312191" y="165659"/>
                </a:lnTo>
                <a:lnTo>
                  <a:pt x="3373528" y="163711"/>
                </a:lnTo>
                <a:lnTo>
                  <a:pt x="3434865" y="161665"/>
                </a:lnTo>
                <a:lnTo>
                  <a:pt x="3496202" y="159524"/>
                </a:lnTo>
                <a:lnTo>
                  <a:pt x="3557539" y="157295"/>
                </a:lnTo>
                <a:lnTo>
                  <a:pt x="3618876" y="154981"/>
                </a:lnTo>
                <a:lnTo>
                  <a:pt x="3680212" y="152587"/>
                </a:lnTo>
                <a:lnTo>
                  <a:pt x="3741549" y="150118"/>
                </a:lnTo>
                <a:lnTo>
                  <a:pt x="3802886" y="147577"/>
                </a:lnTo>
                <a:lnTo>
                  <a:pt x="3864223" y="144968"/>
                </a:lnTo>
                <a:lnTo>
                  <a:pt x="3925560" y="142294"/>
                </a:lnTo>
                <a:lnTo>
                  <a:pt x="3986897" y="139560"/>
                </a:lnTo>
                <a:lnTo>
                  <a:pt x="4048234" y="136767"/>
                </a:lnTo>
                <a:lnTo>
                  <a:pt x="4109571" y="133919"/>
                </a:lnTo>
                <a:lnTo>
                  <a:pt x="4170907" y="131019"/>
                </a:lnTo>
                <a:lnTo>
                  <a:pt x="4232244" y="128070"/>
                </a:lnTo>
                <a:lnTo>
                  <a:pt x="4293581" y="125073"/>
                </a:lnTo>
                <a:lnTo>
                  <a:pt x="4354918" y="122031"/>
                </a:lnTo>
                <a:lnTo>
                  <a:pt x="4416255" y="118947"/>
                </a:lnTo>
                <a:lnTo>
                  <a:pt x="4477592" y="115822"/>
                </a:lnTo>
                <a:lnTo>
                  <a:pt x="4538929" y="112659"/>
                </a:lnTo>
                <a:lnTo>
                  <a:pt x="4600266" y="109458"/>
                </a:lnTo>
                <a:lnTo>
                  <a:pt x="4661603" y="106223"/>
                </a:lnTo>
                <a:lnTo>
                  <a:pt x="4722939" y="102954"/>
                </a:lnTo>
                <a:lnTo>
                  <a:pt x="4784276" y="99654"/>
                </a:lnTo>
                <a:lnTo>
                  <a:pt x="4845613" y="96323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228338" y="4477174"/>
            <a:ext cx="4845613" cy="339160"/>
          </a:xfrm>
          <a:custGeom>
            <a:avLst/>
            <a:gdLst/>
            <a:ahLst/>
            <a:cxnLst/>
            <a:rect l="0" t="0" r="0" b="0"/>
            <a:pathLst>
              <a:path w="4845613" h="339160">
                <a:moveTo>
                  <a:pt x="4845613" y="339160"/>
                </a:moveTo>
                <a:lnTo>
                  <a:pt x="4784276" y="330632"/>
                </a:lnTo>
                <a:lnTo>
                  <a:pt x="4722939" y="322135"/>
                </a:lnTo>
                <a:lnTo>
                  <a:pt x="4661603" y="313670"/>
                </a:lnTo>
                <a:lnTo>
                  <a:pt x="4600266" y="305238"/>
                </a:lnTo>
                <a:lnTo>
                  <a:pt x="4538929" y="296841"/>
                </a:lnTo>
                <a:lnTo>
                  <a:pt x="4477592" y="288480"/>
                </a:lnTo>
                <a:lnTo>
                  <a:pt x="4416255" y="280159"/>
                </a:lnTo>
                <a:lnTo>
                  <a:pt x="4354918" y="271878"/>
                </a:lnTo>
                <a:lnTo>
                  <a:pt x="4293581" y="263640"/>
                </a:lnTo>
                <a:lnTo>
                  <a:pt x="4232244" y="255446"/>
                </a:lnTo>
                <a:lnTo>
                  <a:pt x="4170907" y="247300"/>
                </a:lnTo>
                <a:lnTo>
                  <a:pt x="4109571" y="239203"/>
                </a:lnTo>
                <a:lnTo>
                  <a:pt x="4048234" y="231159"/>
                </a:lnTo>
                <a:lnTo>
                  <a:pt x="3986897" y="223169"/>
                </a:lnTo>
                <a:lnTo>
                  <a:pt x="3925560" y="215238"/>
                </a:lnTo>
                <a:lnTo>
                  <a:pt x="3864223" y="207368"/>
                </a:lnTo>
                <a:lnTo>
                  <a:pt x="3802886" y="199562"/>
                </a:lnTo>
                <a:lnTo>
                  <a:pt x="3741549" y="191824"/>
                </a:lnTo>
                <a:lnTo>
                  <a:pt x="3680212" y="184158"/>
                </a:lnTo>
                <a:lnTo>
                  <a:pt x="3618876" y="176568"/>
                </a:lnTo>
                <a:lnTo>
                  <a:pt x="3557539" y="169058"/>
                </a:lnTo>
                <a:lnTo>
                  <a:pt x="3496202" y="161632"/>
                </a:lnTo>
                <a:lnTo>
                  <a:pt x="3434865" y="154294"/>
                </a:lnTo>
                <a:lnTo>
                  <a:pt x="3373528" y="147051"/>
                </a:lnTo>
                <a:lnTo>
                  <a:pt x="3312191" y="139907"/>
                </a:lnTo>
                <a:lnTo>
                  <a:pt x="3250854" y="132868"/>
                </a:lnTo>
                <a:lnTo>
                  <a:pt x="3189517" y="125938"/>
                </a:lnTo>
                <a:lnTo>
                  <a:pt x="3128180" y="119125"/>
                </a:lnTo>
                <a:lnTo>
                  <a:pt x="3066844" y="112435"/>
                </a:lnTo>
                <a:lnTo>
                  <a:pt x="3005507" y="105873"/>
                </a:lnTo>
                <a:lnTo>
                  <a:pt x="2944170" y="99448"/>
                </a:lnTo>
                <a:lnTo>
                  <a:pt x="2882833" y="93165"/>
                </a:lnTo>
                <a:lnTo>
                  <a:pt x="2821496" y="87033"/>
                </a:lnTo>
                <a:lnTo>
                  <a:pt x="2760159" y="81057"/>
                </a:lnTo>
                <a:lnTo>
                  <a:pt x="2698822" y="75247"/>
                </a:lnTo>
                <a:lnTo>
                  <a:pt x="2637485" y="69608"/>
                </a:lnTo>
                <a:lnTo>
                  <a:pt x="2576149" y="64150"/>
                </a:lnTo>
                <a:lnTo>
                  <a:pt x="2514812" y="58879"/>
                </a:lnTo>
                <a:lnTo>
                  <a:pt x="2453475" y="53803"/>
                </a:lnTo>
                <a:lnTo>
                  <a:pt x="2392138" y="48930"/>
                </a:lnTo>
                <a:lnTo>
                  <a:pt x="2330801" y="44265"/>
                </a:lnTo>
                <a:lnTo>
                  <a:pt x="2269464" y="39816"/>
                </a:lnTo>
                <a:lnTo>
                  <a:pt x="2208127" y="35589"/>
                </a:lnTo>
                <a:lnTo>
                  <a:pt x="2146790" y="31590"/>
                </a:lnTo>
                <a:lnTo>
                  <a:pt x="2085453" y="27823"/>
                </a:lnTo>
                <a:lnTo>
                  <a:pt x="2024117" y="24293"/>
                </a:lnTo>
                <a:lnTo>
                  <a:pt x="1962780" y="21003"/>
                </a:lnTo>
                <a:lnTo>
                  <a:pt x="1901443" y="17957"/>
                </a:lnTo>
                <a:lnTo>
                  <a:pt x="1840106" y="15154"/>
                </a:lnTo>
                <a:lnTo>
                  <a:pt x="1778769" y="12597"/>
                </a:lnTo>
                <a:lnTo>
                  <a:pt x="1717432" y="10286"/>
                </a:lnTo>
                <a:lnTo>
                  <a:pt x="1656095" y="8218"/>
                </a:lnTo>
                <a:lnTo>
                  <a:pt x="1594758" y="6393"/>
                </a:lnTo>
                <a:lnTo>
                  <a:pt x="1533422" y="4807"/>
                </a:lnTo>
                <a:lnTo>
                  <a:pt x="1472085" y="3456"/>
                </a:lnTo>
                <a:lnTo>
                  <a:pt x="1410748" y="2336"/>
                </a:lnTo>
                <a:lnTo>
                  <a:pt x="1349411" y="1442"/>
                </a:lnTo>
                <a:lnTo>
                  <a:pt x="1288074" y="768"/>
                </a:lnTo>
                <a:lnTo>
                  <a:pt x="1226737" y="307"/>
                </a:lnTo>
                <a:lnTo>
                  <a:pt x="1165400" y="54"/>
                </a:lnTo>
                <a:lnTo>
                  <a:pt x="1104063" y="0"/>
                </a:lnTo>
                <a:lnTo>
                  <a:pt x="1042726" y="138"/>
                </a:lnTo>
                <a:lnTo>
                  <a:pt x="981390" y="461"/>
                </a:lnTo>
                <a:lnTo>
                  <a:pt x="920053" y="962"/>
                </a:lnTo>
                <a:lnTo>
                  <a:pt x="858716" y="1632"/>
                </a:lnTo>
                <a:lnTo>
                  <a:pt x="797379" y="2465"/>
                </a:lnTo>
                <a:lnTo>
                  <a:pt x="736042" y="3453"/>
                </a:lnTo>
                <a:lnTo>
                  <a:pt x="674705" y="4588"/>
                </a:lnTo>
                <a:lnTo>
                  <a:pt x="613368" y="5863"/>
                </a:lnTo>
                <a:lnTo>
                  <a:pt x="552031" y="7272"/>
                </a:lnTo>
                <a:lnTo>
                  <a:pt x="490695" y="8808"/>
                </a:lnTo>
                <a:lnTo>
                  <a:pt x="429358" y="10464"/>
                </a:lnTo>
                <a:lnTo>
                  <a:pt x="368021" y="12235"/>
                </a:lnTo>
                <a:lnTo>
                  <a:pt x="306684" y="14114"/>
                </a:lnTo>
                <a:lnTo>
                  <a:pt x="245347" y="16095"/>
                </a:lnTo>
                <a:lnTo>
                  <a:pt x="184010" y="18174"/>
                </a:lnTo>
                <a:lnTo>
                  <a:pt x="122673" y="20345"/>
                </a:lnTo>
                <a:lnTo>
                  <a:pt x="61336" y="22604"/>
                </a:lnTo>
                <a:lnTo>
                  <a:pt x="0" y="24945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1228338" y="4224831"/>
            <a:ext cx="4845613" cy="205269"/>
          </a:xfrm>
          <a:custGeom>
            <a:avLst/>
            <a:gdLst/>
            <a:ahLst/>
            <a:cxnLst/>
            <a:rect l="0" t="0" r="0" b="0"/>
            <a:pathLst>
              <a:path w="4845613" h="205269">
                <a:moveTo>
                  <a:pt x="0" y="0"/>
                </a:moveTo>
                <a:lnTo>
                  <a:pt x="61336" y="2598"/>
                </a:lnTo>
                <a:lnTo>
                  <a:pt x="122673" y="5196"/>
                </a:lnTo>
                <a:lnTo>
                  <a:pt x="184010" y="7795"/>
                </a:lnTo>
                <a:lnTo>
                  <a:pt x="245347" y="10393"/>
                </a:lnTo>
                <a:lnTo>
                  <a:pt x="306684" y="12991"/>
                </a:lnTo>
                <a:lnTo>
                  <a:pt x="368021" y="15590"/>
                </a:lnTo>
                <a:lnTo>
                  <a:pt x="429358" y="18188"/>
                </a:lnTo>
                <a:lnTo>
                  <a:pt x="490695" y="20786"/>
                </a:lnTo>
                <a:lnTo>
                  <a:pt x="552031" y="23385"/>
                </a:lnTo>
                <a:lnTo>
                  <a:pt x="613368" y="25983"/>
                </a:lnTo>
                <a:lnTo>
                  <a:pt x="674705" y="28581"/>
                </a:lnTo>
                <a:lnTo>
                  <a:pt x="736042" y="31180"/>
                </a:lnTo>
                <a:lnTo>
                  <a:pt x="797379" y="33778"/>
                </a:lnTo>
                <a:lnTo>
                  <a:pt x="858716" y="36376"/>
                </a:lnTo>
                <a:lnTo>
                  <a:pt x="920053" y="38975"/>
                </a:lnTo>
                <a:lnTo>
                  <a:pt x="981390" y="41573"/>
                </a:lnTo>
                <a:lnTo>
                  <a:pt x="1042726" y="44171"/>
                </a:lnTo>
                <a:lnTo>
                  <a:pt x="1104063" y="46770"/>
                </a:lnTo>
                <a:lnTo>
                  <a:pt x="1165400" y="49368"/>
                </a:lnTo>
                <a:lnTo>
                  <a:pt x="1226737" y="51966"/>
                </a:lnTo>
                <a:lnTo>
                  <a:pt x="1288074" y="54565"/>
                </a:lnTo>
                <a:lnTo>
                  <a:pt x="1349411" y="57163"/>
                </a:lnTo>
                <a:lnTo>
                  <a:pt x="1410748" y="59761"/>
                </a:lnTo>
                <a:lnTo>
                  <a:pt x="1472085" y="62360"/>
                </a:lnTo>
                <a:lnTo>
                  <a:pt x="1533422" y="64958"/>
                </a:lnTo>
                <a:lnTo>
                  <a:pt x="1594758" y="67556"/>
                </a:lnTo>
                <a:lnTo>
                  <a:pt x="1656095" y="70155"/>
                </a:lnTo>
                <a:lnTo>
                  <a:pt x="1717432" y="72753"/>
                </a:lnTo>
                <a:lnTo>
                  <a:pt x="1778769" y="75351"/>
                </a:lnTo>
                <a:lnTo>
                  <a:pt x="1840106" y="77950"/>
                </a:lnTo>
                <a:lnTo>
                  <a:pt x="1901443" y="80548"/>
                </a:lnTo>
                <a:lnTo>
                  <a:pt x="1962780" y="83146"/>
                </a:lnTo>
                <a:lnTo>
                  <a:pt x="2024117" y="85745"/>
                </a:lnTo>
                <a:lnTo>
                  <a:pt x="2085453" y="88343"/>
                </a:lnTo>
                <a:lnTo>
                  <a:pt x="2146790" y="90942"/>
                </a:lnTo>
                <a:lnTo>
                  <a:pt x="2208127" y="93540"/>
                </a:lnTo>
                <a:lnTo>
                  <a:pt x="2269464" y="96138"/>
                </a:lnTo>
                <a:lnTo>
                  <a:pt x="2330801" y="98737"/>
                </a:lnTo>
                <a:lnTo>
                  <a:pt x="2392138" y="101335"/>
                </a:lnTo>
                <a:lnTo>
                  <a:pt x="2453475" y="103933"/>
                </a:lnTo>
                <a:lnTo>
                  <a:pt x="2514812" y="106532"/>
                </a:lnTo>
                <a:lnTo>
                  <a:pt x="2576149" y="109130"/>
                </a:lnTo>
                <a:lnTo>
                  <a:pt x="2637485" y="111728"/>
                </a:lnTo>
                <a:lnTo>
                  <a:pt x="2698822" y="114327"/>
                </a:lnTo>
                <a:lnTo>
                  <a:pt x="2760159" y="116925"/>
                </a:lnTo>
                <a:lnTo>
                  <a:pt x="2821496" y="119523"/>
                </a:lnTo>
                <a:lnTo>
                  <a:pt x="2882833" y="122122"/>
                </a:lnTo>
                <a:lnTo>
                  <a:pt x="2944170" y="124720"/>
                </a:lnTo>
                <a:lnTo>
                  <a:pt x="3005507" y="127318"/>
                </a:lnTo>
                <a:lnTo>
                  <a:pt x="3066844" y="129917"/>
                </a:lnTo>
                <a:lnTo>
                  <a:pt x="3128180" y="132515"/>
                </a:lnTo>
                <a:lnTo>
                  <a:pt x="3189517" y="135113"/>
                </a:lnTo>
                <a:lnTo>
                  <a:pt x="3250854" y="137712"/>
                </a:lnTo>
                <a:lnTo>
                  <a:pt x="3312191" y="140310"/>
                </a:lnTo>
                <a:lnTo>
                  <a:pt x="3373528" y="142908"/>
                </a:lnTo>
                <a:lnTo>
                  <a:pt x="3434865" y="145507"/>
                </a:lnTo>
                <a:lnTo>
                  <a:pt x="3496202" y="148105"/>
                </a:lnTo>
                <a:lnTo>
                  <a:pt x="3557539" y="150703"/>
                </a:lnTo>
                <a:lnTo>
                  <a:pt x="3618876" y="153302"/>
                </a:lnTo>
                <a:lnTo>
                  <a:pt x="3680212" y="155900"/>
                </a:lnTo>
                <a:lnTo>
                  <a:pt x="3741549" y="158498"/>
                </a:lnTo>
                <a:lnTo>
                  <a:pt x="3802886" y="161097"/>
                </a:lnTo>
                <a:lnTo>
                  <a:pt x="3864223" y="163695"/>
                </a:lnTo>
                <a:lnTo>
                  <a:pt x="3925560" y="166293"/>
                </a:lnTo>
                <a:lnTo>
                  <a:pt x="3986897" y="168892"/>
                </a:lnTo>
                <a:lnTo>
                  <a:pt x="4048234" y="171490"/>
                </a:lnTo>
                <a:lnTo>
                  <a:pt x="4109571" y="174088"/>
                </a:lnTo>
                <a:lnTo>
                  <a:pt x="4170907" y="176687"/>
                </a:lnTo>
                <a:lnTo>
                  <a:pt x="4232244" y="179285"/>
                </a:lnTo>
                <a:lnTo>
                  <a:pt x="4293581" y="181884"/>
                </a:lnTo>
                <a:lnTo>
                  <a:pt x="4354918" y="184482"/>
                </a:lnTo>
                <a:lnTo>
                  <a:pt x="4416255" y="187080"/>
                </a:lnTo>
                <a:lnTo>
                  <a:pt x="4477592" y="189679"/>
                </a:lnTo>
                <a:lnTo>
                  <a:pt x="4538929" y="192277"/>
                </a:lnTo>
                <a:lnTo>
                  <a:pt x="4600266" y="194875"/>
                </a:lnTo>
                <a:lnTo>
                  <a:pt x="4661603" y="197474"/>
                </a:lnTo>
                <a:lnTo>
                  <a:pt x="4722939" y="200072"/>
                </a:lnTo>
                <a:lnTo>
                  <a:pt x="4784276" y="202670"/>
                </a:lnTo>
                <a:lnTo>
                  <a:pt x="4845613" y="205269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dash"/>
            <a:round/>
          </a:ln>
        </p:spPr>
        <p:txBody>
          <a:bodyPr/>
          <a:lstStyle/>
          <a:p>
            <a:endParaRPr/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8AE0B1BB-42D3-E188-B51A-6FE54DBCE045}"/>
              </a:ext>
            </a:extLst>
          </p:cNvPr>
          <p:cNvGrpSpPr/>
          <p:nvPr/>
        </p:nvGrpSpPr>
        <p:grpSpPr>
          <a:xfrm>
            <a:off x="6923685" y="1980395"/>
            <a:ext cx="1633206" cy="926170"/>
            <a:chOff x="7254012" y="3508813"/>
            <a:chExt cx="1094811" cy="620853"/>
          </a:xfrm>
        </p:grpSpPr>
        <p:sp>
          <p:nvSpPr>
            <p:cNvPr id="90" name="tx83">
              <a:extLst>
                <a:ext uri="{FF2B5EF4-FFF2-40B4-BE49-F238E27FC236}">
                  <a16:creationId xmlns:a16="http://schemas.microsoft.com/office/drawing/2014/main" id="{3C4F290E-BE5C-931F-243D-D143D83D0CCA}"/>
                </a:ext>
              </a:extLst>
            </p:cNvPr>
            <p:cNvSpPr/>
            <p:nvPr/>
          </p:nvSpPr>
          <p:spPr>
            <a:xfrm>
              <a:off x="7254012" y="3508813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91" name="rc84">
              <a:extLst>
                <a:ext uri="{FF2B5EF4-FFF2-40B4-BE49-F238E27FC236}">
                  <a16:creationId xmlns:a16="http://schemas.microsoft.com/office/drawing/2014/main" id="{5F972006-9AD2-03FB-7517-6156770CCD59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2" name="pt85">
              <a:extLst>
                <a:ext uri="{FF2B5EF4-FFF2-40B4-BE49-F238E27FC236}">
                  <a16:creationId xmlns:a16="http://schemas.microsoft.com/office/drawing/2014/main" id="{BAEAD422-9563-8398-0D73-0D58C9E61F4B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rc86">
              <a:extLst>
                <a:ext uri="{FF2B5EF4-FFF2-40B4-BE49-F238E27FC236}">
                  <a16:creationId xmlns:a16="http://schemas.microsoft.com/office/drawing/2014/main" id="{A7EE2B70-171D-8224-F85C-494A7FF9DE36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4" name="pt87">
              <a:extLst>
                <a:ext uri="{FF2B5EF4-FFF2-40B4-BE49-F238E27FC236}">
                  <a16:creationId xmlns:a16="http://schemas.microsoft.com/office/drawing/2014/main" id="{606B4082-7768-B848-F1FC-35CA40A5EBC0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tx88">
              <a:extLst>
                <a:ext uri="{FF2B5EF4-FFF2-40B4-BE49-F238E27FC236}">
                  <a16:creationId xmlns:a16="http://schemas.microsoft.com/office/drawing/2014/main" id="{D0A0E737-31CC-5403-D68E-EB6BDB6989DF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6" name="tx89">
              <a:extLst>
                <a:ext uri="{FF2B5EF4-FFF2-40B4-BE49-F238E27FC236}">
                  <a16:creationId xmlns:a16="http://schemas.microsoft.com/office/drawing/2014/main" id="{9505E68B-59DE-7484-B174-914FD3D4D56B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  <p:sp>
        <p:nvSpPr>
          <p:cNvPr id="97" name="tx90">
            <a:extLst>
              <a:ext uri="{FF2B5EF4-FFF2-40B4-BE49-F238E27FC236}">
                <a16:creationId xmlns:a16="http://schemas.microsoft.com/office/drawing/2014/main" id="{FC0D52E2-AD1A-A3FD-D850-35098B20F29E}"/>
              </a:ext>
            </a:extLst>
          </p:cNvPr>
          <p:cNvSpPr/>
          <p:nvPr/>
        </p:nvSpPr>
        <p:spPr>
          <a:xfrm>
            <a:off x="1284875" y="1480092"/>
            <a:ext cx="3798783" cy="50874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(B) Predicted RDA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vs 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</a:t>
            </a:r>
            <a:endParaRPr sz="2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98" name="pl60">
            <a:extLst>
              <a:ext uri="{FF2B5EF4-FFF2-40B4-BE49-F238E27FC236}">
                <a16:creationId xmlns:a16="http://schemas.microsoft.com/office/drawing/2014/main" id="{C3A0FA60-24E2-B8D4-EE73-EB9D3C708DA9}"/>
              </a:ext>
            </a:extLst>
          </p:cNvPr>
          <p:cNvSpPr/>
          <p:nvPr/>
        </p:nvSpPr>
        <p:spPr>
          <a:xfrm>
            <a:off x="941876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9" name="tx61">
            <a:extLst>
              <a:ext uri="{FF2B5EF4-FFF2-40B4-BE49-F238E27FC236}">
                <a16:creationId xmlns:a16="http://schemas.microsoft.com/office/drawing/2014/main" id="{709D4FE4-C81E-DDEA-08AF-9ABEC2F2838E}"/>
              </a:ext>
            </a:extLst>
          </p:cNvPr>
          <p:cNvSpPr/>
          <p:nvPr/>
        </p:nvSpPr>
        <p:spPr>
          <a:xfrm>
            <a:off x="683568" y="5349815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100" name="tx62">
            <a:extLst>
              <a:ext uri="{FF2B5EF4-FFF2-40B4-BE49-F238E27FC236}">
                <a16:creationId xmlns:a16="http://schemas.microsoft.com/office/drawing/2014/main" id="{384F32AB-A59A-09FC-D7CC-949EA2DCAE78}"/>
              </a:ext>
            </a:extLst>
          </p:cNvPr>
          <p:cNvSpPr/>
          <p:nvPr/>
        </p:nvSpPr>
        <p:spPr>
          <a:xfrm>
            <a:off x="683568" y="4287541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60</a:t>
            </a:r>
          </a:p>
        </p:txBody>
      </p:sp>
      <p:sp>
        <p:nvSpPr>
          <p:cNvPr id="101" name="tx63">
            <a:extLst>
              <a:ext uri="{FF2B5EF4-FFF2-40B4-BE49-F238E27FC236}">
                <a16:creationId xmlns:a16="http://schemas.microsoft.com/office/drawing/2014/main" id="{B72672D3-DCFD-F715-E9B1-20B2B57A4EFC}"/>
              </a:ext>
            </a:extLst>
          </p:cNvPr>
          <p:cNvSpPr/>
          <p:nvPr/>
        </p:nvSpPr>
        <p:spPr>
          <a:xfrm>
            <a:off x="683568" y="3225268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80</a:t>
            </a:r>
          </a:p>
        </p:txBody>
      </p:sp>
      <p:sp>
        <p:nvSpPr>
          <p:cNvPr id="102" name="tx64">
            <a:extLst>
              <a:ext uri="{FF2B5EF4-FFF2-40B4-BE49-F238E27FC236}">
                <a16:creationId xmlns:a16="http://schemas.microsoft.com/office/drawing/2014/main" id="{2B3F2161-D8B0-1D75-B9FC-E96E7CB8B17A}"/>
              </a:ext>
            </a:extLst>
          </p:cNvPr>
          <p:cNvSpPr/>
          <p:nvPr/>
        </p:nvSpPr>
        <p:spPr>
          <a:xfrm>
            <a:off x="611560" y="2162994"/>
            <a:ext cx="186537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100</a:t>
            </a:r>
          </a:p>
        </p:txBody>
      </p:sp>
      <p:sp>
        <p:nvSpPr>
          <p:cNvPr id="103" name="pl65">
            <a:extLst>
              <a:ext uri="{FF2B5EF4-FFF2-40B4-BE49-F238E27FC236}">
                <a16:creationId xmlns:a16="http://schemas.microsoft.com/office/drawing/2014/main" id="{6341513D-FD59-6148-DF6A-6D9ECED3A094}"/>
              </a:ext>
            </a:extLst>
          </p:cNvPr>
          <p:cNvSpPr/>
          <p:nvPr/>
        </p:nvSpPr>
        <p:spPr>
          <a:xfrm>
            <a:off x="907081" y="538986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4" name="pl66">
            <a:extLst>
              <a:ext uri="{FF2B5EF4-FFF2-40B4-BE49-F238E27FC236}">
                <a16:creationId xmlns:a16="http://schemas.microsoft.com/office/drawing/2014/main" id="{0D74D283-7411-C727-69CE-0E1D584936CB}"/>
              </a:ext>
            </a:extLst>
          </p:cNvPr>
          <p:cNvSpPr/>
          <p:nvPr/>
        </p:nvSpPr>
        <p:spPr>
          <a:xfrm>
            <a:off x="907081" y="432759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5" name="pl67">
            <a:extLst>
              <a:ext uri="{FF2B5EF4-FFF2-40B4-BE49-F238E27FC236}">
                <a16:creationId xmlns:a16="http://schemas.microsoft.com/office/drawing/2014/main" id="{AFC48183-1C0E-C976-0845-ACCFE9D384AF}"/>
              </a:ext>
            </a:extLst>
          </p:cNvPr>
          <p:cNvSpPr/>
          <p:nvPr/>
        </p:nvSpPr>
        <p:spPr>
          <a:xfrm>
            <a:off x="907081" y="3265318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6" name="pl68">
            <a:extLst>
              <a:ext uri="{FF2B5EF4-FFF2-40B4-BE49-F238E27FC236}">
                <a16:creationId xmlns:a16="http://schemas.microsoft.com/office/drawing/2014/main" id="{E9DEBD86-86C0-C80A-686C-48DA42D78E1F}"/>
              </a:ext>
            </a:extLst>
          </p:cNvPr>
          <p:cNvSpPr/>
          <p:nvPr/>
        </p:nvSpPr>
        <p:spPr>
          <a:xfrm>
            <a:off x="907081" y="220304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9" name="tx81">
            <a:extLst>
              <a:ext uri="{FF2B5EF4-FFF2-40B4-BE49-F238E27FC236}">
                <a16:creationId xmlns:a16="http://schemas.microsoft.com/office/drawing/2014/main" id="{3FFFCC85-C003-C59E-242F-1BE5BF157F8B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 (mm)</a:t>
            </a:r>
            <a:endParaRPr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1" name="pl71">
            <a:extLst>
              <a:ext uri="{FF2B5EF4-FFF2-40B4-BE49-F238E27FC236}">
                <a16:creationId xmlns:a16="http://schemas.microsoft.com/office/drawing/2014/main" id="{DCD2A7A8-2FDE-EC6C-2EC5-FEA9894FE21D}"/>
              </a:ext>
            </a:extLst>
          </p:cNvPr>
          <p:cNvSpPr/>
          <p:nvPr/>
        </p:nvSpPr>
        <p:spPr>
          <a:xfrm>
            <a:off x="972874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2" name="pl73">
            <a:extLst>
              <a:ext uri="{FF2B5EF4-FFF2-40B4-BE49-F238E27FC236}">
                <a16:creationId xmlns:a16="http://schemas.microsoft.com/office/drawing/2014/main" id="{9B726CC9-8E14-2B0C-643A-84660DD03B11}"/>
              </a:ext>
            </a:extLst>
          </p:cNvPr>
          <p:cNvSpPr/>
          <p:nvPr/>
        </p:nvSpPr>
        <p:spPr>
          <a:xfrm>
            <a:off x="2744514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3" name="pl74">
            <a:extLst>
              <a:ext uri="{FF2B5EF4-FFF2-40B4-BE49-F238E27FC236}">
                <a16:creationId xmlns:a16="http://schemas.microsoft.com/office/drawing/2014/main" id="{AF737A26-D7F6-F5E1-8FF5-92ABDC5051F0}"/>
              </a:ext>
            </a:extLst>
          </p:cNvPr>
          <p:cNvSpPr/>
          <p:nvPr/>
        </p:nvSpPr>
        <p:spPr>
          <a:xfrm>
            <a:off x="4474167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4" name="pl75">
            <a:extLst>
              <a:ext uri="{FF2B5EF4-FFF2-40B4-BE49-F238E27FC236}">
                <a16:creationId xmlns:a16="http://schemas.microsoft.com/office/drawing/2014/main" id="{72D84AB7-9E3E-7CC6-B139-B8DCE1834123}"/>
              </a:ext>
            </a:extLst>
          </p:cNvPr>
          <p:cNvSpPr/>
          <p:nvPr/>
        </p:nvSpPr>
        <p:spPr>
          <a:xfrm>
            <a:off x="6203820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5" name="tx77">
            <a:extLst>
              <a:ext uri="{FF2B5EF4-FFF2-40B4-BE49-F238E27FC236}">
                <a16:creationId xmlns:a16="http://schemas.microsoft.com/office/drawing/2014/main" id="{ED81A2E6-435D-DD04-0F71-24F527D080BD}"/>
              </a:ext>
            </a:extLst>
          </p:cNvPr>
          <p:cNvSpPr/>
          <p:nvPr/>
        </p:nvSpPr>
        <p:spPr>
          <a:xfrm>
            <a:off x="2713424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6" name="tx78">
            <a:extLst>
              <a:ext uri="{FF2B5EF4-FFF2-40B4-BE49-F238E27FC236}">
                <a16:creationId xmlns:a16="http://schemas.microsoft.com/office/drawing/2014/main" id="{C0E0366A-B49C-35F8-3833-FB44FB412864}"/>
              </a:ext>
            </a:extLst>
          </p:cNvPr>
          <p:cNvSpPr/>
          <p:nvPr/>
        </p:nvSpPr>
        <p:spPr>
          <a:xfrm>
            <a:off x="4443077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7" name="tx79">
            <a:extLst>
              <a:ext uri="{FF2B5EF4-FFF2-40B4-BE49-F238E27FC236}">
                <a16:creationId xmlns:a16="http://schemas.microsoft.com/office/drawing/2014/main" id="{8EC6CF06-6295-ACAB-1C4C-88AA3F82041B}"/>
              </a:ext>
            </a:extLst>
          </p:cNvPr>
          <p:cNvSpPr/>
          <p:nvPr/>
        </p:nvSpPr>
        <p:spPr>
          <a:xfrm>
            <a:off x="6172730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3.00</a:t>
            </a:r>
          </a:p>
        </p:txBody>
      </p:sp>
      <p:sp>
        <p:nvSpPr>
          <p:cNvPr id="118" name="tx80">
            <a:extLst>
              <a:ext uri="{FF2B5EF4-FFF2-40B4-BE49-F238E27FC236}">
                <a16:creationId xmlns:a16="http://schemas.microsoft.com/office/drawing/2014/main" id="{0C1EB81C-BEF1-8514-B07F-F0FAA2907803}"/>
              </a:ext>
            </a:extLst>
          </p:cNvPr>
          <p:cNvSpPr/>
          <p:nvPr/>
        </p:nvSpPr>
        <p:spPr>
          <a:xfrm>
            <a:off x="3755363" y="6137094"/>
            <a:ext cx="70619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RDA Offset</a:t>
            </a:r>
          </a:p>
        </p:txBody>
      </p:sp>
      <p:sp>
        <p:nvSpPr>
          <p:cNvPr id="119" name="pl72">
            <a:extLst>
              <a:ext uri="{FF2B5EF4-FFF2-40B4-BE49-F238E27FC236}">
                <a16:creationId xmlns:a16="http://schemas.microsoft.com/office/drawing/2014/main" id="{11F7D675-5EB7-179E-D134-918E6DD6AB7E}"/>
              </a:ext>
            </a:extLst>
          </p:cNvPr>
          <p:cNvSpPr/>
          <p:nvPr/>
        </p:nvSpPr>
        <p:spPr>
          <a:xfrm>
            <a:off x="123476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0" name="tx76">
            <a:extLst>
              <a:ext uri="{FF2B5EF4-FFF2-40B4-BE49-F238E27FC236}">
                <a16:creationId xmlns:a16="http://schemas.microsoft.com/office/drawing/2014/main" id="{8A7C44A6-CE89-9072-D0A7-3665FCC27B0D}"/>
              </a:ext>
            </a:extLst>
          </p:cNvPr>
          <p:cNvSpPr/>
          <p:nvPr/>
        </p:nvSpPr>
        <p:spPr>
          <a:xfrm>
            <a:off x="112599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21" name="pl65">
            <a:extLst>
              <a:ext uri="{FF2B5EF4-FFF2-40B4-BE49-F238E27FC236}">
                <a16:creationId xmlns:a16="http://schemas.microsoft.com/office/drawing/2014/main" id="{4E944316-5FE7-68C3-C6FE-5E795E7767A7}"/>
              </a:ext>
            </a:extLst>
          </p:cNvPr>
          <p:cNvSpPr/>
          <p:nvPr/>
        </p:nvSpPr>
        <p:spPr>
          <a:xfrm>
            <a:off x="936806" y="572314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750CFE27-5F25-3BD1-877C-731D9ED6A173}"/>
              </a:ext>
            </a:extLst>
          </p:cNvPr>
          <p:cNvSpPr/>
          <p:nvPr/>
        </p:nvSpPr>
        <p:spPr>
          <a:xfrm>
            <a:off x="4779188" y="3235768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-0.523</a:t>
            </a:r>
          </a:p>
          <a:p>
            <a:pPr algn="ctr"/>
            <a:r>
              <a:rPr lang="en-US" sz="1500" b="1" i="1" dirty="0">
                <a:solidFill>
                  <a:schemeClr val="tx1"/>
                </a:solidFill>
              </a:rPr>
              <a:t>***</a:t>
            </a:r>
          </a:p>
        </p:txBody>
      </p: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A5863193-ECC6-9376-0D96-53CB71914EE4}"/>
              </a:ext>
            </a:extLst>
          </p:cNvPr>
          <p:cNvSpPr/>
          <p:nvPr/>
        </p:nvSpPr>
        <p:spPr>
          <a:xfrm>
            <a:off x="2729933" y="4204142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-0.267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t6"/>
          <p:cNvSpPr/>
          <p:nvPr/>
        </p:nvSpPr>
        <p:spPr>
          <a:xfrm>
            <a:off x="1418559" y="294481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418559" y="234872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418559" y="245197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3828198" y="273431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3828198" y="290887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3828198" y="270873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5344473" y="30731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5344473" y="301703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5344473" y="317287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5124076" y="210097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5124076" y="293879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5124076" y="298254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6418654" y="326302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6418654" y="323839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6418654" y="345404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3306377" y="310232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3306377" y="312187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3306377" y="292120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4995079" y="549050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4995079" y="458411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4995079" y="437779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898878" y="364517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898878" y="368845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898878" y="365894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477263" y="2070498"/>
            <a:ext cx="5480318" cy="2132092"/>
          </a:xfrm>
          <a:custGeom>
            <a:avLst/>
            <a:gdLst/>
            <a:ahLst/>
            <a:cxnLst/>
            <a:rect l="0" t="0" r="0" b="0"/>
            <a:pathLst>
              <a:path w="5480318" h="2132092">
                <a:moveTo>
                  <a:pt x="0" y="0"/>
                </a:moveTo>
                <a:lnTo>
                  <a:pt x="69371" y="23538"/>
                </a:lnTo>
                <a:lnTo>
                  <a:pt x="138742" y="47026"/>
                </a:lnTo>
                <a:lnTo>
                  <a:pt x="208113" y="70461"/>
                </a:lnTo>
                <a:lnTo>
                  <a:pt x="277484" y="93840"/>
                </a:lnTo>
                <a:lnTo>
                  <a:pt x="346855" y="117161"/>
                </a:lnTo>
                <a:lnTo>
                  <a:pt x="416226" y="140419"/>
                </a:lnTo>
                <a:lnTo>
                  <a:pt x="485597" y="163612"/>
                </a:lnTo>
                <a:lnTo>
                  <a:pt x="554968" y="186735"/>
                </a:lnTo>
                <a:lnTo>
                  <a:pt x="624340" y="209785"/>
                </a:lnTo>
                <a:lnTo>
                  <a:pt x="693711" y="232758"/>
                </a:lnTo>
                <a:lnTo>
                  <a:pt x="763082" y="255648"/>
                </a:lnTo>
                <a:lnTo>
                  <a:pt x="832453" y="278452"/>
                </a:lnTo>
                <a:lnTo>
                  <a:pt x="901824" y="301163"/>
                </a:lnTo>
                <a:lnTo>
                  <a:pt x="971195" y="323777"/>
                </a:lnTo>
                <a:lnTo>
                  <a:pt x="1040566" y="346287"/>
                </a:lnTo>
                <a:lnTo>
                  <a:pt x="1109937" y="368686"/>
                </a:lnTo>
                <a:lnTo>
                  <a:pt x="1179308" y="390969"/>
                </a:lnTo>
                <a:lnTo>
                  <a:pt x="1248680" y="413127"/>
                </a:lnTo>
                <a:lnTo>
                  <a:pt x="1318051" y="435153"/>
                </a:lnTo>
                <a:lnTo>
                  <a:pt x="1387422" y="457038"/>
                </a:lnTo>
                <a:lnTo>
                  <a:pt x="1456793" y="478773"/>
                </a:lnTo>
                <a:lnTo>
                  <a:pt x="1526164" y="500348"/>
                </a:lnTo>
                <a:lnTo>
                  <a:pt x="1595535" y="521754"/>
                </a:lnTo>
                <a:lnTo>
                  <a:pt x="1664906" y="542979"/>
                </a:lnTo>
                <a:lnTo>
                  <a:pt x="1734277" y="564011"/>
                </a:lnTo>
                <a:lnTo>
                  <a:pt x="1803649" y="584839"/>
                </a:lnTo>
                <a:lnTo>
                  <a:pt x="1873020" y="605448"/>
                </a:lnTo>
                <a:lnTo>
                  <a:pt x="1942391" y="625824"/>
                </a:lnTo>
                <a:lnTo>
                  <a:pt x="2011762" y="645954"/>
                </a:lnTo>
                <a:lnTo>
                  <a:pt x="2081133" y="665822"/>
                </a:lnTo>
                <a:lnTo>
                  <a:pt x="2150504" y="685411"/>
                </a:lnTo>
                <a:lnTo>
                  <a:pt x="2219875" y="704704"/>
                </a:lnTo>
                <a:lnTo>
                  <a:pt x="2289246" y="723685"/>
                </a:lnTo>
                <a:lnTo>
                  <a:pt x="2358617" y="742336"/>
                </a:lnTo>
                <a:lnTo>
                  <a:pt x="2427989" y="760638"/>
                </a:lnTo>
                <a:lnTo>
                  <a:pt x="2497360" y="778573"/>
                </a:lnTo>
                <a:lnTo>
                  <a:pt x="2566731" y="796123"/>
                </a:lnTo>
                <a:lnTo>
                  <a:pt x="2636102" y="813269"/>
                </a:lnTo>
                <a:lnTo>
                  <a:pt x="2705473" y="829995"/>
                </a:lnTo>
                <a:lnTo>
                  <a:pt x="2774844" y="846283"/>
                </a:lnTo>
                <a:lnTo>
                  <a:pt x="2844215" y="862119"/>
                </a:lnTo>
                <a:lnTo>
                  <a:pt x="2913586" y="877486"/>
                </a:lnTo>
                <a:lnTo>
                  <a:pt x="2982958" y="892374"/>
                </a:lnTo>
                <a:lnTo>
                  <a:pt x="3052329" y="906771"/>
                </a:lnTo>
                <a:lnTo>
                  <a:pt x="3121700" y="920669"/>
                </a:lnTo>
                <a:lnTo>
                  <a:pt x="3191071" y="934061"/>
                </a:lnTo>
                <a:lnTo>
                  <a:pt x="3260442" y="946945"/>
                </a:lnTo>
                <a:lnTo>
                  <a:pt x="3329813" y="959319"/>
                </a:lnTo>
                <a:lnTo>
                  <a:pt x="3399184" y="971184"/>
                </a:lnTo>
                <a:lnTo>
                  <a:pt x="3468555" y="982547"/>
                </a:lnTo>
                <a:lnTo>
                  <a:pt x="3537926" y="993413"/>
                </a:lnTo>
                <a:lnTo>
                  <a:pt x="3607298" y="1003792"/>
                </a:lnTo>
                <a:lnTo>
                  <a:pt x="3676669" y="1013695"/>
                </a:lnTo>
                <a:lnTo>
                  <a:pt x="3746040" y="1023135"/>
                </a:lnTo>
                <a:lnTo>
                  <a:pt x="3815411" y="1032128"/>
                </a:lnTo>
                <a:lnTo>
                  <a:pt x="3884782" y="1040688"/>
                </a:lnTo>
                <a:lnTo>
                  <a:pt x="3954153" y="1048835"/>
                </a:lnTo>
                <a:lnTo>
                  <a:pt x="4023524" y="1056584"/>
                </a:lnTo>
                <a:lnTo>
                  <a:pt x="4092895" y="1063955"/>
                </a:lnTo>
                <a:lnTo>
                  <a:pt x="4162267" y="1070965"/>
                </a:lnTo>
                <a:lnTo>
                  <a:pt x="4231638" y="1077633"/>
                </a:lnTo>
                <a:lnTo>
                  <a:pt x="4301009" y="1083976"/>
                </a:lnTo>
                <a:lnTo>
                  <a:pt x="4370380" y="1090013"/>
                </a:lnTo>
                <a:lnTo>
                  <a:pt x="4439751" y="1095761"/>
                </a:lnTo>
                <a:lnTo>
                  <a:pt x="4509122" y="1101237"/>
                </a:lnTo>
                <a:lnTo>
                  <a:pt x="4578493" y="1106455"/>
                </a:lnTo>
                <a:lnTo>
                  <a:pt x="4647864" y="1111431"/>
                </a:lnTo>
                <a:lnTo>
                  <a:pt x="4717235" y="1116181"/>
                </a:lnTo>
                <a:lnTo>
                  <a:pt x="4786607" y="1120717"/>
                </a:lnTo>
                <a:lnTo>
                  <a:pt x="4855978" y="1125052"/>
                </a:lnTo>
                <a:lnTo>
                  <a:pt x="4925349" y="1129199"/>
                </a:lnTo>
                <a:lnTo>
                  <a:pt x="4994720" y="1133169"/>
                </a:lnTo>
                <a:lnTo>
                  <a:pt x="5064091" y="1136973"/>
                </a:lnTo>
                <a:lnTo>
                  <a:pt x="5133462" y="1140621"/>
                </a:lnTo>
                <a:lnTo>
                  <a:pt x="5202833" y="1144122"/>
                </a:lnTo>
                <a:lnTo>
                  <a:pt x="5272204" y="1147486"/>
                </a:lnTo>
                <a:lnTo>
                  <a:pt x="5341576" y="1150720"/>
                </a:lnTo>
                <a:lnTo>
                  <a:pt x="5410947" y="1153832"/>
                </a:lnTo>
                <a:lnTo>
                  <a:pt x="5480318" y="1156830"/>
                </a:lnTo>
                <a:lnTo>
                  <a:pt x="5480318" y="2132092"/>
                </a:lnTo>
                <a:lnTo>
                  <a:pt x="5410947" y="2109653"/>
                </a:lnTo>
                <a:lnTo>
                  <a:pt x="5341576" y="2087328"/>
                </a:lnTo>
                <a:lnTo>
                  <a:pt x="5272204" y="2065125"/>
                </a:lnTo>
                <a:lnTo>
                  <a:pt x="5202833" y="2043052"/>
                </a:lnTo>
                <a:lnTo>
                  <a:pt x="5133462" y="2021117"/>
                </a:lnTo>
                <a:lnTo>
                  <a:pt x="5064091" y="1999328"/>
                </a:lnTo>
                <a:lnTo>
                  <a:pt x="4994720" y="1977695"/>
                </a:lnTo>
                <a:lnTo>
                  <a:pt x="4925349" y="1956228"/>
                </a:lnTo>
                <a:lnTo>
                  <a:pt x="4855978" y="1934938"/>
                </a:lnTo>
                <a:lnTo>
                  <a:pt x="4786607" y="1913837"/>
                </a:lnTo>
                <a:lnTo>
                  <a:pt x="4717235" y="1892936"/>
                </a:lnTo>
                <a:lnTo>
                  <a:pt x="4647864" y="1872248"/>
                </a:lnTo>
                <a:lnTo>
                  <a:pt x="4578493" y="1851788"/>
                </a:lnTo>
                <a:lnTo>
                  <a:pt x="4509122" y="1831569"/>
                </a:lnTo>
                <a:lnTo>
                  <a:pt x="4439751" y="1811608"/>
                </a:lnTo>
                <a:lnTo>
                  <a:pt x="4370380" y="1791919"/>
                </a:lnTo>
                <a:lnTo>
                  <a:pt x="4301009" y="1772519"/>
                </a:lnTo>
                <a:lnTo>
                  <a:pt x="4231638" y="1753426"/>
                </a:lnTo>
                <a:lnTo>
                  <a:pt x="4162267" y="1734657"/>
                </a:lnTo>
                <a:lnTo>
                  <a:pt x="4092895" y="1716230"/>
                </a:lnTo>
                <a:lnTo>
                  <a:pt x="4023524" y="1698164"/>
                </a:lnTo>
                <a:lnTo>
                  <a:pt x="3954153" y="1680476"/>
                </a:lnTo>
                <a:lnTo>
                  <a:pt x="3884782" y="1663186"/>
                </a:lnTo>
                <a:lnTo>
                  <a:pt x="3815411" y="1646310"/>
                </a:lnTo>
                <a:lnTo>
                  <a:pt x="3746040" y="1629866"/>
                </a:lnTo>
                <a:lnTo>
                  <a:pt x="3676669" y="1613869"/>
                </a:lnTo>
                <a:lnTo>
                  <a:pt x="3607298" y="1598335"/>
                </a:lnTo>
                <a:lnTo>
                  <a:pt x="3537926" y="1583277"/>
                </a:lnTo>
                <a:lnTo>
                  <a:pt x="3468555" y="1568706"/>
                </a:lnTo>
                <a:lnTo>
                  <a:pt x="3399184" y="1554632"/>
                </a:lnTo>
                <a:lnTo>
                  <a:pt x="3329813" y="1541061"/>
                </a:lnTo>
                <a:lnTo>
                  <a:pt x="3260442" y="1527998"/>
                </a:lnTo>
                <a:lnTo>
                  <a:pt x="3191071" y="1515445"/>
                </a:lnTo>
                <a:lnTo>
                  <a:pt x="3121700" y="1503400"/>
                </a:lnTo>
                <a:lnTo>
                  <a:pt x="3052329" y="1491861"/>
                </a:lnTo>
                <a:lnTo>
                  <a:pt x="2982958" y="1480821"/>
                </a:lnTo>
                <a:lnTo>
                  <a:pt x="2913586" y="1470272"/>
                </a:lnTo>
                <a:lnTo>
                  <a:pt x="2844215" y="1460203"/>
                </a:lnTo>
                <a:lnTo>
                  <a:pt x="2774844" y="1450601"/>
                </a:lnTo>
                <a:lnTo>
                  <a:pt x="2705473" y="1441453"/>
                </a:lnTo>
                <a:lnTo>
                  <a:pt x="2636102" y="1432742"/>
                </a:lnTo>
                <a:lnTo>
                  <a:pt x="2566731" y="1424452"/>
                </a:lnTo>
                <a:lnTo>
                  <a:pt x="2497360" y="1416565"/>
                </a:lnTo>
                <a:lnTo>
                  <a:pt x="2427989" y="1409063"/>
                </a:lnTo>
                <a:lnTo>
                  <a:pt x="2358617" y="1401928"/>
                </a:lnTo>
                <a:lnTo>
                  <a:pt x="2289246" y="1395142"/>
                </a:lnTo>
                <a:lnTo>
                  <a:pt x="2219875" y="1388686"/>
                </a:lnTo>
                <a:lnTo>
                  <a:pt x="2150504" y="1382542"/>
                </a:lnTo>
                <a:lnTo>
                  <a:pt x="2081133" y="1376695"/>
                </a:lnTo>
                <a:lnTo>
                  <a:pt x="2011762" y="1371125"/>
                </a:lnTo>
                <a:lnTo>
                  <a:pt x="1942391" y="1365818"/>
                </a:lnTo>
                <a:lnTo>
                  <a:pt x="1873020" y="1360758"/>
                </a:lnTo>
                <a:lnTo>
                  <a:pt x="1803649" y="1355930"/>
                </a:lnTo>
                <a:lnTo>
                  <a:pt x="1734277" y="1351321"/>
                </a:lnTo>
                <a:lnTo>
                  <a:pt x="1664906" y="1346916"/>
                </a:lnTo>
                <a:lnTo>
                  <a:pt x="1595535" y="1342704"/>
                </a:lnTo>
                <a:lnTo>
                  <a:pt x="1526164" y="1338673"/>
                </a:lnTo>
                <a:lnTo>
                  <a:pt x="1456793" y="1334812"/>
                </a:lnTo>
                <a:lnTo>
                  <a:pt x="1387422" y="1331110"/>
                </a:lnTo>
                <a:lnTo>
                  <a:pt x="1318051" y="1327558"/>
                </a:lnTo>
                <a:lnTo>
                  <a:pt x="1248680" y="1324147"/>
                </a:lnTo>
                <a:lnTo>
                  <a:pt x="1179308" y="1320868"/>
                </a:lnTo>
                <a:lnTo>
                  <a:pt x="1109937" y="1317714"/>
                </a:lnTo>
                <a:lnTo>
                  <a:pt x="1040566" y="1314677"/>
                </a:lnTo>
                <a:lnTo>
                  <a:pt x="971195" y="1311750"/>
                </a:lnTo>
                <a:lnTo>
                  <a:pt x="901824" y="1308927"/>
                </a:lnTo>
                <a:lnTo>
                  <a:pt x="832453" y="1306201"/>
                </a:lnTo>
                <a:lnTo>
                  <a:pt x="763082" y="1303568"/>
                </a:lnTo>
                <a:lnTo>
                  <a:pt x="693711" y="1301022"/>
                </a:lnTo>
                <a:lnTo>
                  <a:pt x="624340" y="1298557"/>
                </a:lnTo>
                <a:lnTo>
                  <a:pt x="554968" y="1296171"/>
                </a:lnTo>
                <a:lnTo>
                  <a:pt x="485597" y="1293857"/>
                </a:lnTo>
                <a:lnTo>
                  <a:pt x="416226" y="1291613"/>
                </a:lnTo>
                <a:lnTo>
                  <a:pt x="346855" y="1289435"/>
                </a:lnTo>
                <a:lnTo>
                  <a:pt x="277484" y="1287318"/>
                </a:lnTo>
                <a:lnTo>
                  <a:pt x="208113" y="1285261"/>
                </a:lnTo>
                <a:lnTo>
                  <a:pt x="138742" y="1283259"/>
                </a:lnTo>
                <a:lnTo>
                  <a:pt x="69371" y="1281310"/>
                </a:lnTo>
                <a:lnTo>
                  <a:pt x="0" y="1279412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1477263" y="2070498"/>
            <a:ext cx="5480318" cy="1156830"/>
          </a:xfrm>
          <a:custGeom>
            <a:avLst/>
            <a:gdLst/>
            <a:ahLst/>
            <a:cxnLst/>
            <a:rect l="0" t="0" r="0" b="0"/>
            <a:pathLst>
              <a:path w="5480318" h="1156830">
                <a:moveTo>
                  <a:pt x="0" y="0"/>
                </a:moveTo>
                <a:lnTo>
                  <a:pt x="69371" y="23538"/>
                </a:lnTo>
                <a:lnTo>
                  <a:pt x="138742" y="47026"/>
                </a:lnTo>
                <a:lnTo>
                  <a:pt x="208113" y="70461"/>
                </a:lnTo>
                <a:lnTo>
                  <a:pt x="277484" y="93840"/>
                </a:lnTo>
                <a:lnTo>
                  <a:pt x="346855" y="117161"/>
                </a:lnTo>
                <a:lnTo>
                  <a:pt x="416226" y="140419"/>
                </a:lnTo>
                <a:lnTo>
                  <a:pt x="485597" y="163612"/>
                </a:lnTo>
                <a:lnTo>
                  <a:pt x="554968" y="186735"/>
                </a:lnTo>
                <a:lnTo>
                  <a:pt x="624340" y="209785"/>
                </a:lnTo>
                <a:lnTo>
                  <a:pt x="693711" y="232758"/>
                </a:lnTo>
                <a:lnTo>
                  <a:pt x="763082" y="255648"/>
                </a:lnTo>
                <a:lnTo>
                  <a:pt x="832453" y="278452"/>
                </a:lnTo>
                <a:lnTo>
                  <a:pt x="901824" y="301163"/>
                </a:lnTo>
                <a:lnTo>
                  <a:pt x="971195" y="323777"/>
                </a:lnTo>
                <a:lnTo>
                  <a:pt x="1040566" y="346287"/>
                </a:lnTo>
                <a:lnTo>
                  <a:pt x="1109937" y="368686"/>
                </a:lnTo>
                <a:lnTo>
                  <a:pt x="1179308" y="390969"/>
                </a:lnTo>
                <a:lnTo>
                  <a:pt x="1248680" y="413127"/>
                </a:lnTo>
                <a:lnTo>
                  <a:pt x="1318051" y="435153"/>
                </a:lnTo>
                <a:lnTo>
                  <a:pt x="1387422" y="457038"/>
                </a:lnTo>
                <a:lnTo>
                  <a:pt x="1456793" y="478773"/>
                </a:lnTo>
                <a:lnTo>
                  <a:pt x="1526164" y="500348"/>
                </a:lnTo>
                <a:lnTo>
                  <a:pt x="1595535" y="521754"/>
                </a:lnTo>
                <a:lnTo>
                  <a:pt x="1664906" y="542979"/>
                </a:lnTo>
                <a:lnTo>
                  <a:pt x="1734277" y="564011"/>
                </a:lnTo>
                <a:lnTo>
                  <a:pt x="1803649" y="584839"/>
                </a:lnTo>
                <a:lnTo>
                  <a:pt x="1873020" y="605448"/>
                </a:lnTo>
                <a:lnTo>
                  <a:pt x="1942391" y="625824"/>
                </a:lnTo>
                <a:lnTo>
                  <a:pt x="2011762" y="645954"/>
                </a:lnTo>
                <a:lnTo>
                  <a:pt x="2081133" y="665822"/>
                </a:lnTo>
                <a:lnTo>
                  <a:pt x="2150504" y="685411"/>
                </a:lnTo>
                <a:lnTo>
                  <a:pt x="2219875" y="704704"/>
                </a:lnTo>
                <a:lnTo>
                  <a:pt x="2289246" y="723685"/>
                </a:lnTo>
                <a:lnTo>
                  <a:pt x="2358617" y="742336"/>
                </a:lnTo>
                <a:lnTo>
                  <a:pt x="2427989" y="760638"/>
                </a:lnTo>
                <a:lnTo>
                  <a:pt x="2497360" y="778573"/>
                </a:lnTo>
                <a:lnTo>
                  <a:pt x="2566731" y="796123"/>
                </a:lnTo>
                <a:lnTo>
                  <a:pt x="2636102" y="813269"/>
                </a:lnTo>
                <a:lnTo>
                  <a:pt x="2705473" y="829995"/>
                </a:lnTo>
                <a:lnTo>
                  <a:pt x="2774844" y="846283"/>
                </a:lnTo>
                <a:lnTo>
                  <a:pt x="2844215" y="862119"/>
                </a:lnTo>
                <a:lnTo>
                  <a:pt x="2913586" y="877486"/>
                </a:lnTo>
                <a:lnTo>
                  <a:pt x="2982958" y="892374"/>
                </a:lnTo>
                <a:lnTo>
                  <a:pt x="3052329" y="906771"/>
                </a:lnTo>
                <a:lnTo>
                  <a:pt x="3121700" y="920669"/>
                </a:lnTo>
                <a:lnTo>
                  <a:pt x="3191071" y="934061"/>
                </a:lnTo>
                <a:lnTo>
                  <a:pt x="3260442" y="946945"/>
                </a:lnTo>
                <a:lnTo>
                  <a:pt x="3329813" y="959319"/>
                </a:lnTo>
                <a:lnTo>
                  <a:pt x="3399184" y="971184"/>
                </a:lnTo>
                <a:lnTo>
                  <a:pt x="3468555" y="982547"/>
                </a:lnTo>
                <a:lnTo>
                  <a:pt x="3537926" y="993413"/>
                </a:lnTo>
                <a:lnTo>
                  <a:pt x="3607298" y="1003792"/>
                </a:lnTo>
                <a:lnTo>
                  <a:pt x="3676669" y="1013695"/>
                </a:lnTo>
                <a:lnTo>
                  <a:pt x="3746040" y="1023135"/>
                </a:lnTo>
                <a:lnTo>
                  <a:pt x="3815411" y="1032128"/>
                </a:lnTo>
                <a:lnTo>
                  <a:pt x="3884782" y="1040688"/>
                </a:lnTo>
                <a:lnTo>
                  <a:pt x="3954153" y="1048835"/>
                </a:lnTo>
                <a:lnTo>
                  <a:pt x="4023524" y="1056584"/>
                </a:lnTo>
                <a:lnTo>
                  <a:pt x="4092895" y="1063955"/>
                </a:lnTo>
                <a:lnTo>
                  <a:pt x="4162267" y="1070965"/>
                </a:lnTo>
                <a:lnTo>
                  <a:pt x="4231638" y="1077633"/>
                </a:lnTo>
                <a:lnTo>
                  <a:pt x="4301009" y="1083976"/>
                </a:lnTo>
                <a:lnTo>
                  <a:pt x="4370380" y="1090013"/>
                </a:lnTo>
                <a:lnTo>
                  <a:pt x="4439751" y="1095761"/>
                </a:lnTo>
                <a:lnTo>
                  <a:pt x="4509122" y="1101237"/>
                </a:lnTo>
                <a:lnTo>
                  <a:pt x="4578493" y="1106455"/>
                </a:lnTo>
                <a:lnTo>
                  <a:pt x="4647864" y="1111431"/>
                </a:lnTo>
                <a:lnTo>
                  <a:pt x="4717235" y="1116181"/>
                </a:lnTo>
                <a:lnTo>
                  <a:pt x="4786607" y="1120717"/>
                </a:lnTo>
                <a:lnTo>
                  <a:pt x="4855978" y="1125052"/>
                </a:lnTo>
                <a:lnTo>
                  <a:pt x="4925349" y="1129199"/>
                </a:lnTo>
                <a:lnTo>
                  <a:pt x="4994720" y="1133169"/>
                </a:lnTo>
                <a:lnTo>
                  <a:pt x="5064091" y="1136973"/>
                </a:lnTo>
                <a:lnTo>
                  <a:pt x="5133462" y="1140621"/>
                </a:lnTo>
                <a:lnTo>
                  <a:pt x="5202833" y="1144122"/>
                </a:lnTo>
                <a:lnTo>
                  <a:pt x="5272204" y="1147486"/>
                </a:lnTo>
                <a:lnTo>
                  <a:pt x="5341576" y="1150720"/>
                </a:lnTo>
                <a:lnTo>
                  <a:pt x="5410947" y="1153832"/>
                </a:lnTo>
                <a:lnTo>
                  <a:pt x="5480318" y="115683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477263" y="3349910"/>
            <a:ext cx="5480318" cy="852680"/>
          </a:xfrm>
          <a:custGeom>
            <a:avLst/>
            <a:gdLst/>
            <a:ahLst/>
            <a:cxnLst/>
            <a:rect l="0" t="0" r="0" b="0"/>
            <a:pathLst>
              <a:path w="5480318" h="852680">
                <a:moveTo>
                  <a:pt x="5480318" y="852680"/>
                </a:moveTo>
                <a:lnTo>
                  <a:pt x="5410947" y="830241"/>
                </a:lnTo>
                <a:lnTo>
                  <a:pt x="5341576" y="807916"/>
                </a:lnTo>
                <a:lnTo>
                  <a:pt x="5272204" y="785713"/>
                </a:lnTo>
                <a:lnTo>
                  <a:pt x="5202833" y="763640"/>
                </a:lnTo>
                <a:lnTo>
                  <a:pt x="5133462" y="741705"/>
                </a:lnTo>
                <a:lnTo>
                  <a:pt x="5064091" y="719916"/>
                </a:lnTo>
                <a:lnTo>
                  <a:pt x="4994720" y="698283"/>
                </a:lnTo>
                <a:lnTo>
                  <a:pt x="4925349" y="676816"/>
                </a:lnTo>
                <a:lnTo>
                  <a:pt x="4855978" y="655526"/>
                </a:lnTo>
                <a:lnTo>
                  <a:pt x="4786607" y="634424"/>
                </a:lnTo>
                <a:lnTo>
                  <a:pt x="4717235" y="613524"/>
                </a:lnTo>
                <a:lnTo>
                  <a:pt x="4647864" y="592836"/>
                </a:lnTo>
                <a:lnTo>
                  <a:pt x="4578493" y="572376"/>
                </a:lnTo>
                <a:lnTo>
                  <a:pt x="4509122" y="552157"/>
                </a:lnTo>
                <a:lnTo>
                  <a:pt x="4439751" y="532196"/>
                </a:lnTo>
                <a:lnTo>
                  <a:pt x="4370380" y="512507"/>
                </a:lnTo>
                <a:lnTo>
                  <a:pt x="4301009" y="493107"/>
                </a:lnTo>
                <a:lnTo>
                  <a:pt x="4231638" y="474014"/>
                </a:lnTo>
                <a:lnTo>
                  <a:pt x="4162267" y="455245"/>
                </a:lnTo>
                <a:lnTo>
                  <a:pt x="4092895" y="436818"/>
                </a:lnTo>
                <a:lnTo>
                  <a:pt x="4023524" y="418752"/>
                </a:lnTo>
                <a:lnTo>
                  <a:pt x="3954153" y="401064"/>
                </a:lnTo>
                <a:lnTo>
                  <a:pt x="3884782" y="383774"/>
                </a:lnTo>
                <a:lnTo>
                  <a:pt x="3815411" y="366898"/>
                </a:lnTo>
                <a:lnTo>
                  <a:pt x="3746040" y="350454"/>
                </a:lnTo>
                <a:lnTo>
                  <a:pt x="3676669" y="334457"/>
                </a:lnTo>
                <a:lnTo>
                  <a:pt x="3607298" y="318923"/>
                </a:lnTo>
                <a:lnTo>
                  <a:pt x="3537926" y="303865"/>
                </a:lnTo>
                <a:lnTo>
                  <a:pt x="3468555" y="289294"/>
                </a:lnTo>
                <a:lnTo>
                  <a:pt x="3399184" y="275220"/>
                </a:lnTo>
                <a:lnTo>
                  <a:pt x="3329813" y="261649"/>
                </a:lnTo>
                <a:lnTo>
                  <a:pt x="3260442" y="248586"/>
                </a:lnTo>
                <a:lnTo>
                  <a:pt x="3191071" y="236033"/>
                </a:lnTo>
                <a:lnTo>
                  <a:pt x="3121700" y="223988"/>
                </a:lnTo>
                <a:lnTo>
                  <a:pt x="3052329" y="212449"/>
                </a:lnTo>
                <a:lnTo>
                  <a:pt x="2982958" y="201409"/>
                </a:lnTo>
                <a:lnTo>
                  <a:pt x="2913586" y="190860"/>
                </a:lnTo>
                <a:lnTo>
                  <a:pt x="2844215" y="180791"/>
                </a:lnTo>
                <a:lnTo>
                  <a:pt x="2774844" y="171189"/>
                </a:lnTo>
                <a:lnTo>
                  <a:pt x="2705473" y="162041"/>
                </a:lnTo>
                <a:lnTo>
                  <a:pt x="2636102" y="153330"/>
                </a:lnTo>
                <a:lnTo>
                  <a:pt x="2566731" y="145040"/>
                </a:lnTo>
                <a:lnTo>
                  <a:pt x="2497360" y="137153"/>
                </a:lnTo>
                <a:lnTo>
                  <a:pt x="2427989" y="129651"/>
                </a:lnTo>
                <a:lnTo>
                  <a:pt x="2358617" y="122516"/>
                </a:lnTo>
                <a:lnTo>
                  <a:pt x="2289246" y="115729"/>
                </a:lnTo>
                <a:lnTo>
                  <a:pt x="2219875" y="109274"/>
                </a:lnTo>
                <a:lnTo>
                  <a:pt x="2150504" y="103130"/>
                </a:lnTo>
                <a:lnTo>
                  <a:pt x="2081133" y="97283"/>
                </a:lnTo>
                <a:lnTo>
                  <a:pt x="2011762" y="91713"/>
                </a:lnTo>
                <a:lnTo>
                  <a:pt x="1942391" y="86406"/>
                </a:lnTo>
                <a:lnTo>
                  <a:pt x="1873020" y="81346"/>
                </a:lnTo>
                <a:lnTo>
                  <a:pt x="1803649" y="76518"/>
                </a:lnTo>
                <a:lnTo>
                  <a:pt x="1734277" y="71909"/>
                </a:lnTo>
                <a:lnTo>
                  <a:pt x="1664906" y="67504"/>
                </a:lnTo>
                <a:lnTo>
                  <a:pt x="1595535" y="63292"/>
                </a:lnTo>
                <a:lnTo>
                  <a:pt x="1526164" y="59261"/>
                </a:lnTo>
                <a:lnTo>
                  <a:pt x="1456793" y="55400"/>
                </a:lnTo>
                <a:lnTo>
                  <a:pt x="1387422" y="51698"/>
                </a:lnTo>
                <a:lnTo>
                  <a:pt x="1318051" y="48146"/>
                </a:lnTo>
                <a:lnTo>
                  <a:pt x="1248680" y="44735"/>
                </a:lnTo>
                <a:lnTo>
                  <a:pt x="1179308" y="41456"/>
                </a:lnTo>
                <a:lnTo>
                  <a:pt x="1109937" y="38302"/>
                </a:lnTo>
                <a:lnTo>
                  <a:pt x="1040566" y="35265"/>
                </a:lnTo>
                <a:lnTo>
                  <a:pt x="971195" y="32338"/>
                </a:lnTo>
                <a:lnTo>
                  <a:pt x="901824" y="29515"/>
                </a:lnTo>
                <a:lnTo>
                  <a:pt x="832453" y="26789"/>
                </a:lnTo>
                <a:lnTo>
                  <a:pt x="763082" y="24156"/>
                </a:lnTo>
                <a:lnTo>
                  <a:pt x="693711" y="21610"/>
                </a:lnTo>
                <a:lnTo>
                  <a:pt x="624340" y="19145"/>
                </a:lnTo>
                <a:lnTo>
                  <a:pt x="554968" y="16759"/>
                </a:lnTo>
                <a:lnTo>
                  <a:pt x="485597" y="14445"/>
                </a:lnTo>
                <a:lnTo>
                  <a:pt x="416226" y="12201"/>
                </a:lnTo>
                <a:lnTo>
                  <a:pt x="346855" y="10023"/>
                </a:lnTo>
                <a:lnTo>
                  <a:pt x="277484" y="7906"/>
                </a:lnTo>
                <a:lnTo>
                  <a:pt x="208113" y="5849"/>
                </a:lnTo>
                <a:lnTo>
                  <a:pt x="138742" y="3847"/>
                </a:lnTo>
                <a:lnTo>
                  <a:pt x="69371" y="1898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477263" y="2710204"/>
            <a:ext cx="5480318" cy="1004755"/>
          </a:xfrm>
          <a:custGeom>
            <a:avLst/>
            <a:gdLst/>
            <a:ahLst/>
            <a:cxnLst/>
            <a:rect l="0" t="0" r="0" b="0"/>
            <a:pathLst>
              <a:path w="5480318" h="1004755">
                <a:moveTo>
                  <a:pt x="0" y="0"/>
                </a:moveTo>
                <a:lnTo>
                  <a:pt x="69371" y="12718"/>
                </a:lnTo>
                <a:lnTo>
                  <a:pt x="138742" y="25436"/>
                </a:lnTo>
                <a:lnTo>
                  <a:pt x="208113" y="38155"/>
                </a:lnTo>
                <a:lnTo>
                  <a:pt x="277484" y="50873"/>
                </a:lnTo>
                <a:lnTo>
                  <a:pt x="346855" y="63592"/>
                </a:lnTo>
                <a:lnTo>
                  <a:pt x="416226" y="76310"/>
                </a:lnTo>
                <a:lnTo>
                  <a:pt x="485597" y="89028"/>
                </a:lnTo>
                <a:lnTo>
                  <a:pt x="554968" y="101747"/>
                </a:lnTo>
                <a:lnTo>
                  <a:pt x="624340" y="114465"/>
                </a:lnTo>
                <a:lnTo>
                  <a:pt x="693711" y="127184"/>
                </a:lnTo>
                <a:lnTo>
                  <a:pt x="763082" y="139902"/>
                </a:lnTo>
                <a:lnTo>
                  <a:pt x="832453" y="152621"/>
                </a:lnTo>
                <a:lnTo>
                  <a:pt x="901824" y="165339"/>
                </a:lnTo>
                <a:lnTo>
                  <a:pt x="971195" y="178057"/>
                </a:lnTo>
                <a:lnTo>
                  <a:pt x="1040566" y="190776"/>
                </a:lnTo>
                <a:lnTo>
                  <a:pt x="1109937" y="203494"/>
                </a:lnTo>
                <a:lnTo>
                  <a:pt x="1179308" y="216213"/>
                </a:lnTo>
                <a:lnTo>
                  <a:pt x="1248680" y="228931"/>
                </a:lnTo>
                <a:lnTo>
                  <a:pt x="1318051" y="241650"/>
                </a:lnTo>
                <a:lnTo>
                  <a:pt x="1387422" y="254368"/>
                </a:lnTo>
                <a:lnTo>
                  <a:pt x="1456793" y="267086"/>
                </a:lnTo>
                <a:lnTo>
                  <a:pt x="1526164" y="279805"/>
                </a:lnTo>
                <a:lnTo>
                  <a:pt x="1595535" y="292523"/>
                </a:lnTo>
                <a:lnTo>
                  <a:pt x="1664906" y="305242"/>
                </a:lnTo>
                <a:lnTo>
                  <a:pt x="1734277" y="317960"/>
                </a:lnTo>
                <a:lnTo>
                  <a:pt x="1803649" y="330678"/>
                </a:lnTo>
                <a:lnTo>
                  <a:pt x="1873020" y="343397"/>
                </a:lnTo>
                <a:lnTo>
                  <a:pt x="1942391" y="356115"/>
                </a:lnTo>
                <a:lnTo>
                  <a:pt x="2011762" y="368834"/>
                </a:lnTo>
                <a:lnTo>
                  <a:pt x="2081133" y="381552"/>
                </a:lnTo>
                <a:lnTo>
                  <a:pt x="2150504" y="394271"/>
                </a:lnTo>
                <a:lnTo>
                  <a:pt x="2219875" y="406989"/>
                </a:lnTo>
                <a:lnTo>
                  <a:pt x="2289246" y="419707"/>
                </a:lnTo>
                <a:lnTo>
                  <a:pt x="2358617" y="432426"/>
                </a:lnTo>
                <a:lnTo>
                  <a:pt x="2427989" y="445144"/>
                </a:lnTo>
                <a:lnTo>
                  <a:pt x="2497360" y="457863"/>
                </a:lnTo>
                <a:lnTo>
                  <a:pt x="2566731" y="470581"/>
                </a:lnTo>
                <a:lnTo>
                  <a:pt x="2636102" y="483300"/>
                </a:lnTo>
                <a:lnTo>
                  <a:pt x="2705473" y="496018"/>
                </a:lnTo>
                <a:lnTo>
                  <a:pt x="2774844" y="508736"/>
                </a:lnTo>
                <a:lnTo>
                  <a:pt x="2844215" y="521455"/>
                </a:lnTo>
                <a:lnTo>
                  <a:pt x="2913586" y="534173"/>
                </a:lnTo>
                <a:lnTo>
                  <a:pt x="2982958" y="546892"/>
                </a:lnTo>
                <a:lnTo>
                  <a:pt x="3052329" y="559610"/>
                </a:lnTo>
                <a:lnTo>
                  <a:pt x="3121700" y="572329"/>
                </a:lnTo>
                <a:lnTo>
                  <a:pt x="3191071" y="585047"/>
                </a:lnTo>
                <a:lnTo>
                  <a:pt x="3260442" y="597765"/>
                </a:lnTo>
                <a:lnTo>
                  <a:pt x="3329813" y="610484"/>
                </a:lnTo>
                <a:lnTo>
                  <a:pt x="3399184" y="623202"/>
                </a:lnTo>
                <a:lnTo>
                  <a:pt x="3468555" y="635921"/>
                </a:lnTo>
                <a:lnTo>
                  <a:pt x="3537926" y="648639"/>
                </a:lnTo>
                <a:lnTo>
                  <a:pt x="3607298" y="661357"/>
                </a:lnTo>
                <a:lnTo>
                  <a:pt x="3676669" y="674076"/>
                </a:lnTo>
                <a:lnTo>
                  <a:pt x="3746040" y="686794"/>
                </a:lnTo>
                <a:lnTo>
                  <a:pt x="3815411" y="699513"/>
                </a:lnTo>
                <a:lnTo>
                  <a:pt x="3884782" y="712231"/>
                </a:lnTo>
                <a:lnTo>
                  <a:pt x="3954153" y="724950"/>
                </a:lnTo>
                <a:lnTo>
                  <a:pt x="4023524" y="737668"/>
                </a:lnTo>
                <a:lnTo>
                  <a:pt x="4092895" y="750386"/>
                </a:lnTo>
                <a:lnTo>
                  <a:pt x="4162267" y="763105"/>
                </a:lnTo>
                <a:lnTo>
                  <a:pt x="4231638" y="775823"/>
                </a:lnTo>
                <a:lnTo>
                  <a:pt x="4301009" y="788542"/>
                </a:lnTo>
                <a:lnTo>
                  <a:pt x="4370380" y="801260"/>
                </a:lnTo>
                <a:lnTo>
                  <a:pt x="4439751" y="813979"/>
                </a:lnTo>
                <a:lnTo>
                  <a:pt x="4509122" y="826697"/>
                </a:lnTo>
                <a:lnTo>
                  <a:pt x="4578493" y="839415"/>
                </a:lnTo>
                <a:lnTo>
                  <a:pt x="4647864" y="852134"/>
                </a:lnTo>
                <a:lnTo>
                  <a:pt x="4717235" y="864852"/>
                </a:lnTo>
                <a:lnTo>
                  <a:pt x="4786607" y="877571"/>
                </a:lnTo>
                <a:lnTo>
                  <a:pt x="4855978" y="890289"/>
                </a:lnTo>
                <a:lnTo>
                  <a:pt x="4925349" y="903007"/>
                </a:lnTo>
                <a:lnTo>
                  <a:pt x="4994720" y="915726"/>
                </a:lnTo>
                <a:lnTo>
                  <a:pt x="5064091" y="928444"/>
                </a:lnTo>
                <a:lnTo>
                  <a:pt x="5133462" y="941163"/>
                </a:lnTo>
                <a:lnTo>
                  <a:pt x="5202833" y="953881"/>
                </a:lnTo>
                <a:lnTo>
                  <a:pt x="5272204" y="966600"/>
                </a:lnTo>
                <a:lnTo>
                  <a:pt x="5341576" y="979318"/>
                </a:lnTo>
                <a:lnTo>
                  <a:pt x="5410947" y="992036"/>
                </a:lnTo>
                <a:lnTo>
                  <a:pt x="5480318" y="1004755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3863545" y="380491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3863545" y="379790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3863545" y="392610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169634" y="374983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169634" y="401056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169634" y="350746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6629082" y="470358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6629082" y="444389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6629082" y="451000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6633985" y="446593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6633985" y="455406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6633985" y="415470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4773060" y="414093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4773060" y="425503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4773060" y="422011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2429237" y="414399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2429237" y="417536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2429237" y="460335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4955840" y="538033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4955840" y="470095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4787976" y="458161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4787976" y="422356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228338" y="3636881"/>
            <a:ext cx="5464350" cy="1218429"/>
          </a:xfrm>
          <a:custGeom>
            <a:avLst/>
            <a:gdLst/>
            <a:ahLst/>
            <a:cxnLst/>
            <a:rect l="0" t="0" r="0" b="0"/>
            <a:pathLst>
              <a:path w="5464350" h="1218429">
                <a:moveTo>
                  <a:pt x="0" y="0"/>
                </a:moveTo>
                <a:lnTo>
                  <a:pt x="69168" y="13390"/>
                </a:lnTo>
                <a:lnTo>
                  <a:pt x="138337" y="26751"/>
                </a:lnTo>
                <a:lnTo>
                  <a:pt x="207506" y="40082"/>
                </a:lnTo>
                <a:lnTo>
                  <a:pt x="276675" y="53382"/>
                </a:lnTo>
                <a:lnTo>
                  <a:pt x="345844" y="66647"/>
                </a:lnTo>
                <a:lnTo>
                  <a:pt x="415013" y="79878"/>
                </a:lnTo>
                <a:lnTo>
                  <a:pt x="484182" y="93071"/>
                </a:lnTo>
                <a:lnTo>
                  <a:pt x="553351" y="106225"/>
                </a:lnTo>
                <a:lnTo>
                  <a:pt x="622520" y="119337"/>
                </a:lnTo>
                <a:lnTo>
                  <a:pt x="691689" y="132407"/>
                </a:lnTo>
                <a:lnTo>
                  <a:pt x="760858" y="145430"/>
                </a:lnTo>
                <a:lnTo>
                  <a:pt x="830027" y="158405"/>
                </a:lnTo>
                <a:lnTo>
                  <a:pt x="899196" y="171328"/>
                </a:lnTo>
                <a:lnTo>
                  <a:pt x="968365" y="184198"/>
                </a:lnTo>
                <a:lnTo>
                  <a:pt x="1037534" y="197010"/>
                </a:lnTo>
                <a:lnTo>
                  <a:pt x="1106703" y="209762"/>
                </a:lnTo>
                <a:lnTo>
                  <a:pt x="1175872" y="222451"/>
                </a:lnTo>
                <a:lnTo>
                  <a:pt x="1245041" y="235071"/>
                </a:lnTo>
                <a:lnTo>
                  <a:pt x="1314210" y="247621"/>
                </a:lnTo>
                <a:lnTo>
                  <a:pt x="1383379" y="260095"/>
                </a:lnTo>
                <a:lnTo>
                  <a:pt x="1452548" y="272489"/>
                </a:lnTo>
                <a:lnTo>
                  <a:pt x="1521717" y="284798"/>
                </a:lnTo>
                <a:lnTo>
                  <a:pt x="1590886" y="297018"/>
                </a:lnTo>
                <a:lnTo>
                  <a:pt x="1660055" y="309144"/>
                </a:lnTo>
                <a:lnTo>
                  <a:pt x="1729224" y="321170"/>
                </a:lnTo>
                <a:lnTo>
                  <a:pt x="1798393" y="333091"/>
                </a:lnTo>
                <a:lnTo>
                  <a:pt x="1867562" y="344900"/>
                </a:lnTo>
                <a:lnTo>
                  <a:pt x="1936731" y="356591"/>
                </a:lnTo>
                <a:lnTo>
                  <a:pt x="2005900" y="368159"/>
                </a:lnTo>
                <a:lnTo>
                  <a:pt x="2075069" y="379596"/>
                </a:lnTo>
                <a:lnTo>
                  <a:pt x="2144238" y="390896"/>
                </a:lnTo>
                <a:lnTo>
                  <a:pt x="2213407" y="402052"/>
                </a:lnTo>
                <a:lnTo>
                  <a:pt x="2282576" y="413057"/>
                </a:lnTo>
                <a:lnTo>
                  <a:pt x="2351745" y="423903"/>
                </a:lnTo>
                <a:lnTo>
                  <a:pt x="2420914" y="434585"/>
                </a:lnTo>
                <a:lnTo>
                  <a:pt x="2490083" y="445094"/>
                </a:lnTo>
                <a:lnTo>
                  <a:pt x="2559252" y="455425"/>
                </a:lnTo>
                <a:lnTo>
                  <a:pt x="2628421" y="465570"/>
                </a:lnTo>
                <a:lnTo>
                  <a:pt x="2697590" y="475523"/>
                </a:lnTo>
                <a:lnTo>
                  <a:pt x="2766759" y="485279"/>
                </a:lnTo>
                <a:lnTo>
                  <a:pt x="2835928" y="494832"/>
                </a:lnTo>
                <a:lnTo>
                  <a:pt x="2905097" y="504178"/>
                </a:lnTo>
                <a:lnTo>
                  <a:pt x="2974266" y="513313"/>
                </a:lnTo>
                <a:lnTo>
                  <a:pt x="3043435" y="522233"/>
                </a:lnTo>
                <a:lnTo>
                  <a:pt x="3112604" y="530935"/>
                </a:lnTo>
                <a:lnTo>
                  <a:pt x="3181773" y="539420"/>
                </a:lnTo>
                <a:lnTo>
                  <a:pt x="3250942" y="547685"/>
                </a:lnTo>
                <a:lnTo>
                  <a:pt x="3320111" y="555732"/>
                </a:lnTo>
                <a:lnTo>
                  <a:pt x="3389280" y="563560"/>
                </a:lnTo>
                <a:lnTo>
                  <a:pt x="3458449" y="571174"/>
                </a:lnTo>
                <a:lnTo>
                  <a:pt x="3527618" y="578575"/>
                </a:lnTo>
                <a:lnTo>
                  <a:pt x="3596787" y="585767"/>
                </a:lnTo>
                <a:lnTo>
                  <a:pt x="3665956" y="592754"/>
                </a:lnTo>
                <a:lnTo>
                  <a:pt x="3735125" y="599543"/>
                </a:lnTo>
                <a:lnTo>
                  <a:pt x="3804294" y="606138"/>
                </a:lnTo>
                <a:lnTo>
                  <a:pt x="3873463" y="612545"/>
                </a:lnTo>
                <a:lnTo>
                  <a:pt x="3942632" y="618771"/>
                </a:lnTo>
                <a:lnTo>
                  <a:pt x="4011801" y="624823"/>
                </a:lnTo>
                <a:lnTo>
                  <a:pt x="4080970" y="630707"/>
                </a:lnTo>
                <a:lnTo>
                  <a:pt x="4150139" y="636431"/>
                </a:lnTo>
                <a:lnTo>
                  <a:pt x="4219308" y="642002"/>
                </a:lnTo>
                <a:lnTo>
                  <a:pt x="4288477" y="647426"/>
                </a:lnTo>
                <a:lnTo>
                  <a:pt x="4357646" y="652710"/>
                </a:lnTo>
                <a:lnTo>
                  <a:pt x="4426815" y="657862"/>
                </a:lnTo>
                <a:lnTo>
                  <a:pt x="4495984" y="662888"/>
                </a:lnTo>
                <a:lnTo>
                  <a:pt x="4565153" y="667794"/>
                </a:lnTo>
                <a:lnTo>
                  <a:pt x="4634322" y="672587"/>
                </a:lnTo>
                <a:lnTo>
                  <a:pt x="4703491" y="677273"/>
                </a:lnTo>
                <a:lnTo>
                  <a:pt x="4772660" y="681856"/>
                </a:lnTo>
                <a:lnTo>
                  <a:pt x="4841829" y="686344"/>
                </a:lnTo>
                <a:lnTo>
                  <a:pt x="4910998" y="690740"/>
                </a:lnTo>
                <a:lnTo>
                  <a:pt x="4980167" y="695051"/>
                </a:lnTo>
                <a:lnTo>
                  <a:pt x="5049336" y="699280"/>
                </a:lnTo>
                <a:lnTo>
                  <a:pt x="5118505" y="703432"/>
                </a:lnTo>
                <a:lnTo>
                  <a:pt x="5187674" y="707512"/>
                </a:lnTo>
                <a:lnTo>
                  <a:pt x="5256843" y="711522"/>
                </a:lnTo>
                <a:lnTo>
                  <a:pt x="5326012" y="715468"/>
                </a:lnTo>
                <a:lnTo>
                  <a:pt x="5395181" y="719352"/>
                </a:lnTo>
                <a:lnTo>
                  <a:pt x="5464350" y="723178"/>
                </a:lnTo>
                <a:lnTo>
                  <a:pt x="5464350" y="1218429"/>
                </a:lnTo>
                <a:lnTo>
                  <a:pt x="5395181" y="1205578"/>
                </a:lnTo>
                <a:lnTo>
                  <a:pt x="5326012" y="1192785"/>
                </a:lnTo>
                <a:lnTo>
                  <a:pt x="5256843" y="1180054"/>
                </a:lnTo>
                <a:lnTo>
                  <a:pt x="5187674" y="1167387"/>
                </a:lnTo>
                <a:lnTo>
                  <a:pt x="5118505" y="1154790"/>
                </a:lnTo>
                <a:lnTo>
                  <a:pt x="5049336" y="1142265"/>
                </a:lnTo>
                <a:lnTo>
                  <a:pt x="4980167" y="1129817"/>
                </a:lnTo>
                <a:lnTo>
                  <a:pt x="4910998" y="1117451"/>
                </a:lnTo>
                <a:lnTo>
                  <a:pt x="4841829" y="1105170"/>
                </a:lnTo>
                <a:lnTo>
                  <a:pt x="4772660" y="1092981"/>
                </a:lnTo>
                <a:lnTo>
                  <a:pt x="4703491" y="1080887"/>
                </a:lnTo>
                <a:lnTo>
                  <a:pt x="4634322" y="1068896"/>
                </a:lnTo>
                <a:lnTo>
                  <a:pt x="4565153" y="1057012"/>
                </a:lnTo>
                <a:lnTo>
                  <a:pt x="4495984" y="1045241"/>
                </a:lnTo>
                <a:lnTo>
                  <a:pt x="4426815" y="1033590"/>
                </a:lnTo>
                <a:lnTo>
                  <a:pt x="4357646" y="1022065"/>
                </a:lnTo>
                <a:lnTo>
                  <a:pt x="4288477" y="1010672"/>
                </a:lnTo>
                <a:lnTo>
                  <a:pt x="4219308" y="999419"/>
                </a:lnTo>
                <a:lnTo>
                  <a:pt x="4150139" y="988313"/>
                </a:lnTo>
                <a:lnTo>
                  <a:pt x="4080970" y="977359"/>
                </a:lnTo>
                <a:lnTo>
                  <a:pt x="4011801" y="966567"/>
                </a:lnTo>
                <a:lnTo>
                  <a:pt x="3942632" y="955942"/>
                </a:lnTo>
                <a:lnTo>
                  <a:pt x="3873463" y="945491"/>
                </a:lnTo>
                <a:lnTo>
                  <a:pt x="3804294" y="935221"/>
                </a:lnTo>
                <a:lnTo>
                  <a:pt x="3735125" y="925139"/>
                </a:lnTo>
                <a:lnTo>
                  <a:pt x="3665956" y="915250"/>
                </a:lnTo>
                <a:lnTo>
                  <a:pt x="3596787" y="905561"/>
                </a:lnTo>
                <a:lnTo>
                  <a:pt x="3527618" y="896076"/>
                </a:lnTo>
                <a:lnTo>
                  <a:pt x="3458449" y="886800"/>
                </a:lnTo>
                <a:lnTo>
                  <a:pt x="3389280" y="877736"/>
                </a:lnTo>
                <a:lnTo>
                  <a:pt x="3320111" y="868888"/>
                </a:lnTo>
                <a:lnTo>
                  <a:pt x="3250942" y="860258"/>
                </a:lnTo>
                <a:lnTo>
                  <a:pt x="3181773" y="851846"/>
                </a:lnTo>
                <a:lnTo>
                  <a:pt x="3112604" y="843653"/>
                </a:lnTo>
                <a:lnTo>
                  <a:pt x="3043435" y="835679"/>
                </a:lnTo>
                <a:lnTo>
                  <a:pt x="2974266" y="827922"/>
                </a:lnTo>
                <a:lnTo>
                  <a:pt x="2905097" y="820379"/>
                </a:lnTo>
                <a:lnTo>
                  <a:pt x="2835928" y="813048"/>
                </a:lnTo>
                <a:lnTo>
                  <a:pt x="2766759" y="805924"/>
                </a:lnTo>
                <a:lnTo>
                  <a:pt x="2697590" y="799003"/>
                </a:lnTo>
                <a:lnTo>
                  <a:pt x="2628421" y="792280"/>
                </a:lnTo>
                <a:lnTo>
                  <a:pt x="2559252" y="785748"/>
                </a:lnTo>
                <a:lnTo>
                  <a:pt x="2490083" y="779401"/>
                </a:lnTo>
                <a:lnTo>
                  <a:pt x="2420914" y="773234"/>
                </a:lnTo>
                <a:lnTo>
                  <a:pt x="2351745" y="767238"/>
                </a:lnTo>
                <a:lnTo>
                  <a:pt x="2282576" y="761408"/>
                </a:lnTo>
                <a:lnTo>
                  <a:pt x="2213407" y="755736"/>
                </a:lnTo>
                <a:lnTo>
                  <a:pt x="2144238" y="750214"/>
                </a:lnTo>
                <a:lnTo>
                  <a:pt x="2075069" y="744837"/>
                </a:lnTo>
                <a:lnTo>
                  <a:pt x="2005900" y="739598"/>
                </a:lnTo>
                <a:lnTo>
                  <a:pt x="1936731" y="734488"/>
                </a:lnTo>
                <a:lnTo>
                  <a:pt x="1867562" y="729503"/>
                </a:lnTo>
                <a:lnTo>
                  <a:pt x="1798393" y="724635"/>
                </a:lnTo>
                <a:lnTo>
                  <a:pt x="1729224" y="719878"/>
                </a:lnTo>
                <a:lnTo>
                  <a:pt x="1660055" y="715227"/>
                </a:lnTo>
                <a:lnTo>
                  <a:pt x="1590886" y="710676"/>
                </a:lnTo>
                <a:lnTo>
                  <a:pt x="1521717" y="706219"/>
                </a:lnTo>
                <a:lnTo>
                  <a:pt x="1452548" y="701852"/>
                </a:lnTo>
                <a:lnTo>
                  <a:pt x="1383379" y="697569"/>
                </a:lnTo>
                <a:lnTo>
                  <a:pt x="1314210" y="693365"/>
                </a:lnTo>
                <a:lnTo>
                  <a:pt x="1245041" y="689238"/>
                </a:lnTo>
                <a:lnTo>
                  <a:pt x="1175872" y="685182"/>
                </a:lnTo>
                <a:lnTo>
                  <a:pt x="1106703" y="681193"/>
                </a:lnTo>
                <a:lnTo>
                  <a:pt x="1037534" y="677268"/>
                </a:lnTo>
                <a:lnTo>
                  <a:pt x="968365" y="673403"/>
                </a:lnTo>
                <a:lnTo>
                  <a:pt x="899196" y="669596"/>
                </a:lnTo>
                <a:lnTo>
                  <a:pt x="830027" y="665842"/>
                </a:lnTo>
                <a:lnTo>
                  <a:pt x="760858" y="662140"/>
                </a:lnTo>
                <a:lnTo>
                  <a:pt x="691689" y="658486"/>
                </a:lnTo>
                <a:lnTo>
                  <a:pt x="622520" y="654879"/>
                </a:lnTo>
                <a:lnTo>
                  <a:pt x="553351" y="651314"/>
                </a:lnTo>
                <a:lnTo>
                  <a:pt x="484182" y="647791"/>
                </a:lnTo>
                <a:lnTo>
                  <a:pt x="415013" y="644307"/>
                </a:lnTo>
                <a:lnTo>
                  <a:pt x="345844" y="640861"/>
                </a:lnTo>
                <a:lnTo>
                  <a:pt x="276675" y="637449"/>
                </a:lnTo>
                <a:lnTo>
                  <a:pt x="207506" y="634071"/>
                </a:lnTo>
                <a:lnTo>
                  <a:pt x="138337" y="630726"/>
                </a:lnTo>
                <a:lnTo>
                  <a:pt x="69168" y="627410"/>
                </a:lnTo>
                <a:lnTo>
                  <a:pt x="0" y="624123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228338" y="3636881"/>
            <a:ext cx="5464350" cy="723178"/>
          </a:xfrm>
          <a:custGeom>
            <a:avLst/>
            <a:gdLst/>
            <a:ahLst/>
            <a:cxnLst/>
            <a:rect l="0" t="0" r="0" b="0"/>
            <a:pathLst>
              <a:path w="5464350" h="723178">
                <a:moveTo>
                  <a:pt x="0" y="0"/>
                </a:moveTo>
                <a:lnTo>
                  <a:pt x="69168" y="13390"/>
                </a:lnTo>
                <a:lnTo>
                  <a:pt x="138337" y="26751"/>
                </a:lnTo>
                <a:lnTo>
                  <a:pt x="207506" y="40082"/>
                </a:lnTo>
                <a:lnTo>
                  <a:pt x="276675" y="53382"/>
                </a:lnTo>
                <a:lnTo>
                  <a:pt x="345844" y="66647"/>
                </a:lnTo>
                <a:lnTo>
                  <a:pt x="415013" y="79878"/>
                </a:lnTo>
                <a:lnTo>
                  <a:pt x="484182" y="93071"/>
                </a:lnTo>
                <a:lnTo>
                  <a:pt x="553351" y="106225"/>
                </a:lnTo>
                <a:lnTo>
                  <a:pt x="622520" y="119337"/>
                </a:lnTo>
                <a:lnTo>
                  <a:pt x="691689" y="132407"/>
                </a:lnTo>
                <a:lnTo>
                  <a:pt x="760858" y="145430"/>
                </a:lnTo>
                <a:lnTo>
                  <a:pt x="830027" y="158405"/>
                </a:lnTo>
                <a:lnTo>
                  <a:pt x="899196" y="171328"/>
                </a:lnTo>
                <a:lnTo>
                  <a:pt x="968365" y="184198"/>
                </a:lnTo>
                <a:lnTo>
                  <a:pt x="1037534" y="197010"/>
                </a:lnTo>
                <a:lnTo>
                  <a:pt x="1106703" y="209762"/>
                </a:lnTo>
                <a:lnTo>
                  <a:pt x="1175872" y="222451"/>
                </a:lnTo>
                <a:lnTo>
                  <a:pt x="1245041" y="235071"/>
                </a:lnTo>
                <a:lnTo>
                  <a:pt x="1314210" y="247621"/>
                </a:lnTo>
                <a:lnTo>
                  <a:pt x="1383379" y="260095"/>
                </a:lnTo>
                <a:lnTo>
                  <a:pt x="1452548" y="272489"/>
                </a:lnTo>
                <a:lnTo>
                  <a:pt x="1521717" y="284798"/>
                </a:lnTo>
                <a:lnTo>
                  <a:pt x="1590886" y="297018"/>
                </a:lnTo>
                <a:lnTo>
                  <a:pt x="1660055" y="309144"/>
                </a:lnTo>
                <a:lnTo>
                  <a:pt x="1729224" y="321170"/>
                </a:lnTo>
                <a:lnTo>
                  <a:pt x="1798393" y="333091"/>
                </a:lnTo>
                <a:lnTo>
                  <a:pt x="1867562" y="344900"/>
                </a:lnTo>
                <a:lnTo>
                  <a:pt x="1936731" y="356591"/>
                </a:lnTo>
                <a:lnTo>
                  <a:pt x="2005900" y="368159"/>
                </a:lnTo>
                <a:lnTo>
                  <a:pt x="2075069" y="379596"/>
                </a:lnTo>
                <a:lnTo>
                  <a:pt x="2144238" y="390896"/>
                </a:lnTo>
                <a:lnTo>
                  <a:pt x="2213407" y="402052"/>
                </a:lnTo>
                <a:lnTo>
                  <a:pt x="2282576" y="413057"/>
                </a:lnTo>
                <a:lnTo>
                  <a:pt x="2351745" y="423903"/>
                </a:lnTo>
                <a:lnTo>
                  <a:pt x="2420914" y="434585"/>
                </a:lnTo>
                <a:lnTo>
                  <a:pt x="2490083" y="445094"/>
                </a:lnTo>
                <a:lnTo>
                  <a:pt x="2559252" y="455425"/>
                </a:lnTo>
                <a:lnTo>
                  <a:pt x="2628421" y="465570"/>
                </a:lnTo>
                <a:lnTo>
                  <a:pt x="2697590" y="475523"/>
                </a:lnTo>
                <a:lnTo>
                  <a:pt x="2766759" y="485279"/>
                </a:lnTo>
                <a:lnTo>
                  <a:pt x="2835928" y="494832"/>
                </a:lnTo>
                <a:lnTo>
                  <a:pt x="2905097" y="504178"/>
                </a:lnTo>
                <a:lnTo>
                  <a:pt x="2974266" y="513313"/>
                </a:lnTo>
                <a:lnTo>
                  <a:pt x="3043435" y="522233"/>
                </a:lnTo>
                <a:lnTo>
                  <a:pt x="3112604" y="530935"/>
                </a:lnTo>
                <a:lnTo>
                  <a:pt x="3181773" y="539420"/>
                </a:lnTo>
                <a:lnTo>
                  <a:pt x="3250942" y="547685"/>
                </a:lnTo>
                <a:lnTo>
                  <a:pt x="3320111" y="555732"/>
                </a:lnTo>
                <a:lnTo>
                  <a:pt x="3389280" y="563560"/>
                </a:lnTo>
                <a:lnTo>
                  <a:pt x="3458449" y="571174"/>
                </a:lnTo>
                <a:lnTo>
                  <a:pt x="3527618" y="578575"/>
                </a:lnTo>
                <a:lnTo>
                  <a:pt x="3596787" y="585767"/>
                </a:lnTo>
                <a:lnTo>
                  <a:pt x="3665956" y="592754"/>
                </a:lnTo>
                <a:lnTo>
                  <a:pt x="3735125" y="599543"/>
                </a:lnTo>
                <a:lnTo>
                  <a:pt x="3804294" y="606138"/>
                </a:lnTo>
                <a:lnTo>
                  <a:pt x="3873463" y="612545"/>
                </a:lnTo>
                <a:lnTo>
                  <a:pt x="3942632" y="618771"/>
                </a:lnTo>
                <a:lnTo>
                  <a:pt x="4011801" y="624823"/>
                </a:lnTo>
                <a:lnTo>
                  <a:pt x="4080970" y="630707"/>
                </a:lnTo>
                <a:lnTo>
                  <a:pt x="4150139" y="636431"/>
                </a:lnTo>
                <a:lnTo>
                  <a:pt x="4219308" y="642002"/>
                </a:lnTo>
                <a:lnTo>
                  <a:pt x="4288477" y="647426"/>
                </a:lnTo>
                <a:lnTo>
                  <a:pt x="4357646" y="652710"/>
                </a:lnTo>
                <a:lnTo>
                  <a:pt x="4426815" y="657862"/>
                </a:lnTo>
                <a:lnTo>
                  <a:pt x="4495984" y="662888"/>
                </a:lnTo>
                <a:lnTo>
                  <a:pt x="4565153" y="667794"/>
                </a:lnTo>
                <a:lnTo>
                  <a:pt x="4634322" y="672587"/>
                </a:lnTo>
                <a:lnTo>
                  <a:pt x="4703491" y="677273"/>
                </a:lnTo>
                <a:lnTo>
                  <a:pt x="4772660" y="681856"/>
                </a:lnTo>
                <a:lnTo>
                  <a:pt x="4841829" y="686344"/>
                </a:lnTo>
                <a:lnTo>
                  <a:pt x="4910998" y="690740"/>
                </a:lnTo>
                <a:lnTo>
                  <a:pt x="4980167" y="695051"/>
                </a:lnTo>
                <a:lnTo>
                  <a:pt x="5049336" y="699280"/>
                </a:lnTo>
                <a:lnTo>
                  <a:pt x="5118505" y="703432"/>
                </a:lnTo>
                <a:lnTo>
                  <a:pt x="5187674" y="707512"/>
                </a:lnTo>
                <a:lnTo>
                  <a:pt x="5256843" y="711522"/>
                </a:lnTo>
                <a:lnTo>
                  <a:pt x="5326012" y="715468"/>
                </a:lnTo>
                <a:lnTo>
                  <a:pt x="5395181" y="719352"/>
                </a:lnTo>
                <a:lnTo>
                  <a:pt x="5464350" y="723178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228338" y="4261004"/>
            <a:ext cx="5464350" cy="594305"/>
          </a:xfrm>
          <a:custGeom>
            <a:avLst/>
            <a:gdLst/>
            <a:ahLst/>
            <a:cxnLst/>
            <a:rect l="0" t="0" r="0" b="0"/>
            <a:pathLst>
              <a:path w="5464350" h="594305">
                <a:moveTo>
                  <a:pt x="5464350" y="594305"/>
                </a:moveTo>
                <a:lnTo>
                  <a:pt x="5395181" y="581454"/>
                </a:lnTo>
                <a:lnTo>
                  <a:pt x="5326012" y="568661"/>
                </a:lnTo>
                <a:lnTo>
                  <a:pt x="5256843" y="555930"/>
                </a:lnTo>
                <a:lnTo>
                  <a:pt x="5187674" y="543264"/>
                </a:lnTo>
                <a:lnTo>
                  <a:pt x="5118505" y="530666"/>
                </a:lnTo>
                <a:lnTo>
                  <a:pt x="5049336" y="518141"/>
                </a:lnTo>
                <a:lnTo>
                  <a:pt x="4980167" y="505693"/>
                </a:lnTo>
                <a:lnTo>
                  <a:pt x="4910998" y="493327"/>
                </a:lnTo>
                <a:lnTo>
                  <a:pt x="4841829" y="481046"/>
                </a:lnTo>
                <a:lnTo>
                  <a:pt x="4772660" y="468857"/>
                </a:lnTo>
                <a:lnTo>
                  <a:pt x="4703491" y="456764"/>
                </a:lnTo>
                <a:lnTo>
                  <a:pt x="4634322" y="444772"/>
                </a:lnTo>
                <a:lnTo>
                  <a:pt x="4565153" y="432888"/>
                </a:lnTo>
                <a:lnTo>
                  <a:pt x="4495984" y="421117"/>
                </a:lnTo>
                <a:lnTo>
                  <a:pt x="4426815" y="409466"/>
                </a:lnTo>
                <a:lnTo>
                  <a:pt x="4357646" y="397941"/>
                </a:lnTo>
                <a:lnTo>
                  <a:pt x="4288477" y="386548"/>
                </a:lnTo>
                <a:lnTo>
                  <a:pt x="4219308" y="375295"/>
                </a:lnTo>
                <a:lnTo>
                  <a:pt x="4150139" y="364189"/>
                </a:lnTo>
                <a:lnTo>
                  <a:pt x="4080970" y="353236"/>
                </a:lnTo>
                <a:lnTo>
                  <a:pt x="4011801" y="342443"/>
                </a:lnTo>
                <a:lnTo>
                  <a:pt x="3942632" y="331818"/>
                </a:lnTo>
                <a:lnTo>
                  <a:pt x="3873463" y="321367"/>
                </a:lnTo>
                <a:lnTo>
                  <a:pt x="3804294" y="311097"/>
                </a:lnTo>
                <a:lnTo>
                  <a:pt x="3735125" y="301015"/>
                </a:lnTo>
                <a:lnTo>
                  <a:pt x="3665956" y="291126"/>
                </a:lnTo>
                <a:lnTo>
                  <a:pt x="3596787" y="281437"/>
                </a:lnTo>
                <a:lnTo>
                  <a:pt x="3527618" y="271952"/>
                </a:lnTo>
                <a:lnTo>
                  <a:pt x="3458449" y="262676"/>
                </a:lnTo>
                <a:lnTo>
                  <a:pt x="3389280" y="253612"/>
                </a:lnTo>
                <a:lnTo>
                  <a:pt x="3320111" y="244764"/>
                </a:lnTo>
                <a:lnTo>
                  <a:pt x="3250942" y="236134"/>
                </a:lnTo>
                <a:lnTo>
                  <a:pt x="3181773" y="227722"/>
                </a:lnTo>
                <a:lnTo>
                  <a:pt x="3112604" y="219529"/>
                </a:lnTo>
                <a:lnTo>
                  <a:pt x="3043435" y="211555"/>
                </a:lnTo>
                <a:lnTo>
                  <a:pt x="2974266" y="203798"/>
                </a:lnTo>
                <a:lnTo>
                  <a:pt x="2905097" y="196255"/>
                </a:lnTo>
                <a:lnTo>
                  <a:pt x="2835928" y="188924"/>
                </a:lnTo>
                <a:lnTo>
                  <a:pt x="2766759" y="181801"/>
                </a:lnTo>
                <a:lnTo>
                  <a:pt x="2697590" y="174880"/>
                </a:lnTo>
                <a:lnTo>
                  <a:pt x="2628421" y="168156"/>
                </a:lnTo>
                <a:lnTo>
                  <a:pt x="2559252" y="161624"/>
                </a:lnTo>
                <a:lnTo>
                  <a:pt x="2490083" y="155277"/>
                </a:lnTo>
                <a:lnTo>
                  <a:pt x="2420914" y="149110"/>
                </a:lnTo>
                <a:lnTo>
                  <a:pt x="2351745" y="143114"/>
                </a:lnTo>
                <a:lnTo>
                  <a:pt x="2282576" y="137284"/>
                </a:lnTo>
                <a:lnTo>
                  <a:pt x="2213407" y="131612"/>
                </a:lnTo>
                <a:lnTo>
                  <a:pt x="2144238" y="126091"/>
                </a:lnTo>
                <a:lnTo>
                  <a:pt x="2075069" y="120714"/>
                </a:lnTo>
                <a:lnTo>
                  <a:pt x="2005900" y="115474"/>
                </a:lnTo>
                <a:lnTo>
                  <a:pt x="1936731" y="110364"/>
                </a:lnTo>
                <a:lnTo>
                  <a:pt x="1867562" y="105379"/>
                </a:lnTo>
                <a:lnTo>
                  <a:pt x="1798393" y="100511"/>
                </a:lnTo>
                <a:lnTo>
                  <a:pt x="1729224" y="95754"/>
                </a:lnTo>
                <a:lnTo>
                  <a:pt x="1660055" y="91103"/>
                </a:lnTo>
                <a:lnTo>
                  <a:pt x="1590886" y="86552"/>
                </a:lnTo>
                <a:lnTo>
                  <a:pt x="1521717" y="82095"/>
                </a:lnTo>
                <a:lnTo>
                  <a:pt x="1452548" y="77728"/>
                </a:lnTo>
                <a:lnTo>
                  <a:pt x="1383379" y="73445"/>
                </a:lnTo>
                <a:lnTo>
                  <a:pt x="1314210" y="69242"/>
                </a:lnTo>
                <a:lnTo>
                  <a:pt x="1245041" y="65114"/>
                </a:lnTo>
                <a:lnTo>
                  <a:pt x="1175872" y="61058"/>
                </a:lnTo>
                <a:lnTo>
                  <a:pt x="1106703" y="57069"/>
                </a:lnTo>
                <a:lnTo>
                  <a:pt x="1037534" y="53144"/>
                </a:lnTo>
                <a:lnTo>
                  <a:pt x="968365" y="49279"/>
                </a:lnTo>
                <a:lnTo>
                  <a:pt x="899196" y="45472"/>
                </a:lnTo>
                <a:lnTo>
                  <a:pt x="830027" y="41719"/>
                </a:lnTo>
                <a:lnTo>
                  <a:pt x="760858" y="38016"/>
                </a:lnTo>
                <a:lnTo>
                  <a:pt x="691689" y="34363"/>
                </a:lnTo>
                <a:lnTo>
                  <a:pt x="622520" y="30755"/>
                </a:lnTo>
                <a:lnTo>
                  <a:pt x="553351" y="27190"/>
                </a:lnTo>
                <a:lnTo>
                  <a:pt x="484182" y="23667"/>
                </a:lnTo>
                <a:lnTo>
                  <a:pt x="415013" y="20183"/>
                </a:lnTo>
                <a:lnTo>
                  <a:pt x="345844" y="16737"/>
                </a:lnTo>
                <a:lnTo>
                  <a:pt x="276675" y="13325"/>
                </a:lnTo>
                <a:lnTo>
                  <a:pt x="207506" y="9948"/>
                </a:lnTo>
                <a:lnTo>
                  <a:pt x="138337" y="6602"/>
                </a:lnTo>
                <a:lnTo>
                  <a:pt x="69168" y="3286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1228338" y="3948942"/>
            <a:ext cx="5464350" cy="658742"/>
          </a:xfrm>
          <a:custGeom>
            <a:avLst/>
            <a:gdLst/>
            <a:ahLst/>
            <a:cxnLst/>
            <a:rect l="0" t="0" r="0" b="0"/>
            <a:pathLst>
              <a:path w="5464350" h="658742">
                <a:moveTo>
                  <a:pt x="0" y="0"/>
                </a:moveTo>
                <a:lnTo>
                  <a:pt x="69168" y="8338"/>
                </a:lnTo>
                <a:lnTo>
                  <a:pt x="138337" y="16677"/>
                </a:lnTo>
                <a:lnTo>
                  <a:pt x="207506" y="25015"/>
                </a:lnTo>
                <a:lnTo>
                  <a:pt x="276675" y="33354"/>
                </a:lnTo>
                <a:lnTo>
                  <a:pt x="345844" y="41692"/>
                </a:lnTo>
                <a:lnTo>
                  <a:pt x="415013" y="50031"/>
                </a:lnTo>
                <a:lnTo>
                  <a:pt x="484182" y="58369"/>
                </a:lnTo>
                <a:lnTo>
                  <a:pt x="553351" y="66708"/>
                </a:lnTo>
                <a:lnTo>
                  <a:pt x="622520" y="75046"/>
                </a:lnTo>
                <a:lnTo>
                  <a:pt x="691689" y="83385"/>
                </a:lnTo>
                <a:lnTo>
                  <a:pt x="760858" y="91723"/>
                </a:lnTo>
                <a:lnTo>
                  <a:pt x="830027" y="100062"/>
                </a:lnTo>
                <a:lnTo>
                  <a:pt x="899196" y="108400"/>
                </a:lnTo>
                <a:lnTo>
                  <a:pt x="968365" y="116739"/>
                </a:lnTo>
                <a:lnTo>
                  <a:pt x="1037534" y="125077"/>
                </a:lnTo>
                <a:lnTo>
                  <a:pt x="1106703" y="133416"/>
                </a:lnTo>
                <a:lnTo>
                  <a:pt x="1175872" y="141754"/>
                </a:lnTo>
                <a:lnTo>
                  <a:pt x="1245041" y="150093"/>
                </a:lnTo>
                <a:lnTo>
                  <a:pt x="1314210" y="158431"/>
                </a:lnTo>
                <a:lnTo>
                  <a:pt x="1383379" y="166770"/>
                </a:lnTo>
                <a:lnTo>
                  <a:pt x="1452548" y="175108"/>
                </a:lnTo>
                <a:lnTo>
                  <a:pt x="1521717" y="183447"/>
                </a:lnTo>
                <a:lnTo>
                  <a:pt x="1590886" y="191785"/>
                </a:lnTo>
                <a:lnTo>
                  <a:pt x="1660055" y="200124"/>
                </a:lnTo>
                <a:lnTo>
                  <a:pt x="1729224" y="208462"/>
                </a:lnTo>
                <a:lnTo>
                  <a:pt x="1798393" y="216801"/>
                </a:lnTo>
                <a:lnTo>
                  <a:pt x="1867562" y="225139"/>
                </a:lnTo>
                <a:lnTo>
                  <a:pt x="1936731" y="233478"/>
                </a:lnTo>
                <a:lnTo>
                  <a:pt x="2005900" y="241816"/>
                </a:lnTo>
                <a:lnTo>
                  <a:pt x="2075069" y="250155"/>
                </a:lnTo>
                <a:lnTo>
                  <a:pt x="2144238" y="258493"/>
                </a:lnTo>
                <a:lnTo>
                  <a:pt x="2213407" y="266832"/>
                </a:lnTo>
                <a:lnTo>
                  <a:pt x="2282576" y="275170"/>
                </a:lnTo>
                <a:lnTo>
                  <a:pt x="2351745" y="283509"/>
                </a:lnTo>
                <a:lnTo>
                  <a:pt x="2420914" y="291847"/>
                </a:lnTo>
                <a:lnTo>
                  <a:pt x="2490083" y="300186"/>
                </a:lnTo>
                <a:lnTo>
                  <a:pt x="2559252" y="308524"/>
                </a:lnTo>
                <a:lnTo>
                  <a:pt x="2628421" y="316863"/>
                </a:lnTo>
                <a:lnTo>
                  <a:pt x="2697590" y="325201"/>
                </a:lnTo>
                <a:lnTo>
                  <a:pt x="2766759" y="333540"/>
                </a:lnTo>
                <a:lnTo>
                  <a:pt x="2835928" y="341878"/>
                </a:lnTo>
                <a:lnTo>
                  <a:pt x="2905097" y="350217"/>
                </a:lnTo>
                <a:lnTo>
                  <a:pt x="2974266" y="358555"/>
                </a:lnTo>
                <a:lnTo>
                  <a:pt x="3043435" y="366894"/>
                </a:lnTo>
                <a:lnTo>
                  <a:pt x="3112604" y="375232"/>
                </a:lnTo>
                <a:lnTo>
                  <a:pt x="3181773" y="383571"/>
                </a:lnTo>
                <a:lnTo>
                  <a:pt x="3250942" y="391909"/>
                </a:lnTo>
                <a:lnTo>
                  <a:pt x="3320111" y="400248"/>
                </a:lnTo>
                <a:lnTo>
                  <a:pt x="3389280" y="408586"/>
                </a:lnTo>
                <a:lnTo>
                  <a:pt x="3458449" y="416925"/>
                </a:lnTo>
                <a:lnTo>
                  <a:pt x="3527618" y="425263"/>
                </a:lnTo>
                <a:lnTo>
                  <a:pt x="3596787" y="433602"/>
                </a:lnTo>
                <a:lnTo>
                  <a:pt x="3665956" y="441940"/>
                </a:lnTo>
                <a:lnTo>
                  <a:pt x="3735125" y="450279"/>
                </a:lnTo>
                <a:lnTo>
                  <a:pt x="3804294" y="458617"/>
                </a:lnTo>
                <a:lnTo>
                  <a:pt x="3873463" y="466956"/>
                </a:lnTo>
                <a:lnTo>
                  <a:pt x="3942632" y="475294"/>
                </a:lnTo>
                <a:lnTo>
                  <a:pt x="4011801" y="483633"/>
                </a:lnTo>
                <a:lnTo>
                  <a:pt x="4080970" y="491971"/>
                </a:lnTo>
                <a:lnTo>
                  <a:pt x="4150139" y="500310"/>
                </a:lnTo>
                <a:lnTo>
                  <a:pt x="4219308" y="508648"/>
                </a:lnTo>
                <a:lnTo>
                  <a:pt x="4288477" y="516987"/>
                </a:lnTo>
                <a:lnTo>
                  <a:pt x="4357646" y="525326"/>
                </a:lnTo>
                <a:lnTo>
                  <a:pt x="4426815" y="533664"/>
                </a:lnTo>
                <a:lnTo>
                  <a:pt x="4495984" y="542003"/>
                </a:lnTo>
                <a:lnTo>
                  <a:pt x="4565153" y="550341"/>
                </a:lnTo>
                <a:lnTo>
                  <a:pt x="4634322" y="558680"/>
                </a:lnTo>
                <a:lnTo>
                  <a:pt x="4703491" y="567018"/>
                </a:lnTo>
                <a:lnTo>
                  <a:pt x="4772660" y="575357"/>
                </a:lnTo>
                <a:lnTo>
                  <a:pt x="4841829" y="583695"/>
                </a:lnTo>
                <a:lnTo>
                  <a:pt x="4910998" y="592034"/>
                </a:lnTo>
                <a:lnTo>
                  <a:pt x="4980167" y="600372"/>
                </a:lnTo>
                <a:lnTo>
                  <a:pt x="5049336" y="608711"/>
                </a:lnTo>
                <a:lnTo>
                  <a:pt x="5118505" y="617049"/>
                </a:lnTo>
                <a:lnTo>
                  <a:pt x="5187674" y="625388"/>
                </a:lnTo>
                <a:lnTo>
                  <a:pt x="5256843" y="633726"/>
                </a:lnTo>
                <a:lnTo>
                  <a:pt x="5326012" y="642065"/>
                </a:lnTo>
                <a:lnTo>
                  <a:pt x="5395181" y="650403"/>
                </a:lnTo>
                <a:lnTo>
                  <a:pt x="5464350" y="658742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0" name="pl60"/>
          <p:cNvSpPr/>
          <p:nvPr/>
        </p:nvSpPr>
        <p:spPr>
          <a:xfrm>
            <a:off x="941876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ED8F213F-9414-4683-CD7C-09241CBAE234}"/>
              </a:ext>
            </a:extLst>
          </p:cNvPr>
          <p:cNvGrpSpPr/>
          <p:nvPr/>
        </p:nvGrpSpPr>
        <p:grpSpPr>
          <a:xfrm>
            <a:off x="6923685" y="1980395"/>
            <a:ext cx="1633206" cy="926170"/>
            <a:chOff x="7254012" y="3508813"/>
            <a:chExt cx="1094811" cy="620853"/>
          </a:xfrm>
        </p:grpSpPr>
        <p:sp>
          <p:nvSpPr>
            <p:cNvPr id="89" name="tx83">
              <a:extLst>
                <a:ext uri="{FF2B5EF4-FFF2-40B4-BE49-F238E27FC236}">
                  <a16:creationId xmlns:a16="http://schemas.microsoft.com/office/drawing/2014/main" id="{BC4BD0D5-D1FE-63DB-836A-C011C6D36CA4}"/>
                </a:ext>
              </a:extLst>
            </p:cNvPr>
            <p:cNvSpPr/>
            <p:nvPr/>
          </p:nvSpPr>
          <p:spPr>
            <a:xfrm>
              <a:off x="7254012" y="3508813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90" name="rc84">
              <a:extLst>
                <a:ext uri="{FF2B5EF4-FFF2-40B4-BE49-F238E27FC236}">
                  <a16:creationId xmlns:a16="http://schemas.microsoft.com/office/drawing/2014/main" id="{9466C3DA-CACF-BF88-C948-6722A9C32AEF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1" name="pt85">
              <a:extLst>
                <a:ext uri="{FF2B5EF4-FFF2-40B4-BE49-F238E27FC236}">
                  <a16:creationId xmlns:a16="http://schemas.microsoft.com/office/drawing/2014/main" id="{7B9F0AEB-A559-DCD9-7009-7A545F8EAFBF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rc86">
              <a:extLst>
                <a:ext uri="{FF2B5EF4-FFF2-40B4-BE49-F238E27FC236}">
                  <a16:creationId xmlns:a16="http://schemas.microsoft.com/office/drawing/2014/main" id="{832000D7-8A39-2B21-FB1A-F1191B875865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3" name="pt87">
              <a:extLst>
                <a:ext uri="{FF2B5EF4-FFF2-40B4-BE49-F238E27FC236}">
                  <a16:creationId xmlns:a16="http://schemas.microsoft.com/office/drawing/2014/main" id="{1CA46218-A14D-490A-05B6-768FA079392D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tx88">
              <a:extLst>
                <a:ext uri="{FF2B5EF4-FFF2-40B4-BE49-F238E27FC236}">
                  <a16:creationId xmlns:a16="http://schemas.microsoft.com/office/drawing/2014/main" id="{547D8EA9-91E3-1337-5CE1-4F5ACAA0FD84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5" name="tx89">
              <a:extLst>
                <a:ext uri="{FF2B5EF4-FFF2-40B4-BE49-F238E27FC236}">
                  <a16:creationId xmlns:a16="http://schemas.microsoft.com/office/drawing/2014/main" id="{77D9697D-6A10-C8A6-83E4-90027E690D86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  <p:sp>
        <p:nvSpPr>
          <p:cNvPr id="96" name="tx90">
            <a:extLst>
              <a:ext uri="{FF2B5EF4-FFF2-40B4-BE49-F238E27FC236}">
                <a16:creationId xmlns:a16="http://schemas.microsoft.com/office/drawing/2014/main" id="{85B0BB3E-1DBA-AE07-4D4F-766377C0B8BB}"/>
              </a:ext>
            </a:extLst>
          </p:cNvPr>
          <p:cNvSpPr/>
          <p:nvPr/>
        </p:nvSpPr>
        <p:spPr>
          <a:xfrm>
            <a:off x="1547664" y="1648938"/>
            <a:ext cx="3003729" cy="16956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(C) Predicted GF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vs 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</a:t>
            </a:r>
            <a:endParaRPr sz="2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97" name="pl60">
            <a:extLst>
              <a:ext uri="{FF2B5EF4-FFF2-40B4-BE49-F238E27FC236}">
                <a16:creationId xmlns:a16="http://schemas.microsoft.com/office/drawing/2014/main" id="{B978F57C-7222-FC38-A464-7F4BE186EFDD}"/>
              </a:ext>
            </a:extLst>
          </p:cNvPr>
          <p:cNvSpPr/>
          <p:nvPr/>
        </p:nvSpPr>
        <p:spPr>
          <a:xfrm>
            <a:off x="941876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8" name="tx61">
            <a:extLst>
              <a:ext uri="{FF2B5EF4-FFF2-40B4-BE49-F238E27FC236}">
                <a16:creationId xmlns:a16="http://schemas.microsoft.com/office/drawing/2014/main" id="{55E40D3A-599D-C20F-4774-457C43404C46}"/>
              </a:ext>
            </a:extLst>
          </p:cNvPr>
          <p:cNvSpPr/>
          <p:nvPr/>
        </p:nvSpPr>
        <p:spPr>
          <a:xfrm>
            <a:off x="683568" y="5349815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99" name="tx62">
            <a:extLst>
              <a:ext uri="{FF2B5EF4-FFF2-40B4-BE49-F238E27FC236}">
                <a16:creationId xmlns:a16="http://schemas.microsoft.com/office/drawing/2014/main" id="{A9512854-0822-F21E-61DE-5CBB70129A21}"/>
              </a:ext>
            </a:extLst>
          </p:cNvPr>
          <p:cNvSpPr/>
          <p:nvPr/>
        </p:nvSpPr>
        <p:spPr>
          <a:xfrm>
            <a:off x="683568" y="4287541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60</a:t>
            </a:r>
          </a:p>
        </p:txBody>
      </p:sp>
      <p:sp>
        <p:nvSpPr>
          <p:cNvPr id="100" name="tx63">
            <a:extLst>
              <a:ext uri="{FF2B5EF4-FFF2-40B4-BE49-F238E27FC236}">
                <a16:creationId xmlns:a16="http://schemas.microsoft.com/office/drawing/2014/main" id="{4A766531-D0D8-B565-F948-B88B9F681292}"/>
              </a:ext>
            </a:extLst>
          </p:cNvPr>
          <p:cNvSpPr/>
          <p:nvPr/>
        </p:nvSpPr>
        <p:spPr>
          <a:xfrm>
            <a:off x="683568" y="3225268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80</a:t>
            </a:r>
          </a:p>
        </p:txBody>
      </p:sp>
      <p:sp>
        <p:nvSpPr>
          <p:cNvPr id="101" name="tx64">
            <a:extLst>
              <a:ext uri="{FF2B5EF4-FFF2-40B4-BE49-F238E27FC236}">
                <a16:creationId xmlns:a16="http://schemas.microsoft.com/office/drawing/2014/main" id="{E021D751-24EC-B87E-0A45-CDE4B6D89660}"/>
              </a:ext>
            </a:extLst>
          </p:cNvPr>
          <p:cNvSpPr/>
          <p:nvPr/>
        </p:nvSpPr>
        <p:spPr>
          <a:xfrm>
            <a:off x="611560" y="2162994"/>
            <a:ext cx="186537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100</a:t>
            </a:r>
          </a:p>
        </p:txBody>
      </p:sp>
      <p:sp>
        <p:nvSpPr>
          <p:cNvPr id="102" name="pl65">
            <a:extLst>
              <a:ext uri="{FF2B5EF4-FFF2-40B4-BE49-F238E27FC236}">
                <a16:creationId xmlns:a16="http://schemas.microsoft.com/office/drawing/2014/main" id="{5DA814E7-2511-ACAC-F3C6-F6D2F639BE07}"/>
              </a:ext>
            </a:extLst>
          </p:cNvPr>
          <p:cNvSpPr/>
          <p:nvPr/>
        </p:nvSpPr>
        <p:spPr>
          <a:xfrm>
            <a:off x="907081" y="538986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3" name="pl66">
            <a:extLst>
              <a:ext uri="{FF2B5EF4-FFF2-40B4-BE49-F238E27FC236}">
                <a16:creationId xmlns:a16="http://schemas.microsoft.com/office/drawing/2014/main" id="{717335C8-7C04-CDBE-D896-1B1F04B879B4}"/>
              </a:ext>
            </a:extLst>
          </p:cNvPr>
          <p:cNvSpPr/>
          <p:nvPr/>
        </p:nvSpPr>
        <p:spPr>
          <a:xfrm>
            <a:off x="907081" y="432759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4" name="pl67">
            <a:extLst>
              <a:ext uri="{FF2B5EF4-FFF2-40B4-BE49-F238E27FC236}">
                <a16:creationId xmlns:a16="http://schemas.microsoft.com/office/drawing/2014/main" id="{D3CA72D6-692E-1AD2-0E97-8558EE44B557}"/>
              </a:ext>
            </a:extLst>
          </p:cNvPr>
          <p:cNvSpPr/>
          <p:nvPr/>
        </p:nvSpPr>
        <p:spPr>
          <a:xfrm>
            <a:off x="907081" y="3265318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5" name="pl68">
            <a:extLst>
              <a:ext uri="{FF2B5EF4-FFF2-40B4-BE49-F238E27FC236}">
                <a16:creationId xmlns:a16="http://schemas.microsoft.com/office/drawing/2014/main" id="{9C789B3B-D71D-5FBD-87C9-DAD1BAC20EE1}"/>
              </a:ext>
            </a:extLst>
          </p:cNvPr>
          <p:cNvSpPr/>
          <p:nvPr/>
        </p:nvSpPr>
        <p:spPr>
          <a:xfrm>
            <a:off x="907081" y="220304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8" name="tx81">
            <a:extLst>
              <a:ext uri="{FF2B5EF4-FFF2-40B4-BE49-F238E27FC236}">
                <a16:creationId xmlns:a16="http://schemas.microsoft.com/office/drawing/2014/main" id="{F9401DF0-5525-0819-5CBA-AF2E03869F93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 (mm)</a:t>
            </a:r>
            <a:endParaRPr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0" name="pl71">
            <a:extLst>
              <a:ext uri="{FF2B5EF4-FFF2-40B4-BE49-F238E27FC236}">
                <a16:creationId xmlns:a16="http://schemas.microsoft.com/office/drawing/2014/main" id="{27DF42A7-4788-668F-D4F2-0A66746B791C}"/>
              </a:ext>
            </a:extLst>
          </p:cNvPr>
          <p:cNvSpPr/>
          <p:nvPr/>
        </p:nvSpPr>
        <p:spPr>
          <a:xfrm>
            <a:off x="972874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1" name="pl73">
            <a:extLst>
              <a:ext uri="{FF2B5EF4-FFF2-40B4-BE49-F238E27FC236}">
                <a16:creationId xmlns:a16="http://schemas.microsoft.com/office/drawing/2014/main" id="{AA486078-F518-79B9-46C3-C44FFEA1A4F9}"/>
              </a:ext>
            </a:extLst>
          </p:cNvPr>
          <p:cNvSpPr/>
          <p:nvPr/>
        </p:nvSpPr>
        <p:spPr>
          <a:xfrm>
            <a:off x="2744514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2" name="pl74">
            <a:extLst>
              <a:ext uri="{FF2B5EF4-FFF2-40B4-BE49-F238E27FC236}">
                <a16:creationId xmlns:a16="http://schemas.microsoft.com/office/drawing/2014/main" id="{13FB18A7-6A76-AAFB-EF03-40BBE1841CC3}"/>
              </a:ext>
            </a:extLst>
          </p:cNvPr>
          <p:cNvSpPr/>
          <p:nvPr/>
        </p:nvSpPr>
        <p:spPr>
          <a:xfrm>
            <a:off x="4474167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3" name="pl75">
            <a:extLst>
              <a:ext uri="{FF2B5EF4-FFF2-40B4-BE49-F238E27FC236}">
                <a16:creationId xmlns:a16="http://schemas.microsoft.com/office/drawing/2014/main" id="{AADE8C2C-5AAC-9531-3878-A86E15B44444}"/>
              </a:ext>
            </a:extLst>
          </p:cNvPr>
          <p:cNvSpPr/>
          <p:nvPr/>
        </p:nvSpPr>
        <p:spPr>
          <a:xfrm>
            <a:off x="6203820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4" name="tx77">
            <a:extLst>
              <a:ext uri="{FF2B5EF4-FFF2-40B4-BE49-F238E27FC236}">
                <a16:creationId xmlns:a16="http://schemas.microsoft.com/office/drawing/2014/main" id="{703F9D1C-AACB-C6DA-1A07-14A64EE8EAD2}"/>
              </a:ext>
            </a:extLst>
          </p:cNvPr>
          <p:cNvSpPr/>
          <p:nvPr/>
        </p:nvSpPr>
        <p:spPr>
          <a:xfrm>
            <a:off x="2713424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0.01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5" name="tx78">
            <a:extLst>
              <a:ext uri="{FF2B5EF4-FFF2-40B4-BE49-F238E27FC236}">
                <a16:creationId xmlns:a16="http://schemas.microsoft.com/office/drawing/2014/main" id="{A193832D-2FD6-C89A-E83C-754D903211F2}"/>
              </a:ext>
            </a:extLst>
          </p:cNvPr>
          <p:cNvSpPr/>
          <p:nvPr/>
        </p:nvSpPr>
        <p:spPr>
          <a:xfrm>
            <a:off x="4443077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0.02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6" name="tx79">
            <a:extLst>
              <a:ext uri="{FF2B5EF4-FFF2-40B4-BE49-F238E27FC236}">
                <a16:creationId xmlns:a16="http://schemas.microsoft.com/office/drawing/2014/main" id="{FE9188DC-E59F-00B5-E204-3BA13C51E890}"/>
              </a:ext>
            </a:extLst>
          </p:cNvPr>
          <p:cNvSpPr/>
          <p:nvPr/>
        </p:nvSpPr>
        <p:spPr>
          <a:xfrm>
            <a:off x="6172730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0.03</a:t>
            </a:r>
          </a:p>
        </p:txBody>
      </p:sp>
      <p:sp>
        <p:nvSpPr>
          <p:cNvPr id="117" name="tx80">
            <a:extLst>
              <a:ext uri="{FF2B5EF4-FFF2-40B4-BE49-F238E27FC236}">
                <a16:creationId xmlns:a16="http://schemas.microsoft.com/office/drawing/2014/main" id="{CF35F478-2E27-FE4D-3FCF-73AD8EB3E3D6}"/>
              </a:ext>
            </a:extLst>
          </p:cNvPr>
          <p:cNvSpPr/>
          <p:nvPr/>
        </p:nvSpPr>
        <p:spPr>
          <a:xfrm>
            <a:off x="3755363" y="6137094"/>
            <a:ext cx="70619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GF</a:t>
            </a: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Offset</a:t>
            </a:r>
          </a:p>
        </p:txBody>
      </p:sp>
      <p:sp>
        <p:nvSpPr>
          <p:cNvPr id="118" name="pl72">
            <a:extLst>
              <a:ext uri="{FF2B5EF4-FFF2-40B4-BE49-F238E27FC236}">
                <a16:creationId xmlns:a16="http://schemas.microsoft.com/office/drawing/2014/main" id="{60638EA3-4EE6-4D73-9BE6-927D75CB0DAA}"/>
              </a:ext>
            </a:extLst>
          </p:cNvPr>
          <p:cNvSpPr/>
          <p:nvPr/>
        </p:nvSpPr>
        <p:spPr>
          <a:xfrm>
            <a:off x="123476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9" name="tx76">
            <a:extLst>
              <a:ext uri="{FF2B5EF4-FFF2-40B4-BE49-F238E27FC236}">
                <a16:creationId xmlns:a16="http://schemas.microsoft.com/office/drawing/2014/main" id="{8547748C-3A86-77E4-0909-AA123E4D1D2A}"/>
              </a:ext>
            </a:extLst>
          </p:cNvPr>
          <p:cNvSpPr/>
          <p:nvPr/>
        </p:nvSpPr>
        <p:spPr>
          <a:xfrm>
            <a:off x="112599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20" name="pl65">
            <a:extLst>
              <a:ext uri="{FF2B5EF4-FFF2-40B4-BE49-F238E27FC236}">
                <a16:creationId xmlns:a16="http://schemas.microsoft.com/office/drawing/2014/main" id="{4EC39AB5-A14C-DDDC-A854-6551FE96BFF9}"/>
              </a:ext>
            </a:extLst>
          </p:cNvPr>
          <p:cNvSpPr/>
          <p:nvPr/>
        </p:nvSpPr>
        <p:spPr>
          <a:xfrm>
            <a:off x="936806" y="572314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6E5DB2A9-46F6-09E0-F44E-8EB0762338A5}"/>
              </a:ext>
            </a:extLst>
          </p:cNvPr>
          <p:cNvSpPr/>
          <p:nvPr/>
        </p:nvSpPr>
        <p:spPr>
          <a:xfrm>
            <a:off x="1934164" y="2510101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-0.447</a:t>
            </a:r>
          </a:p>
          <a:p>
            <a:pPr algn="ctr"/>
            <a:r>
              <a:rPr lang="en-US" sz="1500" b="1" i="1" dirty="0">
                <a:solidFill>
                  <a:schemeClr val="tx1"/>
                </a:solidFill>
              </a:rPr>
              <a:t>**</a:t>
            </a:r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84F7CC0B-9A3F-B3D4-A5B2-6542CFA891D3}"/>
              </a:ext>
            </a:extLst>
          </p:cNvPr>
          <p:cNvSpPr/>
          <p:nvPr/>
        </p:nvSpPr>
        <p:spPr>
          <a:xfrm>
            <a:off x="3480585" y="4259837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-0.494</a:t>
            </a:r>
          </a:p>
          <a:p>
            <a:pPr algn="ctr"/>
            <a:r>
              <a:rPr lang="en-US" sz="1500" b="1" i="1" dirty="0">
                <a:solidFill>
                  <a:schemeClr val="bg1"/>
                </a:solidFill>
              </a:rPr>
              <a:t>*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t6"/>
          <p:cNvSpPr/>
          <p:nvPr/>
        </p:nvSpPr>
        <p:spPr>
          <a:xfrm>
            <a:off x="1169634" y="303589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169634" y="246112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169634" y="256068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4929037" y="283292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4929037" y="300124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4929037" y="28082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5455322" y="315963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5455322" y="310552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5455322" y="325579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3823670" y="222224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3823670" y="303009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3823670" y="307226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6898878" y="334271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6898878" y="331897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6898878" y="352690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6871697" y="318776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6871697" y="320661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6871697" y="301312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5427661" y="549050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5427661" y="461654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5427661" y="441760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588470" y="371119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588470" y="375292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588470" y="372447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228338" y="2070498"/>
            <a:ext cx="5729243" cy="1987540"/>
          </a:xfrm>
          <a:custGeom>
            <a:avLst/>
            <a:gdLst/>
            <a:ahLst/>
            <a:cxnLst/>
            <a:rect l="0" t="0" r="0" b="0"/>
            <a:pathLst>
              <a:path w="5729243" h="1987540">
                <a:moveTo>
                  <a:pt x="0" y="0"/>
                </a:moveTo>
                <a:lnTo>
                  <a:pt x="72522" y="21862"/>
                </a:lnTo>
                <a:lnTo>
                  <a:pt x="145044" y="43691"/>
                </a:lnTo>
                <a:lnTo>
                  <a:pt x="217566" y="65485"/>
                </a:lnTo>
                <a:lnTo>
                  <a:pt x="290088" y="87242"/>
                </a:lnTo>
                <a:lnTo>
                  <a:pt x="362610" y="108961"/>
                </a:lnTo>
                <a:lnTo>
                  <a:pt x="435132" y="130639"/>
                </a:lnTo>
                <a:lnTo>
                  <a:pt x="507654" y="152274"/>
                </a:lnTo>
                <a:lnTo>
                  <a:pt x="580176" y="173865"/>
                </a:lnTo>
                <a:lnTo>
                  <a:pt x="652698" y="195409"/>
                </a:lnTo>
                <a:lnTo>
                  <a:pt x="725220" y="216904"/>
                </a:lnTo>
                <a:lnTo>
                  <a:pt x="797742" y="238346"/>
                </a:lnTo>
                <a:lnTo>
                  <a:pt x="870264" y="259734"/>
                </a:lnTo>
                <a:lnTo>
                  <a:pt x="942786" y="281065"/>
                </a:lnTo>
                <a:lnTo>
                  <a:pt x="1015308" y="302334"/>
                </a:lnTo>
                <a:lnTo>
                  <a:pt x="1087830" y="323540"/>
                </a:lnTo>
                <a:lnTo>
                  <a:pt x="1160353" y="344678"/>
                </a:lnTo>
                <a:lnTo>
                  <a:pt x="1232875" y="365745"/>
                </a:lnTo>
                <a:lnTo>
                  <a:pt x="1305397" y="386736"/>
                </a:lnTo>
                <a:lnTo>
                  <a:pt x="1377919" y="407647"/>
                </a:lnTo>
                <a:lnTo>
                  <a:pt x="1450441" y="428474"/>
                </a:lnTo>
                <a:lnTo>
                  <a:pt x="1522963" y="449212"/>
                </a:lnTo>
                <a:lnTo>
                  <a:pt x="1595485" y="469855"/>
                </a:lnTo>
                <a:lnTo>
                  <a:pt x="1668007" y="490398"/>
                </a:lnTo>
                <a:lnTo>
                  <a:pt x="1740529" y="510834"/>
                </a:lnTo>
                <a:lnTo>
                  <a:pt x="1813051" y="531158"/>
                </a:lnTo>
                <a:lnTo>
                  <a:pt x="1885573" y="551363"/>
                </a:lnTo>
                <a:lnTo>
                  <a:pt x="1958095" y="571440"/>
                </a:lnTo>
                <a:lnTo>
                  <a:pt x="2030617" y="591383"/>
                </a:lnTo>
                <a:lnTo>
                  <a:pt x="2103139" y="611182"/>
                </a:lnTo>
                <a:lnTo>
                  <a:pt x="2175661" y="630830"/>
                </a:lnTo>
                <a:lnTo>
                  <a:pt x="2248184" y="650315"/>
                </a:lnTo>
                <a:lnTo>
                  <a:pt x="2320706" y="669630"/>
                </a:lnTo>
                <a:lnTo>
                  <a:pt x="2393228" y="688762"/>
                </a:lnTo>
                <a:lnTo>
                  <a:pt x="2465750" y="707701"/>
                </a:lnTo>
                <a:lnTo>
                  <a:pt x="2538272" y="726434"/>
                </a:lnTo>
                <a:lnTo>
                  <a:pt x="2610794" y="744949"/>
                </a:lnTo>
                <a:lnTo>
                  <a:pt x="2683316" y="763234"/>
                </a:lnTo>
                <a:lnTo>
                  <a:pt x="2755838" y="781273"/>
                </a:lnTo>
                <a:lnTo>
                  <a:pt x="2828360" y="799053"/>
                </a:lnTo>
                <a:lnTo>
                  <a:pt x="2900882" y="816560"/>
                </a:lnTo>
                <a:lnTo>
                  <a:pt x="2973404" y="833777"/>
                </a:lnTo>
                <a:lnTo>
                  <a:pt x="3045926" y="850690"/>
                </a:lnTo>
                <a:lnTo>
                  <a:pt x="3118448" y="867282"/>
                </a:lnTo>
                <a:lnTo>
                  <a:pt x="3190970" y="883539"/>
                </a:lnTo>
                <a:lnTo>
                  <a:pt x="3263492" y="899443"/>
                </a:lnTo>
                <a:lnTo>
                  <a:pt x="3336014" y="914980"/>
                </a:lnTo>
                <a:lnTo>
                  <a:pt x="3408537" y="930136"/>
                </a:lnTo>
                <a:lnTo>
                  <a:pt x="3481059" y="944895"/>
                </a:lnTo>
                <a:lnTo>
                  <a:pt x="3553581" y="959244"/>
                </a:lnTo>
                <a:lnTo>
                  <a:pt x="3626103" y="973173"/>
                </a:lnTo>
                <a:lnTo>
                  <a:pt x="3698625" y="986669"/>
                </a:lnTo>
                <a:lnTo>
                  <a:pt x="3771147" y="999724"/>
                </a:lnTo>
                <a:lnTo>
                  <a:pt x="3843669" y="1012332"/>
                </a:lnTo>
                <a:lnTo>
                  <a:pt x="3916191" y="1024486"/>
                </a:lnTo>
                <a:lnTo>
                  <a:pt x="3988713" y="1036185"/>
                </a:lnTo>
                <a:lnTo>
                  <a:pt x="4061235" y="1047427"/>
                </a:lnTo>
                <a:lnTo>
                  <a:pt x="4133757" y="1058214"/>
                </a:lnTo>
                <a:lnTo>
                  <a:pt x="4206279" y="1068550"/>
                </a:lnTo>
                <a:lnTo>
                  <a:pt x="4278801" y="1078440"/>
                </a:lnTo>
                <a:lnTo>
                  <a:pt x="4351323" y="1087892"/>
                </a:lnTo>
                <a:lnTo>
                  <a:pt x="4423845" y="1096915"/>
                </a:lnTo>
                <a:lnTo>
                  <a:pt x="4496368" y="1105521"/>
                </a:lnTo>
                <a:lnTo>
                  <a:pt x="4568890" y="1113723"/>
                </a:lnTo>
                <a:lnTo>
                  <a:pt x="4641412" y="1121533"/>
                </a:lnTo>
                <a:lnTo>
                  <a:pt x="4713934" y="1128966"/>
                </a:lnTo>
                <a:lnTo>
                  <a:pt x="4786456" y="1136037"/>
                </a:lnTo>
                <a:lnTo>
                  <a:pt x="4858978" y="1142762"/>
                </a:lnTo>
                <a:lnTo>
                  <a:pt x="4931500" y="1149157"/>
                </a:lnTo>
                <a:lnTo>
                  <a:pt x="5004022" y="1155237"/>
                </a:lnTo>
                <a:lnTo>
                  <a:pt x="5076544" y="1161017"/>
                </a:lnTo>
                <a:lnTo>
                  <a:pt x="5149066" y="1166514"/>
                </a:lnTo>
                <a:lnTo>
                  <a:pt x="5221588" y="1171743"/>
                </a:lnTo>
                <a:lnTo>
                  <a:pt x="5294110" y="1176717"/>
                </a:lnTo>
                <a:lnTo>
                  <a:pt x="5366632" y="1181452"/>
                </a:lnTo>
                <a:lnTo>
                  <a:pt x="5439154" y="1185960"/>
                </a:lnTo>
                <a:lnTo>
                  <a:pt x="5511676" y="1190254"/>
                </a:lnTo>
                <a:lnTo>
                  <a:pt x="5584198" y="1194348"/>
                </a:lnTo>
                <a:lnTo>
                  <a:pt x="5656721" y="1198252"/>
                </a:lnTo>
                <a:lnTo>
                  <a:pt x="5729243" y="1201978"/>
                </a:lnTo>
                <a:lnTo>
                  <a:pt x="5729243" y="1987540"/>
                </a:lnTo>
                <a:lnTo>
                  <a:pt x="5656721" y="1968164"/>
                </a:lnTo>
                <a:lnTo>
                  <a:pt x="5584198" y="1948966"/>
                </a:lnTo>
                <a:lnTo>
                  <a:pt x="5511676" y="1929958"/>
                </a:lnTo>
                <a:lnTo>
                  <a:pt x="5439154" y="1911151"/>
                </a:lnTo>
                <a:lnTo>
                  <a:pt x="5366632" y="1892557"/>
                </a:lnTo>
                <a:lnTo>
                  <a:pt x="5294110" y="1874190"/>
                </a:lnTo>
                <a:lnTo>
                  <a:pt x="5221588" y="1856062"/>
                </a:lnTo>
                <a:lnTo>
                  <a:pt x="5149066" y="1838189"/>
                </a:lnTo>
                <a:lnTo>
                  <a:pt x="5076544" y="1820584"/>
                </a:lnTo>
                <a:lnTo>
                  <a:pt x="5004022" y="1803263"/>
                </a:lnTo>
                <a:lnTo>
                  <a:pt x="4931500" y="1786241"/>
                </a:lnTo>
                <a:lnTo>
                  <a:pt x="4858978" y="1769534"/>
                </a:lnTo>
                <a:lnTo>
                  <a:pt x="4786456" y="1753157"/>
                </a:lnTo>
                <a:lnTo>
                  <a:pt x="4713934" y="1737126"/>
                </a:lnTo>
                <a:lnTo>
                  <a:pt x="4641412" y="1721458"/>
                </a:lnTo>
                <a:lnTo>
                  <a:pt x="4568890" y="1706166"/>
                </a:lnTo>
                <a:lnTo>
                  <a:pt x="4496368" y="1691265"/>
                </a:lnTo>
                <a:lnTo>
                  <a:pt x="4423845" y="1676770"/>
                </a:lnTo>
                <a:lnTo>
                  <a:pt x="4351323" y="1662691"/>
                </a:lnTo>
                <a:lnTo>
                  <a:pt x="4278801" y="1649041"/>
                </a:lnTo>
                <a:lnTo>
                  <a:pt x="4206279" y="1635829"/>
                </a:lnTo>
                <a:lnTo>
                  <a:pt x="4133757" y="1623063"/>
                </a:lnTo>
                <a:lnTo>
                  <a:pt x="4061235" y="1610748"/>
                </a:lnTo>
                <a:lnTo>
                  <a:pt x="3988713" y="1598888"/>
                </a:lnTo>
                <a:lnTo>
                  <a:pt x="3916191" y="1587485"/>
                </a:lnTo>
                <a:lnTo>
                  <a:pt x="3843669" y="1576538"/>
                </a:lnTo>
                <a:lnTo>
                  <a:pt x="3771147" y="1566043"/>
                </a:lnTo>
                <a:lnTo>
                  <a:pt x="3698625" y="1555997"/>
                </a:lnTo>
                <a:lnTo>
                  <a:pt x="3626103" y="1546391"/>
                </a:lnTo>
                <a:lnTo>
                  <a:pt x="3553581" y="1537218"/>
                </a:lnTo>
                <a:lnTo>
                  <a:pt x="3481059" y="1528466"/>
                </a:lnTo>
                <a:lnTo>
                  <a:pt x="3408537" y="1520123"/>
                </a:lnTo>
                <a:lnTo>
                  <a:pt x="3336014" y="1512176"/>
                </a:lnTo>
                <a:lnTo>
                  <a:pt x="3263492" y="1504612"/>
                </a:lnTo>
                <a:lnTo>
                  <a:pt x="3190970" y="1497414"/>
                </a:lnTo>
                <a:lnTo>
                  <a:pt x="3118448" y="1490569"/>
                </a:lnTo>
                <a:lnTo>
                  <a:pt x="3045926" y="1484059"/>
                </a:lnTo>
                <a:lnTo>
                  <a:pt x="2973404" y="1477870"/>
                </a:lnTo>
                <a:lnTo>
                  <a:pt x="2900882" y="1471986"/>
                </a:lnTo>
                <a:lnTo>
                  <a:pt x="2828360" y="1466390"/>
                </a:lnTo>
                <a:lnTo>
                  <a:pt x="2755838" y="1461069"/>
                </a:lnTo>
                <a:lnTo>
                  <a:pt x="2683316" y="1456006"/>
                </a:lnTo>
                <a:lnTo>
                  <a:pt x="2610794" y="1451189"/>
                </a:lnTo>
                <a:lnTo>
                  <a:pt x="2538272" y="1446602"/>
                </a:lnTo>
                <a:lnTo>
                  <a:pt x="2465750" y="1442234"/>
                </a:lnTo>
                <a:lnTo>
                  <a:pt x="2393228" y="1438070"/>
                </a:lnTo>
                <a:lnTo>
                  <a:pt x="2320706" y="1434101"/>
                </a:lnTo>
                <a:lnTo>
                  <a:pt x="2248184" y="1430313"/>
                </a:lnTo>
                <a:lnTo>
                  <a:pt x="2175661" y="1426697"/>
                </a:lnTo>
                <a:lnTo>
                  <a:pt x="2103139" y="1423243"/>
                </a:lnTo>
                <a:lnTo>
                  <a:pt x="2030617" y="1419941"/>
                </a:lnTo>
                <a:lnTo>
                  <a:pt x="1958095" y="1416781"/>
                </a:lnTo>
                <a:lnTo>
                  <a:pt x="1885573" y="1413757"/>
                </a:lnTo>
                <a:lnTo>
                  <a:pt x="1813051" y="1410859"/>
                </a:lnTo>
                <a:lnTo>
                  <a:pt x="1740529" y="1408081"/>
                </a:lnTo>
                <a:lnTo>
                  <a:pt x="1668007" y="1405416"/>
                </a:lnTo>
                <a:lnTo>
                  <a:pt x="1595485" y="1402857"/>
                </a:lnTo>
                <a:lnTo>
                  <a:pt x="1522963" y="1400398"/>
                </a:lnTo>
                <a:lnTo>
                  <a:pt x="1450441" y="1398034"/>
                </a:lnTo>
                <a:lnTo>
                  <a:pt x="1377919" y="1395759"/>
                </a:lnTo>
                <a:lnTo>
                  <a:pt x="1305397" y="1393569"/>
                </a:lnTo>
                <a:lnTo>
                  <a:pt x="1232875" y="1391458"/>
                </a:lnTo>
                <a:lnTo>
                  <a:pt x="1160353" y="1389423"/>
                </a:lnTo>
                <a:lnTo>
                  <a:pt x="1087830" y="1387459"/>
                </a:lnTo>
                <a:lnTo>
                  <a:pt x="1015308" y="1385563"/>
                </a:lnTo>
                <a:lnTo>
                  <a:pt x="942786" y="1383731"/>
                </a:lnTo>
                <a:lnTo>
                  <a:pt x="870264" y="1381959"/>
                </a:lnTo>
                <a:lnTo>
                  <a:pt x="797742" y="1380245"/>
                </a:lnTo>
                <a:lnTo>
                  <a:pt x="725220" y="1378586"/>
                </a:lnTo>
                <a:lnTo>
                  <a:pt x="652698" y="1376979"/>
                </a:lnTo>
                <a:lnTo>
                  <a:pt x="580176" y="1375421"/>
                </a:lnTo>
                <a:lnTo>
                  <a:pt x="507654" y="1373910"/>
                </a:lnTo>
                <a:lnTo>
                  <a:pt x="435132" y="1372443"/>
                </a:lnTo>
                <a:lnTo>
                  <a:pt x="362610" y="1371020"/>
                </a:lnTo>
                <a:lnTo>
                  <a:pt x="290088" y="1369636"/>
                </a:lnTo>
                <a:lnTo>
                  <a:pt x="217566" y="1368291"/>
                </a:lnTo>
                <a:lnTo>
                  <a:pt x="145044" y="1366984"/>
                </a:lnTo>
                <a:lnTo>
                  <a:pt x="72522" y="1365711"/>
                </a:lnTo>
                <a:lnTo>
                  <a:pt x="0" y="1364471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1228338" y="2070498"/>
            <a:ext cx="5729243" cy="1201978"/>
          </a:xfrm>
          <a:custGeom>
            <a:avLst/>
            <a:gdLst/>
            <a:ahLst/>
            <a:cxnLst/>
            <a:rect l="0" t="0" r="0" b="0"/>
            <a:pathLst>
              <a:path w="5729243" h="1201978">
                <a:moveTo>
                  <a:pt x="0" y="0"/>
                </a:moveTo>
                <a:lnTo>
                  <a:pt x="72522" y="21862"/>
                </a:lnTo>
                <a:lnTo>
                  <a:pt x="145044" y="43691"/>
                </a:lnTo>
                <a:lnTo>
                  <a:pt x="217566" y="65485"/>
                </a:lnTo>
                <a:lnTo>
                  <a:pt x="290088" y="87242"/>
                </a:lnTo>
                <a:lnTo>
                  <a:pt x="362610" y="108961"/>
                </a:lnTo>
                <a:lnTo>
                  <a:pt x="435132" y="130639"/>
                </a:lnTo>
                <a:lnTo>
                  <a:pt x="507654" y="152274"/>
                </a:lnTo>
                <a:lnTo>
                  <a:pt x="580176" y="173865"/>
                </a:lnTo>
                <a:lnTo>
                  <a:pt x="652698" y="195409"/>
                </a:lnTo>
                <a:lnTo>
                  <a:pt x="725220" y="216904"/>
                </a:lnTo>
                <a:lnTo>
                  <a:pt x="797742" y="238346"/>
                </a:lnTo>
                <a:lnTo>
                  <a:pt x="870264" y="259734"/>
                </a:lnTo>
                <a:lnTo>
                  <a:pt x="942786" y="281065"/>
                </a:lnTo>
                <a:lnTo>
                  <a:pt x="1015308" y="302334"/>
                </a:lnTo>
                <a:lnTo>
                  <a:pt x="1087830" y="323540"/>
                </a:lnTo>
                <a:lnTo>
                  <a:pt x="1160353" y="344678"/>
                </a:lnTo>
                <a:lnTo>
                  <a:pt x="1232875" y="365745"/>
                </a:lnTo>
                <a:lnTo>
                  <a:pt x="1305397" y="386736"/>
                </a:lnTo>
                <a:lnTo>
                  <a:pt x="1377919" y="407647"/>
                </a:lnTo>
                <a:lnTo>
                  <a:pt x="1450441" y="428474"/>
                </a:lnTo>
                <a:lnTo>
                  <a:pt x="1522963" y="449212"/>
                </a:lnTo>
                <a:lnTo>
                  <a:pt x="1595485" y="469855"/>
                </a:lnTo>
                <a:lnTo>
                  <a:pt x="1668007" y="490398"/>
                </a:lnTo>
                <a:lnTo>
                  <a:pt x="1740529" y="510834"/>
                </a:lnTo>
                <a:lnTo>
                  <a:pt x="1813051" y="531158"/>
                </a:lnTo>
                <a:lnTo>
                  <a:pt x="1885573" y="551363"/>
                </a:lnTo>
                <a:lnTo>
                  <a:pt x="1958095" y="571440"/>
                </a:lnTo>
                <a:lnTo>
                  <a:pt x="2030617" y="591383"/>
                </a:lnTo>
                <a:lnTo>
                  <a:pt x="2103139" y="611182"/>
                </a:lnTo>
                <a:lnTo>
                  <a:pt x="2175661" y="630830"/>
                </a:lnTo>
                <a:lnTo>
                  <a:pt x="2248184" y="650315"/>
                </a:lnTo>
                <a:lnTo>
                  <a:pt x="2320706" y="669630"/>
                </a:lnTo>
                <a:lnTo>
                  <a:pt x="2393228" y="688762"/>
                </a:lnTo>
                <a:lnTo>
                  <a:pt x="2465750" y="707701"/>
                </a:lnTo>
                <a:lnTo>
                  <a:pt x="2538272" y="726434"/>
                </a:lnTo>
                <a:lnTo>
                  <a:pt x="2610794" y="744949"/>
                </a:lnTo>
                <a:lnTo>
                  <a:pt x="2683316" y="763234"/>
                </a:lnTo>
                <a:lnTo>
                  <a:pt x="2755838" y="781273"/>
                </a:lnTo>
                <a:lnTo>
                  <a:pt x="2828360" y="799053"/>
                </a:lnTo>
                <a:lnTo>
                  <a:pt x="2900882" y="816560"/>
                </a:lnTo>
                <a:lnTo>
                  <a:pt x="2973404" y="833777"/>
                </a:lnTo>
                <a:lnTo>
                  <a:pt x="3045926" y="850690"/>
                </a:lnTo>
                <a:lnTo>
                  <a:pt x="3118448" y="867282"/>
                </a:lnTo>
                <a:lnTo>
                  <a:pt x="3190970" y="883539"/>
                </a:lnTo>
                <a:lnTo>
                  <a:pt x="3263492" y="899443"/>
                </a:lnTo>
                <a:lnTo>
                  <a:pt x="3336014" y="914980"/>
                </a:lnTo>
                <a:lnTo>
                  <a:pt x="3408537" y="930136"/>
                </a:lnTo>
                <a:lnTo>
                  <a:pt x="3481059" y="944895"/>
                </a:lnTo>
                <a:lnTo>
                  <a:pt x="3553581" y="959244"/>
                </a:lnTo>
                <a:lnTo>
                  <a:pt x="3626103" y="973173"/>
                </a:lnTo>
                <a:lnTo>
                  <a:pt x="3698625" y="986669"/>
                </a:lnTo>
                <a:lnTo>
                  <a:pt x="3771147" y="999724"/>
                </a:lnTo>
                <a:lnTo>
                  <a:pt x="3843669" y="1012332"/>
                </a:lnTo>
                <a:lnTo>
                  <a:pt x="3916191" y="1024486"/>
                </a:lnTo>
                <a:lnTo>
                  <a:pt x="3988713" y="1036185"/>
                </a:lnTo>
                <a:lnTo>
                  <a:pt x="4061235" y="1047427"/>
                </a:lnTo>
                <a:lnTo>
                  <a:pt x="4133757" y="1058214"/>
                </a:lnTo>
                <a:lnTo>
                  <a:pt x="4206279" y="1068550"/>
                </a:lnTo>
                <a:lnTo>
                  <a:pt x="4278801" y="1078440"/>
                </a:lnTo>
                <a:lnTo>
                  <a:pt x="4351323" y="1087892"/>
                </a:lnTo>
                <a:lnTo>
                  <a:pt x="4423845" y="1096915"/>
                </a:lnTo>
                <a:lnTo>
                  <a:pt x="4496368" y="1105521"/>
                </a:lnTo>
                <a:lnTo>
                  <a:pt x="4568890" y="1113723"/>
                </a:lnTo>
                <a:lnTo>
                  <a:pt x="4641412" y="1121533"/>
                </a:lnTo>
                <a:lnTo>
                  <a:pt x="4713934" y="1128966"/>
                </a:lnTo>
                <a:lnTo>
                  <a:pt x="4786456" y="1136037"/>
                </a:lnTo>
                <a:lnTo>
                  <a:pt x="4858978" y="1142762"/>
                </a:lnTo>
                <a:lnTo>
                  <a:pt x="4931500" y="1149157"/>
                </a:lnTo>
                <a:lnTo>
                  <a:pt x="5004022" y="1155237"/>
                </a:lnTo>
                <a:lnTo>
                  <a:pt x="5076544" y="1161017"/>
                </a:lnTo>
                <a:lnTo>
                  <a:pt x="5149066" y="1166514"/>
                </a:lnTo>
                <a:lnTo>
                  <a:pt x="5221588" y="1171743"/>
                </a:lnTo>
                <a:lnTo>
                  <a:pt x="5294110" y="1176717"/>
                </a:lnTo>
                <a:lnTo>
                  <a:pt x="5366632" y="1181452"/>
                </a:lnTo>
                <a:lnTo>
                  <a:pt x="5439154" y="1185960"/>
                </a:lnTo>
                <a:lnTo>
                  <a:pt x="5511676" y="1190254"/>
                </a:lnTo>
                <a:lnTo>
                  <a:pt x="5584198" y="1194348"/>
                </a:lnTo>
                <a:lnTo>
                  <a:pt x="5656721" y="1198252"/>
                </a:lnTo>
                <a:lnTo>
                  <a:pt x="5729243" y="1201978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228338" y="3434970"/>
            <a:ext cx="5729243" cy="623068"/>
          </a:xfrm>
          <a:custGeom>
            <a:avLst/>
            <a:gdLst/>
            <a:ahLst/>
            <a:cxnLst/>
            <a:rect l="0" t="0" r="0" b="0"/>
            <a:pathLst>
              <a:path w="5729243" h="623068">
                <a:moveTo>
                  <a:pt x="5729243" y="623068"/>
                </a:moveTo>
                <a:lnTo>
                  <a:pt x="5656721" y="603692"/>
                </a:lnTo>
                <a:lnTo>
                  <a:pt x="5584198" y="584494"/>
                </a:lnTo>
                <a:lnTo>
                  <a:pt x="5511676" y="565486"/>
                </a:lnTo>
                <a:lnTo>
                  <a:pt x="5439154" y="546679"/>
                </a:lnTo>
                <a:lnTo>
                  <a:pt x="5366632" y="528085"/>
                </a:lnTo>
                <a:lnTo>
                  <a:pt x="5294110" y="509718"/>
                </a:lnTo>
                <a:lnTo>
                  <a:pt x="5221588" y="491590"/>
                </a:lnTo>
                <a:lnTo>
                  <a:pt x="5149066" y="473717"/>
                </a:lnTo>
                <a:lnTo>
                  <a:pt x="5076544" y="456112"/>
                </a:lnTo>
                <a:lnTo>
                  <a:pt x="5004022" y="438791"/>
                </a:lnTo>
                <a:lnTo>
                  <a:pt x="4931500" y="421769"/>
                </a:lnTo>
                <a:lnTo>
                  <a:pt x="4858978" y="405062"/>
                </a:lnTo>
                <a:lnTo>
                  <a:pt x="4786456" y="388685"/>
                </a:lnTo>
                <a:lnTo>
                  <a:pt x="4713934" y="372654"/>
                </a:lnTo>
                <a:lnTo>
                  <a:pt x="4641412" y="356986"/>
                </a:lnTo>
                <a:lnTo>
                  <a:pt x="4568890" y="341694"/>
                </a:lnTo>
                <a:lnTo>
                  <a:pt x="4496368" y="326793"/>
                </a:lnTo>
                <a:lnTo>
                  <a:pt x="4423845" y="312298"/>
                </a:lnTo>
                <a:lnTo>
                  <a:pt x="4351323" y="298219"/>
                </a:lnTo>
                <a:lnTo>
                  <a:pt x="4278801" y="284569"/>
                </a:lnTo>
                <a:lnTo>
                  <a:pt x="4206279" y="271357"/>
                </a:lnTo>
                <a:lnTo>
                  <a:pt x="4133757" y="258591"/>
                </a:lnTo>
                <a:lnTo>
                  <a:pt x="4061235" y="246276"/>
                </a:lnTo>
                <a:lnTo>
                  <a:pt x="3988713" y="234416"/>
                </a:lnTo>
                <a:lnTo>
                  <a:pt x="3916191" y="223013"/>
                </a:lnTo>
                <a:lnTo>
                  <a:pt x="3843669" y="212066"/>
                </a:lnTo>
                <a:lnTo>
                  <a:pt x="3771147" y="201571"/>
                </a:lnTo>
                <a:lnTo>
                  <a:pt x="3698625" y="191525"/>
                </a:lnTo>
                <a:lnTo>
                  <a:pt x="3626103" y="181919"/>
                </a:lnTo>
                <a:lnTo>
                  <a:pt x="3553581" y="172746"/>
                </a:lnTo>
                <a:lnTo>
                  <a:pt x="3481059" y="163994"/>
                </a:lnTo>
                <a:lnTo>
                  <a:pt x="3408537" y="155651"/>
                </a:lnTo>
                <a:lnTo>
                  <a:pt x="3336014" y="147704"/>
                </a:lnTo>
                <a:lnTo>
                  <a:pt x="3263492" y="140140"/>
                </a:lnTo>
                <a:lnTo>
                  <a:pt x="3190970" y="132942"/>
                </a:lnTo>
                <a:lnTo>
                  <a:pt x="3118448" y="126097"/>
                </a:lnTo>
                <a:lnTo>
                  <a:pt x="3045926" y="119587"/>
                </a:lnTo>
                <a:lnTo>
                  <a:pt x="2973404" y="113398"/>
                </a:lnTo>
                <a:lnTo>
                  <a:pt x="2900882" y="107514"/>
                </a:lnTo>
                <a:lnTo>
                  <a:pt x="2828360" y="101918"/>
                </a:lnTo>
                <a:lnTo>
                  <a:pt x="2755838" y="96597"/>
                </a:lnTo>
                <a:lnTo>
                  <a:pt x="2683316" y="91534"/>
                </a:lnTo>
                <a:lnTo>
                  <a:pt x="2610794" y="86717"/>
                </a:lnTo>
                <a:lnTo>
                  <a:pt x="2538272" y="82130"/>
                </a:lnTo>
                <a:lnTo>
                  <a:pt x="2465750" y="77762"/>
                </a:lnTo>
                <a:lnTo>
                  <a:pt x="2393228" y="73598"/>
                </a:lnTo>
                <a:lnTo>
                  <a:pt x="2320706" y="69629"/>
                </a:lnTo>
                <a:lnTo>
                  <a:pt x="2248184" y="65841"/>
                </a:lnTo>
                <a:lnTo>
                  <a:pt x="2175661" y="62225"/>
                </a:lnTo>
                <a:lnTo>
                  <a:pt x="2103139" y="58771"/>
                </a:lnTo>
                <a:lnTo>
                  <a:pt x="2030617" y="55469"/>
                </a:lnTo>
                <a:lnTo>
                  <a:pt x="1958095" y="52309"/>
                </a:lnTo>
                <a:lnTo>
                  <a:pt x="1885573" y="49285"/>
                </a:lnTo>
                <a:lnTo>
                  <a:pt x="1813051" y="46387"/>
                </a:lnTo>
                <a:lnTo>
                  <a:pt x="1740529" y="43609"/>
                </a:lnTo>
                <a:lnTo>
                  <a:pt x="1668007" y="40944"/>
                </a:lnTo>
                <a:lnTo>
                  <a:pt x="1595485" y="38385"/>
                </a:lnTo>
                <a:lnTo>
                  <a:pt x="1522963" y="35926"/>
                </a:lnTo>
                <a:lnTo>
                  <a:pt x="1450441" y="33562"/>
                </a:lnTo>
                <a:lnTo>
                  <a:pt x="1377919" y="31287"/>
                </a:lnTo>
                <a:lnTo>
                  <a:pt x="1305397" y="29097"/>
                </a:lnTo>
                <a:lnTo>
                  <a:pt x="1232875" y="26986"/>
                </a:lnTo>
                <a:lnTo>
                  <a:pt x="1160353" y="24951"/>
                </a:lnTo>
                <a:lnTo>
                  <a:pt x="1087830" y="22987"/>
                </a:lnTo>
                <a:lnTo>
                  <a:pt x="1015308" y="21091"/>
                </a:lnTo>
                <a:lnTo>
                  <a:pt x="942786" y="19259"/>
                </a:lnTo>
                <a:lnTo>
                  <a:pt x="870264" y="17487"/>
                </a:lnTo>
                <a:lnTo>
                  <a:pt x="797742" y="15773"/>
                </a:lnTo>
                <a:lnTo>
                  <a:pt x="725220" y="14114"/>
                </a:lnTo>
                <a:lnTo>
                  <a:pt x="652698" y="12507"/>
                </a:lnTo>
                <a:lnTo>
                  <a:pt x="580176" y="10949"/>
                </a:lnTo>
                <a:lnTo>
                  <a:pt x="507654" y="9438"/>
                </a:lnTo>
                <a:lnTo>
                  <a:pt x="435132" y="7971"/>
                </a:lnTo>
                <a:lnTo>
                  <a:pt x="362610" y="6548"/>
                </a:lnTo>
                <a:lnTo>
                  <a:pt x="290088" y="5164"/>
                </a:lnTo>
                <a:lnTo>
                  <a:pt x="217566" y="3819"/>
                </a:lnTo>
                <a:lnTo>
                  <a:pt x="145044" y="2512"/>
                </a:lnTo>
                <a:lnTo>
                  <a:pt x="72522" y="1239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228338" y="2752734"/>
            <a:ext cx="5729243" cy="912523"/>
          </a:xfrm>
          <a:custGeom>
            <a:avLst/>
            <a:gdLst/>
            <a:ahLst/>
            <a:cxnLst/>
            <a:rect l="0" t="0" r="0" b="0"/>
            <a:pathLst>
              <a:path w="5729243" h="912523">
                <a:moveTo>
                  <a:pt x="0" y="0"/>
                </a:moveTo>
                <a:lnTo>
                  <a:pt x="72522" y="11550"/>
                </a:lnTo>
                <a:lnTo>
                  <a:pt x="145044" y="23101"/>
                </a:lnTo>
                <a:lnTo>
                  <a:pt x="217566" y="34652"/>
                </a:lnTo>
                <a:lnTo>
                  <a:pt x="290088" y="46203"/>
                </a:lnTo>
                <a:lnTo>
                  <a:pt x="362610" y="57754"/>
                </a:lnTo>
                <a:lnTo>
                  <a:pt x="435132" y="69305"/>
                </a:lnTo>
                <a:lnTo>
                  <a:pt x="507654" y="80856"/>
                </a:lnTo>
                <a:lnTo>
                  <a:pt x="580176" y="92407"/>
                </a:lnTo>
                <a:lnTo>
                  <a:pt x="652698" y="103958"/>
                </a:lnTo>
                <a:lnTo>
                  <a:pt x="725220" y="115509"/>
                </a:lnTo>
                <a:lnTo>
                  <a:pt x="797742" y="127060"/>
                </a:lnTo>
                <a:lnTo>
                  <a:pt x="870264" y="138611"/>
                </a:lnTo>
                <a:lnTo>
                  <a:pt x="942786" y="150162"/>
                </a:lnTo>
                <a:lnTo>
                  <a:pt x="1015308" y="161713"/>
                </a:lnTo>
                <a:lnTo>
                  <a:pt x="1087830" y="173263"/>
                </a:lnTo>
                <a:lnTo>
                  <a:pt x="1160353" y="184814"/>
                </a:lnTo>
                <a:lnTo>
                  <a:pt x="1232875" y="196365"/>
                </a:lnTo>
                <a:lnTo>
                  <a:pt x="1305397" y="207916"/>
                </a:lnTo>
                <a:lnTo>
                  <a:pt x="1377919" y="219467"/>
                </a:lnTo>
                <a:lnTo>
                  <a:pt x="1450441" y="231018"/>
                </a:lnTo>
                <a:lnTo>
                  <a:pt x="1522963" y="242569"/>
                </a:lnTo>
                <a:lnTo>
                  <a:pt x="1595485" y="254120"/>
                </a:lnTo>
                <a:lnTo>
                  <a:pt x="1668007" y="265671"/>
                </a:lnTo>
                <a:lnTo>
                  <a:pt x="1740529" y="277222"/>
                </a:lnTo>
                <a:lnTo>
                  <a:pt x="1813051" y="288773"/>
                </a:lnTo>
                <a:lnTo>
                  <a:pt x="1885573" y="300324"/>
                </a:lnTo>
                <a:lnTo>
                  <a:pt x="1958095" y="311875"/>
                </a:lnTo>
                <a:lnTo>
                  <a:pt x="2030617" y="323426"/>
                </a:lnTo>
                <a:lnTo>
                  <a:pt x="2103139" y="334977"/>
                </a:lnTo>
                <a:lnTo>
                  <a:pt x="2175661" y="346527"/>
                </a:lnTo>
                <a:lnTo>
                  <a:pt x="2248184" y="358078"/>
                </a:lnTo>
                <a:lnTo>
                  <a:pt x="2320706" y="369629"/>
                </a:lnTo>
                <a:lnTo>
                  <a:pt x="2393228" y="381180"/>
                </a:lnTo>
                <a:lnTo>
                  <a:pt x="2465750" y="392731"/>
                </a:lnTo>
                <a:lnTo>
                  <a:pt x="2538272" y="404282"/>
                </a:lnTo>
                <a:lnTo>
                  <a:pt x="2610794" y="415833"/>
                </a:lnTo>
                <a:lnTo>
                  <a:pt x="2683316" y="427384"/>
                </a:lnTo>
                <a:lnTo>
                  <a:pt x="2755838" y="438935"/>
                </a:lnTo>
                <a:lnTo>
                  <a:pt x="2828360" y="450486"/>
                </a:lnTo>
                <a:lnTo>
                  <a:pt x="2900882" y="462037"/>
                </a:lnTo>
                <a:lnTo>
                  <a:pt x="2973404" y="473588"/>
                </a:lnTo>
                <a:lnTo>
                  <a:pt x="3045926" y="485139"/>
                </a:lnTo>
                <a:lnTo>
                  <a:pt x="3118448" y="496690"/>
                </a:lnTo>
                <a:lnTo>
                  <a:pt x="3190970" y="508240"/>
                </a:lnTo>
                <a:lnTo>
                  <a:pt x="3263492" y="519791"/>
                </a:lnTo>
                <a:lnTo>
                  <a:pt x="3336014" y="531342"/>
                </a:lnTo>
                <a:lnTo>
                  <a:pt x="3408537" y="542893"/>
                </a:lnTo>
                <a:lnTo>
                  <a:pt x="3481059" y="554444"/>
                </a:lnTo>
                <a:lnTo>
                  <a:pt x="3553581" y="565995"/>
                </a:lnTo>
                <a:lnTo>
                  <a:pt x="3626103" y="577546"/>
                </a:lnTo>
                <a:lnTo>
                  <a:pt x="3698625" y="589097"/>
                </a:lnTo>
                <a:lnTo>
                  <a:pt x="3771147" y="600648"/>
                </a:lnTo>
                <a:lnTo>
                  <a:pt x="3843669" y="612199"/>
                </a:lnTo>
                <a:lnTo>
                  <a:pt x="3916191" y="623750"/>
                </a:lnTo>
                <a:lnTo>
                  <a:pt x="3988713" y="635301"/>
                </a:lnTo>
                <a:lnTo>
                  <a:pt x="4061235" y="646852"/>
                </a:lnTo>
                <a:lnTo>
                  <a:pt x="4133757" y="658403"/>
                </a:lnTo>
                <a:lnTo>
                  <a:pt x="4206279" y="669954"/>
                </a:lnTo>
                <a:lnTo>
                  <a:pt x="4278801" y="681504"/>
                </a:lnTo>
                <a:lnTo>
                  <a:pt x="4351323" y="693055"/>
                </a:lnTo>
                <a:lnTo>
                  <a:pt x="4423845" y="704606"/>
                </a:lnTo>
                <a:lnTo>
                  <a:pt x="4496368" y="716157"/>
                </a:lnTo>
                <a:lnTo>
                  <a:pt x="4568890" y="727708"/>
                </a:lnTo>
                <a:lnTo>
                  <a:pt x="4641412" y="739259"/>
                </a:lnTo>
                <a:lnTo>
                  <a:pt x="4713934" y="750810"/>
                </a:lnTo>
                <a:lnTo>
                  <a:pt x="4786456" y="762361"/>
                </a:lnTo>
                <a:lnTo>
                  <a:pt x="4858978" y="773912"/>
                </a:lnTo>
                <a:lnTo>
                  <a:pt x="4931500" y="785463"/>
                </a:lnTo>
                <a:lnTo>
                  <a:pt x="5004022" y="797014"/>
                </a:lnTo>
                <a:lnTo>
                  <a:pt x="5076544" y="808565"/>
                </a:lnTo>
                <a:lnTo>
                  <a:pt x="5149066" y="820116"/>
                </a:lnTo>
                <a:lnTo>
                  <a:pt x="5221588" y="831667"/>
                </a:lnTo>
                <a:lnTo>
                  <a:pt x="5294110" y="843217"/>
                </a:lnTo>
                <a:lnTo>
                  <a:pt x="5366632" y="854768"/>
                </a:lnTo>
                <a:lnTo>
                  <a:pt x="5439154" y="866319"/>
                </a:lnTo>
                <a:lnTo>
                  <a:pt x="5511676" y="877870"/>
                </a:lnTo>
                <a:lnTo>
                  <a:pt x="5584198" y="889421"/>
                </a:lnTo>
                <a:lnTo>
                  <a:pt x="5656721" y="900972"/>
                </a:lnTo>
                <a:lnTo>
                  <a:pt x="5729243" y="912523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5126995" y="386522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5126995" y="385846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5126995" y="398207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459356" y="381211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459356" y="406351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459356" y="357841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5938912" y="473173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5938912" y="448134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5938912" y="454508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5656287" y="450258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5656287" y="458757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5656287" y="420249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6273734" y="418921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6273734" y="429923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6273734" y="426556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3447718" y="419216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3447718" y="422241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3447718" y="463509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5417077" y="538427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5417077" y="472920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6708135" y="461412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6708135" y="426888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518059" y="3618796"/>
            <a:ext cx="5248779" cy="1197594"/>
          </a:xfrm>
          <a:custGeom>
            <a:avLst/>
            <a:gdLst/>
            <a:ahLst/>
            <a:cxnLst/>
            <a:rect l="0" t="0" r="0" b="0"/>
            <a:pathLst>
              <a:path w="5248779" h="1197594">
                <a:moveTo>
                  <a:pt x="0" y="0"/>
                </a:moveTo>
                <a:lnTo>
                  <a:pt x="66440" y="13290"/>
                </a:lnTo>
                <a:lnTo>
                  <a:pt x="132880" y="26559"/>
                </a:lnTo>
                <a:lnTo>
                  <a:pt x="199320" y="39805"/>
                </a:lnTo>
                <a:lnTo>
                  <a:pt x="265760" y="53028"/>
                </a:lnTo>
                <a:lnTo>
                  <a:pt x="332201" y="66225"/>
                </a:lnTo>
                <a:lnTo>
                  <a:pt x="398641" y="79396"/>
                </a:lnTo>
                <a:lnTo>
                  <a:pt x="465081" y="92539"/>
                </a:lnTo>
                <a:lnTo>
                  <a:pt x="531521" y="105654"/>
                </a:lnTo>
                <a:lnTo>
                  <a:pt x="597962" y="118737"/>
                </a:lnTo>
                <a:lnTo>
                  <a:pt x="664402" y="131788"/>
                </a:lnTo>
                <a:lnTo>
                  <a:pt x="730842" y="144805"/>
                </a:lnTo>
                <a:lnTo>
                  <a:pt x="797282" y="157787"/>
                </a:lnTo>
                <a:lnTo>
                  <a:pt x="863723" y="170730"/>
                </a:lnTo>
                <a:lnTo>
                  <a:pt x="930163" y="183633"/>
                </a:lnTo>
                <a:lnTo>
                  <a:pt x="996603" y="196494"/>
                </a:lnTo>
                <a:lnTo>
                  <a:pt x="1063043" y="209310"/>
                </a:lnTo>
                <a:lnTo>
                  <a:pt x="1129484" y="222079"/>
                </a:lnTo>
                <a:lnTo>
                  <a:pt x="1195924" y="234797"/>
                </a:lnTo>
                <a:lnTo>
                  <a:pt x="1262364" y="247463"/>
                </a:lnTo>
                <a:lnTo>
                  <a:pt x="1328804" y="260072"/>
                </a:lnTo>
                <a:lnTo>
                  <a:pt x="1395245" y="272622"/>
                </a:lnTo>
                <a:lnTo>
                  <a:pt x="1461685" y="285108"/>
                </a:lnTo>
                <a:lnTo>
                  <a:pt x="1528125" y="297528"/>
                </a:lnTo>
                <a:lnTo>
                  <a:pt x="1594565" y="309876"/>
                </a:lnTo>
                <a:lnTo>
                  <a:pt x="1661006" y="322148"/>
                </a:lnTo>
                <a:lnTo>
                  <a:pt x="1727446" y="334340"/>
                </a:lnTo>
                <a:lnTo>
                  <a:pt x="1793886" y="346447"/>
                </a:lnTo>
                <a:lnTo>
                  <a:pt x="1860326" y="358463"/>
                </a:lnTo>
                <a:lnTo>
                  <a:pt x="1926767" y="370383"/>
                </a:lnTo>
                <a:lnTo>
                  <a:pt x="1993207" y="382201"/>
                </a:lnTo>
                <a:lnTo>
                  <a:pt x="2059647" y="393910"/>
                </a:lnTo>
                <a:lnTo>
                  <a:pt x="2126087" y="405503"/>
                </a:lnTo>
                <a:lnTo>
                  <a:pt x="2192528" y="416975"/>
                </a:lnTo>
                <a:lnTo>
                  <a:pt x="2258968" y="428316"/>
                </a:lnTo>
                <a:lnTo>
                  <a:pt x="2325408" y="439520"/>
                </a:lnTo>
                <a:lnTo>
                  <a:pt x="2391848" y="450578"/>
                </a:lnTo>
                <a:lnTo>
                  <a:pt x="2458289" y="461483"/>
                </a:lnTo>
                <a:lnTo>
                  <a:pt x="2524729" y="472225"/>
                </a:lnTo>
                <a:lnTo>
                  <a:pt x="2591169" y="482796"/>
                </a:lnTo>
                <a:lnTo>
                  <a:pt x="2657609" y="493186"/>
                </a:lnTo>
                <a:lnTo>
                  <a:pt x="2724050" y="503388"/>
                </a:lnTo>
                <a:lnTo>
                  <a:pt x="2790490" y="513392"/>
                </a:lnTo>
                <a:lnTo>
                  <a:pt x="2856930" y="523189"/>
                </a:lnTo>
                <a:lnTo>
                  <a:pt x="2923370" y="532772"/>
                </a:lnTo>
                <a:lnTo>
                  <a:pt x="2989811" y="542131"/>
                </a:lnTo>
                <a:lnTo>
                  <a:pt x="3056251" y="551259"/>
                </a:lnTo>
                <a:lnTo>
                  <a:pt x="3122691" y="560150"/>
                </a:lnTo>
                <a:lnTo>
                  <a:pt x="3189131" y="568798"/>
                </a:lnTo>
                <a:lnTo>
                  <a:pt x="3255572" y="577197"/>
                </a:lnTo>
                <a:lnTo>
                  <a:pt x="3322012" y="585344"/>
                </a:lnTo>
                <a:lnTo>
                  <a:pt x="3388452" y="593234"/>
                </a:lnTo>
                <a:lnTo>
                  <a:pt x="3454892" y="600868"/>
                </a:lnTo>
                <a:lnTo>
                  <a:pt x="3521333" y="608244"/>
                </a:lnTo>
                <a:lnTo>
                  <a:pt x="3587773" y="615363"/>
                </a:lnTo>
                <a:lnTo>
                  <a:pt x="3654213" y="622226"/>
                </a:lnTo>
                <a:lnTo>
                  <a:pt x="3720653" y="628838"/>
                </a:lnTo>
                <a:lnTo>
                  <a:pt x="3787094" y="635202"/>
                </a:lnTo>
                <a:lnTo>
                  <a:pt x="3853534" y="641324"/>
                </a:lnTo>
                <a:lnTo>
                  <a:pt x="3919974" y="647210"/>
                </a:lnTo>
                <a:lnTo>
                  <a:pt x="3986414" y="652867"/>
                </a:lnTo>
                <a:lnTo>
                  <a:pt x="4052855" y="658303"/>
                </a:lnTo>
                <a:lnTo>
                  <a:pt x="4119295" y="663525"/>
                </a:lnTo>
                <a:lnTo>
                  <a:pt x="4185735" y="668542"/>
                </a:lnTo>
                <a:lnTo>
                  <a:pt x="4252175" y="673364"/>
                </a:lnTo>
                <a:lnTo>
                  <a:pt x="4318616" y="677998"/>
                </a:lnTo>
                <a:lnTo>
                  <a:pt x="4385056" y="682454"/>
                </a:lnTo>
                <a:lnTo>
                  <a:pt x="4451496" y="686741"/>
                </a:lnTo>
                <a:lnTo>
                  <a:pt x="4517936" y="690867"/>
                </a:lnTo>
                <a:lnTo>
                  <a:pt x="4584377" y="694841"/>
                </a:lnTo>
                <a:lnTo>
                  <a:pt x="4650817" y="698671"/>
                </a:lnTo>
                <a:lnTo>
                  <a:pt x="4717257" y="702365"/>
                </a:lnTo>
                <a:lnTo>
                  <a:pt x="4783697" y="705931"/>
                </a:lnTo>
                <a:lnTo>
                  <a:pt x="4850138" y="709376"/>
                </a:lnTo>
                <a:lnTo>
                  <a:pt x="4916578" y="712708"/>
                </a:lnTo>
                <a:lnTo>
                  <a:pt x="4983018" y="715932"/>
                </a:lnTo>
                <a:lnTo>
                  <a:pt x="5049458" y="719055"/>
                </a:lnTo>
                <a:lnTo>
                  <a:pt x="5115898" y="722083"/>
                </a:lnTo>
                <a:lnTo>
                  <a:pt x="5182339" y="725021"/>
                </a:lnTo>
                <a:lnTo>
                  <a:pt x="5248779" y="727875"/>
                </a:lnTo>
                <a:lnTo>
                  <a:pt x="5248779" y="1197594"/>
                </a:lnTo>
                <a:lnTo>
                  <a:pt x="5182339" y="1185384"/>
                </a:lnTo>
                <a:lnTo>
                  <a:pt x="5115898" y="1173259"/>
                </a:lnTo>
                <a:lnTo>
                  <a:pt x="5049458" y="1161223"/>
                </a:lnTo>
                <a:lnTo>
                  <a:pt x="4983018" y="1149283"/>
                </a:lnTo>
                <a:lnTo>
                  <a:pt x="4916578" y="1137443"/>
                </a:lnTo>
                <a:lnTo>
                  <a:pt x="4850138" y="1125711"/>
                </a:lnTo>
                <a:lnTo>
                  <a:pt x="4783697" y="1114092"/>
                </a:lnTo>
                <a:lnTo>
                  <a:pt x="4717257" y="1102595"/>
                </a:lnTo>
                <a:lnTo>
                  <a:pt x="4650817" y="1091225"/>
                </a:lnTo>
                <a:lnTo>
                  <a:pt x="4584377" y="1079992"/>
                </a:lnTo>
                <a:lnTo>
                  <a:pt x="4517936" y="1068902"/>
                </a:lnTo>
                <a:lnTo>
                  <a:pt x="4451496" y="1057964"/>
                </a:lnTo>
                <a:lnTo>
                  <a:pt x="4385056" y="1047187"/>
                </a:lnTo>
                <a:lnTo>
                  <a:pt x="4318616" y="1036579"/>
                </a:lnTo>
                <a:lnTo>
                  <a:pt x="4252175" y="1026150"/>
                </a:lnTo>
                <a:lnTo>
                  <a:pt x="4185735" y="1015908"/>
                </a:lnTo>
                <a:lnTo>
                  <a:pt x="4119295" y="1005861"/>
                </a:lnTo>
                <a:lnTo>
                  <a:pt x="4052855" y="996020"/>
                </a:lnTo>
                <a:lnTo>
                  <a:pt x="3986414" y="986392"/>
                </a:lnTo>
                <a:lnTo>
                  <a:pt x="3919974" y="976985"/>
                </a:lnTo>
                <a:lnTo>
                  <a:pt x="3853534" y="967807"/>
                </a:lnTo>
                <a:lnTo>
                  <a:pt x="3787094" y="958865"/>
                </a:lnTo>
                <a:lnTo>
                  <a:pt x="3720653" y="950166"/>
                </a:lnTo>
                <a:lnTo>
                  <a:pt x="3654213" y="941714"/>
                </a:lnTo>
                <a:lnTo>
                  <a:pt x="3587773" y="933514"/>
                </a:lnTo>
                <a:lnTo>
                  <a:pt x="3521333" y="925569"/>
                </a:lnTo>
                <a:lnTo>
                  <a:pt x="3454892" y="917881"/>
                </a:lnTo>
                <a:lnTo>
                  <a:pt x="3388452" y="910451"/>
                </a:lnTo>
                <a:lnTo>
                  <a:pt x="3322012" y="903278"/>
                </a:lnTo>
                <a:lnTo>
                  <a:pt x="3255572" y="896361"/>
                </a:lnTo>
                <a:lnTo>
                  <a:pt x="3189131" y="889696"/>
                </a:lnTo>
                <a:lnTo>
                  <a:pt x="3122691" y="883280"/>
                </a:lnTo>
                <a:lnTo>
                  <a:pt x="3056251" y="877108"/>
                </a:lnTo>
                <a:lnTo>
                  <a:pt x="2989811" y="871173"/>
                </a:lnTo>
                <a:lnTo>
                  <a:pt x="2923370" y="865468"/>
                </a:lnTo>
                <a:lnTo>
                  <a:pt x="2856930" y="859987"/>
                </a:lnTo>
                <a:lnTo>
                  <a:pt x="2790490" y="854720"/>
                </a:lnTo>
                <a:lnTo>
                  <a:pt x="2724050" y="849660"/>
                </a:lnTo>
                <a:lnTo>
                  <a:pt x="2657609" y="844798"/>
                </a:lnTo>
                <a:lnTo>
                  <a:pt x="2591169" y="840125"/>
                </a:lnTo>
                <a:lnTo>
                  <a:pt x="2524729" y="835633"/>
                </a:lnTo>
                <a:lnTo>
                  <a:pt x="2458289" y="831311"/>
                </a:lnTo>
                <a:lnTo>
                  <a:pt x="2391848" y="827152"/>
                </a:lnTo>
                <a:lnTo>
                  <a:pt x="2325408" y="823146"/>
                </a:lnTo>
                <a:lnTo>
                  <a:pt x="2258968" y="819287"/>
                </a:lnTo>
                <a:lnTo>
                  <a:pt x="2192528" y="815564"/>
                </a:lnTo>
                <a:lnTo>
                  <a:pt x="2126087" y="811972"/>
                </a:lnTo>
                <a:lnTo>
                  <a:pt x="2059647" y="808502"/>
                </a:lnTo>
                <a:lnTo>
                  <a:pt x="1993207" y="805147"/>
                </a:lnTo>
                <a:lnTo>
                  <a:pt x="1926767" y="801901"/>
                </a:lnTo>
                <a:lnTo>
                  <a:pt x="1860326" y="798757"/>
                </a:lnTo>
                <a:lnTo>
                  <a:pt x="1793886" y="795710"/>
                </a:lnTo>
                <a:lnTo>
                  <a:pt x="1727446" y="792753"/>
                </a:lnTo>
                <a:lnTo>
                  <a:pt x="1661006" y="789881"/>
                </a:lnTo>
                <a:lnTo>
                  <a:pt x="1594565" y="787090"/>
                </a:lnTo>
                <a:lnTo>
                  <a:pt x="1528125" y="784374"/>
                </a:lnTo>
                <a:lnTo>
                  <a:pt x="1461685" y="781730"/>
                </a:lnTo>
                <a:lnTo>
                  <a:pt x="1395245" y="779153"/>
                </a:lnTo>
                <a:lnTo>
                  <a:pt x="1328804" y="776639"/>
                </a:lnTo>
                <a:lnTo>
                  <a:pt x="1262364" y="774184"/>
                </a:lnTo>
                <a:lnTo>
                  <a:pt x="1195924" y="771786"/>
                </a:lnTo>
                <a:lnTo>
                  <a:pt x="1129484" y="769441"/>
                </a:lnTo>
                <a:lnTo>
                  <a:pt x="1063043" y="767146"/>
                </a:lnTo>
                <a:lnTo>
                  <a:pt x="996603" y="764898"/>
                </a:lnTo>
                <a:lnTo>
                  <a:pt x="930163" y="762696"/>
                </a:lnTo>
                <a:lnTo>
                  <a:pt x="863723" y="760535"/>
                </a:lnTo>
                <a:lnTo>
                  <a:pt x="797282" y="758415"/>
                </a:lnTo>
                <a:lnTo>
                  <a:pt x="730842" y="756332"/>
                </a:lnTo>
                <a:lnTo>
                  <a:pt x="664402" y="754285"/>
                </a:lnTo>
                <a:lnTo>
                  <a:pt x="597962" y="752273"/>
                </a:lnTo>
                <a:lnTo>
                  <a:pt x="531521" y="750293"/>
                </a:lnTo>
                <a:lnTo>
                  <a:pt x="465081" y="748343"/>
                </a:lnTo>
                <a:lnTo>
                  <a:pt x="398641" y="746423"/>
                </a:lnTo>
                <a:lnTo>
                  <a:pt x="332201" y="744530"/>
                </a:lnTo>
                <a:lnTo>
                  <a:pt x="265760" y="742664"/>
                </a:lnTo>
                <a:lnTo>
                  <a:pt x="199320" y="740822"/>
                </a:lnTo>
                <a:lnTo>
                  <a:pt x="132880" y="739005"/>
                </a:lnTo>
                <a:lnTo>
                  <a:pt x="66440" y="737210"/>
                </a:lnTo>
                <a:lnTo>
                  <a:pt x="0" y="735437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518059" y="3618796"/>
            <a:ext cx="5248779" cy="727875"/>
          </a:xfrm>
          <a:custGeom>
            <a:avLst/>
            <a:gdLst/>
            <a:ahLst/>
            <a:cxnLst/>
            <a:rect l="0" t="0" r="0" b="0"/>
            <a:pathLst>
              <a:path w="5248779" h="727875">
                <a:moveTo>
                  <a:pt x="0" y="0"/>
                </a:moveTo>
                <a:lnTo>
                  <a:pt x="66440" y="13290"/>
                </a:lnTo>
                <a:lnTo>
                  <a:pt x="132880" y="26559"/>
                </a:lnTo>
                <a:lnTo>
                  <a:pt x="199320" y="39805"/>
                </a:lnTo>
                <a:lnTo>
                  <a:pt x="265760" y="53028"/>
                </a:lnTo>
                <a:lnTo>
                  <a:pt x="332201" y="66225"/>
                </a:lnTo>
                <a:lnTo>
                  <a:pt x="398641" y="79396"/>
                </a:lnTo>
                <a:lnTo>
                  <a:pt x="465081" y="92539"/>
                </a:lnTo>
                <a:lnTo>
                  <a:pt x="531521" y="105654"/>
                </a:lnTo>
                <a:lnTo>
                  <a:pt x="597962" y="118737"/>
                </a:lnTo>
                <a:lnTo>
                  <a:pt x="664402" y="131788"/>
                </a:lnTo>
                <a:lnTo>
                  <a:pt x="730842" y="144805"/>
                </a:lnTo>
                <a:lnTo>
                  <a:pt x="797282" y="157787"/>
                </a:lnTo>
                <a:lnTo>
                  <a:pt x="863723" y="170730"/>
                </a:lnTo>
                <a:lnTo>
                  <a:pt x="930163" y="183633"/>
                </a:lnTo>
                <a:lnTo>
                  <a:pt x="996603" y="196494"/>
                </a:lnTo>
                <a:lnTo>
                  <a:pt x="1063043" y="209310"/>
                </a:lnTo>
                <a:lnTo>
                  <a:pt x="1129484" y="222079"/>
                </a:lnTo>
                <a:lnTo>
                  <a:pt x="1195924" y="234797"/>
                </a:lnTo>
                <a:lnTo>
                  <a:pt x="1262364" y="247463"/>
                </a:lnTo>
                <a:lnTo>
                  <a:pt x="1328804" y="260072"/>
                </a:lnTo>
                <a:lnTo>
                  <a:pt x="1395245" y="272622"/>
                </a:lnTo>
                <a:lnTo>
                  <a:pt x="1461685" y="285108"/>
                </a:lnTo>
                <a:lnTo>
                  <a:pt x="1528125" y="297528"/>
                </a:lnTo>
                <a:lnTo>
                  <a:pt x="1594565" y="309876"/>
                </a:lnTo>
                <a:lnTo>
                  <a:pt x="1661006" y="322148"/>
                </a:lnTo>
                <a:lnTo>
                  <a:pt x="1727446" y="334340"/>
                </a:lnTo>
                <a:lnTo>
                  <a:pt x="1793886" y="346447"/>
                </a:lnTo>
                <a:lnTo>
                  <a:pt x="1860326" y="358463"/>
                </a:lnTo>
                <a:lnTo>
                  <a:pt x="1926767" y="370383"/>
                </a:lnTo>
                <a:lnTo>
                  <a:pt x="1993207" y="382201"/>
                </a:lnTo>
                <a:lnTo>
                  <a:pt x="2059647" y="393910"/>
                </a:lnTo>
                <a:lnTo>
                  <a:pt x="2126087" y="405503"/>
                </a:lnTo>
                <a:lnTo>
                  <a:pt x="2192528" y="416975"/>
                </a:lnTo>
                <a:lnTo>
                  <a:pt x="2258968" y="428316"/>
                </a:lnTo>
                <a:lnTo>
                  <a:pt x="2325408" y="439520"/>
                </a:lnTo>
                <a:lnTo>
                  <a:pt x="2391848" y="450578"/>
                </a:lnTo>
                <a:lnTo>
                  <a:pt x="2458289" y="461483"/>
                </a:lnTo>
                <a:lnTo>
                  <a:pt x="2524729" y="472225"/>
                </a:lnTo>
                <a:lnTo>
                  <a:pt x="2591169" y="482796"/>
                </a:lnTo>
                <a:lnTo>
                  <a:pt x="2657609" y="493186"/>
                </a:lnTo>
                <a:lnTo>
                  <a:pt x="2724050" y="503388"/>
                </a:lnTo>
                <a:lnTo>
                  <a:pt x="2790490" y="513392"/>
                </a:lnTo>
                <a:lnTo>
                  <a:pt x="2856930" y="523189"/>
                </a:lnTo>
                <a:lnTo>
                  <a:pt x="2923370" y="532772"/>
                </a:lnTo>
                <a:lnTo>
                  <a:pt x="2989811" y="542131"/>
                </a:lnTo>
                <a:lnTo>
                  <a:pt x="3056251" y="551259"/>
                </a:lnTo>
                <a:lnTo>
                  <a:pt x="3122691" y="560150"/>
                </a:lnTo>
                <a:lnTo>
                  <a:pt x="3189131" y="568798"/>
                </a:lnTo>
                <a:lnTo>
                  <a:pt x="3255572" y="577197"/>
                </a:lnTo>
                <a:lnTo>
                  <a:pt x="3322012" y="585344"/>
                </a:lnTo>
                <a:lnTo>
                  <a:pt x="3388452" y="593234"/>
                </a:lnTo>
                <a:lnTo>
                  <a:pt x="3454892" y="600868"/>
                </a:lnTo>
                <a:lnTo>
                  <a:pt x="3521333" y="608244"/>
                </a:lnTo>
                <a:lnTo>
                  <a:pt x="3587773" y="615363"/>
                </a:lnTo>
                <a:lnTo>
                  <a:pt x="3654213" y="622226"/>
                </a:lnTo>
                <a:lnTo>
                  <a:pt x="3720653" y="628838"/>
                </a:lnTo>
                <a:lnTo>
                  <a:pt x="3787094" y="635202"/>
                </a:lnTo>
                <a:lnTo>
                  <a:pt x="3853534" y="641324"/>
                </a:lnTo>
                <a:lnTo>
                  <a:pt x="3919974" y="647210"/>
                </a:lnTo>
                <a:lnTo>
                  <a:pt x="3986414" y="652867"/>
                </a:lnTo>
                <a:lnTo>
                  <a:pt x="4052855" y="658303"/>
                </a:lnTo>
                <a:lnTo>
                  <a:pt x="4119295" y="663525"/>
                </a:lnTo>
                <a:lnTo>
                  <a:pt x="4185735" y="668542"/>
                </a:lnTo>
                <a:lnTo>
                  <a:pt x="4252175" y="673364"/>
                </a:lnTo>
                <a:lnTo>
                  <a:pt x="4318616" y="677998"/>
                </a:lnTo>
                <a:lnTo>
                  <a:pt x="4385056" y="682454"/>
                </a:lnTo>
                <a:lnTo>
                  <a:pt x="4451496" y="686741"/>
                </a:lnTo>
                <a:lnTo>
                  <a:pt x="4517936" y="690867"/>
                </a:lnTo>
                <a:lnTo>
                  <a:pt x="4584377" y="694841"/>
                </a:lnTo>
                <a:lnTo>
                  <a:pt x="4650817" y="698671"/>
                </a:lnTo>
                <a:lnTo>
                  <a:pt x="4717257" y="702365"/>
                </a:lnTo>
                <a:lnTo>
                  <a:pt x="4783697" y="705931"/>
                </a:lnTo>
                <a:lnTo>
                  <a:pt x="4850138" y="709376"/>
                </a:lnTo>
                <a:lnTo>
                  <a:pt x="4916578" y="712708"/>
                </a:lnTo>
                <a:lnTo>
                  <a:pt x="4983018" y="715932"/>
                </a:lnTo>
                <a:lnTo>
                  <a:pt x="5049458" y="719055"/>
                </a:lnTo>
                <a:lnTo>
                  <a:pt x="5115898" y="722083"/>
                </a:lnTo>
                <a:lnTo>
                  <a:pt x="5182339" y="725021"/>
                </a:lnTo>
                <a:lnTo>
                  <a:pt x="5248779" y="727875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518059" y="4354233"/>
            <a:ext cx="5248779" cy="462156"/>
          </a:xfrm>
          <a:custGeom>
            <a:avLst/>
            <a:gdLst/>
            <a:ahLst/>
            <a:cxnLst/>
            <a:rect l="0" t="0" r="0" b="0"/>
            <a:pathLst>
              <a:path w="5248779" h="462156">
                <a:moveTo>
                  <a:pt x="5248779" y="462156"/>
                </a:moveTo>
                <a:lnTo>
                  <a:pt x="5182339" y="449947"/>
                </a:lnTo>
                <a:lnTo>
                  <a:pt x="5115898" y="437822"/>
                </a:lnTo>
                <a:lnTo>
                  <a:pt x="5049458" y="425786"/>
                </a:lnTo>
                <a:lnTo>
                  <a:pt x="4983018" y="413845"/>
                </a:lnTo>
                <a:lnTo>
                  <a:pt x="4916578" y="402006"/>
                </a:lnTo>
                <a:lnTo>
                  <a:pt x="4850138" y="390273"/>
                </a:lnTo>
                <a:lnTo>
                  <a:pt x="4783697" y="378655"/>
                </a:lnTo>
                <a:lnTo>
                  <a:pt x="4717257" y="367157"/>
                </a:lnTo>
                <a:lnTo>
                  <a:pt x="4650817" y="355787"/>
                </a:lnTo>
                <a:lnTo>
                  <a:pt x="4584377" y="344554"/>
                </a:lnTo>
                <a:lnTo>
                  <a:pt x="4517936" y="333464"/>
                </a:lnTo>
                <a:lnTo>
                  <a:pt x="4451496" y="322526"/>
                </a:lnTo>
                <a:lnTo>
                  <a:pt x="4385056" y="311749"/>
                </a:lnTo>
                <a:lnTo>
                  <a:pt x="4318616" y="301142"/>
                </a:lnTo>
                <a:lnTo>
                  <a:pt x="4252175" y="290712"/>
                </a:lnTo>
                <a:lnTo>
                  <a:pt x="4185735" y="280470"/>
                </a:lnTo>
                <a:lnTo>
                  <a:pt x="4119295" y="270424"/>
                </a:lnTo>
                <a:lnTo>
                  <a:pt x="4052855" y="260582"/>
                </a:lnTo>
                <a:lnTo>
                  <a:pt x="3986414" y="250954"/>
                </a:lnTo>
                <a:lnTo>
                  <a:pt x="3919974" y="241547"/>
                </a:lnTo>
                <a:lnTo>
                  <a:pt x="3853534" y="232369"/>
                </a:lnTo>
                <a:lnTo>
                  <a:pt x="3787094" y="223428"/>
                </a:lnTo>
                <a:lnTo>
                  <a:pt x="3720653" y="214728"/>
                </a:lnTo>
                <a:lnTo>
                  <a:pt x="3654213" y="206276"/>
                </a:lnTo>
                <a:lnTo>
                  <a:pt x="3587773" y="198076"/>
                </a:lnTo>
                <a:lnTo>
                  <a:pt x="3521333" y="190131"/>
                </a:lnTo>
                <a:lnTo>
                  <a:pt x="3454892" y="182444"/>
                </a:lnTo>
                <a:lnTo>
                  <a:pt x="3388452" y="175013"/>
                </a:lnTo>
                <a:lnTo>
                  <a:pt x="3322012" y="167841"/>
                </a:lnTo>
                <a:lnTo>
                  <a:pt x="3255572" y="160923"/>
                </a:lnTo>
                <a:lnTo>
                  <a:pt x="3189131" y="154259"/>
                </a:lnTo>
                <a:lnTo>
                  <a:pt x="3122691" y="147843"/>
                </a:lnTo>
                <a:lnTo>
                  <a:pt x="3056251" y="141670"/>
                </a:lnTo>
                <a:lnTo>
                  <a:pt x="2989811" y="135735"/>
                </a:lnTo>
                <a:lnTo>
                  <a:pt x="2923370" y="130030"/>
                </a:lnTo>
                <a:lnTo>
                  <a:pt x="2856930" y="124549"/>
                </a:lnTo>
                <a:lnTo>
                  <a:pt x="2790490" y="119283"/>
                </a:lnTo>
                <a:lnTo>
                  <a:pt x="2724050" y="114223"/>
                </a:lnTo>
                <a:lnTo>
                  <a:pt x="2657609" y="109361"/>
                </a:lnTo>
                <a:lnTo>
                  <a:pt x="2591169" y="104688"/>
                </a:lnTo>
                <a:lnTo>
                  <a:pt x="2524729" y="100195"/>
                </a:lnTo>
                <a:lnTo>
                  <a:pt x="2458289" y="95873"/>
                </a:lnTo>
                <a:lnTo>
                  <a:pt x="2391848" y="91714"/>
                </a:lnTo>
                <a:lnTo>
                  <a:pt x="2325408" y="87709"/>
                </a:lnTo>
                <a:lnTo>
                  <a:pt x="2258968" y="83849"/>
                </a:lnTo>
                <a:lnTo>
                  <a:pt x="2192528" y="80127"/>
                </a:lnTo>
                <a:lnTo>
                  <a:pt x="2126087" y="76534"/>
                </a:lnTo>
                <a:lnTo>
                  <a:pt x="2059647" y="73064"/>
                </a:lnTo>
                <a:lnTo>
                  <a:pt x="1993207" y="69709"/>
                </a:lnTo>
                <a:lnTo>
                  <a:pt x="1926767" y="66463"/>
                </a:lnTo>
                <a:lnTo>
                  <a:pt x="1860326" y="63320"/>
                </a:lnTo>
                <a:lnTo>
                  <a:pt x="1793886" y="60272"/>
                </a:lnTo>
                <a:lnTo>
                  <a:pt x="1727446" y="57315"/>
                </a:lnTo>
                <a:lnTo>
                  <a:pt x="1661006" y="54444"/>
                </a:lnTo>
                <a:lnTo>
                  <a:pt x="1594565" y="51652"/>
                </a:lnTo>
                <a:lnTo>
                  <a:pt x="1528125" y="48937"/>
                </a:lnTo>
                <a:lnTo>
                  <a:pt x="1461685" y="46292"/>
                </a:lnTo>
                <a:lnTo>
                  <a:pt x="1395245" y="43715"/>
                </a:lnTo>
                <a:lnTo>
                  <a:pt x="1328804" y="41201"/>
                </a:lnTo>
                <a:lnTo>
                  <a:pt x="1262364" y="38747"/>
                </a:lnTo>
                <a:lnTo>
                  <a:pt x="1195924" y="36348"/>
                </a:lnTo>
                <a:lnTo>
                  <a:pt x="1129484" y="34003"/>
                </a:lnTo>
                <a:lnTo>
                  <a:pt x="1063043" y="31708"/>
                </a:lnTo>
                <a:lnTo>
                  <a:pt x="996603" y="29461"/>
                </a:lnTo>
                <a:lnTo>
                  <a:pt x="930163" y="27258"/>
                </a:lnTo>
                <a:lnTo>
                  <a:pt x="863723" y="25097"/>
                </a:lnTo>
                <a:lnTo>
                  <a:pt x="797282" y="22977"/>
                </a:lnTo>
                <a:lnTo>
                  <a:pt x="730842" y="20894"/>
                </a:lnTo>
                <a:lnTo>
                  <a:pt x="664402" y="18848"/>
                </a:lnTo>
                <a:lnTo>
                  <a:pt x="597962" y="16835"/>
                </a:lnTo>
                <a:lnTo>
                  <a:pt x="531521" y="14855"/>
                </a:lnTo>
                <a:lnTo>
                  <a:pt x="465081" y="12905"/>
                </a:lnTo>
                <a:lnTo>
                  <a:pt x="398641" y="10985"/>
                </a:lnTo>
                <a:lnTo>
                  <a:pt x="332201" y="9092"/>
                </a:lnTo>
                <a:lnTo>
                  <a:pt x="265760" y="7226"/>
                </a:lnTo>
                <a:lnTo>
                  <a:pt x="199320" y="5385"/>
                </a:lnTo>
                <a:lnTo>
                  <a:pt x="132880" y="3567"/>
                </a:lnTo>
                <a:lnTo>
                  <a:pt x="66440" y="1773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1518059" y="3986514"/>
            <a:ext cx="5248779" cy="595016"/>
          </a:xfrm>
          <a:custGeom>
            <a:avLst/>
            <a:gdLst/>
            <a:ahLst/>
            <a:cxnLst/>
            <a:rect l="0" t="0" r="0" b="0"/>
            <a:pathLst>
              <a:path w="5248779" h="595016">
                <a:moveTo>
                  <a:pt x="0" y="0"/>
                </a:moveTo>
                <a:lnTo>
                  <a:pt x="66440" y="7531"/>
                </a:lnTo>
                <a:lnTo>
                  <a:pt x="132880" y="15063"/>
                </a:lnTo>
                <a:lnTo>
                  <a:pt x="199320" y="22595"/>
                </a:lnTo>
                <a:lnTo>
                  <a:pt x="265760" y="30127"/>
                </a:lnTo>
                <a:lnTo>
                  <a:pt x="332201" y="37659"/>
                </a:lnTo>
                <a:lnTo>
                  <a:pt x="398641" y="45191"/>
                </a:lnTo>
                <a:lnTo>
                  <a:pt x="465081" y="52722"/>
                </a:lnTo>
                <a:lnTo>
                  <a:pt x="531521" y="60254"/>
                </a:lnTo>
                <a:lnTo>
                  <a:pt x="597962" y="67786"/>
                </a:lnTo>
                <a:lnTo>
                  <a:pt x="664402" y="75318"/>
                </a:lnTo>
                <a:lnTo>
                  <a:pt x="730842" y="82850"/>
                </a:lnTo>
                <a:lnTo>
                  <a:pt x="797282" y="90382"/>
                </a:lnTo>
                <a:lnTo>
                  <a:pt x="863723" y="97914"/>
                </a:lnTo>
                <a:lnTo>
                  <a:pt x="930163" y="105445"/>
                </a:lnTo>
                <a:lnTo>
                  <a:pt x="996603" y="112977"/>
                </a:lnTo>
                <a:lnTo>
                  <a:pt x="1063043" y="120509"/>
                </a:lnTo>
                <a:lnTo>
                  <a:pt x="1129484" y="128041"/>
                </a:lnTo>
                <a:lnTo>
                  <a:pt x="1195924" y="135573"/>
                </a:lnTo>
                <a:lnTo>
                  <a:pt x="1262364" y="143105"/>
                </a:lnTo>
                <a:lnTo>
                  <a:pt x="1328804" y="150637"/>
                </a:lnTo>
                <a:lnTo>
                  <a:pt x="1395245" y="158168"/>
                </a:lnTo>
                <a:lnTo>
                  <a:pt x="1461685" y="165700"/>
                </a:lnTo>
                <a:lnTo>
                  <a:pt x="1528125" y="173232"/>
                </a:lnTo>
                <a:lnTo>
                  <a:pt x="1594565" y="180764"/>
                </a:lnTo>
                <a:lnTo>
                  <a:pt x="1661006" y="188296"/>
                </a:lnTo>
                <a:lnTo>
                  <a:pt x="1727446" y="195828"/>
                </a:lnTo>
                <a:lnTo>
                  <a:pt x="1793886" y="203360"/>
                </a:lnTo>
                <a:lnTo>
                  <a:pt x="1860326" y="210891"/>
                </a:lnTo>
                <a:lnTo>
                  <a:pt x="1926767" y="218423"/>
                </a:lnTo>
                <a:lnTo>
                  <a:pt x="1993207" y="225955"/>
                </a:lnTo>
                <a:lnTo>
                  <a:pt x="2059647" y="233487"/>
                </a:lnTo>
                <a:lnTo>
                  <a:pt x="2126087" y="241019"/>
                </a:lnTo>
                <a:lnTo>
                  <a:pt x="2192528" y="248551"/>
                </a:lnTo>
                <a:lnTo>
                  <a:pt x="2258968" y="256082"/>
                </a:lnTo>
                <a:lnTo>
                  <a:pt x="2325408" y="263614"/>
                </a:lnTo>
                <a:lnTo>
                  <a:pt x="2391848" y="271146"/>
                </a:lnTo>
                <a:lnTo>
                  <a:pt x="2458289" y="278678"/>
                </a:lnTo>
                <a:lnTo>
                  <a:pt x="2524729" y="286210"/>
                </a:lnTo>
                <a:lnTo>
                  <a:pt x="2591169" y="293742"/>
                </a:lnTo>
                <a:lnTo>
                  <a:pt x="2657609" y="301274"/>
                </a:lnTo>
                <a:lnTo>
                  <a:pt x="2724050" y="308805"/>
                </a:lnTo>
                <a:lnTo>
                  <a:pt x="2790490" y="316337"/>
                </a:lnTo>
                <a:lnTo>
                  <a:pt x="2856930" y="323869"/>
                </a:lnTo>
                <a:lnTo>
                  <a:pt x="2923370" y="331401"/>
                </a:lnTo>
                <a:lnTo>
                  <a:pt x="2989811" y="338933"/>
                </a:lnTo>
                <a:lnTo>
                  <a:pt x="3056251" y="346465"/>
                </a:lnTo>
                <a:lnTo>
                  <a:pt x="3122691" y="353997"/>
                </a:lnTo>
                <a:lnTo>
                  <a:pt x="3189131" y="361528"/>
                </a:lnTo>
                <a:lnTo>
                  <a:pt x="3255572" y="369060"/>
                </a:lnTo>
                <a:lnTo>
                  <a:pt x="3322012" y="376592"/>
                </a:lnTo>
                <a:lnTo>
                  <a:pt x="3388452" y="384124"/>
                </a:lnTo>
                <a:lnTo>
                  <a:pt x="3454892" y="391656"/>
                </a:lnTo>
                <a:lnTo>
                  <a:pt x="3521333" y="399188"/>
                </a:lnTo>
                <a:lnTo>
                  <a:pt x="3587773" y="406720"/>
                </a:lnTo>
                <a:lnTo>
                  <a:pt x="3654213" y="414251"/>
                </a:lnTo>
                <a:lnTo>
                  <a:pt x="3720653" y="421783"/>
                </a:lnTo>
                <a:lnTo>
                  <a:pt x="3787094" y="429315"/>
                </a:lnTo>
                <a:lnTo>
                  <a:pt x="3853534" y="436847"/>
                </a:lnTo>
                <a:lnTo>
                  <a:pt x="3919974" y="444379"/>
                </a:lnTo>
                <a:lnTo>
                  <a:pt x="3986414" y="451911"/>
                </a:lnTo>
                <a:lnTo>
                  <a:pt x="4052855" y="459443"/>
                </a:lnTo>
                <a:lnTo>
                  <a:pt x="4119295" y="466974"/>
                </a:lnTo>
                <a:lnTo>
                  <a:pt x="4185735" y="474506"/>
                </a:lnTo>
                <a:lnTo>
                  <a:pt x="4252175" y="482038"/>
                </a:lnTo>
                <a:lnTo>
                  <a:pt x="4318616" y="489570"/>
                </a:lnTo>
                <a:lnTo>
                  <a:pt x="4385056" y="497102"/>
                </a:lnTo>
                <a:lnTo>
                  <a:pt x="4451496" y="504634"/>
                </a:lnTo>
                <a:lnTo>
                  <a:pt x="4517936" y="512165"/>
                </a:lnTo>
                <a:lnTo>
                  <a:pt x="4584377" y="519697"/>
                </a:lnTo>
                <a:lnTo>
                  <a:pt x="4650817" y="527229"/>
                </a:lnTo>
                <a:lnTo>
                  <a:pt x="4717257" y="534761"/>
                </a:lnTo>
                <a:lnTo>
                  <a:pt x="4783697" y="542293"/>
                </a:lnTo>
                <a:lnTo>
                  <a:pt x="4850138" y="549825"/>
                </a:lnTo>
                <a:lnTo>
                  <a:pt x="4916578" y="557357"/>
                </a:lnTo>
                <a:lnTo>
                  <a:pt x="4983018" y="564888"/>
                </a:lnTo>
                <a:lnTo>
                  <a:pt x="5049458" y="572420"/>
                </a:lnTo>
                <a:lnTo>
                  <a:pt x="5115898" y="579952"/>
                </a:lnTo>
                <a:lnTo>
                  <a:pt x="5182339" y="587484"/>
                </a:lnTo>
                <a:lnTo>
                  <a:pt x="5248779" y="595016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dash"/>
            <a:round/>
          </a:ln>
        </p:spPr>
        <p:txBody>
          <a:bodyPr/>
          <a:lstStyle/>
          <a:p>
            <a:endParaRPr/>
          </a:p>
        </p:txBody>
      </p:sp>
      <p:sp>
        <p:nvSpPr>
          <p:cNvPr id="60" name="pl60"/>
          <p:cNvSpPr/>
          <p:nvPr/>
        </p:nvSpPr>
        <p:spPr>
          <a:xfrm>
            <a:off x="941876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1" name="tx61"/>
          <p:cNvSpPr/>
          <p:nvPr/>
        </p:nvSpPr>
        <p:spPr>
          <a:xfrm>
            <a:off x="683568" y="5349815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62" name="tx62"/>
          <p:cNvSpPr/>
          <p:nvPr/>
        </p:nvSpPr>
        <p:spPr>
          <a:xfrm>
            <a:off x="683568" y="4287541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60</a:t>
            </a:r>
          </a:p>
        </p:txBody>
      </p:sp>
      <p:sp>
        <p:nvSpPr>
          <p:cNvPr id="63" name="tx63"/>
          <p:cNvSpPr/>
          <p:nvPr/>
        </p:nvSpPr>
        <p:spPr>
          <a:xfrm>
            <a:off x="683568" y="3225268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80</a:t>
            </a:r>
          </a:p>
        </p:txBody>
      </p:sp>
      <p:sp>
        <p:nvSpPr>
          <p:cNvPr id="64" name="tx64"/>
          <p:cNvSpPr/>
          <p:nvPr/>
        </p:nvSpPr>
        <p:spPr>
          <a:xfrm>
            <a:off x="611560" y="2162994"/>
            <a:ext cx="186537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100</a:t>
            </a:r>
          </a:p>
        </p:txBody>
      </p:sp>
      <p:sp>
        <p:nvSpPr>
          <p:cNvPr id="65" name="pl65"/>
          <p:cNvSpPr/>
          <p:nvPr/>
        </p:nvSpPr>
        <p:spPr>
          <a:xfrm>
            <a:off x="907081" y="538986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6" name="pl66"/>
          <p:cNvSpPr/>
          <p:nvPr/>
        </p:nvSpPr>
        <p:spPr>
          <a:xfrm>
            <a:off x="907081" y="432759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7" name="pl67"/>
          <p:cNvSpPr/>
          <p:nvPr/>
        </p:nvSpPr>
        <p:spPr>
          <a:xfrm>
            <a:off x="907081" y="3265318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8" name="pl68"/>
          <p:cNvSpPr/>
          <p:nvPr/>
        </p:nvSpPr>
        <p:spPr>
          <a:xfrm>
            <a:off x="907081" y="220304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F4FA61-80F0-40F9-CEAC-6179C0493AF0}"/>
              </a:ext>
            </a:extLst>
          </p:cNvPr>
          <p:cNvGrpSpPr/>
          <p:nvPr/>
        </p:nvGrpSpPr>
        <p:grpSpPr>
          <a:xfrm>
            <a:off x="6923685" y="1980395"/>
            <a:ext cx="1633206" cy="926170"/>
            <a:chOff x="7254012" y="3508813"/>
            <a:chExt cx="1094811" cy="620853"/>
          </a:xfrm>
        </p:grpSpPr>
        <p:sp>
          <p:nvSpPr>
            <p:cNvPr id="92" name="tx83">
              <a:extLst>
                <a:ext uri="{FF2B5EF4-FFF2-40B4-BE49-F238E27FC236}">
                  <a16:creationId xmlns:a16="http://schemas.microsoft.com/office/drawing/2014/main" id="{2D3ABAFC-E032-39F8-5220-344580A2BBB5}"/>
                </a:ext>
              </a:extLst>
            </p:cNvPr>
            <p:cNvSpPr/>
            <p:nvPr/>
          </p:nvSpPr>
          <p:spPr>
            <a:xfrm>
              <a:off x="7254012" y="3508813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93" name="rc84">
              <a:extLst>
                <a:ext uri="{FF2B5EF4-FFF2-40B4-BE49-F238E27FC236}">
                  <a16:creationId xmlns:a16="http://schemas.microsoft.com/office/drawing/2014/main" id="{DEF01D82-F968-25DD-97D1-622CC6085411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4" name="pt85">
              <a:extLst>
                <a:ext uri="{FF2B5EF4-FFF2-40B4-BE49-F238E27FC236}">
                  <a16:creationId xmlns:a16="http://schemas.microsoft.com/office/drawing/2014/main" id="{AE048037-EF2D-692F-0D27-9308F66D333D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rc86">
              <a:extLst>
                <a:ext uri="{FF2B5EF4-FFF2-40B4-BE49-F238E27FC236}">
                  <a16:creationId xmlns:a16="http://schemas.microsoft.com/office/drawing/2014/main" id="{88BC48DC-7796-D159-EFF3-62F5219251B4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6" name="pt87">
              <a:extLst>
                <a:ext uri="{FF2B5EF4-FFF2-40B4-BE49-F238E27FC236}">
                  <a16:creationId xmlns:a16="http://schemas.microsoft.com/office/drawing/2014/main" id="{DC1128B7-DA87-4616-B6C9-E4F2747C7482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tx88">
              <a:extLst>
                <a:ext uri="{FF2B5EF4-FFF2-40B4-BE49-F238E27FC236}">
                  <a16:creationId xmlns:a16="http://schemas.microsoft.com/office/drawing/2014/main" id="{7EA45161-2E2F-E821-2612-84696539164B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8" name="tx89">
              <a:extLst>
                <a:ext uri="{FF2B5EF4-FFF2-40B4-BE49-F238E27FC236}">
                  <a16:creationId xmlns:a16="http://schemas.microsoft.com/office/drawing/2014/main" id="{823198A2-54E1-A5A2-932A-19BC664A9ABC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  <p:sp>
        <p:nvSpPr>
          <p:cNvPr id="99" name="pl71">
            <a:extLst>
              <a:ext uri="{FF2B5EF4-FFF2-40B4-BE49-F238E27FC236}">
                <a16:creationId xmlns:a16="http://schemas.microsoft.com/office/drawing/2014/main" id="{D72B5192-FCFD-2914-7DCC-EAFDF3F3195C}"/>
              </a:ext>
            </a:extLst>
          </p:cNvPr>
          <p:cNvSpPr/>
          <p:nvPr/>
        </p:nvSpPr>
        <p:spPr>
          <a:xfrm>
            <a:off x="965127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0" name="pl72">
            <a:extLst>
              <a:ext uri="{FF2B5EF4-FFF2-40B4-BE49-F238E27FC236}">
                <a16:creationId xmlns:a16="http://schemas.microsoft.com/office/drawing/2014/main" id="{477D807F-85C6-290A-D335-6CB267DA1B3C}"/>
              </a:ext>
            </a:extLst>
          </p:cNvPr>
          <p:cNvSpPr/>
          <p:nvPr/>
        </p:nvSpPr>
        <p:spPr>
          <a:xfrm>
            <a:off x="2136698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1" name="pl73">
            <a:extLst>
              <a:ext uri="{FF2B5EF4-FFF2-40B4-BE49-F238E27FC236}">
                <a16:creationId xmlns:a16="http://schemas.microsoft.com/office/drawing/2014/main" id="{74511A3D-A253-3EBE-CE85-7033FB858639}"/>
              </a:ext>
            </a:extLst>
          </p:cNvPr>
          <p:cNvSpPr/>
          <p:nvPr/>
        </p:nvSpPr>
        <p:spPr>
          <a:xfrm>
            <a:off x="333344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2" name="pl74">
            <a:extLst>
              <a:ext uri="{FF2B5EF4-FFF2-40B4-BE49-F238E27FC236}">
                <a16:creationId xmlns:a16="http://schemas.microsoft.com/office/drawing/2014/main" id="{80694F0C-8822-6B5E-DD7E-DFD2D777B0EB}"/>
              </a:ext>
            </a:extLst>
          </p:cNvPr>
          <p:cNvSpPr/>
          <p:nvPr/>
        </p:nvSpPr>
        <p:spPr>
          <a:xfrm>
            <a:off x="4530192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3" name="pl75">
            <a:extLst>
              <a:ext uri="{FF2B5EF4-FFF2-40B4-BE49-F238E27FC236}">
                <a16:creationId xmlns:a16="http://schemas.microsoft.com/office/drawing/2014/main" id="{2CAF5A92-536A-5BB6-CB11-C2FC97F1E087}"/>
              </a:ext>
            </a:extLst>
          </p:cNvPr>
          <p:cNvSpPr/>
          <p:nvPr/>
        </p:nvSpPr>
        <p:spPr>
          <a:xfrm>
            <a:off x="5726939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4" name="pl76">
            <a:extLst>
              <a:ext uri="{FF2B5EF4-FFF2-40B4-BE49-F238E27FC236}">
                <a16:creationId xmlns:a16="http://schemas.microsoft.com/office/drawing/2014/main" id="{2E243819-02CD-56F6-B4DC-69E3D20CE2C1}"/>
              </a:ext>
            </a:extLst>
          </p:cNvPr>
          <p:cNvSpPr/>
          <p:nvPr/>
        </p:nvSpPr>
        <p:spPr>
          <a:xfrm>
            <a:off x="6923686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5" name="tx77">
            <a:extLst>
              <a:ext uri="{FF2B5EF4-FFF2-40B4-BE49-F238E27FC236}">
                <a16:creationId xmlns:a16="http://schemas.microsoft.com/office/drawing/2014/main" id="{80FB5EB5-7683-FFBE-DAAA-D55FF3DB577C}"/>
              </a:ext>
            </a:extLst>
          </p:cNvPr>
          <p:cNvSpPr/>
          <p:nvPr/>
        </p:nvSpPr>
        <p:spPr>
          <a:xfrm>
            <a:off x="2105609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06" name="tx78">
            <a:extLst>
              <a:ext uri="{FF2B5EF4-FFF2-40B4-BE49-F238E27FC236}">
                <a16:creationId xmlns:a16="http://schemas.microsoft.com/office/drawing/2014/main" id="{1E479F63-807E-D40E-1512-4068DE42D65A}"/>
              </a:ext>
            </a:extLst>
          </p:cNvPr>
          <p:cNvSpPr/>
          <p:nvPr/>
        </p:nvSpPr>
        <p:spPr>
          <a:xfrm>
            <a:off x="3302356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07" name="tx79">
            <a:extLst>
              <a:ext uri="{FF2B5EF4-FFF2-40B4-BE49-F238E27FC236}">
                <a16:creationId xmlns:a16="http://schemas.microsoft.com/office/drawing/2014/main" id="{0D9EA3BC-EB01-E1E8-2F04-A34114900A9F}"/>
              </a:ext>
            </a:extLst>
          </p:cNvPr>
          <p:cNvSpPr/>
          <p:nvPr/>
        </p:nvSpPr>
        <p:spPr>
          <a:xfrm>
            <a:off x="4499103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08" name="tx80">
            <a:extLst>
              <a:ext uri="{FF2B5EF4-FFF2-40B4-BE49-F238E27FC236}">
                <a16:creationId xmlns:a16="http://schemas.microsoft.com/office/drawing/2014/main" id="{1272466B-0042-9547-08AD-790A813E7B6F}"/>
              </a:ext>
            </a:extLst>
          </p:cNvPr>
          <p:cNvSpPr/>
          <p:nvPr/>
        </p:nvSpPr>
        <p:spPr>
          <a:xfrm>
            <a:off x="5695849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09" name="tx81">
            <a:extLst>
              <a:ext uri="{FF2B5EF4-FFF2-40B4-BE49-F238E27FC236}">
                <a16:creationId xmlns:a16="http://schemas.microsoft.com/office/drawing/2014/main" id="{175CA5E0-965E-10E5-57D5-715D36955A63}"/>
              </a:ext>
            </a:extLst>
          </p:cNvPr>
          <p:cNvSpPr/>
          <p:nvPr/>
        </p:nvSpPr>
        <p:spPr>
          <a:xfrm>
            <a:off x="6892596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5.00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0" name="tx82">
            <a:extLst>
              <a:ext uri="{FF2B5EF4-FFF2-40B4-BE49-F238E27FC236}">
                <a16:creationId xmlns:a16="http://schemas.microsoft.com/office/drawing/2014/main" id="{9D7B30B0-A0E4-6AC6-865C-CA27515342C2}"/>
              </a:ext>
            </a:extLst>
          </p:cNvPr>
          <p:cNvSpPr/>
          <p:nvPr/>
        </p:nvSpPr>
        <p:spPr>
          <a:xfrm>
            <a:off x="3370766" y="6137094"/>
            <a:ext cx="14753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Euclidean </a:t>
            </a: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Environmental Distance</a:t>
            </a:r>
          </a:p>
        </p:txBody>
      </p:sp>
      <p:sp>
        <p:nvSpPr>
          <p:cNvPr id="111" name="pl72">
            <a:extLst>
              <a:ext uri="{FF2B5EF4-FFF2-40B4-BE49-F238E27FC236}">
                <a16:creationId xmlns:a16="http://schemas.microsoft.com/office/drawing/2014/main" id="{2216DA13-8A1B-3280-E51B-1FA5967ACCB8}"/>
              </a:ext>
            </a:extLst>
          </p:cNvPr>
          <p:cNvSpPr/>
          <p:nvPr/>
        </p:nvSpPr>
        <p:spPr>
          <a:xfrm>
            <a:off x="1079808" y="5724243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2" name="tx76">
            <a:extLst>
              <a:ext uri="{FF2B5EF4-FFF2-40B4-BE49-F238E27FC236}">
                <a16:creationId xmlns:a16="http://schemas.microsoft.com/office/drawing/2014/main" id="{6439BCAE-644A-013D-D816-F4D97577E877}"/>
              </a:ext>
            </a:extLst>
          </p:cNvPr>
          <p:cNvSpPr/>
          <p:nvPr/>
        </p:nvSpPr>
        <p:spPr>
          <a:xfrm>
            <a:off x="971041" y="5870280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13" name="tx81">
            <a:extLst>
              <a:ext uri="{FF2B5EF4-FFF2-40B4-BE49-F238E27FC236}">
                <a16:creationId xmlns:a16="http://schemas.microsoft.com/office/drawing/2014/main" id="{324B2AF2-5030-EB01-970B-5866156EF9C8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 (mm)</a:t>
            </a:r>
            <a:endParaRPr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4" name="pl65">
            <a:extLst>
              <a:ext uri="{FF2B5EF4-FFF2-40B4-BE49-F238E27FC236}">
                <a16:creationId xmlns:a16="http://schemas.microsoft.com/office/drawing/2014/main" id="{B950E90C-B92F-B869-2A40-827A2D891AED}"/>
              </a:ext>
            </a:extLst>
          </p:cNvPr>
          <p:cNvSpPr/>
          <p:nvPr/>
        </p:nvSpPr>
        <p:spPr>
          <a:xfrm>
            <a:off x="936806" y="572314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5" name="tx90">
            <a:extLst>
              <a:ext uri="{FF2B5EF4-FFF2-40B4-BE49-F238E27FC236}">
                <a16:creationId xmlns:a16="http://schemas.microsoft.com/office/drawing/2014/main" id="{6718B503-C1F2-CAC3-956E-B0FA5F895BAC}"/>
              </a:ext>
            </a:extLst>
          </p:cNvPr>
          <p:cNvSpPr/>
          <p:nvPr/>
        </p:nvSpPr>
        <p:spPr>
          <a:xfrm>
            <a:off x="965127" y="1633958"/>
            <a:ext cx="5138367" cy="25928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(D) Environmental Distance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vs 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</a:t>
            </a:r>
            <a:endParaRPr sz="2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519F7C5F-6E8F-C205-8B69-A250652FC458}"/>
              </a:ext>
            </a:extLst>
          </p:cNvPr>
          <p:cNvSpPr/>
          <p:nvPr/>
        </p:nvSpPr>
        <p:spPr>
          <a:xfrm>
            <a:off x="2338299" y="2599197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-0.387</a:t>
            </a:r>
          </a:p>
          <a:p>
            <a:pPr algn="ctr"/>
            <a:r>
              <a:rPr lang="en-US" sz="1500" b="1" i="1" dirty="0">
                <a:solidFill>
                  <a:schemeClr val="tx1"/>
                </a:solidFill>
              </a:rPr>
              <a:t>*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A0A4319-A0BA-B303-EF61-841A03F5F4B1}"/>
              </a:ext>
            </a:extLst>
          </p:cNvPr>
          <p:cNvSpPr/>
          <p:nvPr/>
        </p:nvSpPr>
        <p:spPr>
          <a:xfrm>
            <a:off x="2164491" y="3980718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-0.303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797</TotalTime>
  <Words>282</Words>
  <Application>Microsoft Macintosh PowerPoint</Application>
  <PresentationFormat>On-screen Show (4:3)</PresentationFormat>
  <Paragraphs>152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7</cp:revision>
  <dcterms:created xsi:type="dcterms:W3CDTF">2017-02-13T16:18:36Z</dcterms:created>
  <dcterms:modified xsi:type="dcterms:W3CDTF">2025-12-19T13:11:58Z</dcterms:modified>
  <cp:category/>
</cp:coreProperties>
</file>