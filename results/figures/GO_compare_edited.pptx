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81" r:id="rId6"/>
    <p:sldId id="260" r:id="rId7"/>
    <p:sldId id="262" r:id="rId8"/>
    <p:sldId id="261" r:id="rId9"/>
    <p:sldId id="263" r:id="rId10"/>
    <p:sldId id="282" r:id="rId11"/>
    <p:sldId id="267" r:id="rId12"/>
    <p:sldId id="268" r:id="rId13"/>
    <p:sldId id="269" r:id="rId14"/>
    <p:sldId id="270" r:id="rId15"/>
    <p:sldId id="265" r:id="rId16"/>
    <p:sldId id="266" r:id="rId17"/>
    <p:sldId id="271" r:id="rId18"/>
    <p:sldId id="272" r:id="rId19"/>
    <p:sldId id="275" r:id="rId20"/>
    <p:sldId id="276" r:id="rId21"/>
    <p:sldId id="277" r:id="rId22"/>
    <p:sldId id="278" r:id="rId23"/>
    <p:sldId id="273" r:id="rId24"/>
    <p:sldId id="274" r:id="rId25"/>
    <p:sldId id="279" r:id="rId26"/>
    <p:sldId id="280" r:id="rId27"/>
  </p:sldIdLst>
  <p:sldSz cx="9144000" cy="6858000" type="screen4x3"/>
  <p:notesSz cx="6858000" cy="9144000"/>
  <p:custDataLst>
    <p:tags r:id="rId2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47"/>
    <p:restoredTop sz="94423"/>
  </p:normalViewPr>
  <p:slideViewPr>
    <p:cSldViewPr>
      <p:cViewPr>
        <p:scale>
          <a:sx n="98" d="100"/>
          <a:sy n="98" d="100"/>
        </p:scale>
        <p:origin x="928" y="72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oup 113">
            <a:extLst>
              <a:ext uri="{FF2B5EF4-FFF2-40B4-BE49-F238E27FC236}">
                <a16:creationId xmlns:a16="http://schemas.microsoft.com/office/drawing/2014/main" id="{7C3A2E9F-05D4-C2A5-E377-64CFA2E972C5}"/>
              </a:ext>
            </a:extLst>
          </p:cNvPr>
          <p:cNvGrpSpPr/>
          <p:nvPr/>
        </p:nvGrpSpPr>
        <p:grpSpPr>
          <a:xfrm>
            <a:off x="7043250" y="1916833"/>
            <a:ext cx="1633206" cy="989733"/>
            <a:chOff x="7254012" y="3466204"/>
            <a:chExt cx="1094811" cy="663462"/>
          </a:xfrm>
        </p:grpSpPr>
        <p:sp>
          <p:nvSpPr>
            <p:cNvPr id="115" name="tx83">
              <a:extLst>
                <a:ext uri="{FF2B5EF4-FFF2-40B4-BE49-F238E27FC236}">
                  <a16:creationId xmlns:a16="http://schemas.microsoft.com/office/drawing/2014/main" id="{CB77D803-31F7-895B-4BBD-C3E0AA48F845}"/>
                </a:ext>
              </a:extLst>
            </p:cNvPr>
            <p:cNvSpPr/>
            <p:nvPr/>
          </p:nvSpPr>
          <p:spPr>
            <a:xfrm>
              <a:off x="7254012" y="3466204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76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76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16" name="rc84">
              <a:extLst>
                <a:ext uri="{FF2B5EF4-FFF2-40B4-BE49-F238E27FC236}">
                  <a16:creationId xmlns:a16="http://schemas.microsoft.com/office/drawing/2014/main" id="{3AF9C81B-80FE-8DE4-D48A-4044A0B22969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7" name="pt85">
              <a:extLst>
                <a:ext uri="{FF2B5EF4-FFF2-40B4-BE49-F238E27FC236}">
                  <a16:creationId xmlns:a16="http://schemas.microsoft.com/office/drawing/2014/main" id="{DC86EB3C-7274-7F56-7873-709590EA2D73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rc86">
              <a:extLst>
                <a:ext uri="{FF2B5EF4-FFF2-40B4-BE49-F238E27FC236}">
                  <a16:creationId xmlns:a16="http://schemas.microsoft.com/office/drawing/2014/main" id="{FC7A8FF2-16F2-4F1A-689F-8BC39A9CF33D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9" name="pt87">
              <a:extLst>
                <a:ext uri="{FF2B5EF4-FFF2-40B4-BE49-F238E27FC236}">
                  <a16:creationId xmlns:a16="http://schemas.microsoft.com/office/drawing/2014/main" id="{4177FF87-BB28-EA02-2C2A-FC51E1C6E80B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tx88">
              <a:extLst>
                <a:ext uri="{FF2B5EF4-FFF2-40B4-BE49-F238E27FC236}">
                  <a16:creationId xmlns:a16="http://schemas.microsoft.com/office/drawing/2014/main" id="{0155C9B8-656D-6BFC-6D5C-3CF2D006C275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21" name="tx89">
              <a:extLst>
                <a:ext uri="{FF2B5EF4-FFF2-40B4-BE49-F238E27FC236}">
                  <a16:creationId xmlns:a16="http://schemas.microsoft.com/office/drawing/2014/main" id="{2CB315C0-350D-3376-8435-3CBD8EDD5748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28FC8EBD-F4FF-DCF8-9AD7-94AF843E8190}"/>
              </a:ext>
            </a:extLst>
          </p:cNvPr>
          <p:cNvGrpSpPr/>
          <p:nvPr/>
        </p:nvGrpSpPr>
        <p:grpSpPr>
          <a:xfrm>
            <a:off x="395536" y="1671739"/>
            <a:ext cx="6848507" cy="4565573"/>
            <a:chOff x="395536" y="1671739"/>
            <a:chExt cx="6848507" cy="4565573"/>
          </a:xfrm>
        </p:grpSpPr>
        <p:sp>
          <p:nvSpPr>
            <p:cNvPr id="56" name="pg56"/>
            <p:cNvSpPr/>
            <p:nvPr/>
          </p:nvSpPr>
          <p:spPr>
            <a:xfrm>
              <a:off x="1285104" y="3655005"/>
              <a:ext cx="3665999" cy="1309813"/>
            </a:xfrm>
            <a:custGeom>
              <a:avLst/>
              <a:gdLst/>
              <a:ahLst/>
              <a:cxnLst/>
              <a:rect l="0" t="0" r="0" b="0"/>
              <a:pathLst>
                <a:path w="3665999" h="1309813">
                  <a:moveTo>
                    <a:pt x="0" y="0"/>
                  </a:moveTo>
                  <a:lnTo>
                    <a:pt x="46405" y="13387"/>
                  </a:lnTo>
                  <a:lnTo>
                    <a:pt x="92810" y="26713"/>
                  </a:lnTo>
                  <a:lnTo>
                    <a:pt x="139215" y="39972"/>
                  </a:lnTo>
                  <a:lnTo>
                    <a:pt x="185620" y="53162"/>
                  </a:lnTo>
                  <a:lnTo>
                    <a:pt x="232025" y="66278"/>
                  </a:lnTo>
                  <a:lnTo>
                    <a:pt x="278430" y="79316"/>
                  </a:lnTo>
                  <a:lnTo>
                    <a:pt x="324835" y="92272"/>
                  </a:lnTo>
                  <a:lnTo>
                    <a:pt x="371240" y="105139"/>
                  </a:lnTo>
                  <a:lnTo>
                    <a:pt x="417645" y="117914"/>
                  </a:lnTo>
                  <a:lnTo>
                    <a:pt x="464050" y="130590"/>
                  </a:lnTo>
                  <a:lnTo>
                    <a:pt x="510455" y="143162"/>
                  </a:lnTo>
                  <a:lnTo>
                    <a:pt x="556860" y="155623"/>
                  </a:lnTo>
                  <a:lnTo>
                    <a:pt x="603265" y="167965"/>
                  </a:lnTo>
                  <a:lnTo>
                    <a:pt x="649670" y="180183"/>
                  </a:lnTo>
                  <a:lnTo>
                    <a:pt x="696075" y="192267"/>
                  </a:lnTo>
                  <a:lnTo>
                    <a:pt x="742480" y="204211"/>
                  </a:lnTo>
                  <a:lnTo>
                    <a:pt x="788885" y="216005"/>
                  </a:lnTo>
                  <a:lnTo>
                    <a:pt x="835291" y="227639"/>
                  </a:lnTo>
                  <a:lnTo>
                    <a:pt x="881696" y="239105"/>
                  </a:lnTo>
                  <a:lnTo>
                    <a:pt x="928101" y="250393"/>
                  </a:lnTo>
                  <a:lnTo>
                    <a:pt x="974506" y="261490"/>
                  </a:lnTo>
                  <a:lnTo>
                    <a:pt x="1020911" y="272388"/>
                  </a:lnTo>
                  <a:lnTo>
                    <a:pt x="1067316" y="283073"/>
                  </a:lnTo>
                  <a:lnTo>
                    <a:pt x="1113721" y="293534"/>
                  </a:lnTo>
                  <a:lnTo>
                    <a:pt x="1160126" y="303759"/>
                  </a:lnTo>
                  <a:lnTo>
                    <a:pt x="1206531" y="313735"/>
                  </a:lnTo>
                  <a:lnTo>
                    <a:pt x="1252936" y="323450"/>
                  </a:lnTo>
                  <a:lnTo>
                    <a:pt x="1299341" y="332891"/>
                  </a:lnTo>
                  <a:lnTo>
                    <a:pt x="1345746" y="342045"/>
                  </a:lnTo>
                  <a:lnTo>
                    <a:pt x="1392151" y="350901"/>
                  </a:lnTo>
                  <a:lnTo>
                    <a:pt x="1438556" y="359447"/>
                  </a:lnTo>
                  <a:lnTo>
                    <a:pt x="1484961" y="367672"/>
                  </a:lnTo>
                  <a:lnTo>
                    <a:pt x="1531366" y="375565"/>
                  </a:lnTo>
                  <a:lnTo>
                    <a:pt x="1577771" y="383116"/>
                  </a:lnTo>
                  <a:lnTo>
                    <a:pt x="1624176" y="390319"/>
                  </a:lnTo>
                  <a:lnTo>
                    <a:pt x="1670582" y="397166"/>
                  </a:lnTo>
                  <a:lnTo>
                    <a:pt x="1716987" y="403651"/>
                  </a:lnTo>
                  <a:lnTo>
                    <a:pt x="1763392" y="409772"/>
                  </a:lnTo>
                  <a:lnTo>
                    <a:pt x="1809797" y="415525"/>
                  </a:lnTo>
                  <a:lnTo>
                    <a:pt x="1856202" y="420911"/>
                  </a:lnTo>
                  <a:lnTo>
                    <a:pt x="1902607" y="425932"/>
                  </a:lnTo>
                  <a:lnTo>
                    <a:pt x="1949012" y="430590"/>
                  </a:lnTo>
                  <a:lnTo>
                    <a:pt x="1995417" y="434891"/>
                  </a:lnTo>
                  <a:lnTo>
                    <a:pt x="2041822" y="438841"/>
                  </a:lnTo>
                  <a:lnTo>
                    <a:pt x="2088227" y="442447"/>
                  </a:lnTo>
                  <a:lnTo>
                    <a:pt x="2134632" y="445719"/>
                  </a:lnTo>
                  <a:lnTo>
                    <a:pt x="2181037" y="448667"/>
                  </a:lnTo>
                  <a:lnTo>
                    <a:pt x="2227442" y="451301"/>
                  </a:lnTo>
                  <a:lnTo>
                    <a:pt x="2273847" y="453634"/>
                  </a:lnTo>
                  <a:lnTo>
                    <a:pt x="2320252" y="455677"/>
                  </a:lnTo>
                  <a:lnTo>
                    <a:pt x="2366657" y="457443"/>
                  </a:lnTo>
                  <a:lnTo>
                    <a:pt x="2413062" y="458944"/>
                  </a:lnTo>
                  <a:lnTo>
                    <a:pt x="2459467" y="460194"/>
                  </a:lnTo>
                  <a:lnTo>
                    <a:pt x="2505873" y="461203"/>
                  </a:lnTo>
                  <a:lnTo>
                    <a:pt x="2552278" y="461986"/>
                  </a:lnTo>
                  <a:lnTo>
                    <a:pt x="2598683" y="462553"/>
                  </a:lnTo>
                  <a:lnTo>
                    <a:pt x="2645088" y="462916"/>
                  </a:lnTo>
                  <a:lnTo>
                    <a:pt x="2691493" y="463087"/>
                  </a:lnTo>
                  <a:lnTo>
                    <a:pt x="2737898" y="463076"/>
                  </a:lnTo>
                  <a:lnTo>
                    <a:pt x="2784303" y="462894"/>
                  </a:lnTo>
                  <a:lnTo>
                    <a:pt x="2830708" y="462551"/>
                  </a:lnTo>
                  <a:lnTo>
                    <a:pt x="2877113" y="462055"/>
                  </a:lnTo>
                  <a:lnTo>
                    <a:pt x="2923518" y="461416"/>
                  </a:lnTo>
                  <a:lnTo>
                    <a:pt x="2969923" y="460642"/>
                  </a:lnTo>
                  <a:lnTo>
                    <a:pt x="3016328" y="459741"/>
                  </a:lnTo>
                  <a:lnTo>
                    <a:pt x="3062733" y="458720"/>
                  </a:lnTo>
                  <a:lnTo>
                    <a:pt x="3109138" y="457586"/>
                  </a:lnTo>
                  <a:lnTo>
                    <a:pt x="3155543" y="456345"/>
                  </a:lnTo>
                  <a:lnTo>
                    <a:pt x="3201948" y="455005"/>
                  </a:lnTo>
                  <a:lnTo>
                    <a:pt x="3248353" y="453570"/>
                  </a:lnTo>
                  <a:lnTo>
                    <a:pt x="3294758" y="452046"/>
                  </a:lnTo>
                  <a:lnTo>
                    <a:pt x="3341164" y="450439"/>
                  </a:lnTo>
                  <a:lnTo>
                    <a:pt x="3387569" y="448751"/>
                  </a:lnTo>
                  <a:lnTo>
                    <a:pt x="3433974" y="446989"/>
                  </a:lnTo>
                  <a:lnTo>
                    <a:pt x="3480379" y="445157"/>
                  </a:lnTo>
                  <a:lnTo>
                    <a:pt x="3526784" y="443257"/>
                  </a:lnTo>
                  <a:lnTo>
                    <a:pt x="3573189" y="441294"/>
                  </a:lnTo>
                  <a:lnTo>
                    <a:pt x="3619594" y="439272"/>
                  </a:lnTo>
                  <a:lnTo>
                    <a:pt x="3665999" y="437192"/>
                  </a:lnTo>
                  <a:lnTo>
                    <a:pt x="3665999" y="1309813"/>
                  </a:lnTo>
                  <a:lnTo>
                    <a:pt x="3619594" y="1296326"/>
                  </a:lnTo>
                  <a:lnTo>
                    <a:pt x="3573189" y="1282894"/>
                  </a:lnTo>
                  <a:lnTo>
                    <a:pt x="3526784" y="1269523"/>
                  </a:lnTo>
                  <a:lnTo>
                    <a:pt x="3480379" y="1256215"/>
                  </a:lnTo>
                  <a:lnTo>
                    <a:pt x="3433974" y="1242974"/>
                  </a:lnTo>
                  <a:lnTo>
                    <a:pt x="3387569" y="1229803"/>
                  </a:lnTo>
                  <a:lnTo>
                    <a:pt x="3341164" y="1216707"/>
                  </a:lnTo>
                  <a:lnTo>
                    <a:pt x="3294758" y="1203691"/>
                  </a:lnTo>
                  <a:lnTo>
                    <a:pt x="3248353" y="1190759"/>
                  </a:lnTo>
                  <a:lnTo>
                    <a:pt x="3201948" y="1177915"/>
                  </a:lnTo>
                  <a:lnTo>
                    <a:pt x="3155543" y="1165166"/>
                  </a:lnTo>
                  <a:lnTo>
                    <a:pt x="3109138" y="1152518"/>
                  </a:lnTo>
                  <a:lnTo>
                    <a:pt x="3062733" y="1139975"/>
                  </a:lnTo>
                  <a:lnTo>
                    <a:pt x="3016328" y="1127546"/>
                  </a:lnTo>
                  <a:lnTo>
                    <a:pt x="2969923" y="1115236"/>
                  </a:lnTo>
                  <a:lnTo>
                    <a:pt x="2923518" y="1103053"/>
                  </a:lnTo>
                  <a:lnTo>
                    <a:pt x="2877113" y="1091006"/>
                  </a:lnTo>
                  <a:lnTo>
                    <a:pt x="2830708" y="1079101"/>
                  </a:lnTo>
                  <a:lnTo>
                    <a:pt x="2784303" y="1067349"/>
                  </a:lnTo>
                  <a:lnTo>
                    <a:pt x="2737898" y="1055759"/>
                  </a:lnTo>
                  <a:lnTo>
                    <a:pt x="2691493" y="1044340"/>
                  </a:lnTo>
                  <a:lnTo>
                    <a:pt x="2645088" y="1033102"/>
                  </a:lnTo>
                  <a:lnTo>
                    <a:pt x="2598683" y="1022057"/>
                  </a:lnTo>
                  <a:lnTo>
                    <a:pt x="2552278" y="1011216"/>
                  </a:lnTo>
                  <a:lnTo>
                    <a:pt x="2505873" y="1000590"/>
                  </a:lnTo>
                  <a:lnTo>
                    <a:pt x="2459467" y="990191"/>
                  </a:lnTo>
                  <a:lnTo>
                    <a:pt x="2413062" y="980031"/>
                  </a:lnTo>
                  <a:lnTo>
                    <a:pt x="2366657" y="970124"/>
                  </a:lnTo>
                  <a:lnTo>
                    <a:pt x="2320252" y="960482"/>
                  </a:lnTo>
                  <a:lnTo>
                    <a:pt x="2273847" y="951116"/>
                  </a:lnTo>
                  <a:lnTo>
                    <a:pt x="2227442" y="942040"/>
                  </a:lnTo>
                  <a:lnTo>
                    <a:pt x="2181037" y="933266"/>
                  </a:lnTo>
                  <a:lnTo>
                    <a:pt x="2134632" y="924806"/>
                  </a:lnTo>
                  <a:lnTo>
                    <a:pt x="2088227" y="916669"/>
                  </a:lnTo>
                  <a:lnTo>
                    <a:pt x="2041822" y="908867"/>
                  </a:lnTo>
                  <a:lnTo>
                    <a:pt x="1995417" y="901408"/>
                  </a:lnTo>
                  <a:lnTo>
                    <a:pt x="1949012" y="894300"/>
                  </a:lnTo>
                  <a:lnTo>
                    <a:pt x="1902607" y="887550"/>
                  </a:lnTo>
                  <a:lnTo>
                    <a:pt x="1856202" y="881162"/>
                  </a:lnTo>
                  <a:lnTo>
                    <a:pt x="1809797" y="875140"/>
                  </a:lnTo>
                  <a:lnTo>
                    <a:pt x="1763392" y="869485"/>
                  </a:lnTo>
                  <a:lnTo>
                    <a:pt x="1716987" y="864197"/>
                  </a:lnTo>
                  <a:lnTo>
                    <a:pt x="1670582" y="859274"/>
                  </a:lnTo>
                  <a:lnTo>
                    <a:pt x="1624176" y="854712"/>
                  </a:lnTo>
                  <a:lnTo>
                    <a:pt x="1577771" y="850506"/>
                  </a:lnTo>
                  <a:lnTo>
                    <a:pt x="1531366" y="846650"/>
                  </a:lnTo>
                  <a:lnTo>
                    <a:pt x="1484961" y="843134"/>
                  </a:lnTo>
                  <a:lnTo>
                    <a:pt x="1438556" y="839950"/>
                  </a:lnTo>
                  <a:lnTo>
                    <a:pt x="1392151" y="837087"/>
                  </a:lnTo>
                  <a:lnTo>
                    <a:pt x="1345746" y="834535"/>
                  </a:lnTo>
                  <a:lnTo>
                    <a:pt x="1299341" y="832281"/>
                  </a:lnTo>
                  <a:lnTo>
                    <a:pt x="1252936" y="830314"/>
                  </a:lnTo>
                  <a:lnTo>
                    <a:pt x="1206531" y="828620"/>
                  </a:lnTo>
                  <a:lnTo>
                    <a:pt x="1160126" y="827187"/>
                  </a:lnTo>
                  <a:lnTo>
                    <a:pt x="1113721" y="826004"/>
                  </a:lnTo>
                  <a:lnTo>
                    <a:pt x="1067316" y="825056"/>
                  </a:lnTo>
                  <a:lnTo>
                    <a:pt x="1020911" y="824333"/>
                  </a:lnTo>
                  <a:lnTo>
                    <a:pt x="974506" y="823822"/>
                  </a:lnTo>
                  <a:lnTo>
                    <a:pt x="928101" y="823511"/>
                  </a:lnTo>
                  <a:lnTo>
                    <a:pt x="881696" y="823390"/>
                  </a:lnTo>
                  <a:lnTo>
                    <a:pt x="835291" y="823447"/>
                  </a:lnTo>
                  <a:lnTo>
                    <a:pt x="788885" y="823673"/>
                  </a:lnTo>
                  <a:lnTo>
                    <a:pt x="742480" y="824059"/>
                  </a:lnTo>
                  <a:lnTo>
                    <a:pt x="696075" y="824594"/>
                  </a:lnTo>
                  <a:lnTo>
                    <a:pt x="649670" y="825270"/>
                  </a:lnTo>
                  <a:lnTo>
                    <a:pt x="603265" y="826079"/>
                  </a:lnTo>
                  <a:lnTo>
                    <a:pt x="556860" y="827013"/>
                  </a:lnTo>
                  <a:lnTo>
                    <a:pt x="510455" y="828065"/>
                  </a:lnTo>
                  <a:lnTo>
                    <a:pt x="464050" y="829228"/>
                  </a:lnTo>
                  <a:lnTo>
                    <a:pt x="417645" y="830496"/>
                  </a:lnTo>
                  <a:lnTo>
                    <a:pt x="371240" y="831862"/>
                  </a:lnTo>
                  <a:lnTo>
                    <a:pt x="324835" y="833321"/>
                  </a:lnTo>
                  <a:lnTo>
                    <a:pt x="278430" y="834868"/>
                  </a:lnTo>
                  <a:lnTo>
                    <a:pt x="232025" y="836498"/>
                  </a:lnTo>
                  <a:lnTo>
                    <a:pt x="185620" y="838205"/>
                  </a:lnTo>
                  <a:lnTo>
                    <a:pt x="139215" y="839987"/>
                  </a:lnTo>
                  <a:lnTo>
                    <a:pt x="92810" y="841838"/>
                  </a:lnTo>
                  <a:lnTo>
                    <a:pt x="46405" y="843755"/>
                  </a:lnTo>
                  <a:lnTo>
                    <a:pt x="0" y="845734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85104" y="4077873"/>
              <a:ext cx="3665999" cy="450636"/>
            </a:xfrm>
            <a:custGeom>
              <a:avLst/>
              <a:gdLst/>
              <a:ahLst/>
              <a:cxnLst/>
              <a:rect l="0" t="0" r="0" b="0"/>
              <a:pathLst>
                <a:path w="3665999" h="450636">
                  <a:moveTo>
                    <a:pt x="0" y="0"/>
                  </a:moveTo>
                  <a:lnTo>
                    <a:pt x="46405" y="5704"/>
                  </a:lnTo>
                  <a:lnTo>
                    <a:pt x="92810" y="11408"/>
                  </a:lnTo>
                  <a:lnTo>
                    <a:pt x="139215" y="17112"/>
                  </a:lnTo>
                  <a:lnTo>
                    <a:pt x="185620" y="22817"/>
                  </a:lnTo>
                  <a:lnTo>
                    <a:pt x="232025" y="28521"/>
                  </a:lnTo>
                  <a:lnTo>
                    <a:pt x="278430" y="34225"/>
                  </a:lnTo>
                  <a:lnTo>
                    <a:pt x="324835" y="39929"/>
                  </a:lnTo>
                  <a:lnTo>
                    <a:pt x="371240" y="45634"/>
                  </a:lnTo>
                  <a:lnTo>
                    <a:pt x="417645" y="51338"/>
                  </a:lnTo>
                  <a:lnTo>
                    <a:pt x="464050" y="57042"/>
                  </a:lnTo>
                  <a:lnTo>
                    <a:pt x="510455" y="62746"/>
                  </a:lnTo>
                  <a:lnTo>
                    <a:pt x="556860" y="68451"/>
                  </a:lnTo>
                  <a:lnTo>
                    <a:pt x="603265" y="74155"/>
                  </a:lnTo>
                  <a:lnTo>
                    <a:pt x="649670" y="79859"/>
                  </a:lnTo>
                  <a:lnTo>
                    <a:pt x="696075" y="85563"/>
                  </a:lnTo>
                  <a:lnTo>
                    <a:pt x="742480" y="91268"/>
                  </a:lnTo>
                  <a:lnTo>
                    <a:pt x="788885" y="96972"/>
                  </a:lnTo>
                  <a:lnTo>
                    <a:pt x="835291" y="102676"/>
                  </a:lnTo>
                  <a:lnTo>
                    <a:pt x="881696" y="108380"/>
                  </a:lnTo>
                  <a:lnTo>
                    <a:pt x="928101" y="114085"/>
                  </a:lnTo>
                  <a:lnTo>
                    <a:pt x="974506" y="119789"/>
                  </a:lnTo>
                  <a:lnTo>
                    <a:pt x="1020911" y="125493"/>
                  </a:lnTo>
                  <a:lnTo>
                    <a:pt x="1067316" y="131197"/>
                  </a:lnTo>
                  <a:lnTo>
                    <a:pt x="1113721" y="136902"/>
                  </a:lnTo>
                  <a:lnTo>
                    <a:pt x="1160126" y="142606"/>
                  </a:lnTo>
                  <a:lnTo>
                    <a:pt x="1206531" y="148310"/>
                  </a:lnTo>
                  <a:lnTo>
                    <a:pt x="1252936" y="154014"/>
                  </a:lnTo>
                  <a:lnTo>
                    <a:pt x="1299341" y="159719"/>
                  </a:lnTo>
                  <a:lnTo>
                    <a:pt x="1345746" y="165423"/>
                  </a:lnTo>
                  <a:lnTo>
                    <a:pt x="1392151" y="171127"/>
                  </a:lnTo>
                  <a:lnTo>
                    <a:pt x="1438556" y="176831"/>
                  </a:lnTo>
                  <a:lnTo>
                    <a:pt x="1484961" y="182536"/>
                  </a:lnTo>
                  <a:lnTo>
                    <a:pt x="1531366" y="188240"/>
                  </a:lnTo>
                  <a:lnTo>
                    <a:pt x="1577771" y="193944"/>
                  </a:lnTo>
                  <a:lnTo>
                    <a:pt x="1624176" y="199648"/>
                  </a:lnTo>
                  <a:lnTo>
                    <a:pt x="1670582" y="205353"/>
                  </a:lnTo>
                  <a:lnTo>
                    <a:pt x="1716987" y="211057"/>
                  </a:lnTo>
                  <a:lnTo>
                    <a:pt x="1763392" y="216761"/>
                  </a:lnTo>
                  <a:lnTo>
                    <a:pt x="1809797" y="222465"/>
                  </a:lnTo>
                  <a:lnTo>
                    <a:pt x="1856202" y="228170"/>
                  </a:lnTo>
                  <a:lnTo>
                    <a:pt x="1902607" y="233874"/>
                  </a:lnTo>
                  <a:lnTo>
                    <a:pt x="1949012" y="239578"/>
                  </a:lnTo>
                  <a:lnTo>
                    <a:pt x="1995417" y="245282"/>
                  </a:lnTo>
                  <a:lnTo>
                    <a:pt x="2041822" y="250987"/>
                  </a:lnTo>
                  <a:lnTo>
                    <a:pt x="2088227" y="256691"/>
                  </a:lnTo>
                  <a:lnTo>
                    <a:pt x="2134632" y="262395"/>
                  </a:lnTo>
                  <a:lnTo>
                    <a:pt x="2181037" y="268099"/>
                  </a:lnTo>
                  <a:lnTo>
                    <a:pt x="2227442" y="273804"/>
                  </a:lnTo>
                  <a:lnTo>
                    <a:pt x="2273847" y="279508"/>
                  </a:lnTo>
                  <a:lnTo>
                    <a:pt x="2320252" y="285212"/>
                  </a:lnTo>
                  <a:lnTo>
                    <a:pt x="2366657" y="290916"/>
                  </a:lnTo>
                  <a:lnTo>
                    <a:pt x="2413062" y="296621"/>
                  </a:lnTo>
                  <a:lnTo>
                    <a:pt x="2459467" y="302325"/>
                  </a:lnTo>
                  <a:lnTo>
                    <a:pt x="2505873" y="308029"/>
                  </a:lnTo>
                  <a:lnTo>
                    <a:pt x="2552278" y="313733"/>
                  </a:lnTo>
                  <a:lnTo>
                    <a:pt x="2598683" y="319438"/>
                  </a:lnTo>
                  <a:lnTo>
                    <a:pt x="2645088" y="325142"/>
                  </a:lnTo>
                  <a:lnTo>
                    <a:pt x="2691493" y="330846"/>
                  </a:lnTo>
                  <a:lnTo>
                    <a:pt x="2737898" y="336551"/>
                  </a:lnTo>
                  <a:lnTo>
                    <a:pt x="2784303" y="342255"/>
                  </a:lnTo>
                  <a:lnTo>
                    <a:pt x="2830708" y="347959"/>
                  </a:lnTo>
                  <a:lnTo>
                    <a:pt x="2877113" y="353663"/>
                  </a:lnTo>
                  <a:lnTo>
                    <a:pt x="2923518" y="359368"/>
                  </a:lnTo>
                  <a:lnTo>
                    <a:pt x="2969923" y="365072"/>
                  </a:lnTo>
                  <a:lnTo>
                    <a:pt x="3016328" y="370776"/>
                  </a:lnTo>
                  <a:lnTo>
                    <a:pt x="3062733" y="376480"/>
                  </a:lnTo>
                  <a:lnTo>
                    <a:pt x="3109138" y="382185"/>
                  </a:lnTo>
                  <a:lnTo>
                    <a:pt x="3155543" y="387889"/>
                  </a:lnTo>
                  <a:lnTo>
                    <a:pt x="3201948" y="393593"/>
                  </a:lnTo>
                  <a:lnTo>
                    <a:pt x="3248353" y="399297"/>
                  </a:lnTo>
                  <a:lnTo>
                    <a:pt x="3294758" y="405002"/>
                  </a:lnTo>
                  <a:lnTo>
                    <a:pt x="3341164" y="410706"/>
                  </a:lnTo>
                  <a:lnTo>
                    <a:pt x="3387569" y="416410"/>
                  </a:lnTo>
                  <a:lnTo>
                    <a:pt x="3433974" y="422114"/>
                  </a:lnTo>
                  <a:lnTo>
                    <a:pt x="3480379" y="427819"/>
                  </a:lnTo>
                  <a:lnTo>
                    <a:pt x="3526784" y="433523"/>
                  </a:lnTo>
                  <a:lnTo>
                    <a:pt x="3573189" y="439227"/>
                  </a:lnTo>
                  <a:lnTo>
                    <a:pt x="3619594" y="444931"/>
                  </a:lnTo>
                  <a:lnTo>
                    <a:pt x="3665999" y="450636"/>
                  </a:lnTo>
                </a:path>
              </a:pathLst>
            </a:custGeom>
            <a:ln w="38100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57927" y="2570231"/>
              <a:ext cx="5701062" cy="2315279"/>
            </a:xfrm>
            <a:custGeom>
              <a:avLst/>
              <a:gdLst/>
              <a:ahLst/>
              <a:cxnLst/>
              <a:rect l="0" t="0" r="0" b="0"/>
              <a:pathLst>
                <a:path w="5701062" h="2315279">
                  <a:moveTo>
                    <a:pt x="0" y="0"/>
                  </a:moveTo>
                  <a:lnTo>
                    <a:pt x="72165" y="29307"/>
                  </a:lnTo>
                  <a:lnTo>
                    <a:pt x="144330" y="58614"/>
                  </a:lnTo>
                  <a:lnTo>
                    <a:pt x="216496" y="87922"/>
                  </a:lnTo>
                  <a:lnTo>
                    <a:pt x="288661" y="117229"/>
                  </a:lnTo>
                  <a:lnTo>
                    <a:pt x="360826" y="146536"/>
                  </a:lnTo>
                  <a:lnTo>
                    <a:pt x="432992" y="175844"/>
                  </a:lnTo>
                  <a:lnTo>
                    <a:pt x="505157" y="205151"/>
                  </a:lnTo>
                  <a:lnTo>
                    <a:pt x="577322" y="234458"/>
                  </a:lnTo>
                  <a:lnTo>
                    <a:pt x="649488" y="263766"/>
                  </a:lnTo>
                  <a:lnTo>
                    <a:pt x="721653" y="293073"/>
                  </a:lnTo>
                  <a:lnTo>
                    <a:pt x="793818" y="322380"/>
                  </a:lnTo>
                  <a:lnTo>
                    <a:pt x="865984" y="351688"/>
                  </a:lnTo>
                  <a:lnTo>
                    <a:pt x="938149" y="380995"/>
                  </a:lnTo>
                  <a:lnTo>
                    <a:pt x="1010314" y="410302"/>
                  </a:lnTo>
                  <a:lnTo>
                    <a:pt x="1082480" y="439610"/>
                  </a:lnTo>
                  <a:lnTo>
                    <a:pt x="1154645" y="468917"/>
                  </a:lnTo>
                  <a:lnTo>
                    <a:pt x="1226811" y="498224"/>
                  </a:lnTo>
                  <a:lnTo>
                    <a:pt x="1298976" y="527532"/>
                  </a:lnTo>
                  <a:lnTo>
                    <a:pt x="1371141" y="556839"/>
                  </a:lnTo>
                  <a:lnTo>
                    <a:pt x="1443307" y="586146"/>
                  </a:lnTo>
                  <a:lnTo>
                    <a:pt x="1515472" y="615454"/>
                  </a:lnTo>
                  <a:lnTo>
                    <a:pt x="1587637" y="644761"/>
                  </a:lnTo>
                  <a:lnTo>
                    <a:pt x="1659803" y="674068"/>
                  </a:lnTo>
                  <a:lnTo>
                    <a:pt x="1731968" y="703376"/>
                  </a:lnTo>
                  <a:lnTo>
                    <a:pt x="1804133" y="732683"/>
                  </a:lnTo>
                  <a:lnTo>
                    <a:pt x="1876299" y="761990"/>
                  </a:lnTo>
                  <a:lnTo>
                    <a:pt x="1948464" y="791298"/>
                  </a:lnTo>
                  <a:lnTo>
                    <a:pt x="2020629" y="820605"/>
                  </a:lnTo>
                  <a:lnTo>
                    <a:pt x="2092795" y="849912"/>
                  </a:lnTo>
                  <a:lnTo>
                    <a:pt x="2164960" y="879220"/>
                  </a:lnTo>
                  <a:lnTo>
                    <a:pt x="2237125" y="908527"/>
                  </a:lnTo>
                  <a:lnTo>
                    <a:pt x="2309291" y="937834"/>
                  </a:lnTo>
                  <a:lnTo>
                    <a:pt x="2381456" y="967142"/>
                  </a:lnTo>
                  <a:lnTo>
                    <a:pt x="2453622" y="996449"/>
                  </a:lnTo>
                  <a:lnTo>
                    <a:pt x="2525787" y="1025756"/>
                  </a:lnTo>
                  <a:lnTo>
                    <a:pt x="2597952" y="1055064"/>
                  </a:lnTo>
                  <a:lnTo>
                    <a:pt x="2670118" y="1084371"/>
                  </a:lnTo>
                  <a:lnTo>
                    <a:pt x="2742283" y="1113678"/>
                  </a:lnTo>
                  <a:lnTo>
                    <a:pt x="2814448" y="1142986"/>
                  </a:lnTo>
                  <a:lnTo>
                    <a:pt x="2886614" y="1172293"/>
                  </a:lnTo>
                  <a:lnTo>
                    <a:pt x="2958779" y="1201600"/>
                  </a:lnTo>
                  <a:lnTo>
                    <a:pt x="3030944" y="1230908"/>
                  </a:lnTo>
                  <a:lnTo>
                    <a:pt x="3103110" y="1260215"/>
                  </a:lnTo>
                  <a:lnTo>
                    <a:pt x="3175275" y="1289522"/>
                  </a:lnTo>
                  <a:lnTo>
                    <a:pt x="3247440" y="1318830"/>
                  </a:lnTo>
                  <a:lnTo>
                    <a:pt x="3319606" y="1348137"/>
                  </a:lnTo>
                  <a:lnTo>
                    <a:pt x="3391771" y="1377444"/>
                  </a:lnTo>
                  <a:lnTo>
                    <a:pt x="3463936" y="1406752"/>
                  </a:lnTo>
                  <a:lnTo>
                    <a:pt x="3536102" y="1436059"/>
                  </a:lnTo>
                  <a:lnTo>
                    <a:pt x="3608267" y="1465366"/>
                  </a:lnTo>
                  <a:lnTo>
                    <a:pt x="3680433" y="1494674"/>
                  </a:lnTo>
                  <a:lnTo>
                    <a:pt x="3752598" y="1523981"/>
                  </a:lnTo>
                  <a:lnTo>
                    <a:pt x="3824763" y="1553288"/>
                  </a:lnTo>
                  <a:lnTo>
                    <a:pt x="3896929" y="1582596"/>
                  </a:lnTo>
                  <a:lnTo>
                    <a:pt x="3969094" y="1611903"/>
                  </a:lnTo>
                  <a:lnTo>
                    <a:pt x="4041259" y="1641210"/>
                  </a:lnTo>
                  <a:lnTo>
                    <a:pt x="4113425" y="1670518"/>
                  </a:lnTo>
                  <a:lnTo>
                    <a:pt x="4185590" y="1699825"/>
                  </a:lnTo>
                  <a:lnTo>
                    <a:pt x="4257755" y="1729132"/>
                  </a:lnTo>
                  <a:lnTo>
                    <a:pt x="4329921" y="1758440"/>
                  </a:lnTo>
                  <a:lnTo>
                    <a:pt x="4402086" y="1787747"/>
                  </a:lnTo>
                  <a:lnTo>
                    <a:pt x="4474251" y="1817054"/>
                  </a:lnTo>
                  <a:lnTo>
                    <a:pt x="4546417" y="1846362"/>
                  </a:lnTo>
                  <a:lnTo>
                    <a:pt x="4618582" y="1875669"/>
                  </a:lnTo>
                  <a:lnTo>
                    <a:pt x="4690748" y="1904976"/>
                  </a:lnTo>
                  <a:lnTo>
                    <a:pt x="4762913" y="1934284"/>
                  </a:lnTo>
                  <a:lnTo>
                    <a:pt x="4835078" y="1963591"/>
                  </a:lnTo>
                  <a:lnTo>
                    <a:pt x="4907244" y="1992898"/>
                  </a:lnTo>
                  <a:lnTo>
                    <a:pt x="4979409" y="2022206"/>
                  </a:lnTo>
                  <a:lnTo>
                    <a:pt x="5051574" y="2051513"/>
                  </a:lnTo>
                  <a:lnTo>
                    <a:pt x="5123740" y="2080820"/>
                  </a:lnTo>
                  <a:lnTo>
                    <a:pt x="5195905" y="2110128"/>
                  </a:lnTo>
                  <a:lnTo>
                    <a:pt x="5268070" y="2139435"/>
                  </a:lnTo>
                  <a:lnTo>
                    <a:pt x="5340236" y="2168742"/>
                  </a:lnTo>
                  <a:lnTo>
                    <a:pt x="5412401" y="2198050"/>
                  </a:lnTo>
                  <a:lnTo>
                    <a:pt x="5484566" y="2227357"/>
                  </a:lnTo>
                  <a:lnTo>
                    <a:pt x="5556732" y="2256664"/>
                  </a:lnTo>
                  <a:lnTo>
                    <a:pt x="5628897" y="2285972"/>
                  </a:lnTo>
                  <a:lnTo>
                    <a:pt x="5701062" y="2315279"/>
                  </a:lnTo>
                </a:path>
              </a:pathLst>
            </a:custGeom>
            <a:ln w="38100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57927" y="2070498"/>
              <a:ext cx="5701062" cy="3478708"/>
            </a:xfrm>
            <a:custGeom>
              <a:avLst/>
              <a:gdLst/>
              <a:ahLst/>
              <a:cxnLst/>
              <a:rect l="0" t="0" r="0" b="0"/>
              <a:pathLst>
                <a:path w="5701062" h="3478708">
                  <a:moveTo>
                    <a:pt x="0" y="0"/>
                  </a:moveTo>
                  <a:lnTo>
                    <a:pt x="72165" y="39752"/>
                  </a:lnTo>
                  <a:lnTo>
                    <a:pt x="144330" y="79391"/>
                  </a:lnTo>
                  <a:lnTo>
                    <a:pt x="216496" y="118909"/>
                  </a:lnTo>
                  <a:lnTo>
                    <a:pt x="288661" y="158299"/>
                  </a:lnTo>
                  <a:lnTo>
                    <a:pt x="360826" y="197550"/>
                  </a:lnTo>
                  <a:lnTo>
                    <a:pt x="432992" y="236655"/>
                  </a:lnTo>
                  <a:lnTo>
                    <a:pt x="505157" y="275603"/>
                  </a:lnTo>
                  <a:lnTo>
                    <a:pt x="577322" y="314383"/>
                  </a:lnTo>
                  <a:lnTo>
                    <a:pt x="649488" y="352983"/>
                  </a:lnTo>
                  <a:lnTo>
                    <a:pt x="721653" y="391391"/>
                  </a:lnTo>
                  <a:lnTo>
                    <a:pt x="793818" y="429594"/>
                  </a:lnTo>
                  <a:lnTo>
                    <a:pt x="865984" y="467577"/>
                  </a:lnTo>
                  <a:lnTo>
                    <a:pt x="938149" y="505326"/>
                  </a:lnTo>
                  <a:lnTo>
                    <a:pt x="1010314" y="542823"/>
                  </a:lnTo>
                  <a:lnTo>
                    <a:pt x="1082480" y="580053"/>
                  </a:lnTo>
                  <a:lnTo>
                    <a:pt x="1154645" y="616996"/>
                  </a:lnTo>
                  <a:lnTo>
                    <a:pt x="1226811" y="653633"/>
                  </a:lnTo>
                  <a:lnTo>
                    <a:pt x="1298976" y="689946"/>
                  </a:lnTo>
                  <a:lnTo>
                    <a:pt x="1371141" y="725912"/>
                  </a:lnTo>
                  <a:lnTo>
                    <a:pt x="1443307" y="761511"/>
                  </a:lnTo>
                  <a:lnTo>
                    <a:pt x="1515472" y="796721"/>
                  </a:lnTo>
                  <a:lnTo>
                    <a:pt x="1587637" y="831520"/>
                  </a:lnTo>
                  <a:lnTo>
                    <a:pt x="1659803" y="865887"/>
                  </a:lnTo>
                  <a:lnTo>
                    <a:pt x="1731968" y="899798"/>
                  </a:lnTo>
                  <a:lnTo>
                    <a:pt x="1804133" y="933234"/>
                  </a:lnTo>
                  <a:lnTo>
                    <a:pt x="1876299" y="966174"/>
                  </a:lnTo>
                  <a:lnTo>
                    <a:pt x="1948464" y="998600"/>
                  </a:lnTo>
                  <a:lnTo>
                    <a:pt x="2020629" y="1030495"/>
                  </a:lnTo>
                  <a:lnTo>
                    <a:pt x="2092795" y="1061846"/>
                  </a:lnTo>
                  <a:lnTo>
                    <a:pt x="2164960" y="1092639"/>
                  </a:lnTo>
                  <a:lnTo>
                    <a:pt x="2237125" y="1122868"/>
                  </a:lnTo>
                  <a:lnTo>
                    <a:pt x="2309291" y="1152525"/>
                  </a:lnTo>
                  <a:lnTo>
                    <a:pt x="2381456" y="1181610"/>
                  </a:lnTo>
                  <a:lnTo>
                    <a:pt x="2453622" y="1210122"/>
                  </a:lnTo>
                  <a:lnTo>
                    <a:pt x="2525787" y="1238069"/>
                  </a:lnTo>
                  <a:lnTo>
                    <a:pt x="2597952" y="1265456"/>
                  </a:lnTo>
                  <a:lnTo>
                    <a:pt x="2670118" y="1292295"/>
                  </a:lnTo>
                  <a:lnTo>
                    <a:pt x="2742283" y="1318600"/>
                  </a:lnTo>
                  <a:lnTo>
                    <a:pt x="2814448" y="1344388"/>
                  </a:lnTo>
                  <a:lnTo>
                    <a:pt x="2886614" y="1369675"/>
                  </a:lnTo>
                  <a:lnTo>
                    <a:pt x="2958779" y="1394482"/>
                  </a:lnTo>
                  <a:lnTo>
                    <a:pt x="3030944" y="1418830"/>
                  </a:lnTo>
                  <a:lnTo>
                    <a:pt x="3103110" y="1442740"/>
                  </a:lnTo>
                  <a:lnTo>
                    <a:pt x="3175275" y="1466234"/>
                  </a:lnTo>
                  <a:lnTo>
                    <a:pt x="3247440" y="1489334"/>
                  </a:lnTo>
                  <a:lnTo>
                    <a:pt x="3319606" y="1512062"/>
                  </a:lnTo>
                  <a:lnTo>
                    <a:pt x="3391771" y="1534440"/>
                  </a:lnTo>
                  <a:lnTo>
                    <a:pt x="3463936" y="1556487"/>
                  </a:lnTo>
                  <a:lnTo>
                    <a:pt x="3536102" y="1578225"/>
                  </a:lnTo>
                  <a:lnTo>
                    <a:pt x="3608267" y="1599673"/>
                  </a:lnTo>
                  <a:lnTo>
                    <a:pt x="3680433" y="1620848"/>
                  </a:lnTo>
                  <a:lnTo>
                    <a:pt x="3752598" y="1641768"/>
                  </a:lnTo>
                  <a:lnTo>
                    <a:pt x="3824763" y="1662451"/>
                  </a:lnTo>
                  <a:lnTo>
                    <a:pt x="3896929" y="1682910"/>
                  </a:lnTo>
                  <a:lnTo>
                    <a:pt x="3969094" y="1703161"/>
                  </a:lnTo>
                  <a:lnTo>
                    <a:pt x="4041259" y="1723217"/>
                  </a:lnTo>
                  <a:lnTo>
                    <a:pt x="4113425" y="1743090"/>
                  </a:lnTo>
                  <a:lnTo>
                    <a:pt x="4185590" y="1762794"/>
                  </a:lnTo>
                  <a:lnTo>
                    <a:pt x="4257755" y="1782338"/>
                  </a:lnTo>
                  <a:lnTo>
                    <a:pt x="4329921" y="1801733"/>
                  </a:lnTo>
                  <a:lnTo>
                    <a:pt x="4402086" y="1820988"/>
                  </a:lnTo>
                  <a:lnTo>
                    <a:pt x="4474251" y="1840112"/>
                  </a:lnTo>
                  <a:lnTo>
                    <a:pt x="4546417" y="1859114"/>
                  </a:lnTo>
                  <a:lnTo>
                    <a:pt x="4618582" y="1878001"/>
                  </a:lnTo>
                  <a:lnTo>
                    <a:pt x="4690748" y="1896779"/>
                  </a:lnTo>
                  <a:lnTo>
                    <a:pt x="4762913" y="1915457"/>
                  </a:lnTo>
                  <a:lnTo>
                    <a:pt x="4835078" y="1934039"/>
                  </a:lnTo>
                  <a:lnTo>
                    <a:pt x="4907244" y="1952532"/>
                  </a:lnTo>
                  <a:lnTo>
                    <a:pt x="4979409" y="1970940"/>
                  </a:lnTo>
                  <a:lnTo>
                    <a:pt x="5051574" y="1989269"/>
                  </a:lnTo>
                  <a:lnTo>
                    <a:pt x="5123740" y="2007523"/>
                  </a:lnTo>
                  <a:lnTo>
                    <a:pt x="5195905" y="2025707"/>
                  </a:lnTo>
                  <a:lnTo>
                    <a:pt x="5268070" y="2043824"/>
                  </a:lnTo>
                  <a:lnTo>
                    <a:pt x="5340236" y="2061878"/>
                  </a:lnTo>
                  <a:lnTo>
                    <a:pt x="5412401" y="2079872"/>
                  </a:lnTo>
                  <a:lnTo>
                    <a:pt x="5484566" y="2097810"/>
                  </a:lnTo>
                  <a:lnTo>
                    <a:pt x="5556732" y="2115695"/>
                  </a:lnTo>
                  <a:lnTo>
                    <a:pt x="5628897" y="2133530"/>
                  </a:lnTo>
                  <a:lnTo>
                    <a:pt x="5701062" y="2151316"/>
                  </a:lnTo>
                  <a:lnTo>
                    <a:pt x="5701062" y="3478708"/>
                  </a:lnTo>
                  <a:lnTo>
                    <a:pt x="5628897" y="3437880"/>
                  </a:lnTo>
                  <a:lnTo>
                    <a:pt x="5556732" y="3397100"/>
                  </a:lnTo>
                  <a:lnTo>
                    <a:pt x="5484566" y="3356370"/>
                  </a:lnTo>
                  <a:lnTo>
                    <a:pt x="5412401" y="3315693"/>
                  </a:lnTo>
                  <a:lnTo>
                    <a:pt x="5340236" y="3275073"/>
                  </a:lnTo>
                  <a:lnTo>
                    <a:pt x="5268070" y="3234512"/>
                  </a:lnTo>
                  <a:lnTo>
                    <a:pt x="5195905" y="3194015"/>
                  </a:lnTo>
                  <a:lnTo>
                    <a:pt x="5123740" y="3153584"/>
                  </a:lnTo>
                  <a:lnTo>
                    <a:pt x="5051574" y="3113223"/>
                  </a:lnTo>
                  <a:lnTo>
                    <a:pt x="4979409" y="3072937"/>
                  </a:lnTo>
                  <a:lnTo>
                    <a:pt x="4907244" y="3032731"/>
                  </a:lnTo>
                  <a:lnTo>
                    <a:pt x="4835078" y="2992609"/>
                  </a:lnTo>
                  <a:lnTo>
                    <a:pt x="4762913" y="2952577"/>
                  </a:lnTo>
                  <a:lnTo>
                    <a:pt x="4690748" y="2912639"/>
                  </a:lnTo>
                  <a:lnTo>
                    <a:pt x="4618582" y="2872803"/>
                  </a:lnTo>
                  <a:lnTo>
                    <a:pt x="4546417" y="2833075"/>
                  </a:lnTo>
                  <a:lnTo>
                    <a:pt x="4474251" y="2793463"/>
                  </a:lnTo>
                  <a:lnTo>
                    <a:pt x="4402086" y="2753972"/>
                  </a:lnTo>
                  <a:lnTo>
                    <a:pt x="4329921" y="2714613"/>
                  </a:lnTo>
                  <a:lnTo>
                    <a:pt x="4257755" y="2675393"/>
                  </a:lnTo>
                  <a:lnTo>
                    <a:pt x="4185590" y="2636322"/>
                  </a:lnTo>
                  <a:lnTo>
                    <a:pt x="4113425" y="2597411"/>
                  </a:lnTo>
                  <a:lnTo>
                    <a:pt x="4041259" y="2558670"/>
                  </a:lnTo>
                  <a:lnTo>
                    <a:pt x="3969094" y="2520111"/>
                  </a:lnTo>
                  <a:lnTo>
                    <a:pt x="3896929" y="2481748"/>
                  </a:lnTo>
                  <a:lnTo>
                    <a:pt x="3824763" y="2443592"/>
                  </a:lnTo>
                  <a:lnTo>
                    <a:pt x="3752598" y="2405660"/>
                  </a:lnTo>
                  <a:lnTo>
                    <a:pt x="3680433" y="2367966"/>
                  </a:lnTo>
                  <a:lnTo>
                    <a:pt x="3608267" y="2330526"/>
                  </a:lnTo>
                  <a:lnTo>
                    <a:pt x="3536102" y="2293359"/>
                  </a:lnTo>
                  <a:lnTo>
                    <a:pt x="3463936" y="2256482"/>
                  </a:lnTo>
                  <a:lnTo>
                    <a:pt x="3391771" y="2219915"/>
                  </a:lnTo>
                  <a:lnTo>
                    <a:pt x="3319606" y="2183678"/>
                  </a:lnTo>
                  <a:lnTo>
                    <a:pt x="3247440" y="2147791"/>
                  </a:lnTo>
                  <a:lnTo>
                    <a:pt x="3175275" y="2112277"/>
                  </a:lnTo>
                  <a:lnTo>
                    <a:pt x="3103110" y="2077156"/>
                  </a:lnTo>
                  <a:lnTo>
                    <a:pt x="3030944" y="2042451"/>
                  </a:lnTo>
                  <a:lnTo>
                    <a:pt x="2958779" y="2008184"/>
                  </a:lnTo>
                  <a:lnTo>
                    <a:pt x="2886614" y="1974377"/>
                  </a:lnTo>
                  <a:lnTo>
                    <a:pt x="2814448" y="1941050"/>
                  </a:lnTo>
                  <a:lnTo>
                    <a:pt x="2742283" y="1908222"/>
                  </a:lnTo>
                  <a:lnTo>
                    <a:pt x="2670118" y="1875913"/>
                  </a:lnTo>
                  <a:lnTo>
                    <a:pt x="2597952" y="1844138"/>
                  </a:lnTo>
                  <a:lnTo>
                    <a:pt x="2525787" y="1812910"/>
                  </a:lnTo>
                  <a:lnTo>
                    <a:pt x="2453622" y="1782241"/>
                  </a:lnTo>
                  <a:lnTo>
                    <a:pt x="2381456" y="1752140"/>
                  </a:lnTo>
                  <a:lnTo>
                    <a:pt x="2309291" y="1722610"/>
                  </a:lnTo>
                  <a:lnTo>
                    <a:pt x="2237125" y="1693652"/>
                  </a:lnTo>
                  <a:lnTo>
                    <a:pt x="2164960" y="1665266"/>
                  </a:lnTo>
                  <a:lnTo>
                    <a:pt x="2092795" y="1637445"/>
                  </a:lnTo>
                  <a:lnTo>
                    <a:pt x="2020629" y="1610181"/>
                  </a:lnTo>
                  <a:lnTo>
                    <a:pt x="1948464" y="1583461"/>
                  </a:lnTo>
                  <a:lnTo>
                    <a:pt x="1876299" y="1557273"/>
                  </a:lnTo>
                  <a:lnTo>
                    <a:pt x="1804133" y="1531598"/>
                  </a:lnTo>
                  <a:lnTo>
                    <a:pt x="1731968" y="1506419"/>
                  </a:lnTo>
                  <a:lnTo>
                    <a:pt x="1659803" y="1481716"/>
                  </a:lnTo>
                  <a:lnTo>
                    <a:pt x="1587637" y="1457467"/>
                  </a:lnTo>
                  <a:lnTo>
                    <a:pt x="1515472" y="1433652"/>
                  </a:lnTo>
                  <a:lnTo>
                    <a:pt x="1443307" y="1410247"/>
                  </a:lnTo>
                  <a:lnTo>
                    <a:pt x="1371141" y="1387232"/>
                  </a:lnTo>
                  <a:lnTo>
                    <a:pt x="1298976" y="1364584"/>
                  </a:lnTo>
                  <a:lnTo>
                    <a:pt x="1226811" y="1342281"/>
                  </a:lnTo>
                  <a:lnTo>
                    <a:pt x="1154645" y="1320304"/>
                  </a:lnTo>
                  <a:lnTo>
                    <a:pt x="1082480" y="1298632"/>
                  </a:lnTo>
                  <a:lnTo>
                    <a:pt x="1010314" y="1277247"/>
                  </a:lnTo>
                  <a:lnTo>
                    <a:pt x="938149" y="1256130"/>
                  </a:lnTo>
                  <a:lnTo>
                    <a:pt x="865984" y="1235264"/>
                  </a:lnTo>
                  <a:lnTo>
                    <a:pt x="793818" y="1214632"/>
                  </a:lnTo>
                  <a:lnTo>
                    <a:pt x="721653" y="1194221"/>
                  </a:lnTo>
                  <a:lnTo>
                    <a:pt x="649488" y="1174014"/>
                  </a:lnTo>
                  <a:lnTo>
                    <a:pt x="577322" y="1154000"/>
                  </a:lnTo>
                  <a:lnTo>
                    <a:pt x="505157" y="1134165"/>
                  </a:lnTo>
                  <a:lnTo>
                    <a:pt x="432992" y="1114498"/>
                  </a:lnTo>
                  <a:lnTo>
                    <a:pt x="360826" y="1094988"/>
                  </a:lnTo>
                  <a:lnTo>
                    <a:pt x="288661" y="1075625"/>
                  </a:lnTo>
                  <a:lnTo>
                    <a:pt x="216496" y="1056400"/>
                  </a:lnTo>
                  <a:lnTo>
                    <a:pt x="144330" y="1037303"/>
                  </a:lnTo>
                  <a:lnTo>
                    <a:pt x="72165" y="1018328"/>
                  </a:lnTo>
                  <a:lnTo>
                    <a:pt x="0" y="999466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99224" y="3070675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99224" y="2780251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99224" y="2737508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2493132" y="3151730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2493132" y="3028251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2493132" y="290335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3270092" y="3296699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3270092" y="2805515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3270092" y="2898449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2169360" y="270218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2169360" y="2074192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2169360" y="2227062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4320539" y="3573091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4320539" y="2433194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4320539" y="3258422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3734777" y="335842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3734777" y="3755481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3734777" y="3452667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4044886" y="5118441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4044886" y="4897755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4044886" y="5042046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900287" y="4817252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900287" y="4556031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900287" y="4924221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57927" y="2070498"/>
              <a:ext cx="5701062" cy="2151316"/>
            </a:xfrm>
            <a:custGeom>
              <a:avLst/>
              <a:gdLst/>
              <a:ahLst/>
              <a:cxnLst/>
              <a:rect l="0" t="0" r="0" b="0"/>
              <a:pathLst>
                <a:path w="5701062" h="2151316">
                  <a:moveTo>
                    <a:pt x="0" y="0"/>
                  </a:moveTo>
                  <a:lnTo>
                    <a:pt x="72165" y="39752"/>
                  </a:lnTo>
                  <a:lnTo>
                    <a:pt x="144330" y="79391"/>
                  </a:lnTo>
                  <a:lnTo>
                    <a:pt x="216496" y="118909"/>
                  </a:lnTo>
                  <a:lnTo>
                    <a:pt x="288661" y="158299"/>
                  </a:lnTo>
                  <a:lnTo>
                    <a:pt x="360826" y="197550"/>
                  </a:lnTo>
                  <a:lnTo>
                    <a:pt x="432992" y="236655"/>
                  </a:lnTo>
                  <a:lnTo>
                    <a:pt x="505157" y="275603"/>
                  </a:lnTo>
                  <a:lnTo>
                    <a:pt x="577322" y="314383"/>
                  </a:lnTo>
                  <a:lnTo>
                    <a:pt x="649488" y="352983"/>
                  </a:lnTo>
                  <a:lnTo>
                    <a:pt x="721653" y="391391"/>
                  </a:lnTo>
                  <a:lnTo>
                    <a:pt x="793818" y="429594"/>
                  </a:lnTo>
                  <a:lnTo>
                    <a:pt x="865984" y="467577"/>
                  </a:lnTo>
                  <a:lnTo>
                    <a:pt x="938149" y="505326"/>
                  </a:lnTo>
                  <a:lnTo>
                    <a:pt x="1010314" y="542823"/>
                  </a:lnTo>
                  <a:lnTo>
                    <a:pt x="1082480" y="580053"/>
                  </a:lnTo>
                  <a:lnTo>
                    <a:pt x="1154645" y="616996"/>
                  </a:lnTo>
                  <a:lnTo>
                    <a:pt x="1226811" y="653633"/>
                  </a:lnTo>
                  <a:lnTo>
                    <a:pt x="1298976" y="689946"/>
                  </a:lnTo>
                  <a:lnTo>
                    <a:pt x="1371141" y="725912"/>
                  </a:lnTo>
                  <a:lnTo>
                    <a:pt x="1443307" y="761511"/>
                  </a:lnTo>
                  <a:lnTo>
                    <a:pt x="1515472" y="796721"/>
                  </a:lnTo>
                  <a:lnTo>
                    <a:pt x="1587637" y="831520"/>
                  </a:lnTo>
                  <a:lnTo>
                    <a:pt x="1659803" y="865887"/>
                  </a:lnTo>
                  <a:lnTo>
                    <a:pt x="1731968" y="899798"/>
                  </a:lnTo>
                  <a:lnTo>
                    <a:pt x="1804133" y="933234"/>
                  </a:lnTo>
                  <a:lnTo>
                    <a:pt x="1876299" y="966174"/>
                  </a:lnTo>
                  <a:lnTo>
                    <a:pt x="1948464" y="998600"/>
                  </a:lnTo>
                  <a:lnTo>
                    <a:pt x="2020629" y="1030495"/>
                  </a:lnTo>
                  <a:lnTo>
                    <a:pt x="2092795" y="1061846"/>
                  </a:lnTo>
                  <a:lnTo>
                    <a:pt x="2164960" y="1092639"/>
                  </a:lnTo>
                  <a:lnTo>
                    <a:pt x="2237125" y="1122868"/>
                  </a:lnTo>
                  <a:lnTo>
                    <a:pt x="2309291" y="1152525"/>
                  </a:lnTo>
                  <a:lnTo>
                    <a:pt x="2381456" y="1181610"/>
                  </a:lnTo>
                  <a:lnTo>
                    <a:pt x="2453622" y="1210122"/>
                  </a:lnTo>
                  <a:lnTo>
                    <a:pt x="2525787" y="1238069"/>
                  </a:lnTo>
                  <a:lnTo>
                    <a:pt x="2597952" y="1265456"/>
                  </a:lnTo>
                  <a:lnTo>
                    <a:pt x="2670118" y="1292295"/>
                  </a:lnTo>
                  <a:lnTo>
                    <a:pt x="2742283" y="1318600"/>
                  </a:lnTo>
                  <a:lnTo>
                    <a:pt x="2814448" y="1344388"/>
                  </a:lnTo>
                  <a:lnTo>
                    <a:pt x="2886614" y="1369675"/>
                  </a:lnTo>
                  <a:lnTo>
                    <a:pt x="2958779" y="1394482"/>
                  </a:lnTo>
                  <a:lnTo>
                    <a:pt x="3030944" y="1418830"/>
                  </a:lnTo>
                  <a:lnTo>
                    <a:pt x="3103110" y="1442740"/>
                  </a:lnTo>
                  <a:lnTo>
                    <a:pt x="3175275" y="1466234"/>
                  </a:lnTo>
                  <a:lnTo>
                    <a:pt x="3247440" y="1489334"/>
                  </a:lnTo>
                  <a:lnTo>
                    <a:pt x="3319606" y="1512062"/>
                  </a:lnTo>
                  <a:lnTo>
                    <a:pt x="3391771" y="1534440"/>
                  </a:lnTo>
                  <a:lnTo>
                    <a:pt x="3463936" y="1556487"/>
                  </a:lnTo>
                  <a:lnTo>
                    <a:pt x="3536102" y="1578225"/>
                  </a:lnTo>
                  <a:lnTo>
                    <a:pt x="3608267" y="1599673"/>
                  </a:lnTo>
                  <a:lnTo>
                    <a:pt x="3680433" y="1620848"/>
                  </a:lnTo>
                  <a:lnTo>
                    <a:pt x="3752598" y="1641768"/>
                  </a:lnTo>
                  <a:lnTo>
                    <a:pt x="3824763" y="1662451"/>
                  </a:lnTo>
                  <a:lnTo>
                    <a:pt x="3896929" y="1682910"/>
                  </a:lnTo>
                  <a:lnTo>
                    <a:pt x="3969094" y="1703161"/>
                  </a:lnTo>
                  <a:lnTo>
                    <a:pt x="4041259" y="1723217"/>
                  </a:lnTo>
                  <a:lnTo>
                    <a:pt x="4113425" y="1743090"/>
                  </a:lnTo>
                  <a:lnTo>
                    <a:pt x="4185590" y="1762794"/>
                  </a:lnTo>
                  <a:lnTo>
                    <a:pt x="4257755" y="1782338"/>
                  </a:lnTo>
                  <a:lnTo>
                    <a:pt x="4329921" y="1801733"/>
                  </a:lnTo>
                  <a:lnTo>
                    <a:pt x="4402086" y="1820988"/>
                  </a:lnTo>
                  <a:lnTo>
                    <a:pt x="4474251" y="1840112"/>
                  </a:lnTo>
                  <a:lnTo>
                    <a:pt x="4546417" y="1859114"/>
                  </a:lnTo>
                  <a:lnTo>
                    <a:pt x="4618582" y="1878001"/>
                  </a:lnTo>
                  <a:lnTo>
                    <a:pt x="4690748" y="1896779"/>
                  </a:lnTo>
                  <a:lnTo>
                    <a:pt x="4762913" y="1915457"/>
                  </a:lnTo>
                  <a:lnTo>
                    <a:pt x="4835078" y="1934039"/>
                  </a:lnTo>
                  <a:lnTo>
                    <a:pt x="4907244" y="1952532"/>
                  </a:lnTo>
                  <a:lnTo>
                    <a:pt x="4979409" y="1970940"/>
                  </a:lnTo>
                  <a:lnTo>
                    <a:pt x="5051574" y="1989269"/>
                  </a:lnTo>
                  <a:lnTo>
                    <a:pt x="5123740" y="2007523"/>
                  </a:lnTo>
                  <a:lnTo>
                    <a:pt x="5195905" y="2025707"/>
                  </a:lnTo>
                  <a:lnTo>
                    <a:pt x="5268070" y="2043824"/>
                  </a:lnTo>
                  <a:lnTo>
                    <a:pt x="5340236" y="2061878"/>
                  </a:lnTo>
                  <a:lnTo>
                    <a:pt x="5412401" y="2079872"/>
                  </a:lnTo>
                  <a:lnTo>
                    <a:pt x="5484566" y="2097810"/>
                  </a:lnTo>
                  <a:lnTo>
                    <a:pt x="5556732" y="2115695"/>
                  </a:lnTo>
                  <a:lnTo>
                    <a:pt x="5628897" y="2133530"/>
                  </a:lnTo>
                  <a:lnTo>
                    <a:pt x="5701062" y="215131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57927" y="3069964"/>
              <a:ext cx="5701062" cy="2479242"/>
            </a:xfrm>
            <a:custGeom>
              <a:avLst/>
              <a:gdLst/>
              <a:ahLst/>
              <a:cxnLst/>
              <a:rect l="0" t="0" r="0" b="0"/>
              <a:pathLst>
                <a:path w="5701062" h="2479242">
                  <a:moveTo>
                    <a:pt x="5701062" y="2479242"/>
                  </a:moveTo>
                  <a:lnTo>
                    <a:pt x="5628897" y="2438414"/>
                  </a:lnTo>
                  <a:lnTo>
                    <a:pt x="5556732" y="2397633"/>
                  </a:lnTo>
                  <a:lnTo>
                    <a:pt x="5484566" y="2356904"/>
                  </a:lnTo>
                  <a:lnTo>
                    <a:pt x="5412401" y="2316227"/>
                  </a:lnTo>
                  <a:lnTo>
                    <a:pt x="5340236" y="2275607"/>
                  </a:lnTo>
                  <a:lnTo>
                    <a:pt x="5268070" y="2235046"/>
                  </a:lnTo>
                  <a:lnTo>
                    <a:pt x="5195905" y="2194549"/>
                  </a:lnTo>
                  <a:lnTo>
                    <a:pt x="5123740" y="2154118"/>
                  </a:lnTo>
                  <a:lnTo>
                    <a:pt x="5051574" y="2113757"/>
                  </a:lnTo>
                  <a:lnTo>
                    <a:pt x="4979409" y="2073471"/>
                  </a:lnTo>
                  <a:lnTo>
                    <a:pt x="4907244" y="2033265"/>
                  </a:lnTo>
                  <a:lnTo>
                    <a:pt x="4835078" y="1993143"/>
                  </a:lnTo>
                  <a:lnTo>
                    <a:pt x="4762913" y="1953110"/>
                  </a:lnTo>
                  <a:lnTo>
                    <a:pt x="4690748" y="1913173"/>
                  </a:lnTo>
                  <a:lnTo>
                    <a:pt x="4618582" y="1873337"/>
                  </a:lnTo>
                  <a:lnTo>
                    <a:pt x="4546417" y="1833609"/>
                  </a:lnTo>
                  <a:lnTo>
                    <a:pt x="4474251" y="1793996"/>
                  </a:lnTo>
                  <a:lnTo>
                    <a:pt x="4402086" y="1754506"/>
                  </a:lnTo>
                  <a:lnTo>
                    <a:pt x="4329921" y="1715147"/>
                  </a:lnTo>
                  <a:lnTo>
                    <a:pt x="4257755" y="1675927"/>
                  </a:lnTo>
                  <a:lnTo>
                    <a:pt x="4185590" y="1636856"/>
                  </a:lnTo>
                  <a:lnTo>
                    <a:pt x="4113425" y="1597945"/>
                  </a:lnTo>
                  <a:lnTo>
                    <a:pt x="4041259" y="1559204"/>
                  </a:lnTo>
                  <a:lnTo>
                    <a:pt x="3969094" y="1520645"/>
                  </a:lnTo>
                  <a:lnTo>
                    <a:pt x="3896929" y="1482282"/>
                  </a:lnTo>
                  <a:lnTo>
                    <a:pt x="3824763" y="1444126"/>
                  </a:lnTo>
                  <a:lnTo>
                    <a:pt x="3752598" y="1406194"/>
                  </a:lnTo>
                  <a:lnTo>
                    <a:pt x="3680433" y="1368500"/>
                  </a:lnTo>
                  <a:lnTo>
                    <a:pt x="3608267" y="1331060"/>
                  </a:lnTo>
                  <a:lnTo>
                    <a:pt x="3536102" y="1293893"/>
                  </a:lnTo>
                  <a:lnTo>
                    <a:pt x="3463936" y="1257016"/>
                  </a:lnTo>
                  <a:lnTo>
                    <a:pt x="3391771" y="1220449"/>
                  </a:lnTo>
                  <a:lnTo>
                    <a:pt x="3319606" y="1184212"/>
                  </a:lnTo>
                  <a:lnTo>
                    <a:pt x="3247440" y="1148325"/>
                  </a:lnTo>
                  <a:lnTo>
                    <a:pt x="3175275" y="1112811"/>
                  </a:lnTo>
                  <a:lnTo>
                    <a:pt x="3103110" y="1077690"/>
                  </a:lnTo>
                  <a:lnTo>
                    <a:pt x="3030944" y="1042985"/>
                  </a:lnTo>
                  <a:lnTo>
                    <a:pt x="2958779" y="1008718"/>
                  </a:lnTo>
                  <a:lnTo>
                    <a:pt x="2886614" y="974911"/>
                  </a:lnTo>
                  <a:lnTo>
                    <a:pt x="2814448" y="941584"/>
                  </a:lnTo>
                  <a:lnTo>
                    <a:pt x="2742283" y="908756"/>
                  </a:lnTo>
                  <a:lnTo>
                    <a:pt x="2670118" y="876447"/>
                  </a:lnTo>
                  <a:lnTo>
                    <a:pt x="2597952" y="844672"/>
                  </a:lnTo>
                  <a:lnTo>
                    <a:pt x="2525787" y="813444"/>
                  </a:lnTo>
                  <a:lnTo>
                    <a:pt x="2453622" y="782775"/>
                  </a:lnTo>
                  <a:lnTo>
                    <a:pt x="2381456" y="752674"/>
                  </a:lnTo>
                  <a:lnTo>
                    <a:pt x="2309291" y="723144"/>
                  </a:lnTo>
                  <a:lnTo>
                    <a:pt x="2237125" y="694186"/>
                  </a:lnTo>
                  <a:lnTo>
                    <a:pt x="2164960" y="665800"/>
                  </a:lnTo>
                  <a:lnTo>
                    <a:pt x="2092795" y="637979"/>
                  </a:lnTo>
                  <a:lnTo>
                    <a:pt x="2020629" y="610715"/>
                  </a:lnTo>
                  <a:lnTo>
                    <a:pt x="1948464" y="583995"/>
                  </a:lnTo>
                  <a:lnTo>
                    <a:pt x="1876299" y="557807"/>
                  </a:lnTo>
                  <a:lnTo>
                    <a:pt x="1804133" y="532132"/>
                  </a:lnTo>
                  <a:lnTo>
                    <a:pt x="1731968" y="506953"/>
                  </a:lnTo>
                  <a:lnTo>
                    <a:pt x="1659803" y="482250"/>
                  </a:lnTo>
                  <a:lnTo>
                    <a:pt x="1587637" y="458001"/>
                  </a:lnTo>
                  <a:lnTo>
                    <a:pt x="1515472" y="434186"/>
                  </a:lnTo>
                  <a:lnTo>
                    <a:pt x="1443307" y="410781"/>
                  </a:lnTo>
                  <a:lnTo>
                    <a:pt x="1371141" y="387766"/>
                  </a:lnTo>
                  <a:lnTo>
                    <a:pt x="1298976" y="365117"/>
                  </a:lnTo>
                  <a:lnTo>
                    <a:pt x="1226811" y="342815"/>
                  </a:lnTo>
                  <a:lnTo>
                    <a:pt x="1154645" y="320838"/>
                  </a:lnTo>
                  <a:lnTo>
                    <a:pt x="1082480" y="299166"/>
                  </a:lnTo>
                  <a:lnTo>
                    <a:pt x="1010314" y="277781"/>
                  </a:lnTo>
                  <a:lnTo>
                    <a:pt x="938149" y="256664"/>
                  </a:lnTo>
                  <a:lnTo>
                    <a:pt x="865984" y="235798"/>
                  </a:lnTo>
                  <a:lnTo>
                    <a:pt x="793818" y="215166"/>
                  </a:lnTo>
                  <a:lnTo>
                    <a:pt x="721653" y="194755"/>
                  </a:lnTo>
                  <a:lnTo>
                    <a:pt x="649488" y="174548"/>
                  </a:lnTo>
                  <a:lnTo>
                    <a:pt x="577322" y="154534"/>
                  </a:lnTo>
                  <a:lnTo>
                    <a:pt x="505157" y="134699"/>
                  </a:lnTo>
                  <a:lnTo>
                    <a:pt x="432992" y="115032"/>
                  </a:lnTo>
                  <a:lnTo>
                    <a:pt x="360826" y="95522"/>
                  </a:lnTo>
                  <a:lnTo>
                    <a:pt x="288661" y="76159"/>
                  </a:lnTo>
                  <a:lnTo>
                    <a:pt x="216496" y="56934"/>
                  </a:lnTo>
                  <a:lnTo>
                    <a:pt x="144330" y="37837"/>
                  </a:lnTo>
                  <a:lnTo>
                    <a:pt x="72165" y="188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2853581" y="4272011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2853581" y="4388578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2853581" y="4466594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226400" y="3868137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226400" y="4138994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226400" y="3775057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4892400" y="4045030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4892400" y="3674508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4892400" y="3994771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3196052" y="4636686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3196052" y="4283977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3196052" y="4602880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3456893" y="3566704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3456893" y="3910200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3456893" y="3761289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1581881" y="3631473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1581881" y="3864760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1581881" y="3859366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3295637" y="5132150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3295637" y="5099648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4104963" y="5201057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4104963" y="5096188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1285104" y="3655005"/>
              <a:ext cx="3665999" cy="463087"/>
            </a:xfrm>
            <a:custGeom>
              <a:avLst/>
              <a:gdLst/>
              <a:ahLst/>
              <a:cxnLst/>
              <a:rect l="0" t="0" r="0" b="0"/>
              <a:pathLst>
                <a:path w="3665999" h="463087">
                  <a:moveTo>
                    <a:pt x="0" y="0"/>
                  </a:moveTo>
                  <a:lnTo>
                    <a:pt x="46405" y="13387"/>
                  </a:lnTo>
                  <a:lnTo>
                    <a:pt x="92810" y="26713"/>
                  </a:lnTo>
                  <a:lnTo>
                    <a:pt x="139215" y="39972"/>
                  </a:lnTo>
                  <a:lnTo>
                    <a:pt x="185620" y="53162"/>
                  </a:lnTo>
                  <a:lnTo>
                    <a:pt x="232025" y="66278"/>
                  </a:lnTo>
                  <a:lnTo>
                    <a:pt x="278430" y="79316"/>
                  </a:lnTo>
                  <a:lnTo>
                    <a:pt x="324835" y="92272"/>
                  </a:lnTo>
                  <a:lnTo>
                    <a:pt x="371240" y="105139"/>
                  </a:lnTo>
                  <a:lnTo>
                    <a:pt x="417645" y="117914"/>
                  </a:lnTo>
                  <a:lnTo>
                    <a:pt x="464050" y="130590"/>
                  </a:lnTo>
                  <a:lnTo>
                    <a:pt x="510455" y="143162"/>
                  </a:lnTo>
                  <a:lnTo>
                    <a:pt x="556860" y="155623"/>
                  </a:lnTo>
                  <a:lnTo>
                    <a:pt x="603265" y="167965"/>
                  </a:lnTo>
                  <a:lnTo>
                    <a:pt x="649670" y="180183"/>
                  </a:lnTo>
                  <a:lnTo>
                    <a:pt x="696075" y="192267"/>
                  </a:lnTo>
                  <a:lnTo>
                    <a:pt x="742480" y="204211"/>
                  </a:lnTo>
                  <a:lnTo>
                    <a:pt x="788885" y="216005"/>
                  </a:lnTo>
                  <a:lnTo>
                    <a:pt x="835291" y="227639"/>
                  </a:lnTo>
                  <a:lnTo>
                    <a:pt x="881696" y="239105"/>
                  </a:lnTo>
                  <a:lnTo>
                    <a:pt x="928101" y="250393"/>
                  </a:lnTo>
                  <a:lnTo>
                    <a:pt x="974506" y="261490"/>
                  </a:lnTo>
                  <a:lnTo>
                    <a:pt x="1020911" y="272388"/>
                  </a:lnTo>
                  <a:lnTo>
                    <a:pt x="1067316" y="283073"/>
                  </a:lnTo>
                  <a:lnTo>
                    <a:pt x="1113721" y="293534"/>
                  </a:lnTo>
                  <a:lnTo>
                    <a:pt x="1160126" y="303759"/>
                  </a:lnTo>
                  <a:lnTo>
                    <a:pt x="1206531" y="313735"/>
                  </a:lnTo>
                  <a:lnTo>
                    <a:pt x="1252936" y="323450"/>
                  </a:lnTo>
                  <a:lnTo>
                    <a:pt x="1299341" y="332891"/>
                  </a:lnTo>
                  <a:lnTo>
                    <a:pt x="1345746" y="342045"/>
                  </a:lnTo>
                  <a:lnTo>
                    <a:pt x="1392151" y="350901"/>
                  </a:lnTo>
                  <a:lnTo>
                    <a:pt x="1438556" y="359447"/>
                  </a:lnTo>
                  <a:lnTo>
                    <a:pt x="1484961" y="367672"/>
                  </a:lnTo>
                  <a:lnTo>
                    <a:pt x="1531366" y="375565"/>
                  </a:lnTo>
                  <a:lnTo>
                    <a:pt x="1577771" y="383116"/>
                  </a:lnTo>
                  <a:lnTo>
                    <a:pt x="1624176" y="390319"/>
                  </a:lnTo>
                  <a:lnTo>
                    <a:pt x="1670582" y="397166"/>
                  </a:lnTo>
                  <a:lnTo>
                    <a:pt x="1716987" y="403651"/>
                  </a:lnTo>
                  <a:lnTo>
                    <a:pt x="1763392" y="409772"/>
                  </a:lnTo>
                  <a:lnTo>
                    <a:pt x="1809797" y="415525"/>
                  </a:lnTo>
                  <a:lnTo>
                    <a:pt x="1856202" y="420911"/>
                  </a:lnTo>
                  <a:lnTo>
                    <a:pt x="1902607" y="425932"/>
                  </a:lnTo>
                  <a:lnTo>
                    <a:pt x="1949012" y="430590"/>
                  </a:lnTo>
                  <a:lnTo>
                    <a:pt x="1995417" y="434891"/>
                  </a:lnTo>
                  <a:lnTo>
                    <a:pt x="2041822" y="438841"/>
                  </a:lnTo>
                  <a:lnTo>
                    <a:pt x="2088227" y="442447"/>
                  </a:lnTo>
                  <a:lnTo>
                    <a:pt x="2134632" y="445719"/>
                  </a:lnTo>
                  <a:lnTo>
                    <a:pt x="2181037" y="448667"/>
                  </a:lnTo>
                  <a:lnTo>
                    <a:pt x="2227442" y="451301"/>
                  </a:lnTo>
                  <a:lnTo>
                    <a:pt x="2273847" y="453634"/>
                  </a:lnTo>
                  <a:lnTo>
                    <a:pt x="2320252" y="455677"/>
                  </a:lnTo>
                  <a:lnTo>
                    <a:pt x="2366657" y="457443"/>
                  </a:lnTo>
                  <a:lnTo>
                    <a:pt x="2413062" y="458944"/>
                  </a:lnTo>
                  <a:lnTo>
                    <a:pt x="2459467" y="460194"/>
                  </a:lnTo>
                  <a:lnTo>
                    <a:pt x="2505873" y="461203"/>
                  </a:lnTo>
                  <a:lnTo>
                    <a:pt x="2552278" y="461986"/>
                  </a:lnTo>
                  <a:lnTo>
                    <a:pt x="2598683" y="462553"/>
                  </a:lnTo>
                  <a:lnTo>
                    <a:pt x="2645088" y="462916"/>
                  </a:lnTo>
                  <a:lnTo>
                    <a:pt x="2691493" y="463087"/>
                  </a:lnTo>
                  <a:lnTo>
                    <a:pt x="2737898" y="463076"/>
                  </a:lnTo>
                  <a:lnTo>
                    <a:pt x="2784303" y="462894"/>
                  </a:lnTo>
                  <a:lnTo>
                    <a:pt x="2830708" y="462551"/>
                  </a:lnTo>
                  <a:lnTo>
                    <a:pt x="2877113" y="462055"/>
                  </a:lnTo>
                  <a:lnTo>
                    <a:pt x="2923518" y="461416"/>
                  </a:lnTo>
                  <a:lnTo>
                    <a:pt x="2969923" y="460642"/>
                  </a:lnTo>
                  <a:lnTo>
                    <a:pt x="3016328" y="459741"/>
                  </a:lnTo>
                  <a:lnTo>
                    <a:pt x="3062733" y="458720"/>
                  </a:lnTo>
                  <a:lnTo>
                    <a:pt x="3109138" y="457586"/>
                  </a:lnTo>
                  <a:lnTo>
                    <a:pt x="3155543" y="456345"/>
                  </a:lnTo>
                  <a:lnTo>
                    <a:pt x="3201948" y="455005"/>
                  </a:lnTo>
                  <a:lnTo>
                    <a:pt x="3248353" y="453570"/>
                  </a:lnTo>
                  <a:lnTo>
                    <a:pt x="3294758" y="452046"/>
                  </a:lnTo>
                  <a:lnTo>
                    <a:pt x="3341164" y="450439"/>
                  </a:lnTo>
                  <a:lnTo>
                    <a:pt x="3387569" y="448751"/>
                  </a:lnTo>
                  <a:lnTo>
                    <a:pt x="3433974" y="446989"/>
                  </a:lnTo>
                  <a:lnTo>
                    <a:pt x="3480379" y="445157"/>
                  </a:lnTo>
                  <a:lnTo>
                    <a:pt x="3526784" y="443257"/>
                  </a:lnTo>
                  <a:lnTo>
                    <a:pt x="3573189" y="441294"/>
                  </a:lnTo>
                  <a:lnTo>
                    <a:pt x="3619594" y="439272"/>
                  </a:lnTo>
                  <a:lnTo>
                    <a:pt x="3665999" y="437192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1285104" y="4478396"/>
              <a:ext cx="3665999" cy="486423"/>
            </a:xfrm>
            <a:custGeom>
              <a:avLst/>
              <a:gdLst/>
              <a:ahLst/>
              <a:cxnLst/>
              <a:rect l="0" t="0" r="0" b="0"/>
              <a:pathLst>
                <a:path w="3665999" h="486423">
                  <a:moveTo>
                    <a:pt x="3665999" y="486423"/>
                  </a:moveTo>
                  <a:lnTo>
                    <a:pt x="3619594" y="472935"/>
                  </a:lnTo>
                  <a:lnTo>
                    <a:pt x="3573189" y="459504"/>
                  </a:lnTo>
                  <a:lnTo>
                    <a:pt x="3526784" y="446133"/>
                  </a:lnTo>
                  <a:lnTo>
                    <a:pt x="3480379" y="432825"/>
                  </a:lnTo>
                  <a:lnTo>
                    <a:pt x="3433974" y="419583"/>
                  </a:lnTo>
                  <a:lnTo>
                    <a:pt x="3387569" y="406413"/>
                  </a:lnTo>
                  <a:lnTo>
                    <a:pt x="3341164" y="393317"/>
                  </a:lnTo>
                  <a:lnTo>
                    <a:pt x="3294758" y="380301"/>
                  </a:lnTo>
                  <a:lnTo>
                    <a:pt x="3248353" y="367369"/>
                  </a:lnTo>
                  <a:lnTo>
                    <a:pt x="3201948" y="354525"/>
                  </a:lnTo>
                  <a:lnTo>
                    <a:pt x="3155543" y="341776"/>
                  </a:lnTo>
                  <a:lnTo>
                    <a:pt x="3109138" y="329128"/>
                  </a:lnTo>
                  <a:lnTo>
                    <a:pt x="3062733" y="316585"/>
                  </a:lnTo>
                  <a:lnTo>
                    <a:pt x="3016328" y="304156"/>
                  </a:lnTo>
                  <a:lnTo>
                    <a:pt x="2969923" y="291846"/>
                  </a:lnTo>
                  <a:lnTo>
                    <a:pt x="2923518" y="279663"/>
                  </a:lnTo>
                  <a:lnTo>
                    <a:pt x="2877113" y="267616"/>
                  </a:lnTo>
                  <a:lnTo>
                    <a:pt x="2830708" y="255711"/>
                  </a:lnTo>
                  <a:lnTo>
                    <a:pt x="2784303" y="243959"/>
                  </a:lnTo>
                  <a:lnTo>
                    <a:pt x="2737898" y="232369"/>
                  </a:lnTo>
                  <a:lnTo>
                    <a:pt x="2691493" y="220950"/>
                  </a:lnTo>
                  <a:lnTo>
                    <a:pt x="2645088" y="209712"/>
                  </a:lnTo>
                  <a:lnTo>
                    <a:pt x="2598683" y="198667"/>
                  </a:lnTo>
                  <a:lnTo>
                    <a:pt x="2552278" y="187826"/>
                  </a:lnTo>
                  <a:lnTo>
                    <a:pt x="2505873" y="177200"/>
                  </a:lnTo>
                  <a:lnTo>
                    <a:pt x="2459467" y="166801"/>
                  </a:lnTo>
                  <a:lnTo>
                    <a:pt x="2413062" y="156641"/>
                  </a:lnTo>
                  <a:lnTo>
                    <a:pt x="2366657" y="146734"/>
                  </a:lnTo>
                  <a:lnTo>
                    <a:pt x="2320252" y="137091"/>
                  </a:lnTo>
                  <a:lnTo>
                    <a:pt x="2273847" y="127726"/>
                  </a:lnTo>
                  <a:lnTo>
                    <a:pt x="2227442" y="118650"/>
                  </a:lnTo>
                  <a:lnTo>
                    <a:pt x="2181037" y="109876"/>
                  </a:lnTo>
                  <a:lnTo>
                    <a:pt x="2134632" y="101415"/>
                  </a:lnTo>
                  <a:lnTo>
                    <a:pt x="2088227" y="93279"/>
                  </a:lnTo>
                  <a:lnTo>
                    <a:pt x="2041822" y="85477"/>
                  </a:lnTo>
                  <a:lnTo>
                    <a:pt x="1995417" y="78018"/>
                  </a:lnTo>
                  <a:lnTo>
                    <a:pt x="1949012" y="70910"/>
                  </a:lnTo>
                  <a:lnTo>
                    <a:pt x="1902607" y="64160"/>
                  </a:lnTo>
                  <a:lnTo>
                    <a:pt x="1856202" y="57772"/>
                  </a:lnTo>
                  <a:lnTo>
                    <a:pt x="1809797" y="51750"/>
                  </a:lnTo>
                  <a:lnTo>
                    <a:pt x="1763392" y="46095"/>
                  </a:lnTo>
                  <a:lnTo>
                    <a:pt x="1716987" y="40807"/>
                  </a:lnTo>
                  <a:lnTo>
                    <a:pt x="1670582" y="35884"/>
                  </a:lnTo>
                  <a:lnTo>
                    <a:pt x="1624176" y="31322"/>
                  </a:lnTo>
                  <a:lnTo>
                    <a:pt x="1577771" y="27116"/>
                  </a:lnTo>
                  <a:lnTo>
                    <a:pt x="1531366" y="23259"/>
                  </a:lnTo>
                  <a:lnTo>
                    <a:pt x="1484961" y="19744"/>
                  </a:lnTo>
                  <a:lnTo>
                    <a:pt x="1438556" y="16560"/>
                  </a:lnTo>
                  <a:lnTo>
                    <a:pt x="1392151" y="13697"/>
                  </a:lnTo>
                  <a:lnTo>
                    <a:pt x="1345746" y="11145"/>
                  </a:lnTo>
                  <a:lnTo>
                    <a:pt x="1299341" y="8891"/>
                  </a:lnTo>
                  <a:lnTo>
                    <a:pt x="1252936" y="6923"/>
                  </a:lnTo>
                  <a:lnTo>
                    <a:pt x="1206531" y="5230"/>
                  </a:lnTo>
                  <a:lnTo>
                    <a:pt x="1160126" y="3797"/>
                  </a:lnTo>
                  <a:lnTo>
                    <a:pt x="1113721" y="2614"/>
                  </a:lnTo>
                  <a:lnTo>
                    <a:pt x="1067316" y="1666"/>
                  </a:lnTo>
                  <a:lnTo>
                    <a:pt x="1020911" y="943"/>
                  </a:lnTo>
                  <a:lnTo>
                    <a:pt x="974506" y="431"/>
                  </a:lnTo>
                  <a:lnTo>
                    <a:pt x="928101" y="121"/>
                  </a:lnTo>
                  <a:lnTo>
                    <a:pt x="881696" y="0"/>
                  </a:lnTo>
                  <a:lnTo>
                    <a:pt x="835291" y="57"/>
                  </a:lnTo>
                  <a:lnTo>
                    <a:pt x="788885" y="283"/>
                  </a:lnTo>
                  <a:lnTo>
                    <a:pt x="742480" y="669"/>
                  </a:lnTo>
                  <a:lnTo>
                    <a:pt x="696075" y="1204"/>
                  </a:lnTo>
                  <a:lnTo>
                    <a:pt x="649670" y="1880"/>
                  </a:lnTo>
                  <a:lnTo>
                    <a:pt x="603265" y="2689"/>
                  </a:lnTo>
                  <a:lnTo>
                    <a:pt x="556860" y="3623"/>
                  </a:lnTo>
                  <a:lnTo>
                    <a:pt x="510455" y="4675"/>
                  </a:lnTo>
                  <a:lnTo>
                    <a:pt x="464050" y="5838"/>
                  </a:lnTo>
                  <a:lnTo>
                    <a:pt x="417645" y="7106"/>
                  </a:lnTo>
                  <a:lnTo>
                    <a:pt x="371240" y="8472"/>
                  </a:lnTo>
                  <a:lnTo>
                    <a:pt x="324835" y="9931"/>
                  </a:lnTo>
                  <a:lnTo>
                    <a:pt x="278430" y="11478"/>
                  </a:lnTo>
                  <a:lnTo>
                    <a:pt x="232025" y="13107"/>
                  </a:lnTo>
                  <a:lnTo>
                    <a:pt x="185620" y="14815"/>
                  </a:lnTo>
                  <a:lnTo>
                    <a:pt x="139215" y="16597"/>
                  </a:lnTo>
                  <a:lnTo>
                    <a:pt x="92810" y="18448"/>
                  </a:lnTo>
                  <a:lnTo>
                    <a:pt x="46405" y="20364"/>
                  </a:lnTo>
                  <a:lnTo>
                    <a:pt x="0" y="2234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938079" y="52893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938079" y="445291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938079" y="361650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938079" y="278009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938079" y="194368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123476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l73"/>
            <p:cNvSpPr/>
            <p:nvPr/>
          </p:nvSpPr>
          <p:spPr>
            <a:xfrm>
              <a:off x="287079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l74"/>
            <p:cNvSpPr/>
            <p:nvPr/>
          </p:nvSpPr>
          <p:spPr>
            <a:xfrm>
              <a:off x="450681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l75"/>
            <p:cNvSpPr/>
            <p:nvPr/>
          </p:nvSpPr>
          <p:spPr>
            <a:xfrm>
              <a:off x="614284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tx90">
              <a:extLst>
                <a:ext uri="{FF2B5EF4-FFF2-40B4-BE49-F238E27FC236}">
                  <a16:creationId xmlns:a16="http://schemas.microsoft.com/office/drawing/2014/main" id="{0DF2859C-5B99-E9E9-F217-A0A3A4F90041}"/>
                </a:ext>
              </a:extLst>
            </p:cNvPr>
            <p:cNvSpPr/>
            <p:nvPr/>
          </p:nvSpPr>
          <p:spPr>
            <a:xfrm>
              <a:off x="1308696" y="1671739"/>
              <a:ext cx="3789182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</a:t>
              </a: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</a:t>
              </a:r>
              <a:r>
                <a:rPr lang="en-US"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LEA</a:t>
              </a:r>
              <a:r>
                <a:rPr lang="en-US" sz="2400" baseline="-25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Survival</a:t>
              </a:r>
            </a:p>
          </p:txBody>
        </p:sp>
        <p:sp>
          <p:nvSpPr>
            <p:cNvPr id="92" name="pl60">
              <a:extLst>
                <a:ext uri="{FF2B5EF4-FFF2-40B4-BE49-F238E27FC236}">
                  <a16:creationId xmlns:a16="http://schemas.microsoft.com/office/drawing/2014/main" id="{1692D2C9-9496-D952-DCF5-2CF80EBBA094}"/>
                </a:ext>
              </a:extLst>
            </p:cNvPr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tx61">
              <a:extLst>
                <a:ext uri="{FF2B5EF4-FFF2-40B4-BE49-F238E27FC236}">
                  <a16:creationId xmlns:a16="http://schemas.microsoft.com/office/drawing/2014/main" id="{6C804734-63DE-0BAF-E516-7819FC988323}"/>
                </a:ext>
              </a:extLst>
            </p:cNvPr>
            <p:cNvSpPr/>
            <p:nvPr/>
          </p:nvSpPr>
          <p:spPr>
            <a:xfrm>
              <a:off x="611560" y="524927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94" name="tx62">
              <a:extLst>
                <a:ext uri="{FF2B5EF4-FFF2-40B4-BE49-F238E27FC236}">
                  <a16:creationId xmlns:a16="http://schemas.microsoft.com/office/drawing/2014/main" id="{A5F93A02-3AEA-F0D9-2B90-E3B3C02C301E}"/>
                </a:ext>
              </a:extLst>
            </p:cNvPr>
            <p:cNvSpPr/>
            <p:nvPr/>
          </p:nvSpPr>
          <p:spPr>
            <a:xfrm>
              <a:off x="611560" y="441286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95" name="tx63">
              <a:extLst>
                <a:ext uri="{FF2B5EF4-FFF2-40B4-BE49-F238E27FC236}">
                  <a16:creationId xmlns:a16="http://schemas.microsoft.com/office/drawing/2014/main" id="{F2DA48AC-4B67-51F0-7203-8FBD06540972}"/>
                </a:ext>
              </a:extLst>
            </p:cNvPr>
            <p:cNvSpPr/>
            <p:nvPr/>
          </p:nvSpPr>
          <p:spPr>
            <a:xfrm>
              <a:off x="611560" y="357645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96" name="tx64">
              <a:extLst>
                <a:ext uri="{FF2B5EF4-FFF2-40B4-BE49-F238E27FC236}">
                  <a16:creationId xmlns:a16="http://schemas.microsoft.com/office/drawing/2014/main" id="{715DBBFC-DFCA-1EF7-3E1C-E3E77AEAA758}"/>
                </a:ext>
              </a:extLst>
            </p:cNvPr>
            <p:cNvSpPr/>
            <p:nvPr/>
          </p:nvSpPr>
          <p:spPr>
            <a:xfrm>
              <a:off x="611560" y="274004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97" name="tx65">
              <a:extLst>
                <a:ext uri="{FF2B5EF4-FFF2-40B4-BE49-F238E27FC236}">
                  <a16:creationId xmlns:a16="http://schemas.microsoft.com/office/drawing/2014/main" id="{ADE78461-0BAD-330C-5222-AA7DF4218033}"/>
                </a:ext>
              </a:extLst>
            </p:cNvPr>
            <p:cNvSpPr/>
            <p:nvPr/>
          </p:nvSpPr>
          <p:spPr>
            <a:xfrm>
              <a:off x="611560" y="190363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98" name="pl66">
              <a:extLst>
                <a:ext uri="{FF2B5EF4-FFF2-40B4-BE49-F238E27FC236}">
                  <a16:creationId xmlns:a16="http://schemas.microsoft.com/office/drawing/2014/main" id="{3078CE18-6D85-D6A9-6C86-B52BDF9088E4}"/>
                </a:ext>
              </a:extLst>
            </p:cNvPr>
            <p:cNvSpPr/>
            <p:nvPr/>
          </p:nvSpPr>
          <p:spPr>
            <a:xfrm>
              <a:off x="938079" y="52893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l67">
              <a:extLst>
                <a:ext uri="{FF2B5EF4-FFF2-40B4-BE49-F238E27FC236}">
                  <a16:creationId xmlns:a16="http://schemas.microsoft.com/office/drawing/2014/main" id="{51E3BD94-274F-647D-57F8-611FB267C05F}"/>
                </a:ext>
              </a:extLst>
            </p:cNvPr>
            <p:cNvSpPr/>
            <p:nvPr/>
          </p:nvSpPr>
          <p:spPr>
            <a:xfrm>
              <a:off x="938079" y="445291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l68">
              <a:extLst>
                <a:ext uri="{FF2B5EF4-FFF2-40B4-BE49-F238E27FC236}">
                  <a16:creationId xmlns:a16="http://schemas.microsoft.com/office/drawing/2014/main" id="{6C9E8618-1BF1-8E69-2C3B-CB91555810B9}"/>
                </a:ext>
              </a:extLst>
            </p:cNvPr>
            <p:cNvSpPr/>
            <p:nvPr/>
          </p:nvSpPr>
          <p:spPr>
            <a:xfrm>
              <a:off x="938079" y="361650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l69">
              <a:extLst>
                <a:ext uri="{FF2B5EF4-FFF2-40B4-BE49-F238E27FC236}">
                  <a16:creationId xmlns:a16="http://schemas.microsoft.com/office/drawing/2014/main" id="{5D1BB126-E81C-C7DD-2894-89D74377BAE9}"/>
                </a:ext>
              </a:extLst>
            </p:cNvPr>
            <p:cNvSpPr/>
            <p:nvPr/>
          </p:nvSpPr>
          <p:spPr>
            <a:xfrm>
              <a:off x="938079" y="278009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l70">
              <a:extLst>
                <a:ext uri="{FF2B5EF4-FFF2-40B4-BE49-F238E27FC236}">
                  <a16:creationId xmlns:a16="http://schemas.microsoft.com/office/drawing/2014/main" id="{D6DA9AE7-1627-CC61-2AE7-8922A3FFC5BA}"/>
                </a:ext>
              </a:extLst>
            </p:cNvPr>
            <p:cNvSpPr/>
            <p:nvPr/>
          </p:nvSpPr>
          <p:spPr>
            <a:xfrm>
              <a:off x="938079" y="194368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tx81">
              <a:extLst>
                <a:ext uri="{FF2B5EF4-FFF2-40B4-BE49-F238E27FC236}">
                  <a16:creationId xmlns:a16="http://schemas.microsoft.com/office/drawing/2014/main" id="{E8643044-434B-22C6-35EE-2EAE99B2A47A}"/>
                </a:ext>
              </a:extLst>
            </p:cNvPr>
            <p:cNvSpPr/>
            <p:nvPr/>
          </p:nvSpPr>
          <p:spPr>
            <a:xfrm rot="16200000">
              <a:off x="197203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04" name="pl71">
              <a:extLst>
                <a:ext uri="{FF2B5EF4-FFF2-40B4-BE49-F238E27FC236}">
                  <a16:creationId xmlns:a16="http://schemas.microsoft.com/office/drawing/2014/main" id="{C3CF9770-780A-14E5-790D-56080F73EBC0}"/>
                </a:ext>
              </a:extLst>
            </p:cNvPr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l72">
              <a:extLst>
                <a:ext uri="{FF2B5EF4-FFF2-40B4-BE49-F238E27FC236}">
                  <a16:creationId xmlns:a16="http://schemas.microsoft.com/office/drawing/2014/main" id="{A5053A63-16D5-BB67-A856-9D82919D31C4}"/>
                </a:ext>
              </a:extLst>
            </p:cNvPr>
            <p:cNvSpPr/>
            <p:nvPr/>
          </p:nvSpPr>
          <p:spPr>
            <a:xfrm>
              <a:off x="123476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l73">
              <a:extLst>
                <a:ext uri="{FF2B5EF4-FFF2-40B4-BE49-F238E27FC236}">
                  <a16:creationId xmlns:a16="http://schemas.microsoft.com/office/drawing/2014/main" id="{DE941779-D06C-C18C-0B88-F9392DABB35B}"/>
                </a:ext>
              </a:extLst>
            </p:cNvPr>
            <p:cNvSpPr/>
            <p:nvPr/>
          </p:nvSpPr>
          <p:spPr>
            <a:xfrm>
              <a:off x="287079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l74">
              <a:extLst>
                <a:ext uri="{FF2B5EF4-FFF2-40B4-BE49-F238E27FC236}">
                  <a16:creationId xmlns:a16="http://schemas.microsoft.com/office/drawing/2014/main" id="{18CA2D61-416C-4543-9EA2-023F257FA797}"/>
                </a:ext>
              </a:extLst>
            </p:cNvPr>
            <p:cNvSpPr/>
            <p:nvPr/>
          </p:nvSpPr>
          <p:spPr>
            <a:xfrm>
              <a:off x="450681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l75">
              <a:extLst>
                <a:ext uri="{FF2B5EF4-FFF2-40B4-BE49-F238E27FC236}">
                  <a16:creationId xmlns:a16="http://schemas.microsoft.com/office/drawing/2014/main" id="{56B515FF-DFA2-579C-B602-8D16BDFAA5BA}"/>
                </a:ext>
              </a:extLst>
            </p:cNvPr>
            <p:cNvSpPr/>
            <p:nvPr/>
          </p:nvSpPr>
          <p:spPr>
            <a:xfrm>
              <a:off x="614284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tx76">
              <a:extLst>
                <a:ext uri="{FF2B5EF4-FFF2-40B4-BE49-F238E27FC236}">
                  <a16:creationId xmlns:a16="http://schemas.microsoft.com/office/drawing/2014/main" id="{A975D574-5710-0838-1C08-74595C8345F4}"/>
                </a:ext>
              </a:extLst>
            </p:cNvPr>
            <p:cNvSpPr/>
            <p:nvPr/>
          </p:nvSpPr>
          <p:spPr>
            <a:xfrm>
              <a:off x="1125998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0" name="tx77">
              <a:extLst>
                <a:ext uri="{FF2B5EF4-FFF2-40B4-BE49-F238E27FC236}">
                  <a16:creationId xmlns:a16="http://schemas.microsoft.com/office/drawing/2014/main" id="{7FA11182-63EE-8BBB-A131-3938B63269C2}"/>
                </a:ext>
              </a:extLst>
            </p:cNvPr>
            <p:cNvSpPr/>
            <p:nvPr/>
          </p:nvSpPr>
          <p:spPr>
            <a:xfrm>
              <a:off x="2762023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11" name="tx78">
              <a:extLst>
                <a:ext uri="{FF2B5EF4-FFF2-40B4-BE49-F238E27FC236}">
                  <a16:creationId xmlns:a16="http://schemas.microsoft.com/office/drawing/2014/main" id="{D342C98C-6D96-263C-3624-5C329DCF8AA0}"/>
                </a:ext>
              </a:extLst>
            </p:cNvPr>
            <p:cNvSpPr/>
            <p:nvPr/>
          </p:nvSpPr>
          <p:spPr>
            <a:xfrm>
              <a:off x="4398048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112" name="tx79">
              <a:extLst>
                <a:ext uri="{FF2B5EF4-FFF2-40B4-BE49-F238E27FC236}">
                  <a16:creationId xmlns:a16="http://schemas.microsoft.com/office/drawing/2014/main" id="{D5AE3819-3553-166D-75A1-85F3361BCD6C}"/>
                </a:ext>
              </a:extLst>
            </p:cNvPr>
            <p:cNvSpPr/>
            <p:nvPr/>
          </p:nvSpPr>
          <p:spPr>
            <a:xfrm>
              <a:off x="6034073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113" name="tx80">
              <a:extLst>
                <a:ext uri="{FF2B5EF4-FFF2-40B4-BE49-F238E27FC236}">
                  <a16:creationId xmlns:a16="http://schemas.microsoft.com/office/drawing/2014/main" id="{1472F80C-3EB7-F462-9BCC-D8F83518D005}"/>
                </a:ext>
              </a:extLst>
            </p:cNvPr>
            <p:cNvSpPr/>
            <p:nvPr/>
          </p:nvSpPr>
          <p:spPr>
            <a:xfrm>
              <a:off x="3770771" y="6137094"/>
              <a:ext cx="675375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123" name="Rounded Rectangle 122">
              <a:extLst>
                <a:ext uri="{FF2B5EF4-FFF2-40B4-BE49-F238E27FC236}">
                  <a16:creationId xmlns:a16="http://schemas.microsoft.com/office/drawing/2014/main" id="{CDF533A2-54BE-B133-B9C8-4A23AE8419C1}"/>
                </a:ext>
              </a:extLst>
            </p:cNvPr>
            <p:cNvSpPr/>
            <p:nvPr/>
          </p:nvSpPr>
          <p:spPr>
            <a:xfrm>
              <a:off x="5416551" y="4032729"/>
              <a:ext cx="1042416" cy="576072"/>
            </a:xfrm>
            <a:prstGeom prst="roundRect">
              <a:avLst/>
            </a:prstGeom>
            <a:solidFill>
              <a:srgbClr val="00FA9A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l-GR" sz="1500" b="1" i="1" dirty="0">
                  <a:solidFill>
                    <a:schemeClr val="tx1"/>
                  </a:solidFill>
                </a:rPr>
                <a:t>τ</a:t>
              </a:r>
              <a:r>
                <a:rPr lang="en-US" sz="1500" b="1" i="1" dirty="0">
                  <a:solidFill>
                    <a:schemeClr val="tx1"/>
                  </a:solidFill>
                </a:rPr>
                <a:t> = -0.546</a:t>
              </a:r>
            </a:p>
            <a:p>
              <a:pPr algn="ctr"/>
              <a:r>
                <a:rPr lang="en-US" sz="1500" b="1" dirty="0">
                  <a:solidFill>
                    <a:schemeClr val="tx1"/>
                  </a:solidFill>
                </a:rPr>
                <a:t>**</a:t>
              </a:r>
            </a:p>
          </p:txBody>
        </p:sp>
        <p:sp>
          <p:nvSpPr>
            <p:cNvPr id="124" name="Rounded Rectangle 123">
              <a:extLst>
                <a:ext uri="{FF2B5EF4-FFF2-40B4-BE49-F238E27FC236}">
                  <a16:creationId xmlns:a16="http://schemas.microsoft.com/office/drawing/2014/main" id="{D2DAF4A3-DBE9-8655-589D-171757FB6081}"/>
                </a:ext>
              </a:extLst>
            </p:cNvPr>
            <p:cNvSpPr/>
            <p:nvPr/>
          </p:nvSpPr>
          <p:spPr>
            <a:xfrm>
              <a:off x="1553963" y="4171471"/>
              <a:ext cx="1042416" cy="576072"/>
            </a:xfrm>
            <a:prstGeom prst="roundRect">
              <a:avLst/>
            </a:prstGeom>
            <a:solidFill>
              <a:srgbClr val="1C90FF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l-GR" sz="1500" b="1" i="1" dirty="0">
                  <a:solidFill>
                    <a:schemeClr val="bg1"/>
                  </a:solidFill>
                </a:rPr>
                <a:t>τ</a:t>
              </a:r>
              <a:r>
                <a:rPr lang="en-US" sz="1500" b="1" i="1" dirty="0">
                  <a:solidFill>
                    <a:schemeClr val="bg1"/>
                  </a:solidFill>
                </a:rPr>
                <a:t> = -0.177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2" name="Group 161">
            <a:extLst>
              <a:ext uri="{FF2B5EF4-FFF2-40B4-BE49-F238E27FC236}">
                <a16:creationId xmlns:a16="http://schemas.microsoft.com/office/drawing/2014/main" id="{E79256C2-8AED-AB2F-B829-0DC203DF7EAB}"/>
              </a:ext>
            </a:extLst>
          </p:cNvPr>
          <p:cNvGrpSpPr/>
          <p:nvPr/>
        </p:nvGrpSpPr>
        <p:grpSpPr>
          <a:xfrm>
            <a:off x="395536" y="1669819"/>
            <a:ext cx="6848507" cy="4567493"/>
            <a:chOff x="395536" y="1669819"/>
            <a:chExt cx="6848507" cy="4567493"/>
          </a:xfrm>
        </p:grpSpPr>
        <p:sp>
          <p:nvSpPr>
            <p:cNvPr id="56" name="pg56"/>
            <p:cNvSpPr/>
            <p:nvPr/>
          </p:nvSpPr>
          <p:spPr>
            <a:xfrm>
              <a:off x="1257927" y="3817825"/>
              <a:ext cx="4821779" cy="1296184"/>
            </a:xfrm>
            <a:custGeom>
              <a:avLst/>
              <a:gdLst/>
              <a:ahLst/>
              <a:cxnLst/>
              <a:rect l="0" t="0" r="0" b="0"/>
              <a:pathLst>
                <a:path w="4821779" h="1296184">
                  <a:moveTo>
                    <a:pt x="0" y="0"/>
                  </a:moveTo>
                  <a:lnTo>
                    <a:pt x="61035" y="12311"/>
                  </a:lnTo>
                  <a:lnTo>
                    <a:pt x="122070" y="24524"/>
                  </a:lnTo>
                  <a:lnTo>
                    <a:pt x="183105" y="36634"/>
                  </a:lnTo>
                  <a:lnTo>
                    <a:pt x="244140" y="48635"/>
                  </a:lnTo>
                  <a:lnTo>
                    <a:pt x="305175" y="60520"/>
                  </a:lnTo>
                  <a:lnTo>
                    <a:pt x="366211" y="72284"/>
                  </a:lnTo>
                  <a:lnTo>
                    <a:pt x="427246" y="83919"/>
                  </a:lnTo>
                  <a:lnTo>
                    <a:pt x="488281" y="95420"/>
                  </a:lnTo>
                  <a:lnTo>
                    <a:pt x="549316" y="106777"/>
                  </a:lnTo>
                  <a:lnTo>
                    <a:pt x="610351" y="117985"/>
                  </a:lnTo>
                  <a:lnTo>
                    <a:pt x="671387" y="129034"/>
                  </a:lnTo>
                  <a:lnTo>
                    <a:pt x="732422" y="139918"/>
                  </a:lnTo>
                  <a:lnTo>
                    <a:pt x="793457" y="150626"/>
                  </a:lnTo>
                  <a:lnTo>
                    <a:pt x="854492" y="161151"/>
                  </a:lnTo>
                  <a:lnTo>
                    <a:pt x="915527" y="171484"/>
                  </a:lnTo>
                  <a:lnTo>
                    <a:pt x="976562" y="181616"/>
                  </a:lnTo>
                  <a:lnTo>
                    <a:pt x="1037598" y="191538"/>
                  </a:lnTo>
                  <a:lnTo>
                    <a:pt x="1098633" y="201241"/>
                  </a:lnTo>
                  <a:lnTo>
                    <a:pt x="1159668" y="210717"/>
                  </a:lnTo>
                  <a:lnTo>
                    <a:pt x="1220703" y="219955"/>
                  </a:lnTo>
                  <a:lnTo>
                    <a:pt x="1281738" y="228949"/>
                  </a:lnTo>
                  <a:lnTo>
                    <a:pt x="1342774" y="237690"/>
                  </a:lnTo>
                  <a:lnTo>
                    <a:pt x="1403809" y="246170"/>
                  </a:lnTo>
                  <a:lnTo>
                    <a:pt x="1464844" y="254384"/>
                  </a:lnTo>
                  <a:lnTo>
                    <a:pt x="1525879" y="262324"/>
                  </a:lnTo>
                  <a:lnTo>
                    <a:pt x="1586914" y="269985"/>
                  </a:lnTo>
                  <a:lnTo>
                    <a:pt x="1647950" y="277363"/>
                  </a:lnTo>
                  <a:lnTo>
                    <a:pt x="1708985" y="284454"/>
                  </a:lnTo>
                  <a:lnTo>
                    <a:pt x="1770020" y="291256"/>
                  </a:lnTo>
                  <a:lnTo>
                    <a:pt x="1831055" y="297768"/>
                  </a:lnTo>
                  <a:lnTo>
                    <a:pt x="1892090" y="303989"/>
                  </a:lnTo>
                  <a:lnTo>
                    <a:pt x="1953125" y="309921"/>
                  </a:lnTo>
                  <a:lnTo>
                    <a:pt x="2014161" y="315565"/>
                  </a:lnTo>
                  <a:lnTo>
                    <a:pt x="2075196" y="320924"/>
                  </a:lnTo>
                  <a:lnTo>
                    <a:pt x="2136231" y="326003"/>
                  </a:lnTo>
                  <a:lnTo>
                    <a:pt x="2197266" y="330807"/>
                  </a:lnTo>
                  <a:lnTo>
                    <a:pt x="2258301" y="335341"/>
                  </a:lnTo>
                  <a:lnTo>
                    <a:pt x="2319337" y="339613"/>
                  </a:lnTo>
                  <a:lnTo>
                    <a:pt x="2380372" y="343629"/>
                  </a:lnTo>
                  <a:lnTo>
                    <a:pt x="2441407" y="347398"/>
                  </a:lnTo>
                  <a:lnTo>
                    <a:pt x="2502442" y="350927"/>
                  </a:lnTo>
                  <a:lnTo>
                    <a:pt x="2563477" y="354225"/>
                  </a:lnTo>
                  <a:lnTo>
                    <a:pt x="2624513" y="357302"/>
                  </a:lnTo>
                  <a:lnTo>
                    <a:pt x="2685548" y="360165"/>
                  </a:lnTo>
                  <a:lnTo>
                    <a:pt x="2746583" y="362824"/>
                  </a:lnTo>
                  <a:lnTo>
                    <a:pt x="2807618" y="365288"/>
                  </a:lnTo>
                  <a:lnTo>
                    <a:pt x="2868653" y="367566"/>
                  </a:lnTo>
                  <a:lnTo>
                    <a:pt x="2929688" y="369666"/>
                  </a:lnTo>
                  <a:lnTo>
                    <a:pt x="2990724" y="371598"/>
                  </a:lnTo>
                  <a:lnTo>
                    <a:pt x="3051759" y="373368"/>
                  </a:lnTo>
                  <a:lnTo>
                    <a:pt x="3112794" y="374985"/>
                  </a:lnTo>
                  <a:lnTo>
                    <a:pt x="3173829" y="376458"/>
                  </a:lnTo>
                  <a:lnTo>
                    <a:pt x="3234864" y="377792"/>
                  </a:lnTo>
                  <a:lnTo>
                    <a:pt x="3295900" y="378997"/>
                  </a:lnTo>
                  <a:lnTo>
                    <a:pt x="3356935" y="380077"/>
                  </a:lnTo>
                  <a:lnTo>
                    <a:pt x="3417970" y="381040"/>
                  </a:lnTo>
                  <a:lnTo>
                    <a:pt x="3479005" y="381891"/>
                  </a:lnTo>
                  <a:lnTo>
                    <a:pt x="3540040" y="382638"/>
                  </a:lnTo>
                  <a:lnTo>
                    <a:pt x="3601076" y="383284"/>
                  </a:lnTo>
                  <a:lnTo>
                    <a:pt x="3662111" y="383836"/>
                  </a:lnTo>
                  <a:lnTo>
                    <a:pt x="3723146" y="384299"/>
                  </a:lnTo>
                  <a:lnTo>
                    <a:pt x="3784181" y="384676"/>
                  </a:lnTo>
                  <a:lnTo>
                    <a:pt x="3845216" y="384973"/>
                  </a:lnTo>
                  <a:lnTo>
                    <a:pt x="3906251" y="385194"/>
                  </a:lnTo>
                  <a:lnTo>
                    <a:pt x="3967287" y="385342"/>
                  </a:lnTo>
                  <a:lnTo>
                    <a:pt x="4028322" y="385422"/>
                  </a:lnTo>
                  <a:lnTo>
                    <a:pt x="4089357" y="385436"/>
                  </a:lnTo>
                  <a:lnTo>
                    <a:pt x="4150392" y="385388"/>
                  </a:lnTo>
                  <a:lnTo>
                    <a:pt x="4211427" y="385282"/>
                  </a:lnTo>
                  <a:lnTo>
                    <a:pt x="4272463" y="385120"/>
                  </a:lnTo>
                  <a:lnTo>
                    <a:pt x="4333498" y="384904"/>
                  </a:lnTo>
                  <a:lnTo>
                    <a:pt x="4394533" y="384639"/>
                  </a:lnTo>
                  <a:lnTo>
                    <a:pt x="4455568" y="384325"/>
                  </a:lnTo>
                  <a:lnTo>
                    <a:pt x="4516603" y="383965"/>
                  </a:lnTo>
                  <a:lnTo>
                    <a:pt x="4577639" y="383562"/>
                  </a:lnTo>
                  <a:lnTo>
                    <a:pt x="4638674" y="383118"/>
                  </a:lnTo>
                  <a:lnTo>
                    <a:pt x="4699709" y="382634"/>
                  </a:lnTo>
                  <a:lnTo>
                    <a:pt x="4760744" y="382112"/>
                  </a:lnTo>
                  <a:lnTo>
                    <a:pt x="4821779" y="381554"/>
                  </a:lnTo>
                  <a:lnTo>
                    <a:pt x="4821779" y="1296184"/>
                  </a:lnTo>
                  <a:lnTo>
                    <a:pt x="4760744" y="1282701"/>
                  </a:lnTo>
                  <a:lnTo>
                    <a:pt x="4699709" y="1269254"/>
                  </a:lnTo>
                  <a:lnTo>
                    <a:pt x="4638674" y="1255844"/>
                  </a:lnTo>
                  <a:lnTo>
                    <a:pt x="4577639" y="1242474"/>
                  </a:lnTo>
                  <a:lnTo>
                    <a:pt x="4516603" y="1229146"/>
                  </a:lnTo>
                  <a:lnTo>
                    <a:pt x="4455568" y="1215861"/>
                  </a:lnTo>
                  <a:lnTo>
                    <a:pt x="4394533" y="1202622"/>
                  </a:lnTo>
                  <a:lnTo>
                    <a:pt x="4333498" y="1189431"/>
                  </a:lnTo>
                  <a:lnTo>
                    <a:pt x="4272463" y="1176290"/>
                  </a:lnTo>
                  <a:lnTo>
                    <a:pt x="4211427" y="1163203"/>
                  </a:lnTo>
                  <a:lnTo>
                    <a:pt x="4150392" y="1150171"/>
                  </a:lnTo>
                  <a:lnTo>
                    <a:pt x="4089357" y="1137198"/>
                  </a:lnTo>
                  <a:lnTo>
                    <a:pt x="4028322" y="1124287"/>
                  </a:lnTo>
                  <a:lnTo>
                    <a:pt x="3967287" y="1111441"/>
                  </a:lnTo>
                  <a:lnTo>
                    <a:pt x="3906251" y="1098664"/>
                  </a:lnTo>
                  <a:lnTo>
                    <a:pt x="3845216" y="1085960"/>
                  </a:lnTo>
                  <a:lnTo>
                    <a:pt x="3784181" y="1073331"/>
                  </a:lnTo>
                  <a:lnTo>
                    <a:pt x="3723146" y="1060783"/>
                  </a:lnTo>
                  <a:lnTo>
                    <a:pt x="3662111" y="1048320"/>
                  </a:lnTo>
                  <a:lnTo>
                    <a:pt x="3601076" y="1035947"/>
                  </a:lnTo>
                  <a:lnTo>
                    <a:pt x="3540040" y="1023668"/>
                  </a:lnTo>
                  <a:lnTo>
                    <a:pt x="3479005" y="1011489"/>
                  </a:lnTo>
                  <a:lnTo>
                    <a:pt x="3417970" y="999416"/>
                  </a:lnTo>
                  <a:lnTo>
                    <a:pt x="3356935" y="987453"/>
                  </a:lnTo>
                  <a:lnTo>
                    <a:pt x="3295900" y="975608"/>
                  </a:lnTo>
                  <a:lnTo>
                    <a:pt x="3234864" y="963887"/>
                  </a:lnTo>
                  <a:lnTo>
                    <a:pt x="3173829" y="952296"/>
                  </a:lnTo>
                  <a:lnTo>
                    <a:pt x="3112794" y="940844"/>
                  </a:lnTo>
                  <a:lnTo>
                    <a:pt x="3051759" y="929536"/>
                  </a:lnTo>
                  <a:lnTo>
                    <a:pt x="2990724" y="918381"/>
                  </a:lnTo>
                  <a:lnTo>
                    <a:pt x="2929688" y="907387"/>
                  </a:lnTo>
                  <a:lnTo>
                    <a:pt x="2868653" y="896561"/>
                  </a:lnTo>
                  <a:lnTo>
                    <a:pt x="2807618" y="885914"/>
                  </a:lnTo>
                  <a:lnTo>
                    <a:pt x="2746583" y="875453"/>
                  </a:lnTo>
                  <a:lnTo>
                    <a:pt x="2685548" y="865187"/>
                  </a:lnTo>
                  <a:lnTo>
                    <a:pt x="2624513" y="855125"/>
                  </a:lnTo>
                  <a:lnTo>
                    <a:pt x="2563477" y="845276"/>
                  </a:lnTo>
                  <a:lnTo>
                    <a:pt x="2502442" y="835649"/>
                  </a:lnTo>
                  <a:lnTo>
                    <a:pt x="2441407" y="826253"/>
                  </a:lnTo>
                  <a:lnTo>
                    <a:pt x="2380372" y="817096"/>
                  </a:lnTo>
                  <a:lnTo>
                    <a:pt x="2319337" y="808187"/>
                  </a:lnTo>
                  <a:lnTo>
                    <a:pt x="2258301" y="799533"/>
                  </a:lnTo>
                  <a:lnTo>
                    <a:pt x="2197266" y="791142"/>
                  </a:lnTo>
                  <a:lnTo>
                    <a:pt x="2136231" y="783021"/>
                  </a:lnTo>
                  <a:lnTo>
                    <a:pt x="2075196" y="775174"/>
                  </a:lnTo>
                  <a:lnTo>
                    <a:pt x="2014161" y="767609"/>
                  </a:lnTo>
                  <a:lnTo>
                    <a:pt x="1953125" y="760327"/>
                  </a:lnTo>
                  <a:lnTo>
                    <a:pt x="1892090" y="753334"/>
                  </a:lnTo>
                  <a:lnTo>
                    <a:pt x="1831055" y="746629"/>
                  </a:lnTo>
                  <a:lnTo>
                    <a:pt x="1770020" y="740216"/>
                  </a:lnTo>
                  <a:lnTo>
                    <a:pt x="1708985" y="734093"/>
                  </a:lnTo>
                  <a:lnTo>
                    <a:pt x="1647950" y="728259"/>
                  </a:lnTo>
                  <a:lnTo>
                    <a:pt x="1586914" y="722711"/>
                  </a:lnTo>
                  <a:lnTo>
                    <a:pt x="1525879" y="717447"/>
                  </a:lnTo>
                  <a:lnTo>
                    <a:pt x="1464844" y="712462"/>
                  </a:lnTo>
                  <a:lnTo>
                    <a:pt x="1403809" y="707750"/>
                  </a:lnTo>
                  <a:lnTo>
                    <a:pt x="1342774" y="703305"/>
                  </a:lnTo>
                  <a:lnTo>
                    <a:pt x="1281738" y="699121"/>
                  </a:lnTo>
                  <a:lnTo>
                    <a:pt x="1220703" y="695189"/>
                  </a:lnTo>
                  <a:lnTo>
                    <a:pt x="1159668" y="691502"/>
                  </a:lnTo>
                  <a:lnTo>
                    <a:pt x="1098633" y="688052"/>
                  </a:lnTo>
                  <a:lnTo>
                    <a:pt x="1037598" y="684830"/>
                  </a:lnTo>
                  <a:lnTo>
                    <a:pt x="976562" y="681826"/>
                  </a:lnTo>
                  <a:lnTo>
                    <a:pt x="915527" y="679033"/>
                  </a:lnTo>
                  <a:lnTo>
                    <a:pt x="854492" y="676441"/>
                  </a:lnTo>
                  <a:lnTo>
                    <a:pt x="793457" y="674041"/>
                  </a:lnTo>
                  <a:lnTo>
                    <a:pt x="732422" y="671824"/>
                  </a:lnTo>
                  <a:lnTo>
                    <a:pt x="671387" y="669782"/>
                  </a:lnTo>
                  <a:lnTo>
                    <a:pt x="610351" y="667906"/>
                  </a:lnTo>
                  <a:lnTo>
                    <a:pt x="549316" y="666188"/>
                  </a:lnTo>
                  <a:lnTo>
                    <a:pt x="488281" y="664621"/>
                  </a:lnTo>
                  <a:lnTo>
                    <a:pt x="427246" y="663196"/>
                  </a:lnTo>
                  <a:lnTo>
                    <a:pt x="366211" y="661906"/>
                  </a:lnTo>
                  <a:lnTo>
                    <a:pt x="305175" y="660744"/>
                  </a:lnTo>
                  <a:lnTo>
                    <a:pt x="244140" y="659705"/>
                  </a:lnTo>
                  <a:lnTo>
                    <a:pt x="183105" y="658780"/>
                  </a:lnTo>
                  <a:lnTo>
                    <a:pt x="122070" y="657964"/>
                  </a:lnTo>
                  <a:lnTo>
                    <a:pt x="61035" y="657252"/>
                  </a:lnTo>
                  <a:lnTo>
                    <a:pt x="0" y="656638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57927" y="4146144"/>
              <a:ext cx="4821779" cy="510549"/>
            </a:xfrm>
            <a:custGeom>
              <a:avLst/>
              <a:gdLst/>
              <a:ahLst/>
              <a:cxnLst/>
              <a:rect l="0" t="0" r="0" b="0"/>
              <a:pathLst>
                <a:path w="4821779" h="510549">
                  <a:moveTo>
                    <a:pt x="0" y="0"/>
                  </a:moveTo>
                  <a:lnTo>
                    <a:pt x="61035" y="6462"/>
                  </a:lnTo>
                  <a:lnTo>
                    <a:pt x="122070" y="12925"/>
                  </a:lnTo>
                  <a:lnTo>
                    <a:pt x="183105" y="19387"/>
                  </a:lnTo>
                  <a:lnTo>
                    <a:pt x="244140" y="25850"/>
                  </a:lnTo>
                  <a:lnTo>
                    <a:pt x="305175" y="32313"/>
                  </a:lnTo>
                  <a:lnTo>
                    <a:pt x="366211" y="38775"/>
                  </a:lnTo>
                  <a:lnTo>
                    <a:pt x="427246" y="45238"/>
                  </a:lnTo>
                  <a:lnTo>
                    <a:pt x="488281" y="51701"/>
                  </a:lnTo>
                  <a:lnTo>
                    <a:pt x="549316" y="58163"/>
                  </a:lnTo>
                  <a:lnTo>
                    <a:pt x="610351" y="64626"/>
                  </a:lnTo>
                  <a:lnTo>
                    <a:pt x="671387" y="71089"/>
                  </a:lnTo>
                  <a:lnTo>
                    <a:pt x="732422" y="77551"/>
                  </a:lnTo>
                  <a:lnTo>
                    <a:pt x="793457" y="84014"/>
                  </a:lnTo>
                  <a:lnTo>
                    <a:pt x="854492" y="90477"/>
                  </a:lnTo>
                  <a:lnTo>
                    <a:pt x="915527" y="96939"/>
                  </a:lnTo>
                  <a:lnTo>
                    <a:pt x="976562" y="103402"/>
                  </a:lnTo>
                  <a:lnTo>
                    <a:pt x="1037598" y="109865"/>
                  </a:lnTo>
                  <a:lnTo>
                    <a:pt x="1098633" y="116327"/>
                  </a:lnTo>
                  <a:lnTo>
                    <a:pt x="1159668" y="122790"/>
                  </a:lnTo>
                  <a:lnTo>
                    <a:pt x="1220703" y="129253"/>
                  </a:lnTo>
                  <a:lnTo>
                    <a:pt x="1281738" y="135715"/>
                  </a:lnTo>
                  <a:lnTo>
                    <a:pt x="1342774" y="142178"/>
                  </a:lnTo>
                  <a:lnTo>
                    <a:pt x="1403809" y="148641"/>
                  </a:lnTo>
                  <a:lnTo>
                    <a:pt x="1464844" y="155103"/>
                  </a:lnTo>
                  <a:lnTo>
                    <a:pt x="1525879" y="161566"/>
                  </a:lnTo>
                  <a:lnTo>
                    <a:pt x="1586914" y="168029"/>
                  </a:lnTo>
                  <a:lnTo>
                    <a:pt x="1647950" y="174491"/>
                  </a:lnTo>
                  <a:lnTo>
                    <a:pt x="1708985" y="180954"/>
                  </a:lnTo>
                  <a:lnTo>
                    <a:pt x="1770020" y="187417"/>
                  </a:lnTo>
                  <a:lnTo>
                    <a:pt x="1831055" y="193879"/>
                  </a:lnTo>
                  <a:lnTo>
                    <a:pt x="1892090" y="200342"/>
                  </a:lnTo>
                  <a:lnTo>
                    <a:pt x="1953125" y="206805"/>
                  </a:lnTo>
                  <a:lnTo>
                    <a:pt x="2014161" y="213267"/>
                  </a:lnTo>
                  <a:lnTo>
                    <a:pt x="2075196" y="219730"/>
                  </a:lnTo>
                  <a:lnTo>
                    <a:pt x="2136231" y="226193"/>
                  </a:lnTo>
                  <a:lnTo>
                    <a:pt x="2197266" y="232655"/>
                  </a:lnTo>
                  <a:lnTo>
                    <a:pt x="2258301" y="239118"/>
                  </a:lnTo>
                  <a:lnTo>
                    <a:pt x="2319337" y="245580"/>
                  </a:lnTo>
                  <a:lnTo>
                    <a:pt x="2380372" y="252043"/>
                  </a:lnTo>
                  <a:lnTo>
                    <a:pt x="2441407" y="258506"/>
                  </a:lnTo>
                  <a:lnTo>
                    <a:pt x="2502442" y="264968"/>
                  </a:lnTo>
                  <a:lnTo>
                    <a:pt x="2563477" y="271431"/>
                  </a:lnTo>
                  <a:lnTo>
                    <a:pt x="2624513" y="277894"/>
                  </a:lnTo>
                  <a:lnTo>
                    <a:pt x="2685548" y="284356"/>
                  </a:lnTo>
                  <a:lnTo>
                    <a:pt x="2746583" y="290819"/>
                  </a:lnTo>
                  <a:lnTo>
                    <a:pt x="2807618" y="297282"/>
                  </a:lnTo>
                  <a:lnTo>
                    <a:pt x="2868653" y="303744"/>
                  </a:lnTo>
                  <a:lnTo>
                    <a:pt x="2929688" y="310207"/>
                  </a:lnTo>
                  <a:lnTo>
                    <a:pt x="2990724" y="316670"/>
                  </a:lnTo>
                  <a:lnTo>
                    <a:pt x="3051759" y="323132"/>
                  </a:lnTo>
                  <a:lnTo>
                    <a:pt x="3112794" y="329595"/>
                  </a:lnTo>
                  <a:lnTo>
                    <a:pt x="3173829" y="336058"/>
                  </a:lnTo>
                  <a:lnTo>
                    <a:pt x="3234864" y="342520"/>
                  </a:lnTo>
                  <a:lnTo>
                    <a:pt x="3295900" y="348983"/>
                  </a:lnTo>
                  <a:lnTo>
                    <a:pt x="3356935" y="355446"/>
                  </a:lnTo>
                  <a:lnTo>
                    <a:pt x="3417970" y="361908"/>
                  </a:lnTo>
                  <a:lnTo>
                    <a:pt x="3479005" y="368371"/>
                  </a:lnTo>
                  <a:lnTo>
                    <a:pt x="3540040" y="374834"/>
                  </a:lnTo>
                  <a:lnTo>
                    <a:pt x="3601076" y="381296"/>
                  </a:lnTo>
                  <a:lnTo>
                    <a:pt x="3662111" y="387759"/>
                  </a:lnTo>
                  <a:lnTo>
                    <a:pt x="3723146" y="394222"/>
                  </a:lnTo>
                  <a:lnTo>
                    <a:pt x="3784181" y="400684"/>
                  </a:lnTo>
                  <a:lnTo>
                    <a:pt x="3845216" y="407147"/>
                  </a:lnTo>
                  <a:lnTo>
                    <a:pt x="3906251" y="413610"/>
                  </a:lnTo>
                  <a:lnTo>
                    <a:pt x="3967287" y="420072"/>
                  </a:lnTo>
                  <a:lnTo>
                    <a:pt x="4028322" y="426535"/>
                  </a:lnTo>
                  <a:lnTo>
                    <a:pt x="4089357" y="432998"/>
                  </a:lnTo>
                  <a:lnTo>
                    <a:pt x="4150392" y="439460"/>
                  </a:lnTo>
                  <a:lnTo>
                    <a:pt x="4211427" y="445923"/>
                  </a:lnTo>
                  <a:lnTo>
                    <a:pt x="4272463" y="452386"/>
                  </a:lnTo>
                  <a:lnTo>
                    <a:pt x="4333498" y="458848"/>
                  </a:lnTo>
                  <a:lnTo>
                    <a:pt x="4394533" y="465311"/>
                  </a:lnTo>
                  <a:lnTo>
                    <a:pt x="4455568" y="471773"/>
                  </a:lnTo>
                  <a:lnTo>
                    <a:pt x="4516603" y="478236"/>
                  </a:lnTo>
                  <a:lnTo>
                    <a:pt x="4577639" y="484699"/>
                  </a:lnTo>
                  <a:lnTo>
                    <a:pt x="4638674" y="491161"/>
                  </a:lnTo>
                  <a:lnTo>
                    <a:pt x="4699709" y="497624"/>
                  </a:lnTo>
                  <a:lnTo>
                    <a:pt x="4760744" y="504087"/>
                  </a:lnTo>
                  <a:lnTo>
                    <a:pt x="4821779" y="510549"/>
                  </a:lnTo>
                </a:path>
              </a:pathLst>
            </a:custGeom>
            <a:ln w="38100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60457" y="2598910"/>
              <a:ext cx="5698533" cy="2272777"/>
            </a:xfrm>
            <a:custGeom>
              <a:avLst/>
              <a:gdLst/>
              <a:ahLst/>
              <a:cxnLst/>
              <a:rect l="0" t="0" r="0" b="0"/>
              <a:pathLst>
                <a:path w="5698533" h="2272777">
                  <a:moveTo>
                    <a:pt x="0" y="0"/>
                  </a:moveTo>
                  <a:lnTo>
                    <a:pt x="72133" y="28769"/>
                  </a:lnTo>
                  <a:lnTo>
                    <a:pt x="144266" y="57538"/>
                  </a:lnTo>
                  <a:lnTo>
                    <a:pt x="216399" y="86308"/>
                  </a:lnTo>
                  <a:lnTo>
                    <a:pt x="288533" y="115077"/>
                  </a:lnTo>
                  <a:lnTo>
                    <a:pt x="360666" y="143846"/>
                  </a:lnTo>
                  <a:lnTo>
                    <a:pt x="432799" y="172616"/>
                  </a:lnTo>
                  <a:lnTo>
                    <a:pt x="504933" y="201385"/>
                  </a:lnTo>
                  <a:lnTo>
                    <a:pt x="577066" y="230154"/>
                  </a:lnTo>
                  <a:lnTo>
                    <a:pt x="649199" y="258924"/>
                  </a:lnTo>
                  <a:lnTo>
                    <a:pt x="721333" y="287693"/>
                  </a:lnTo>
                  <a:lnTo>
                    <a:pt x="793466" y="316462"/>
                  </a:lnTo>
                  <a:lnTo>
                    <a:pt x="865599" y="345232"/>
                  </a:lnTo>
                  <a:lnTo>
                    <a:pt x="937733" y="374001"/>
                  </a:lnTo>
                  <a:lnTo>
                    <a:pt x="1009866" y="402770"/>
                  </a:lnTo>
                  <a:lnTo>
                    <a:pt x="1081999" y="431540"/>
                  </a:lnTo>
                  <a:lnTo>
                    <a:pt x="1154133" y="460309"/>
                  </a:lnTo>
                  <a:lnTo>
                    <a:pt x="1226266" y="489078"/>
                  </a:lnTo>
                  <a:lnTo>
                    <a:pt x="1298399" y="517848"/>
                  </a:lnTo>
                  <a:lnTo>
                    <a:pt x="1370533" y="546617"/>
                  </a:lnTo>
                  <a:lnTo>
                    <a:pt x="1442666" y="575386"/>
                  </a:lnTo>
                  <a:lnTo>
                    <a:pt x="1514799" y="604156"/>
                  </a:lnTo>
                  <a:lnTo>
                    <a:pt x="1586933" y="632925"/>
                  </a:lnTo>
                  <a:lnTo>
                    <a:pt x="1659066" y="661694"/>
                  </a:lnTo>
                  <a:lnTo>
                    <a:pt x="1731199" y="690464"/>
                  </a:lnTo>
                  <a:lnTo>
                    <a:pt x="1803333" y="719233"/>
                  </a:lnTo>
                  <a:lnTo>
                    <a:pt x="1875466" y="748002"/>
                  </a:lnTo>
                  <a:lnTo>
                    <a:pt x="1947599" y="776772"/>
                  </a:lnTo>
                  <a:lnTo>
                    <a:pt x="2019733" y="805541"/>
                  </a:lnTo>
                  <a:lnTo>
                    <a:pt x="2091866" y="834310"/>
                  </a:lnTo>
                  <a:lnTo>
                    <a:pt x="2163999" y="863080"/>
                  </a:lnTo>
                  <a:lnTo>
                    <a:pt x="2236133" y="891849"/>
                  </a:lnTo>
                  <a:lnTo>
                    <a:pt x="2308266" y="920618"/>
                  </a:lnTo>
                  <a:lnTo>
                    <a:pt x="2380399" y="949388"/>
                  </a:lnTo>
                  <a:lnTo>
                    <a:pt x="2452533" y="978157"/>
                  </a:lnTo>
                  <a:lnTo>
                    <a:pt x="2524666" y="1006926"/>
                  </a:lnTo>
                  <a:lnTo>
                    <a:pt x="2596799" y="1035696"/>
                  </a:lnTo>
                  <a:lnTo>
                    <a:pt x="2668933" y="1064465"/>
                  </a:lnTo>
                  <a:lnTo>
                    <a:pt x="2741066" y="1093234"/>
                  </a:lnTo>
                  <a:lnTo>
                    <a:pt x="2813199" y="1122004"/>
                  </a:lnTo>
                  <a:lnTo>
                    <a:pt x="2885333" y="1150773"/>
                  </a:lnTo>
                  <a:lnTo>
                    <a:pt x="2957466" y="1179542"/>
                  </a:lnTo>
                  <a:lnTo>
                    <a:pt x="3029599" y="1208312"/>
                  </a:lnTo>
                  <a:lnTo>
                    <a:pt x="3101733" y="1237081"/>
                  </a:lnTo>
                  <a:lnTo>
                    <a:pt x="3173866" y="1265850"/>
                  </a:lnTo>
                  <a:lnTo>
                    <a:pt x="3245999" y="1294620"/>
                  </a:lnTo>
                  <a:lnTo>
                    <a:pt x="3318133" y="1323389"/>
                  </a:lnTo>
                  <a:lnTo>
                    <a:pt x="3390266" y="1352158"/>
                  </a:lnTo>
                  <a:lnTo>
                    <a:pt x="3462399" y="1380928"/>
                  </a:lnTo>
                  <a:lnTo>
                    <a:pt x="3534533" y="1409697"/>
                  </a:lnTo>
                  <a:lnTo>
                    <a:pt x="3606666" y="1438466"/>
                  </a:lnTo>
                  <a:lnTo>
                    <a:pt x="3678799" y="1467236"/>
                  </a:lnTo>
                  <a:lnTo>
                    <a:pt x="3750933" y="1496005"/>
                  </a:lnTo>
                  <a:lnTo>
                    <a:pt x="3823066" y="1524774"/>
                  </a:lnTo>
                  <a:lnTo>
                    <a:pt x="3895199" y="1553544"/>
                  </a:lnTo>
                  <a:lnTo>
                    <a:pt x="3967333" y="1582313"/>
                  </a:lnTo>
                  <a:lnTo>
                    <a:pt x="4039466" y="1611083"/>
                  </a:lnTo>
                  <a:lnTo>
                    <a:pt x="4111599" y="1639852"/>
                  </a:lnTo>
                  <a:lnTo>
                    <a:pt x="4183733" y="1668621"/>
                  </a:lnTo>
                  <a:lnTo>
                    <a:pt x="4255866" y="1697391"/>
                  </a:lnTo>
                  <a:lnTo>
                    <a:pt x="4327999" y="1726160"/>
                  </a:lnTo>
                  <a:lnTo>
                    <a:pt x="4400133" y="1754929"/>
                  </a:lnTo>
                  <a:lnTo>
                    <a:pt x="4472266" y="1783699"/>
                  </a:lnTo>
                  <a:lnTo>
                    <a:pt x="4544399" y="1812468"/>
                  </a:lnTo>
                  <a:lnTo>
                    <a:pt x="4616533" y="1841237"/>
                  </a:lnTo>
                  <a:lnTo>
                    <a:pt x="4688666" y="1870007"/>
                  </a:lnTo>
                  <a:lnTo>
                    <a:pt x="4760799" y="1898776"/>
                  </a:lnTo>
                  <a:lnTo>
                    <a:pt x="4832933" y="1927545"/>
                  </a:lnTo>
                  <a:lnTo>
                    <a:pt x="4905066" y="1956315"/>
                  </a:lnTo>
                  <a:lnTo>
                    <a:pt x="4977199" y="1985084"/>
                  </a:lnTo>
                  <a:lnTo>
                    <a:pt x="5049333" y="2013853"/>
                  </a:lnTo>
                  <a:lnTo>
                    <a:pt x="5121466" y="2042623"/>
                  </a:lnTo>
                  <a:lnTo>
                    <a:pt x="5193599" y="2071392"/>
                  </a:lnTo>
                  <a:lnTo>
                    <a:pt x="5265733" y="2100161"/>
                  </a:lnTo>
                  <a:lnTo>
                    <a:pt x="5337866" y="2128931"/>
                  </a:lnTo>
                  <a:lnTo>
                    <a:pt x="5409999" y="2157700"/>
                  </a:lnTo>
                  <a:lnTo>
                    <a:pt x="5482133" y="2186469"/>
                  </a:lnTo>
                  <a:lnTo>
                    <a:pt x="5554266" y="2215239"/>
                  </a:lnTo>
                  <a:lnTo>
                    <a:pt x="5626399" y="2244008"/>
                  </a:lnTo>
                  <a:lnTo>
                    <a:pt x="5698533" y="2272777"/>
                  </a:lnTo>
                </a:path>
              </a:pathLst>
            </a:custGeom>
            <a:ln w="38100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60457" y="2070498"/>
              <a:ext cx="5698533" cy="3478708"/>
            </a:xfrm>
            <a:custGeom>
              <a:avLst/>
              <a:gdLst/>
              <a:ahLst/>
              <a:cxnLst/>
              <a:rect l="0" t="0" r="0" b="0"/>
              <a:pathLst>
                <a:path w="5698533" h="3478708">
                  <a:moveTo>
                    <a:pt x="0" y="0"/>
                  </a:moveTo>
                  <a:lnTo>
                    <a:pt x="72133" y="39766"/>
                  </a:lnTo>
                  <a:lnTo>
                    <a:pt x="144266" y="79423"/>
                  </a:lnTo>
                  <a:lnTo>
                    <a:pt x="216399" y="118962"/>
                  </a:lnTo>
                  <a:lnTo>
                    <a:pt x="288533" y="158377"/>
                  </a:lnTo>
                  <a:lnTo>
                    <a:pt x="360666" y="197658"/>
                  </a:lnTo>
                  <a:lnTo>
                    <a:pt x="432799" y="236796"/>
                  </a:lnTo>
                  <a:lnTo>
                    <a:pt x="504933" y="275783"/>
                  </a:lnTo>
                  <a:lnTo>
                    <a:pt x="577066" y="314606"/>
                  </a:lnTo>
                  <a:lnTo>
                    <a:pt x="649199" y="353256"/>
                  </a:lnTo>
                  <a:lnTo>
                    <a:pt x="721333" y="391719"/>
                  </a:lnTo>
                  <a:lnTo>
                    <a:pt x="793466" y="429983"/>
                  </a:lnTo>
                  <a:lnTo>
                    <a:pt x="865599" y="468033"/>
                  </a:lnTo>
                  <a:lnTo>
                    <a:pt x="937733" y="505856"/>
                  </a:lnTo>
                  <a:lnTo>
                    <a:pt x="1009866" y="543434"/>
                  </a:lnTo>
                  <a:lnTo>
                    <a:pt x="1081999" y="580751"/>
                  </a:lnTo>
                  <a:lnTo>
                    <a:pt x="1154133" y="617788"/>
                  </a:lnTo>
                  <a:lnTo>
                    <a:pt x="1226266" y="654528"/>
                  </a:lnTo>
                  <a:lnTo>
                    <a:pt x="1298399" y="690948"/>
                  </a:lnTo>
                  <a:lnTo>
                    <a:pt x="1370533" y="727029"/>
                  </a:lnTo>
                  <a:lnTo>
                    <a:pt x="1442666" y="762749"/>
                  </a:lnTo>
                  <a:lnTo>
                    <a:pt x="1514799" y="798085"/>
                  </a:lnTo>
                  <a:lnTo>
                    <a:pt x="1586933" y="833014"/>
                  </a:lnTo>
                  <a:lnTo>
                    <a:pt x="1659066" y="867513"/>
                  </a:lnTo>
                  <a:lnTo>
                    <a:pt x="1731199" y="901558"/>
                  </a:lnTo>
                  <a:lnTo>
                    <a:pt x="1803333" y="935127"/>
                  </a:lnTo>
                  <a:lnTo>
                    <a:pt x="1875466" y="968197"/>
                  </a:lnTo>
                  <a:lnTo>
                    <a:pt x="1947599" y="1000747"/>
                  </a:lnTo>
                  <a:lnTo>
                    <a:pt x="2019733" y="1032758"/>
                  </a:lnTo>
                  <a:lnTo>
                    <a:pt x="2091866" y="1064212"/>
                  </a:lnTo>
                  <a:lnTo>
                    <a:pt x="2163999" y="1095093"/>
                  </a:lnTo>
                  <a:lnTo>
                    <a:pt x="2236133" y="1125390"/>
                  </a:lnTo>
                  <a:lnTo>
                    <a:pt x="2308266" y="1155094"/>
                  </a:lnTo>
                  <a:lnTo>
                    <a:pt x="2380399" y="1184198"/>
                  </a:lnTo>
                  <a:lnTo>
                    <a:pt x="2452533" y="1212701"/>
                  </a:lnTo>
                  <a:lnTo>
                    <a:pt x="2524666" y="1240604"/>
                  </a:lnTo>
                  <a:lnTo>
                    <a:pt x="2596799" y="1267913"/>
                  </a:lnTo>
                  <a:lnTo>
                    <a:pt x="2668933" y="1294636"/>
                  </a:lnTo>
                  <a:lnTo>
                    <a:pt x="2741066" y="1320786"/>
                  </a:lnTo>
                  <a:lnTo>
                    <a:pt x="2813199" y="1346376"/>
                  </a:lnTo>
                  <a:lnTo>
                    <a:pt x="2885333" y="1371425"/>
                  </a:lnTo>
                  <a:lnTo>
                    <a:pt x="2957466" y="1395952"/>
                  </a:lnTo>
                  <a:lnTo>
                    <a:pt x="3029599" y="1419977"/>
                  </a:lnTo>
                  <a:lnTo>
                    <a:pt x="3101733" y="1443524"/>
                  </a:lnTo>
                  <a:lnTo>
                    <a:pt x="3173866" y="1466614"/>
                  </a:lnTo>
                  <a:lnTo>
                    <a:pt x="3245999" y="1489272"/>
                  </a:lnTo>
                  <a:lnTo>
                    <a:pt x="3318133" y="1511520"/>
                  </a:lnTo>
                  <a:lnTo>
                    <a:pt x="3390266" y="1533381"/>
                  </a:lnTo>
                  <a:lnTo>
                    <a:pt x="3462399" y="1554879"/>
                  </a:lnTo>
                  <a:lnTo>
                    <a:pt x="3534533" y="1576034"/>
                  </a:lnTo>
                  <a:lnTo>
                    <a:pt x="3606666" y="1596869"/>
                  </a:lnTo>
                  <a:lnTo>
                    <a:pt x="3678799" y="1617403"/>
                  </a:lnTo>
                  <a:lnTo>
                    <a:pt x="3750933" y="1637656"/>
                  </a:lnTo>
                  <a:lnTo>
                    <a:pt x="3823066" y="1657645"/>
                  </a:lnTo>
                  <a:lnTo>
                    <a:pt x="3895199" y="1677388"/>
                  </a:lnTo>
                  <a:lnTo>
                    <a:pt x="3967333" y="1696902"/>
                  </a:lnTo>
                  <a:lnTo>
                    <a:pt x="4039466" y="1716200"/>
                  </a:lnTo>
                  <a:lnTo>
                    <a:pt x="4111599" y="1735297"/>
                  </a:lnTo>
                  <a:lnTo>
                    <a:pt x="4183733" y="1754207"/>
                  </a:lnTo>
                  <a:lnTo>
                    <a:pt x="4255866" y="1772942"/>
                  </a:lnTo>
                  <a:lnTo>
                    <a:pt x="4327999" y="1791512"/>
                  </a:lnTo>
                  <a:lnTo>
                    <a:pt x="4400133" y="1809929"/>
                  </a:lnTo>
                  <a:lnTo>
                    <a:pt x="4472266" y="1828202"/>
                  </a:lnTo>
                  <a:lnTo>
                    <a:pt x="4544399" y="1846341"/>
                  </a:lnTo>
                  <a:lnTo>
                    <a:pt x="4616533" y="1864354"/>
                  </a:lnTo>
                  <a:lnTo>
                    <a:pt x="4688666" y="1882249"/>
                  </a:lnTo>
                  <a:lnTo>
                    <a:pt x="4760799" y="1900034"/>
                  </a:lnTo>
                  <a:lnTo>
                    <a:pt x="4832933" y="1917714"/>
                  </a:lnTo>
                  <a:lnTo>
                    <a:pt x="4905066" y="1935296"/>
                  </a:lnTo>
                  <a:lnTo>
                    <a:pt x="4977199" y="1952787"/>
                  </a:lnTo>
                  <a:lnTo>
                    <a:pt x="5049333" y="1970191"/>
                  </a:lnTo>
                  <a:lnTo>
                    <a:pt x="5121466" y="1987514"/>
                  </a:lnTo>
                  <a:lnTo>
                    <a:pt x="5193599" y="2004761"/>
                  </a:lnTo>
                  <a:lnTo>
                    <a:pt x="5265733" y="2021935"/>
                  </a:lnTo>
                  <a:lnTo>
                    <a:pt x="5337866" y="2039041"/>
                  </a:lnTo>
                  <a:lnTo>
                    <a:pt x="5409999" y="2056082"/>
                  </a:lnTo>
                  <a:lnTo>
                    <a:pt x="5482133" y="2073062"/>
                  </a:lnTo>
                  <a:lnTo>
                    <a:pt x="5554266" y="2089985"/>
                  </a:lnTo>
                  <a:lnTo>
                    <a:pt x="5626399" y="2106854"/>
                  </a:lnTo>
                  <a:lnTo>
                    <a:pt x="5698533" y="2123670"/>
                  </a:lnTo>
                  <a:lnTo>
                    <a:pt x="5698533" y="3478708"/>
                  </a:lnTo>
                  <a:lnTo>
                    <a:pt x="5626399" y="3437986"/>
                  </a:lnTo>
                  <a:lnTo>
                    <a:pt x="5554266" y="3397315"/>
                  </a:lnTo>
                  <a:lnTo>
                    <a:pt x="5482133" y="3356700"/>
                  </a:lnTo>
                  <a:lnTo>
                    <a:pt x="5409999" y="3316141"/>
                  </a:lnTo>
                  <a:lnTo>
                    <a:pt x="5337866" y="3275644"/>
                  </a:lnTo>
                  <a:lnTo>
                    <a:pt x="5265733" y="3235211"/>
                  </a:lnTo>
                  <a:lnTo>
                    <a:pt x="5193599" y="3194847"/>
                  </a:lnTo>
                  <a:lnTo>
                    <a:pt x="5121466" y="3154554"/>
                  </a:lnTo>
                  <a:lnTo>
                    <a:pt x="5049333" y="3114338"/>
                  </a:lnTo>
                  <a:lnTo>
                    <a:pt x="4977199" y="3074204"/>
                  </a:lnTo>
                  <a:lnTo>
                    <a:pt x="4905066" y="3034156"/>
                  </a:lnTo>
                  <a:lnTo>
                    <a:pt x="4832933" y="2994200"/>
                  </a:lnTo>
                  <a:lnTo>
                    <a:pt x="4760799" y="2954342"/>
                  </a:lnTo>
                  <a:lnTo>
                    <a:pt x="4688666" y="2914587"/>
                  </a:lnTo>
                  <a:lnTo>
                    <a:pt x="4616533" y="2874943"/>
                  </a:lnTo>
                  <a:lnTo>
                    <a:pt x="4544399" y="2835418"/>
                  </a:lnTo>
                  <a:lnTo>
                    <a:pt x="4472266" y="2796018"/>
                  </a:lnTo>
                  <a:lnTo>
                    <a:pt x="4400133" y="2756753"/>
                  </a:lnTo>
                  <a:lnTo>
                    <a:pt x="4327999" y="2717631"/>
                  </a:lnTo>
                  <a:lnTo>
                    <a:pt x="4255866" y="2678663"/>
                  </a:lnTo>
                  <a:lnTo>
                    <a:pt x="4183733" y="2639859"/>
                  </a:lnTo>
                  <a:lnTo>
                    <a:pt x="4111599" y="2601230"/>
                  </a:lnTo>
                  <a:lnTo>
                    <a:pt x="4039466" y="2562788"/>
                  </a:lnTo>
                  <a:lnTo>
                    <a:pt x="3967333" y="2524548"/>
                  </a:lnTo>
                  <a:lnTo>
                    <a:pt x="3895199" y="2486523"/>
                  </a:lnTo>
                  <a:lnTo>
                    <a:pt x="3823066" y="2448727"/>
                  </a:lnTo>
                  <a:lnTo>
                    <a:pt x="3750933" y="2411178"/>
                  </a:lnTo>
                  <a:lnTo>
                    <a:pt x="3678799" y="2373892"/>
                  </a:lnTo>
                  <a:lnTo>
                    <a:pt x="3606666" y="2336887"/>
                  </a:lnTo>
                  <a:lnTo>
                    <a:pt x="3534533" y="2300183"/>
                  </a:lnTo>
                  <a:lnTo>
                    <a:pt x="3462399" y="2263800"/>
                  </a:lnTo>
                  <a:lnTo>
                    <a:pt x="3390266" y="2227759"/>
                  </a:lnTo>
                  <a:lnTo>
                    <a:pt x="3318133" y="2192082"/>
                  </a:lnTo>
                  <a:lnTo>
                    <a:pt x="3245999" y="2156791"/>
                  </a:lnTo>
                  <a:lnTo>
                    <a:pt x="3173866" y="2121910"/>
                  </a:lnTo>
                  <a:lnTo>
                    <a:pt x="3101733" y="2087462"/>
                  </a:lnTo>
                  <a:lnTo>
                    <a:pt x="3029599" y="2053470"/>
                  </a:lnTo>
                  <a:lnTo>
                    <a:pt x="2957466" y="2019956"/>
                  </a:lnTo>
                  <a:lnTo>
                    <a:pt x="2885333" y="1986945"/>
                  </a:lnTo>
                  <a:lnTo>
                    <a:pt x="2813199" y="1954455"/>
                  </a:lnTo>
                  <a:lnTo>
                    <a:pt x="2741066" y="1922507"/>
                  </a:lnTo>
                  <a:lnTo>
                    <a:pt x="2668933" y="1891117"/>
                  </a:lnTo>
                  <a:lnTo>
                    <a:pt x="2596799" y="1860302"/>
                  </a:lnTo>
                  <a:lnTo>
                    <a:pt x="2524666" y="1830072"/>
                  </a:lnTo>
                  <a:lnTo>
                    <a:pt x="2452533" y="1800437"/>
                  </a:lnTo>
                  <a:lnTo>
                    <a:pt x="2380399" y="1771401"/>
                  </a:lnTo>
                  <a:lnTo>
                    <a:pt x="2308266" y="1742966"/>
                  </a:lnTo>
                  <a:lnTo>
                    <a:pt x="2236133" y="1715131"/>
                  </a:lnTo>
                  <a:lnTo>
                    <a:pt x="2163999" y="1687890"/>
                  </a:lnTo>
                  <a:lnTo>
                    <a:pt x="2091866" y="1661232"/>
                  </a:lnTo>
                  <a:lnTo>
                    <a:pt x="2019733" y="1635147"/>
                  </a:lnTo>
                  <a:lnTo>
                    <a:pt x="1947599" y="1609619"/>
                  </a:lnTo>
                  <a:lnTo>
                    <a:pt x="1875466" y="1584631"/>
                  </a:lnTo>
                  <a:lnTo>
                    <a:pt x="1803333" y="1560162"/>
                  </a:lnTo>
                  <a:lnTo>
                    <a:pt x="1731199" y="1536192"/>
                  </a:lnTo>
                  <a:lnTo>
                    <a:pt x="1659066" y="1512699"/>
                  </a:lnTo>
                  <a:lnTo>
                    <a:pt x="1586933" y="1489659"/>
                  </a:lnTo>
                  <a:lnTo>
                    <a:pt x="1514799" y="1467050"/>
                  </a:lnTo>
                  <a:lnTo>
                    <a:pt x="1442666" y="1444847"/>
                  </a:lnTo>
                  <a:lnTo>
                    <a:pt x="1370533" y="1423028"/>
                  </a:lnTo>
                  <a:lnTo>
                    <a:pt x="1298399" y="1401570"/>
                  </a:lnTo>
                  <a:lnTo>
                    <a:pt x="1226266" y="1380452"/>
                  </a:lnTo>
                  <a:lnTo>
                    <a:pt x="1154133" y="1359653"/>
                  </a:lnTo>
                  <a:lnTo>
                    <a:pt x="1081999" y="1339152"/>
                  </a:lnTo>
                  <a:lnTo>
                    <a:pt x="1009866" y="1318930"/>
                  </a:lnTo>
                  <a:lnTo>
                    <a:pt x="937733" y="1298969"/>
                  </a:lnTo>
                  <a:lnTo>
                    <a:pt x="865599" y="1279253"/>
                  </a:lnTo>
                  <a:lnTo>
                    <a:pt x="793466" y="1259765"/>
                  </a:lnTo>
                  <a:lnTo>
                    <a:pt x="721333" y="1240490"/>
                  </a:lnTo>
                  <a:lnTo>
                    <a:pt x="649199" y="1221415"/>
                  </a:lnTo>
                  <a:lnTo>
                    <a:pt x="577066" y="1202526"/>
                  </a:lnTo>
                  <a:lnTo>
                    <a:pt x="504933" y="1183811"/>
                  </a:lnTo>
                  <a:lnTo>
                    <a:pt x="432799" y="1165258"/>
                  </a:lnTo>
                  <a:lnTo>
                    <a:pt x="360666" y="1146858"/>
                  </a:lnTo>
                  <a:lnTo>
                    <a:pt x="288533" y="1128600"/>
                  </a:lnTo>
                  <a:lnTo>
                    <a:pt x="216399" y="1110476"/>
                  </a:lnTo>
                  <a:lnTo>
                    <a:pt x="144266" y="1092477"/>
                  </a:lnTo>
                  <a:lnTo>
                    <a:pt x="72133" y="1074595"/>
                  </a:lnTo>
                  <a:lnTo>
                    <a:pt x="0" y="1056823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201753" y="3108792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201753" y="2817991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201753" y="277519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3520977" y="3189952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3520977" y="306631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3520977" y="294125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1947105" y="3335109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1947105" y="2843288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1947105" y="293634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3276597" y="2739822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3276597" y="2111016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3276597" y="2264084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3917673" y="3611860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3917673" y="247048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3917673" y="3296782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3480507" y="3396914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3480507" y="3794487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3480507" y="3491280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4445187" y="5159215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4445187" y="493824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4445187" y="5082720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900287" y="4857635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900287" y="4596076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900287" y="4964742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60457" y="2070498"/>
              <a:ext cx="5698533" cy="2123670"/>
            </a:xfrm>
            <a:custGeom>
              <a:avLst/>
              <a:gdLst/>
              <a:ahLst/>
              <a:cxnLst/>
              <a:rect l="0" t="0" r="0" b="0"/>
              <a:pathLst>
                <a:path w="5698533" h="2123670">
                  <a:moveTo>
                    <a:pt x="0" y="0"/>
                  </a:moveTo>
                  <a:lnTo>
                    <a:pt x="72133" y="39766"/>
                  </a:lnTo>
                  <a:lnTo>
                    <a:pt x="144266" y="79423"/>
                  </a:lnTo>
                  <a:lnTo>
                    <a:pt x="216399" y="118962"/>
                  </a:lnTo>
                  <a:lnTo>
                    <a:pt x="288533" y="158377"/>
                  </a:lnTo>
                  <a:lnTo>
                    <a:pt x="360666" y="197658"/>
                  </a:lnTo>
                  <a:lnTo>
                    <a:pt x="432799" y="236796"/>
                  </a:lnTo>
                  <a:lnTo>
                    <a:pt x="504933" y="275783"/>
                  </a:lnTo>
                  <a:lnTo>
                    <a:pt x="577066" y="314606"/>
                  </a:lnTo>
                  <a:lnTo>
                    <a:pt x="649199" y="353256"/>
                  </a:lnTo>
                  <a:lnTo>
                    <a:pt x="721333" y="391719"/>
                  </a:lnTo>
                  <a:lnTo>
                    <a:pt x="793466" y="429983"/>
                  </a:lnTo>
                  <a:lnTo>
                    <a:pt x="865599" y="468033"/>
                  </a:lnTo>
                  <a:lnTo>
                    <a:pt x="937733" y="505856"/>
                  </a:lnTo>
                  <a:lnTo>
                    <a:pt x="1009866" y="543434"/>
                  </a:lnTo>
                  <a:lnTo>
                    <a:pt x="1081999" y="580751"/>
                  </a:lnTo>
                  <a:lnTo>
                    <a:pt x="1154133" y="617788"/>
                  </a:lnTo>
                  <a:lnTo>
                    <a:pt x="1226266" y="654528"/>
                  </a:lnTo>
                  <a:lnTo>
                    <a:pt x="1298399" y="690948"/>
                  </a:lnTo>
                  <a:lnTo>
                    <a:pt x="1370533" y="727029"/>
                  </a:lnTo>
                  <a:lnTo>
                    <a:pt x="1442666" y="762749"/>
                  </a:lnTo>
                  <a:lnTo>
                    <a:pt x="1514799" y="798085"/>
                  </a:lnTo>
                  <a:lnTo>
                    <a:pt x="1586933" y="833014"/>
                  </a:lnTo>
                  <a:lnTo>
                    <a:pt x="1659066" y="867513"/>
                  </a:lnTo>
                  <a:lnTo>
                    <a:pt x="1731199" y="901558"/>
                  </a:lnTo>
                  <a:lnTo>
                    <a:pt x="1803333" y="935127"/>
                  </a:lnTo>
                  <a:lnTo>
                    <a:pt x="1875466" y="968197"/>
                  </a:lnTo>
                  <a:lnTo>
                    <a:pt x="1947599" y="1000747"/>
                  </a:lnTo>
                  <a:lnTo>
                    <a:pt x="2019733" y="1032758"/>
                  </a:lnTo>
                  <a:lnTo>
                    <a:pt x="2091866" y="1064212"/>
                  </a:lnTo>
                  <a:lnTo>
                    <a:pt x="2163999" y="1095093"/>
                  </a:lnTo>
                  <a:lnTo>
                    <a:pt x="2236133" y="1125390"/>
                  </a:lnTo>
                  <a:lnTo>
                    <a:pt x="2308266" y="1155094"/>
                  </a:lnTo>
                  <a:lnTo>
                    <a:pt x="2380399" y="1184198"/>
                  </a:lnTo>
                  <a:lnTo>
                    <a:pt x="2452533" y="1212701"/>
                  </a:lnTo>
                  <a:lnTo>
                    <a:pt x="2524666" y="1240604"/>
                  </a:lnTo>
                  <a:lnTo>
                    <a:pt x="2596799" y="1267913"/>
                  </a:lnTo>
                  <a:lnTo>
                    <a:pt x="2668933" y="1294636"/>
                  </a:lnTo>
                  <a:lnTo>
                    <a:pt x="2741066" y="1320786"/>
                  </a:lnTo>
                  <a:lnTo>
                    <a:pt x="2813199" y="1346376"/>
                  </a:lnTo>
                  <a:lnTo>
                    <a:pt x="2885333" y="1371425"/>
                  </a:lnTo>
                  <a:lnTo>
                    <a:pt x="2957466" y="1395952"/>
                  </a:lnTo>
                  <a:lnTo>
                    <a:pt x="3029599" y="1419977"/>
                  </a:lnTo>
                  <a:lnTo>
                    <a:pt x="3101733" y="1443524"/>
                  </a:lnTo>
                  <a:lnTo>
                    <a:pt x="3173866" y="1466614"/>
                  </a:lnTo>
                  <a:lnTo>
                    <a:pt x="3245999" y="1489272"/>
                  </a:lnTo>
                  <a:lnTo>
                    <a:pt x="3318133" y="1511520"/>
                  </a:lnTo>
                  <a:lnTo>
                    <a:pt x="3390266" y="1533381"/>
                  </a:lnTo>
                  <a:lnTo>
                    <a:pt x="3462399" y="1554879"/>
                  </a:lnTo>
                  <a:lnTo>
                    <a:pt x="3534533" y="1576034"/>
                  </a:lnTo>
                  <a:lnTo>
                    <a:pt x="3606666" y="1596869"/>
                  </a:lnTo>
                  <a:lnTo>
                    <a:pt x="3678799" y="1617403"/>
                  </a:lnTo>
                  <a:lnTo>
                    <a:pt x="3750933" y="1637656"/>
                  </a:lnTo>
                  <a:lnTo>
                    <a:pt x="3823066" y="1657645"/>
                  </a:lnTo>
                  <a:lnTo>
                    <a:pt x="3895199" y="1677388"/>
                  </a:lnTo>
                  <a:lnTo>
                    <a:pt x="3967333" y="1696902"/>
                  </a:lnTo>
                  <a:lnTo>
                    <a:pt x="4039466" y="1716200"/>
                  </a:lnTo>
                  <a:lnTo>
                    <a:pt x="4111599" y="1735297"/>
                  </a:lnTo>
                  <a:lnTo>
                    <a:pt x="4183733" y="1754207"/>
                  </a:lnTo>
                  <a:lnTo>
                    <a:pt x="4255866" y="1772942"/>
                  </a:lnTo>
                  <a:lnTo>
                    <a:pt x="4327999" y="1791512"/>
                  </a:lnTo>
                  <a:lnTo>
                    <a:pt x="4400133" y="1809929"/>
                  </a:lnTo>
                  <a:lnTo>
                    <a:pt x="4472266" y="1828202"/>
                  </a:lnTo>
                  <a:lnTo>
                    <a:pt x="4544399" y="1846341"/>
                  </a:lnTo>
                  <a:lnTo>
                    <a:pt x="4616533" y="1864354"/>
                  </a:lnTo>
                  <a:lnTo>
                    <a:pt x="4688666" y="1882249"/>
                  </a:lnTo>
                  <a:lnTo>
                    <a:pt x="4760799" y="1900034"/>
                  </a:lnTo>
                  <a:lnTo>
                    <a:pt x="4832933" y="1917714"/>
                  </a:lnTo>
                  <a:lnTo>
                    <a:pt x="4905066" y="1935296"/>
                  </a:lnTo>
                  <a:lnTo>
                    <a:pt x="4977199" y="1952787"/>
                  </a:lnTo>
                  <a:lnTo>
                    <a:pt x="5049333" y="1970191"/>
                  </a:lnTo>
                  <a:lnTo>
                    <a:pt x="5121466" y="1987514"/>
                  </a:lnTo>
                  <a:lnTo>
                    <a:pt x="5193599" y="2004761"/>
                  </a:lnTo>
                  <a:lnTo>
                    <a:pt x="5265733" y="2021935"/>
                  </a:lnTo>
                  <a:lnTo>
                    <a:pt x="5337866" y="2039041"/>
                  </a:lnTo>
                  <a:lnTo>
                    <a:pt x="5409999" y="2056082"/>
                  </a:lnTo>
                  <a:lnTo>
                    <a:pt x="5482133" y="2073062"/>
                  </a:lnTo>
                  <a:lnTo>
                    <a:pt x="5554266" y="2089985"/>
                  </a:lnTo>
                  <a:lnTo>
                    <a:pt x="5626399" y="2106854"/>
                  </a:lnTo>
                  <a:lnTo>
                    <a:pt x="5698533" y="212367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60457" y="3127322"/>
              <a:ext cx="5698533" cy="2421884"/>
            </a:xfrm>
            <a:custGeom>
              <a:avLst/>
              <a:gdLst/>
              <a:ahLst/>
              <a:cxnLst/>
              <a:rect l="0" t="0" r="0" b="0"/>
              <a:pathLst>
                <a:path w="5698533" h="2421884">
                  <a:moveTo>
                    <a:pt x="5698533" y="2421884"/>
                  </a:moveTo>
                  <a:lnTo>
                    <a:pt x="5626399" y="2381162"/>
                  </a:lnTo>
                  <a:lnTo>
                    <a:pt x="5554266" y="2340492"/>
                  </a:lnTo>
                  <a:lnTo>
                    <a:pt x="5482133" y="2299876"/>
                  </a:lnTo>
                  <a:lnTo>
                    <a:pt x="5409999" y="2259318"/>
                  </a:lnTo>
                  <a:lnTo>
                    <a:pt x="5337866" y="2218821"/>
                  </a:lnTo>
                  <a:lnTo>
                    <a:pt x="5265733" y="2178388"/>
                  </a:lnTo>
                  <a:lnTo>
                    <a:pt x="5193599" y="2138023"/>
                  </a:lnTo>
                  <a:lnTo>
                    <a:pt x="5121466" y="2097731"/>
                  </a:lnTo>
                  <a:lnTo>
                    <a:pt x="5049333" y="2057515"/>
                  </a:lnTo>
                  <a:lnTo>
                    <a:pt x="4977199" y="2017381"/>
                  </a:lnTo>
                  <a:lnTo>
                    <a:pt x="4905066" y="1977333"/>
                  </a:lnTo>
                  <a:lnTo>
                    <a:pt x="4832933" y="1937377"/>
                  </a:lnTo>
                  <a:lnTo>
                    <a:pt x="4760799" y="1897518"/>
                  </a:lnTo>
                  <a:lnTo>
                    <a:pt x="4688666" y="1857764"/>
                  </a:lnTo>
                  <a:lnTo>
                    <a:pt x="4616533" y="1818120"/>
                  </a:lnTo>
                  <a:lnTo>
                    <a:pt x="4544399" y="1778594"/>
                  </a:lnTo>
                  <a:lnTo>
                    <a:pt x="4472266" y="1739195"/>
                  </a:lnTo>
                  <a:lnTo>
                    <a:pt x="4400133" y="1699929"/>
                  </a:lnTo>
                  <a:lnTo>
                    <a:pt x="4327999" y="1660808"/>
                  </a:lnTo>
                  <a:lnTo>
                    <a:pt x="4255866" y="1621839"/>
                  </a:lnTo>
                  <a:lnTo>
                    <a:pt x="4183733" y="1583035"/>
                  </a:lnTo>
                  <a:lnTo>
                    <a:pt x="4111599" y="1544406"/>
                  </a:lnTo>
                  <a:lnTo>
                    <a:pt x="4039466" y="1505965"/>
                  </a:lnTo>
                  <a:lnTo>
                    <a:pt x="3967333" y="1467725"/>
                  </a:lnTo>
                  <a:lnTo>
                    <a:pt x="3895199" y="1429699"/>
                  </a:lnTo>
                  <a:lnTo>
                    <a:pt x="3823066" y="1391904"/>
                  </a:lnTo>
                  <a:lnTo>
                    <a:pt x="3750933" y="1354355"/>
                  </a:lnTo>
                  <a:lnTo>
                    <a:pt x="3678799" y="1317069"/>
                  </a:lnTo>
                  <a:lnTo>
                    <a:pt x="3606666" y="1280064"/>
                  </a:lnTo>
                  <a:lnTo>
                    <a:pt x="3534533" y="1243360"/>
                  </a:lnTo>
                  <a:lnTo>
                    <a:pt x="3462399" y="1206977"/>
                  </a:lnTo>
                  <a:lnTo>
                    <a:pt x="3390266" y="1170936"/>
                  </a:lnTo>
                  <a:lnTo>
                    <a:pt x="3318133" y="1135259"/>
                  </a:lnTo>
                  <a:lnTo>
                    <a:pt x="3245999" y="1099968"/>
                  </a:lnTo>
                  <a:lnTo>
                    <a:pt x="3173866" y="1065087"/>
                  </a:lnTo>
                  <a:lnTo>
                    <a:pt x="3101733" y="1030638"/>
                  </a:lnTo>
                  <a:lnTo>
                    <a:pt x="3029599" y="996646"/>
                  </a:lnTo>
                  <a:lnTo>
                    <a:pt x="2957466" y="963133"/>
                  </a:lnTo>
                  <a:lnTo>
                    <a:pt x="2885333" y="930121"/>
                  </a:lnTo>
                  <a:lnTo>
                    <a:pt x="2813199" y="897631"/>
                  </a:lnTo>
                  <a:lnTo>
                    <a:pt x="2741066" y="865683"/>
                  </a:lnTo>
                  <a:lnTo>
                    <a:pt x="2668933" y="834294"/>
                  </a:lnTo>
                  <a:lnTo>
                    <a:pt x="2596799" y="803479"/>
                  </a:lnTo>
                  <a:lnTo>
                    <a:pt x="2524666" y="773249"/>
                  </a:lnTo>
                  <a:lnTo>
                    <a:pt x="2452533" y="743613"/>
                  </a:lnTo>
                  <a:lnTo>
                    <a:pt x="2380399" y="714578"/>
                  </a:lnTo>
                  <a:lnTo>
                    <a:pt x="2308266" y="686143"/>
                  </a:lnTo>
                  <a:lnTo>
                    <a:pt x="2236133" y="658308"/>
                  </a:lnTo>
                  <a:lnTo>
                    <a:pt x="2163999" y="631066"/>
                  </a:lnTo>
                  <a:lnTo>
                    <a:pt x="2091866" y="604409"/>
                  </a:lnTo>
                  <a:lnTo>
                    <a:pt x="2019733" y="578324"/>
                  </a:lnTo>
                  <a:lnTo>
                    <a:pt x="1947599" y="552796"/>
                  </a:lnTo>
                  <a:lnTo>
                    <a:pt x="1875466" y="527808"/>
                  </a:lnTo>
                  <a:lnTo>
                    <a:pt x="1803333" y="503339"/>
                  </a:lnTo>
                  <a:lnTo>
                    <a:pt x="1731199" y="479369"/>
                  </a:lnTo>
                  <a:lnTo>
                    <a:pt x="1659066" y="455876"/>
                  </a:lnTo>
                  <a:lnTo>
                    <a:pt x="1586933" y="432836"/>
                  </a:lnTo>
                  <a:lnTo>
                    <a:pt x="1514799" y="410226"/>
                  </a:lnTo>
                  <a:lnTo>
                    <a:pt x="1442666" y="388023"/>
                  </a:lnTo>
                  <a:lnTo>
                    <a:pt x="1370533" y="366205"/>
                  </a:lnTo>
                  <a:lnTo>
                    <a:pt x="1298399" y="344747"/>
                  </a:lnTo>
                  <a:lnTo>
                    <a:pt x="1226266" y="323629"/>
                  </a:lnTo>
                  <a:lnTo>
                    <a:pt x="1154133" y="302829"/>
                  </a:lnTo>
                  <a:lnTo>
                    <a:pt x="1081999" y="282328"/>
                  </a:lnTo>
                  <a:lnTo>
                    <a:pt x="1009866" y="262107"/>
                  </a:lnTo>
                  <a:lnTo>
                    <a:pt x="937733" y="242146"/>
                  </a:lnTo>
                  <a:lnTo>
                    <a:pt x="865599" y="222430"/>
                  </a:lnTo>
                  <a:lnTo>
                    <a:pt x="793466" y="202942"/>
                  </a:lnTo>
                  <a:lnTo>
                    <a:pt x="721333" y="183667"/>
                  </a:lnTo>
                  <a:lnTo>
                    <a:pt x="649199" y="164592"/>
                  </a:lnTo>
                  <a:lnTo>
                    <a:pt x="577066" y="145702"/>
                  </a:lnTo>
                  <a:lnTo>
                    <a:pt x="504933" y="126987"/>
                  </a:lnTo>
                  <a:lnTo>
                    <a:pt x="432799" y="108435"/>
                  </a:lnTo>
                  <a:lnTo>
                    <a:pt x="360666" y="90035"/>
                  </a:lnTo>
                  <a:lnTo>
                    <a:pt x="288533" y="71777"/>
                  </a:lnTo>
                  <a:lnTo>
                    <a:pt x="216399" y="53653"/>
                  </a:lnTo>
                  <a:lnTo>
                    <a:pt x="144266" y="35654"/>
                  </a:lnTo>
                  <a:lnTo>
                    <a:pt x="72133" y="177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3527968" y="4311687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3527968" y="4428404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3527968" y="4506522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199224" y="3907289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199224" y="4178497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199224" y="3814088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4400122" y="4084411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4400122" y="3713408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4400122" y="4034087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6021003" y="4676835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6021003" y="4323668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6021003" y="4642985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1849253" y="3605464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1849253" y="3949406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1849253" y="3800302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1235700" y="3670318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1235700" y="3903907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4112476" y="5136932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1235700" y="3898506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1648500" y="5172941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1648500" y="5140397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4112476" y="5241938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1257927" y="3817825"/>
              <a:ext cx="4821779" cy="385436"/>
            </a:xfrm>
            <a:custGeom>
              <a:avLst/>
              <a:gdLst/>
              <a:ahLst/>
              <a:cxnLst/>
              <a:rect l="0" t="0" r="0" b="0"/>
              <a:pathLst>
                <a:path w="4821779" h="385436">
                  <a:moveTo>
                    <a:pt x="0" y="0"/>
                  </a:moveTo>
                  <a:lnTo>
                    <a:pt x="61035" y="12311"/>
                  </a:lnTo>
                  <a:lnTo>
                    <a:pt x="122070" y="24524"/>
                  </a:lnTo>
                  <a:lnTo>
                    <a:pt x="183105" y="36634"/>
                  </a:lnTo>
                  <a:lnTo>
                    <a:pt x="244140" y="48635"/>
                  </a:lnTo>
                  <a:lnTo>
                    <a:pt x="305175" y="60520"/>
                  </a:lnTo>
                  <a:lnTo>
                    <a:pt x="366211" y="72284"/>
                  </a:lnTo>
                  <a:lnTo>
                    <a:pt x="427246" y="83919"/>
                  </a:lnTo>
                  <a:lnTo>
                    <a:pt x="488281" y="95420"/>
                  </a:lnTo>
                  <a:lnTo>
                    <a:pt x="549316" y="106777"/>
                  </a:lnTo>
                  <a:lnTo>
                    <a:pt x="610351" y="117985"/>
                  </a:lnTo>
                  <a:lnTo>
                    <a:pt x="671387" y="129034"/>
                  </a:lnTo>
                  <a:lnTo>
                    <a:pt x="732422" y="139918"/>
                  </a:lnTo>
                  <a:lnTo>
                    <a:pt x="793457" y="150626"/>
                  </a:lnTo>
                  <a:lnTo>
                    <a:pt x="854492" y="161151"/>
                  </a:lnTo>
                  <a:lnTo>
                    <a:pt x="915527" y="171484"/>
                  </a:lnTo>
                  <a:lnTo>
                    <a:pt x="976562" y="181616"/>
                  </a:lnTo>
                  <a:lnTo>
                    <a:pt x="1037598" y="191538"/>
                  </a:lnTo>
                  <a:lnTo>
                    <a:pt x="1098633" y="201241"/>
                  </a:lnTo>
                  <a:lnTo>
                    <a:pt x="1159668" y="210717"/>
                  </a:lnTo>
                  <a:lnTo>
                    <a:pt x="1220703" y="219955"/>
                  </a:lnTo>
                  <a:lnTo>
                    <a:pt x="1281738" y="228949"/>
                  </a:lnTo>
                  <a:lnTo>
                    <a:pt x="1342774" y="237690"/>
                  </a:lnTo>
                  <a:lnTo>
                    <a:pt x="1403809" y="246170"/>
                  </a:lnTo>
                  <a:lnTo>
                    <a:pt x="1464844" y="254384"/>
                  </a:lnTo>
                  <a:lnTo>
                    <a:pt x="1525879" y="262324"/>
                  </a:lnTo>
                  <a:lnTo>
                    <a:pt x="1586914" y="269985"/>
                  </a:lnTo>
                  <a:lnTo>
                    <a:pt x="1647950" y="277363"/>
                  </a:lnTo>
                  <a:lnTo>
                    <a:pt x="1708985" y="284454"/>
                  </a:lnTo>
                  <a:lnTo>
                    <a:pt x="1770020" y="291256"/>
                  </a:lnTo>
                  <a:lnTo>
                    <a:pt x="1831055" y="297768"/>
                  </a:lnTo>
                  <a:lnTo>
                    <a:pt x="1892090" y="303989"/>
                  </a:lnTo>
                  <a:lnTo>
                    <a:pt x="1953125" y="309921"/>
                  </a:lnTo>
                  <a:lnTo>
                    <a:pt x="2014161" y="315565"/>
                  </a:lnTo>
                  <a:lnTo>
                    <a:pt x="2075196" y="320924"/>
                  </a:lnTo>
                  <a:lnTo>
                    <a:pt x="2136231" y="326003"/>
                  </a:lnTo>
                  <a:lnTo>
                    <a:pt x="2197266" y="330807"/>
                  </a:lnTo>
                  <a:lnTo>
                    <a:pt x="2258301" y="335341"/>
                  </a:lnTo>
                  <a:lnTo>
                    <a:pt x="2319337" y="339613"/>
                  </a:lnTo>
                  <a:lnTo>
                    <a:pt x="2380372" y="343629"/>
                  </a:lnTo>
                  <a:lnTo>
                    <a:pt x="2441407" y="347398"/>
                  </a:lnTo>
                  <a:lnTo>
                    <a:pt x="2502442" y="350927"/>
                  </a:lnTo>
                  <a:lnTo>
                    <a:pt x="2563477" y="354225"/>
                  </a:lnTo>
                  <a:lnTo>
                    <a:pt x="2624513" y="357302"/>
                  </a:lnTo>
                  <a:lnTo>
                    <a:pt x="2685548" y="360165"/>
                  </a:lnTo>
                  <a:lnTo>
                    <a:pt x="2746583" y="362824"/>
                  </a:lnTo>
                  <a:lnTo>
                    <a:pt x="2807618" y="365288"/>
                  </a:lnTo>
                  <a:lnTo>
                    <a:pt x="2868653" y="367566"/>
                  </a:lnTo>
                  <a:lnTo>
                    <a:pt x="2929688" y="369666"/>
                  </a:lnTo>
                  <a:lnTo>
                    <a:pt x="2990724" y="371598"/>
                  </a:lnTo>
                  <a:lnTo>
                    <a:pt x="3051759" y="373368"/>
                  </a:lnTo>
                  <a:lnTo>
                    <a:pt x="3112794" y="374985"/>
                  </a:lnTo>
                  <a:lnTo>
                    <a:pt x="3173829" y="376458"/>
                  </a:lnTo>
                  <a:lnTo>
                    <a:pt x="3234864" y="377792"/>
                  </a:lnTo>
                  <a:lnTo>
                    <a:pt x="3295900" y="378997"/>
                  </a:lnTo>
                  <a:lnTo>
                    <a:pt x="3356935" y="380077"/>
                  </a:lnTo>
                  <a:lnTo>
                    <a:pt x="3417970" y="381040"/>
                  </a:lnTo>
                  <a:lnTo>
                    <a:pt x="3479005" y="381891"/>
                  </a:lnTo>
                  <a:lnTo>
                    <a:pt x="3540040" y="382638"/>
                  </a:lnTo>
                  <a:lnTo>
                    <a:pt x="3601076" y="383284"/>
                  </a:lnTo>
                  <a:lnTo>
                    <a:pt x="3662111" y="383836"/>
                  </a:lnTo>
                  <a:lnTo>
                    <a:pt x="3723146" y="384299"/>
                  </a:lnTo>
                  <a:lnTo>
                    <a:pt x="3784181" y="384676"/>
                  </a:lnTo>
                  <a:lnTo>
                    <a:pt x="3845216" y="384973"/>
                  </a:lnTo>
                  <a:lnTo>
                    <a:pt x="3906251" y="385194"/>
                  </a:lnTo>
                  <a:lnTo>
                    <a:pt x="3967287" y="385342"/>
                  </a:lnTo>
                  <a:lnTo>
                    <a:pt x="4028322" y="385422"/>
                  </a:lnTo>
                  <a:lnTo>
                    <a:pt x="4089357" y="385436"/>
                  </a:lnTo>
                  <a:lnTo>
                    <a:pt x="4150392" y="385388"/>
                  </a:lnTo>
                  <a:lnTo>
                    <a:pt x="4211427" y="385282"/>
                  </a:lnTo>
                  <a:lnTo>
                    <a:pt x="4272463" y="385120"/>
                  </a:lnTo>
                  <a:lnTo>
                    <a:pt x="4333498" y="384904"/>
                  </a:lnTo>
                  <a:lnTo>
                    <a:pt x="4394533" y="384639"/>
                  </a:lnTo>
                  <a:lnTo>
                    <a:pt x="4455568" y="384325"/>
                  </a:lnTo>
                  <a:lnTo>
                    <a:pt x="4516603" y="383965"/>
                  </a:lnTo>
                  <a:lnTo>
                    <a:pt x="4577639" y="383562"/>
                  </a:lnTo>
                  <a:lnTo>
                    <a:pt x="4638674" y="383118"/>
                  </a:lnTo>
                  <a:lnTo>
                    <a:pt x="4699709" y="382634"/>
                  </a:lnTo>
                  <a:lnTo>
                    <a:pt x="4760744" y="382112"/>
                  </a:lnTo>
                  <a:lnTo>
                    <a:pt x="4821779" y="38155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1257927" y="4474464"/>
              <a:ext cx="4821779" cy="639545"/>
            </a:xfrm>
            <a:custGeom>
              <a:avLst/>
              <a:gdLst/>
              <a:ahLst/>
              <a:cxnLst/>
              <a:rect l="0" t="0" r="0" b="0"/>
              <a:pathLst>
                <a:path w="4821779" h="639545">
                  <a:moveTo>
                    <a:pt x="4821779" y="639545"/>
                  </a:moveTo>
                  <a:lnTo>
                    <a:pt x="4760744" y="626062"/>
                  </a:lnTo>
                  <a:lnTo>
                    <a:pt x="4699709" y="612615"/>
                  </a:lnTo>
                  <a:lnTo>
                    <a:pt x="4638674" y="599205"/>
                  </a:lnTo>
                  <a:lnTo>
                    <a:pt x="4577639" y="585835"/>
                  </a:lnTo>
                  <a:lnTo>
                    <a:pt x="4516603" y="572507"/>
                  </a:lnTo>
                  <a:lnTo>
                    <a:pt x="4455568" y="559222"/>
                  </a:lnTo>
                  <a:lnTo>
                    <a:pt x="4394533" y="545983"/>
                  </a:lnTo>
                  <a:lnTo>
                    <a:pt x="4333498" y="532792"/>
                  </a:lnTo>
                  <a:lnTo>
                    <a:pt x="4272463" y="519651"/>
                  </a:lnTo>
                  <a:lnTo>
                    <a:pt x="4211427" y="506564"/>
                  </a:lnTo>
                  <a:lnTo>
                    <a:pt x="4150392" y="493532"/>
                  </a:lnTo>
                  <a:lnTo>
                    <a:pt x="4089357" y="480559"/>
                  </a:lnTo>
                  <a:lnTo>
                    <a:pt x="4028322" y="467648"/>
                  </a:lnTo>
                  <a:lnTo>
                    <a:pt x="3967287" y="454802"/>
                  </a:lnTo>
                  <a:lnTo>
                    <a:pt x="3906251" y="442025"/>
                  </a:lnTo>
                  <a:lnTo>
                    <a:pt x="3845216" y="429321"/>
                  </a:lnTo>
                  <a:lnTo>
                    <a:pt x="3784181" y="416692"/>
                  </a:lnTo>
                  <a:lnTo>
                    <a:pt x="3723146" y="404144"/>
                  </a:lnTo>
                  <a:lnTo>
                    <a:pt x="3662111" y="391681"/>
                  </a:lnTo>
                  <a:lnTo>
                    <a:pt x="3601076" y="379308"/>
                  </a:lnTo>
                  <a:lnTo>
                    <a:pt x="3540040" y="367029"/>
                  </a:lnTo>
                  <a:lnTo>
                    <a:pt x="3479005" y="354850"/>
                  </a:lnTo>
                  <a:lnTo>
                    <a:pt x="3417970" y="342777"/>
                  </a:lnTo>
                  <a:lnTo>
                    <a:pt x="3356935" y="330814"/>
                  </a:lnTo>
                  <a:lnTo>
                    <a:pt x="3295900" y="318969"/>
                  </a:lnTo>
                  <a:lnTo>
                    <a:pt x="3234864" y="307248"/>
                  </a:lnTo>
                  <a:lnTo>
                    <a:pt x="3173829" y="295658"/>
                  </a:lnTo>
                  <a:lnTo>
                    <a:pt x="3112794" y="284205"/>
                  </a:lnTo>
                  <a:lnTo>
                    <a:pt x="3051759" y="272897"/>
                  </a:lnTo>
                  <a:lnTo>
                    <a:pt x="2990724" y="261742"/>
                  </a:lnTo>
                  <a:lnTo>
                    <a:pt x="2929688" y="250748"/>
                  </a:lnTo>
                  <a:lnTo>
                    <a:pt x="2868653" y="239923"/>
                  </a:lnTo>
                  <a:lnTo>
                    <a:pt x="2807618" y="229275"/>
                  </a:lnTo>
                  <a:lnTo>
                    <a:pt x="2746583" y="218814"/>
                  </a:lnTo>
                  <a:lnTo>
                    <a:pt x="2685548" y="208548"/>
                  </a:lnTo>
                  <a:lnTo>
                    <a:pt x="2624513" y="198486"/>
                  </a:lnTo>
                  <a:lnTo>
                    <a:pt x="2563477" y="188637"/>
                  </a:lnTo>
                  <a:lnTo>
                    <a:pt x="2502442" y="179010"/>
                  </a:lnTo>
                  <a:lnTo>
                    <a:pt x="2441407" y="169614"/>
                  </a:lnTo>
                  <a:lnTo>
                    <a:pt x="2380372" y="160457"/>
                  </a:lnTo>
                  <a:lnTo>
                    <a:pt x="2319337" y="151548"/>
                  </a:lnTo>
                  <a:lnTo>
                    <a:pt x="2258301" y="142894"/>
                  </a:lnTo>
                  <a:lnTo>
                    <a:pt x="2197266" y="134503"/>
                  </a:lnTo>
                  <a:lnTo>
                    <a:pt x="2136231" y="126382"/>
                  </a:lnTo>
                  <a:lnTo>
                    <a:pt x="2075196" y="118536"/>
                  </a:lnTo>
                  <a:lnTo>
                    <a:pt x="2014161" y="110970"/>
                  </a:lnTo>
                  <a:lnTo>
                    <a:pt x="1953125" y="103688"/>
                  </a:lnTo>
                  <a:lnTo>
                    <a:pt x="1892090" y="96695"/>
                  </a:lnTo>
                  <a:lnTo>
                    <a:pt x="1831055" y="89991"/>
                  </a:lnTo>
                  <a:lnTo>
                    <a:pt x="1770020" y="83577"/>
                  </a:lnTo>
                  <a:lnTo>
                    <a:pt x="1708985" y="77454"/>
                  </a:lnTo>
                  <a:lnTo>
                    <a:pt x="1647950" y="71620"/>
                  </a:lnTo>
                  <a:lnTo>
                    <a:pt x="1586914" y="66073"/>
                  </a:lnTo>
                  <a:lnTo>
                    <a:pt x="1525879" y="60808"/>
                  </a:lnTo>
                  <a:lnTo>
                    <a:pt x="1464844" y="55823"/>
                  </a:lnTo>
                  <a:lnTo>
                    <a:pt x="1403809" y="51111"/>
                  </a:lnTo>
                  <a:lnTo>
                    <a:pt x="1342774" y="46666"/>
                  </a:lnTo>
                  <a:lnTo>
                    <a:pt x="1281738" y="42482"/>
                  </a:lnTo>
                  <a:lnTo>
                    <a:pt x="1220703" y="38550"/>
                  </a:lnTo>
                  <a:lnTo>
                    <a:pt x="1159668" y="34863"/>
                  </a:lnTo>
                  <a:lnTo>
                    <a:pt x="1098633" y="31413"/>
                  </a:lnTo>
                  <a:lnTo>
                    <a:pt x="1037598" y="28191"/>
                  </a:lnTo>
                  <a:lnTo>
                    <a:pt x="976562" y="25188"/>
                  </a:lnTo>
                  <a:lnTo>
                    <a:pt x="915527" y="22394"/>
                  </a:lnTo>
                  <a:lnTo>
                    <a:pt x="854492" y="19802"/>
                  </a:lnTo>
                  <a:lnTo>
                    <a:pt x="793457" y="17402"/>
                  </a:lnTo>
                  <a:lnTo>
                    <a:pt x="732422" y="15185"/>
                  </a:lnTo>
                  <a:lnTo>
                    <a:pt x="671387" y="13143"/>
                  </a:lnTo>
                  <a:lnTo>
                    <a:pt x="610351" y="11267"/>
                  </a:lnTo>
                  <a:lnTo>
                    <a:pt x="549316" y="9549"/>
                  </a:lnTo>
                  <a:lnTo>
                    <a:pt x="488281" y="7982"/>
                  </a:lnTo>
                  <a:lnTo>
                    <a:pt x="427246" y="6557"/>
                  </a:lnTo>
                  <a:lnTo>
                    <a:pt x="366211" y="5267"/>
                  </a:lnTo>
                  <a:lnTo>
                    <a:pt x="305175" y="4106"/>
                  </a:lnTo>
                  <a:lnTo>
                    <a:pt x="244140" y="3066"/>
                  </a:lnTo>
                  <a:lnTo>
                    <a:pt x="183105" y="2141"/>
                  </a:lnTo>
                  <a:lnTo>
                    <a:pt x="122070" y="1326"/>
                  </a:lnTo>
                  <a:lnTo>
                    <a:pt x="61035" y="6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91" name="tx90">
              <a:extLst>
                <a:ext uri="{FF2B5EF4-FFF2-40B4-BE49-F238E27FC236}">
                  <a16:creationId xmlns:a16="http://schemas.microsoft.com/office/drawing/2014/main" id="{5256601D-9BEB-7CDC-7119-069C06AE44DC}"/>
                </a:ext>
              </a:extLst>
            </p:cNvPr>
            <p:cNvSpPr/>
            <p:nvPr/>
          </p:nvSpPr>
          <p:spPr>
            <a:xfrm>
              <a:off x="1363816" y="1669819"/>
              <a:ext cx="3789182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</a:t>
              </a: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</a:t>
              </a:r>
              <a:r>
                <a:rPr lang="en-US"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RDA</a:t>
              </a:r>
              <a:r>
                <a:rPr lang="en-US" sz="2400" baseline="-25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Survival</a:t>
              </a:r>
            </a:p>
          </p:txBody>
        </p:sp>
        <p:sp>
          <p:nvSpPr>
            <p:cNvPr id="104" name="pl60">
              <a:extLst>
                <a:ext uri="{FF2B5EF4-FFF2-40B4-BE49-F238E27FC236}">
                  <a16:creationId xmlns:a16="http://schemas.microsoft.com/office/drawing/2014/main" id="{11228B3E-8356-BD63-816E-A5862127D5E6}"/>
                </a:ext>
              </a:extLst>
            </p:cNvPr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tx61">
              <a:extLst>
                <a:ext uri="{FF2B5EF4-FFF2-40B4-BE49-F238E27FC236}">
                  <a16:creationId xmlns:a16="http://schemas.microsoft.com/office/drawing/2014/main" id="{70DB0C98-1CDB-D3C5-FB1F-9E7D06C60806}"/>
                </a:ext>
              </a:extLst>
            </p:cNvPr>
            <p:cNvSpPr/>
            <p:nvPr/>
          </p:nvSpPr>
          <p:spPr>
            <a:xfrm>
              <a:off x="611560" y="524927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6" name="tx62">
              <a:extLst>
                <a:ext uri="{FF2B5EF4-FFF2-40B4-BE49-F238E27FC236}">
                  <a16:creationId xmlns:a16="http://schemas.microsoft.com/office/drawing/2014/main" id="{93193398-E066-2986-A8A2-447875AAC574}"/>
                </a:ext>
              </a:extLst>
            </p:cNvPr>
            <p:cNvSpPr/>
            <p:nvPr/>
          </p:nvSpPr>
          <p:spPr>
            <a:xfrm>
              <a:off x="611560" y="441286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07" name="tx63">
              <a:extLst>
                <a:ext uri="{FF2B5EF4-FFF2-40B4-BE49-F238E27FC236}">
                  <a16:creationId xmlns:a16="http://schemas.microsoft.com/office/drawing/2014/main" id="{B77BCF79-4353-A324-8B9E-74E4D0EB172B}"/>
                </a:ext>
              </a:extLst>
            </p:cNvPr>
            <p:cNvSpPr/>
            <p:nvPr/>
          </p:nvSpPr>
          <p:spPr>
            <a:xfrm>
              <a:off x="611560" y="357645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08" name="tx64">
              <a:extLst>
                <a:ext uri="{FF2B5EF4-FFF2-40B4-BE49-F238E27FC236}">
                  <a16:creationId xmlns:a16="http://schemas.microsoft.com/office/drawing/2014/main" id="{B65A5891-ABCB-13CE-8B21-69B224E2553B}"/>
                </a:ext>
              </a:extLst>
            </p:cNvPr>
            <p:cNvSpPr/>
            <p:nvPr/>
          </p:nvSpPr>
          <p:spPr>
            <a:xfrm>
              <a:off x="611560" y="274004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09" name="tx65">
              <a:extLst>
                <a:ext uri="{FF2B5EF4-FFF2-40B4-BE49-F238E27FC236}">
                  <a16:creationId xmlns:a16="http://schemas.microsoft.com/office/drawing/2014/main" id="{D14A3312-3B4F-EE5A-0F93-611A466D105D}"/>
                </a:ext>
              </a:extLst>
            </p:cNvPr>
            <p:cNvSpPr/>
            <p:nvPr/>
          </p:nvSpPr>
          <p:spPr>
            <a:xfrm>
              <a:off x="611560" y="190363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10" name="pl66">
              <a:extLst>
                <a:ext uri="{FF2B5EF4-FFF2-40B4-BE49-F238E27FC236}">
                  <a16:creationId xmlns:a16="http://schemas.microsoft.com/office/drawing/2014/main" id="{C6CB522C-4D8C-851B-715C-D89BFB7A75FB}"/>
                </a:ext>
              </a:extLst>
            </p:cNvPr>
            <p:cNvSpPr/>
            <p:nvPr/>
          </p:nvSpPr>
          <p:spPr>
            <a:xfrm>
              <a:off x="938079" y="52893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l67">
              <a:extLst>
                <a:ext uri="{FF2B5EF4-FFF2-40B4-BE49-F238E27FC236}">
                  <a16:creationId xmlns:a16="http://schemas.microsoft.com/office/drawing/2014/main" id="{CC8C4638-7EA5-3B36-388E-12B6F8BC4AF9}"/>
                </a:ext>
              </a:extLst>
            </p:cNvPr>
            <p:cNvSpPr/>
            <p:nvPr/>
          </p:nvSpPr>
          <p:spPr>
            <a:xfrm>
              <a:off x="938079" y="445291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l68">
              <a:extLst>
                <a:ext uri="{FF2B5EF4-FFF2-40B4-BE49-F238E27FC236}">
                  <a16:creationId xmlns:a16="http://schemas.microsoft.com/office/drawing/2014/main" id="{BAC9767C-0FD8-7E74-0B89-D2E1A87C909A}"/>
                </a:ext>
              </a:extLst>
            </p:cNvPr>
            <p:cNvSpPr/>
            <p:nvPr/>
          </p:nvSpPr>
          <p:spPr>
            <a:xfrm>
              <a:off x="938079" y="361650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l69">
              <a:extLst>
                <a:ext uri="{FF2B5EF4-FFF2-40B4-BE49-F238E27FC236}">
                  <a16:creationId xmlns:a16="http://schemas.microsoft.com/office/drawing/2014/main" id="{11AD8F8C-6E54-8137-D1FC-D14B635133C9}"/>
                </a:ext>
              </a:extLst>
            </p:cNvPr>
            <p:cNvSpPr/>
            <p:nvPr/>
          </p:nvSpPr>
          <p:spPr>
            <a:xfrm>
              <a:off x="938079" y="278009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l70">
              <a:extLst>
                <a:ext uri="{FF2B5EF4-FFF2-40B4-BE49-F238E27FC236}">
                  <a16:creationId xmlns:a16="http://schemas.microsoft.com/office/drawing/2014/main" id="{2EE7FE06-A887-521E-0887-F49AC1920ACF}"/>
                </a:ext>
              </a:extLst>
            </p:cNvPr>
            <p:cNvSpPr/>
            <p:nvPr/>
          </p:nvSpPr>
          <p:spPr>
            <a:xfrm>
              <a:off x="938079" y="194368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tx81">
              <a:extLst>
                <a:ext uri="{FF2B5EF4-FFF2-40B4-BE49-F238E27FC236}">
                  <a16:creationId xmlns:a16="http://schemas.microsoft.com/office/drawing/2014/main" id="{23FF5C76-6AAF-813C-80D7-65374F028A54}"/>
                </a:ext>
              </a:extLst>
            </p:cNvPr>
            <p:cNvSpPr/>
            <p:nvPr/>
          </p:nvSpPr>
          <p:spPr>
            <a:xfrm rot="16200000">
              <a:off x="197203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26" name="pl71">
              <a:extLst>
                <a:ext uri="{FF2B5EF4-FFF2-40B4-BE49-F238E27FC236}">
                  <a16:creationId xmlns:a16="http://schemas.microsoft.com/office/drawing/2014/main" id="{26C0FE63-6348-D5D4-BB66-92810AC8F1B7}"/>
                </a:ext>
              </a:extLst>
            </p:cNvPr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73">
              <a:extLst>
                <a:ext uri="{FF2B5EF4-FFF2-40B4-BE49-F238E27FC236}">
                  <a16:creationId xmlns:a16="http://schemas.microsoft.com/office/drawing/2014/main" id="{C7C3BE19-1A34-4880-C12C-053050C76EBC}"/>
                </a:ext>
              </a:extLst>
            </p:cNvPr>
            <p:cNvSpPr/>
            <p:nvPr/>
          </p:nvSpPr>
          <p:spPr>
            <a:xfrm>
              <a:off x="274451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74">
              <a:extLst>
                <a:ext uri="{FF2B5EF4-FFF2-40B4-BE49-F238E27FC236}">
                  <a16:creationId xmlns:a16="http://schemas.microsoft.com/office/drawing/2014/main" id="{87F43960-81DD-6A75-75AC-8013DAF43E56}"/>
                </a:ext>
              </a:extLst>
            </p:cNvPr>
            <p:cNvSpPr/>
            <p:nvPr/>
          </p:nvSpPr>
          <p:spPr>
            <a:xfrm>
              <a:off x="447416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75">
              <a:extLst>
                <a:ext uri="{FF2B5EF4-FFF2-40B4-BE49-F238E27FC236}">
                  <a16:creationId xmlns:a16="http://schemas.microsoft.com/office/drawing/2014/main" id="{15B493A7-027E-182D-D6E4-DD0A8660A028}"/>
                </a:ext>
              </a:extLst>
            </p:cNvPr>
            <p:cNvSpPr/>
            <p:nvPr/>
          </p:nvSpPr>
          <p:spPr>
            <a:xfrm>
              <a:off x="620382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tx77">
              <a:extLst>
                <a:ext uri="{FF2B5EF4-FFF2-40B4-BE49-F238E27FC236}">
                  <a16:creationId xmlns:a16="http://schemas.microsoft.com/office/drawing/2014/main" id="{B5B99E4B-67CC-D7BF-F283-842A51014FC5}"/>
                </a:ext>
              </a:extLst>
            </p:cNvPr>
            <p:cNvSpPr/>
            <p:nvPr/>
          </p:nvSpPr>
          <p:spPr>
            <a:xfrm>
              <a:off x="2713424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  <a:endPara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31" name="tx78">
              <a:extLst>
                <a:ext uri="{FF2B5EF4-FFF2-40B4-BE49-F238E27FC236}">
                  <a16:creationId xmlns:a16="http://schemas.microsoft.com/office/drawing/2014/main" id="{8829FD62-9B01-57C5-170C-D81F172983D1}"/>
                </a:ext>
              </a:extLst>
            </p:cNvPr>
            <p:cNvSpPr/>
            <p:nvPr/>
          </p:nvSpPr>
          <p:spPr>
            <a:xfrm>
              <a:off x="4443077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  <a:r>
                <a:rPr lang="en-US"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.00</a:t>
              </a:r>
              <a:endPara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32" name="tx79">
              <a:extLst>
                <a:ext uri="{FF2B5EF4-FFF2-40B4-BE49-F238E27FC236}">
                  <a16:creationId xmlns:a16="http://schemas.microsoft.com/office/drawing/2014/main" id="{05AE4CB0-587B-1520-B5C0-AD84EF7E936F}"/>
                </a:ext>
              </a:extLst>
            </p:cNvPr>
            <p:cNvSpPr/>
            <p:nvPr/>
          </p:nvSpPr>
          <p:spPr>
            <a:xfrm>
              <a:off x="6172730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3.00</a:t>
              </a:r>
            </a:p>
          </p:txBody>
        </p:sp>
        <p:sp>
          <p:nvSpPr>
            <p:cNvPr id="133" name="tx80">
              <a:extLst>
                <a:ext uri="{FF2B5EF4-FFF2-40B4-BE49-F238E27FC236}">
                  <a16:creationId xmlns:a16="http://schemas.microsoft.com/office/drawing/2014/main" id="{1C762232-CCA6-CEF0-BD9F-4BC06037BAD1}"/>
                </a:ext>
              </a:extLst>
            </p:cNvPr>
            <p:cNvSpPr/>
            <p:nvPr/>
          </p:nvSpPr>
          <p:spPr>
            <a:xfrm>
              <a:off x="3755363" y="6137094"/>
              <a:ext cx="70619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134" name="pl72">
              <a:extLst>
                <a:ext uri="{FF2B5EF4-FFF2-40B4-BE49-F238E27FC236}">
                  <a16:creationId xmlns:a16="http://schemas.microsoft.com/office/drawing/2014/main" id="{B575E6CE-7F9D-A1CE-5C09-2CC83327DFEF}"/>
                </a:ext>
              </a:extLst>
            </p:cNvPr>
            <p:cNvSpPr/>
            <p:nvPr/>
          </p:nvSpPr>
          <p:spPr>
            <a:xfrm>
              <a:off x="123476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tx76">
              <a:extLst>
                <a:ext uri="{FF2B5EF4-FFF2-40B4-BE49-F238E27FC236}">
                  <a16:creationId xmlns:a16="http://schemas.microsoft.com/office/drawing/2014/main" id="{A8CE7C85-890D-5537-66A8-074084F6FBA9}"/>
                </a:ext>
              </a:extLst>
            </p:cNvPr>
            <p:cNvSpPr/>
            <p:nvPr/>
          </p:nvSpPr>
          <p:spPr>
            <a:xfrm>
              <a:off x="1125998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52" name="Rounded Rectangle 151">
              <a:extLst>
                <a:ext uri="{FF2B5EF4-FFF2-40B4-BE49-F238E27FC236}">
                  <a16:creationId xmlns:a16="http://schemas.microsoft.com/office/drawing/2014/main" id="{1EB19CBE-BA80-B050-F03B-EBE0C9EADB91}"/>
                </a:ext>
              </a:extLst>
            </p:cNvPr>
            <p:cNvSpPr/>
            <p:nvPr/>
          </p:nvSpPr>
          <p:spPr>
            <a:xfrm>
              <a:off x="4833992" y="3654626"/>
              <a:ext cx="1042416" cy="576072"/>
            </a:xfrm>
            <a:prstGeom prst="roundRect">
              <a:avLst/>
            </a:prstGeom>
            <a:solidFill>
              <a:srgbClr val="00FA9A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l-GR" sz="1500" b="1" i="1" dirty="0">
                  <a:solidFill>
                    <a:schemeClr val="tx1"/>
                  </a:solidFill>
                </a:rPr>
                <a:t>τ</a:t>
              </a:r>
              <a:r>
                <a:rPr lang="en-US" sz="1500" b="1" i="1" dirty="0">
                  <a:solidFill>
                    <a:schemeClr val="tx1"/>
                  </a:solidFill>
                </a:rPr>
                <a:t> = -0.501</a:t>
              </a:r>
            </a:p>
            <a:p>
              <a:pPr algn="ctr"/>
              <a:r>
                <a:rPr lang="en-US" sz="1500" b="1" dirty="0">
                  <a:solidFill>
                    <a:schemeClr val="tx1"/>
                  </a:solidFill>
                </a:rPr>
                <a:t>*</a:t>
              </a:r>
            </a:p>
          </p:txBody>
        </p:sp>
        <p:sp>
          <p:nvSpPr>
            <p:cNvPr id="153" name="Rounded Rectangle 152">
              <a:extLst>
                <a:ext uri="{FF2B5EF4-FFF2-40B4-BE49-F238E27FC236}">
                  <a16:creationId xmlns:a16="http://schemas.microsoft.com/office/drawing/2014/main" id="{9578AE9B-9534-3D6F-3290-A3D051831504}"/>
                </a:ext>
              </a:extLst>
            </p:cNvPr>
            <p:cNvSpPr/>
            <p:nvPr/>
          </p:nvSpPr>
          <p:spPr>
            <a:xfrm>
              <a:off x="2134589" y="4075137"/>
              <a:ext cx="1042416" cy="576072"/>
            </a:xfrm>
            <a:prstGeom prst="roundRect">
              <a:avLst/>
            </a:prstGeom>
            <a:solidFill>
              <a:srgbClr val="1C90FF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l-GR" sz="1500" b="1" i="1" dirty="0">
                  <a:solidFill>
                    <a:schemeClr val="bg1"/>
                  </a:solidFill>
                </a:rPr>
                <a:t>τ</a:t>
              </a:r>
              <a:r>
                <a:rPr lang="en-US" sz="1500" b="1" i="1" dirty="0">
                  <a:solidFill>
                    <a:schemeClr val="bg1"/>
                  </a:solidFill>
                </a:rPr>
                <a:t> = -0.258</a:t>
              </a:r>
            </a:p>
          </p:txBody>
        </p:sp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2053DE34-D02F-6F47-2C64-DCFD07852AF3}"/>
              </a:ext>
            </a:extLst>
          </p:cNvPr>
          <p:cNvGrpSpPr/>
          <p:nvPr/>
        </p:nvGrpSpPr>
        <p:grpSpPr>
          <a:xfrm>
            <a:off x="7043250" y="1916833"/>
            <a:ext cx="1633206" cy="989733"/>
            <a:chOff x="7254012" y="3466204"/>
            <a:chExt cx="1094811" cy="663462"/>
          </a:xfrm>
        </p:grpSpPr>
        <p:sp>
          <p:nvSpPr>
            <p:cNvPr id="155" name="tx83">
              <a:extLst>
                <a:ext uri="{FF2B5EF4-FFF2-40B4-BE49-F238E27FC236}">
                  <a16:creationId xmlns:a16="http://schemas.microsoft.com/office/drawing/2014/main" id="{CFE5A351-8A4A-D25B-B9E5-16CDF3B5EE16}"/>
                </a:ext>
              </a:extLst>
            </p:cNvPr>
            <p:cNvSpPr/>
            <p:nvPr/>
          </p:nvSpPr>
          <p:spPr>
            <a:xfrm>
              <a:off x="7254012" y="3466204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76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76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56" name="rc84">
              <a:extLst>
                <a:ext uri="{FF2B5EF4-FFF2-40B4-BE49-F238E27FC236}">
                  <a16:creationId xmlns:a16="http://schemas.microsoft.com/office/drawing/2014/main" id="{22BC69AD-8B90-0D8B-AC24-5B0BA82232E4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7" name="pt85">
              <a:extLst>
                <a:ext uri="{FF2B5EF4-FFF2-40B4-BE49-F238E27FC236}">
                  <a16:creationId xmlns:a16="http://schemas.microsoft.com/office/drawing/2014/main" id="{E4F772F8-ED5E-433A-F2F7-85CFDFCEF418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rc86">
              <a:extLst>
                <a:ext uri="{FF2B5EF4-FFF2-40B4-BE49-F238E27FC236}">
                  <a16:creationId xmlns:a16="http://schemas.microsoft.com/office/drawing/2014/main" id="{BCF2A015-BE8C-42DF-CE36-D806B3DC890D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9" name="pt87">
              <a:extLst>
                <a:ext uri="{FF2B5EF4-FFF2-40B4-BE49-F238E27FC236}">
                  <a16:creationId xmlns:a16="http://schemas.microsoft.com/office/drawing/2014/main" id="{8E778D2A-46F3-04DB-B267-2B6D84573E09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tx88">
              <a:extLst>
                <a:ext uri="{FF2B5EF4-FFF2-40B4-BE49-F238E27FC236}">
                  <a16:creationId xmlns:a16="http://schemas.microsoft.com/office/drawing/2014/main" id="{E938F71A-363C-BBDC-7D6D-437AA80F732D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61" name="tx89">
              <a:extLst>
                <a:ext uri="{FF2B5EF4-FFF2-40B4-BE49-F238E27FC236}">
                  <a16:creationId xmlns:a16="http://schemas.microsoft.com/office/drawing/2014/main" id="{BDA2B6EC-C0FF-F79C-90DD-BB59D2048211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8" name="Group 137">
            <a:extLst>
              <a:ext uri="{FF2B5EF4-FFF2-40B4-BE49-F238E27FC236}">
                <a16:creationId xmlns:a16="http://schemas.microsoft.com/office/drawing/2014/main" id="{A63E10C2-FFC6-7CD1-03EA-CF8B5BB3001E}"/>
              </a:ext>
            </a:extLst>
          </p:cNvPr>
          <p:cNvGrpSpPr/>
          <p:nvPr/>
        </p:nvGrpSpPr>
        <p:grpSpPr>
          <a:xfrm>
            <a:off x="395536" y="1703985"/>
            <a:ext cx="6848507" cy="4533327"/>
            <a:chOff x="395536" y="1703985"/>
            <a:chExt cx="6848507" cy="4533327"/>
          </a:xfrm>
        </p:grpSpPr>
        <p:sp>
          <p:nvSpPr>
            <p:cNvPr id="56" name="pg56"/>
            <p:cNvSpPr/>
            <p:nvPr/>
          </p:nvSpPr>
          <p:spPr>
            <a:xfrm>
              <a:off x="1257927" y="3724785"/>
              <a:ext cx="5437473" cy="1376976"/>
            </a:xfrm>
            <a:custGeom>
              <a:avLst/>
              <a:gdLst/>
              <a:ahLst/>
              <a:cxnLst/>
              <a:rect l="0" t="0" r="0" b="0"/>
              <a:pathLst>
                <a:path w="5437473" h="1376976">
                  <a:moveTo>
                    <a:pt x="0" y="0"/>
                  </a:moveTo>
                  <a:lnTo>
                    <a:pt x="68828" y="14203"/>
                  </a:lnTo>
                  <a:lnTo>
                    <a:pt x="137657" y="28360"/>
                  </a:lnTo>
                  <a:lnTo>
                    <a:pt x="206486" y="42470"/>
                  </a:lnTo>
                  <a:lnTo>
                    <a:pt x="275315" y="56528"/>
                  </a:lnTo>
                  <a:lnTo>
                    <a:pt x="344143" y="70534"/>
                  </a:lnTo>
                  <a:lnTo>
                    <a:pt x="412972" y="84483"/>
                  </a:lnTo>
                  <a:lnTo>
                    <a:pt x="481801" y="98373"/>
                  </a:lnTo>
                  <a:lnTo>
                    <a:pt x="550630" y="112202"/>
                  </a:lnTo>
                  <a:lnTo>
                    <a:pt x="619459" y="125964"/>
                  </a:lnTo>
                  <a:lnTo>
                    <a:pt x="688287" y="139658"/>
                  </a:lnTo>
                  <a:lnTo>
                    <a:pt x="757116" y="153278"/>
                  </a:lnTo>
                  <a:lnTo>
                    <a:pt x="825945" y="166822"/>
                  </a:lnTo>
                  <a:lnTo>
                    <a:pt x="894774" y="180284"/>
                  </a:lnTo>
                  <a:lnTo>
                    <a:pt x="963602" y="193661"/>
                  </a:lnTo>
                  <a:lnTo>
                    <a:pt x="1032431" y="206947"/>
                  </a:lnTo>
                  <a:lnTo>
                    <a:pt x="1101260" y="220137"/>
                  </a:lnTo>
                  <a:lnTo>
                    <a:pt x="1170089" y="233226"/>
                  </a:lnTo>
                  <a:lnTo>
                    <a:pt x="1238918" y="246208"/>
                  </a:lnTo>
                  <a:lnTo>
                    <a:pt x="1307746" y="259076"/>
                  </a:lnTo>
                  <a:lnTo>
                    <a:pt x="1376575" y="271825"/>
                  </a:lnTo>
                  <a:lnTo>
                    <a:pt x="1445404" y="284447"/>
                  </a:lnTo>
                  <a:lnTo>
                    <a:pt x="1514233" y="296935"/>
                  </a:lnTo>
                  <a:lnTo>
                    <a:pt x="1583061" y="309280"/>
                  </a:lnTo>
                  <a:lnTo>
                    <a:pt x="1651890" y="321476"/>
                  </a:lnTo>
                  <a:lnTo>
                    <a:pt x="1720719" y="333514"/>
                  </a:lnTo>
                  <a:lnTo>
                    <a:pt x="1789548" y="345384"/>
                  </a:lnTo>
                  <a:lnTo>
                    <a:pt x="1858377" y="357077"/>
                  </a:lnTo>
                  <a:lnTo>
                    <a:pt x="1927205" y="368584"/>
                  </a:lnTo>
                  <a:lnTo>
                    <a:pt x="1996034" y="379894"/>
                  </a:lnTo>
                  <a:lnTo>
                    <a:pt x="2064863" y="390997"/>
                  </a:lnTo>
                  <a:lnTo>
                    <a:pt x="2133692" y="401882"/>
                  </a:lnTo>
                  <a:lnTo>
                    <a:pt x="2202520" y="412539"/>
                  </a:lnTo>
                  <a:lnTo>
                    <a:pt x="2271349" y="422956"/>
                  </a:lnTo>
                  <a:lnTo>
                    <a:pt x="2340178" y="433121"/>
                  </a:lnTo>
                  <a:lnTo>
                    <a:pt x="2409007" y="443025"/>
                  </a:lnTo>
                  <a:lnTo>
                    <a:pt x="2477836" y="452655"/>
                  </a:lnTo>
                  <a:lnTo>
                    <a:pt x="2546664" y="462001"/>
                  </a:lnTo>
                  <a:lnTo>
                    <a:pt x="2615493" y="471053"/>
                  </a:lnTo>
                  <a:lnTo>
                    <a:pt x="2684322" y="479801"/>
                  </a:lnTo>
                  <a:lnTo>
                    <a:pt x="2753151" y="488235"/>
                  </a:lnTo>
                  <a:lnTo>
                    <a:pt x="2821979" y="496348"/>
                  </a:lnTo>
                  <a:lnTo>
                    <a:pt x="2890808" y="504131"/>
                  </a:lnTo>
                  <a:lnTo>
                    <a:pt x="2959637" y="511579"/>
                  </a:lnTo>
                  <a:lnTo>
                    <a:pt x="3028466" y="518686"/>
                  </a:lnTo>
                  <a:lnTo>
                    <a:pt x="3097295" y="525449"/>
                  </a:lnTo>
                  <a:lnTo>
                    <a:pt x="3166123" y="531865"/>
                  </a:lnTo>
                  <a:lnTo>
                    <a:pt x="3234952" y="537933"/>
                  </a:lnTo>
                  <a:lnTo>
                    <a:pt x="3303781" y="543654"/>
                  </a:lnTo>
                  <a:lnTo>
                    <a:pt x="3372610" y="549029"/>
                  </a:lnTo>
                  <a:lnTo>
                    <a:pt x="3441438" y="554063"/>
                  </a:lnTo>
                  <a:lnTo>
                    <a:pt x="3510267" y="558759"/>
                  </a:lnTo>
                  <a:lnTo>
                    <a:pt x="3579096" y="563123"/>
                  </a:lnTo>
                  <a:lnTo>
                    <a:pt x="3647925" y="567164"/>
                  </a:lnTo>
                  <a:lnTo>
                    <a:pt x="3716754" y="570887"/>
                  </a:lnTo>
                  <a:lnTo>
                    <a:pt x="3785582" y="574304"/>
                  </a:lnTo>
                  <a:lnTo>
                    <a:pt x="3854411" y="577423"/>
                  </a:lnTo>
                  <a:lnTo>
                    <a:pt x="3923240" y="580254"/>
                  </a:lnTo>
                  <a:lnTo>
                    <a:pt x="3992069" y="582809"/>
                  </a:lnTo>
                  <a:lnTo>
                    <a:pt x="4060897" y="585098"/>
                  </a:lnTo>
                  <a:lnTo>
                    <a:pt x="4129726" y="587132"/>
                  </a:lnTo>
                  <a:lnTo>
                    <a:pt x="4198555" y="588922"/>
                  </a:lnTo>
                  <a:lnTo>
                    <a:pt x="4267384" y="590481"/>
                  </a:lnTo>
                  <a:lnTo>
                    <a:pt x="4336213" y="591817"/>
                  </a:lnTo>
                  <a:lnTo>
                    <a:pt x="4405041" y="592943"/>
                  </a:lnTo>
                  <a:lnTo>
                    <a:pt x="4473870" y="593870"/>
                  </a:lnTo>
                  <a:lnTo>
                    <a:pt x="4542699" y="594606"/>
                  </a:lnTo>
                  <a:lnTo>
                    <a:pt x="4611528" y="595162"/>
                  </a:lnTo>
                  <a:lnTo>
                    <a:pt x="4680356" y="595548"/>
                  </a:lnTo>
                  <a:lnTo>
                    <a:pt x="4749185" y="595772"/>
                  </a:lnTo>
                  <a:lnTo>
                    <a:pt x="4818014" y="595844"/>
                  </a:lnTo>
                  <a:lnTo>
                    <a:pt x="4886843" y="595771"/>
                  </a:lnTo>
                  <a:lnTo>
                    <a:pt x="4955672" y="595561"/>
                  </a:lnTo>
                  <a:lnTo>
                    <a:pt x="5024500" y="595223"/>
                  </a:lnTo>
                  <a:lnTo>
                    <a:pt x="5093329" y="594762"/>
                  </a:lnTo>
                  <a:lnTo>
                    <a:pt x="5162158" y="594186"/>
                  </a:lnTo>
                  <a:lnTo>
                    <a:pt x="5230987" y="593501"/>
                  </a:lnTo>
                  <a:lnTo>
                    <a:pt x="5299815" y="592712"/>
                  </a:lnTo>
                  <a:lnTo>
                    <a:pt x="5368644" y="591826"/>
                  </a:lnTo>
                  <a:lnTo>
                    <a:pt x="5437473" y="590848"/>
                  </a:lnTo>
                  <a:lnTo>
                    <a:pt x="5437473" y="1376976"/>
                  </a:lnTo>
                  <a:lnTo>
                    <a:pt x="5368644" y="1363629"/>
                  </a:lnTo>
                  <a:lnTo>
                    <a:pt x="5299815" y="1350374"/>
                  </a:lnTo>
                  <a:lnTo>
                    <a:pt x="5230987" y="1337217"/>
                  </a:lnTo>
                  <a:lnTo>
                    <a:pt x="5162158" y="1324163"/>
                  </a:lnTo>
                  <a:lnTo>
                    <a:pt x="5093329" y="1311218"/>
                  </a:lnTo>
                  <a:lnTo>
                    <a:pt x="5024500" y="1298388"/>
                  </a:lnTo>
                  <a:lnTo>
                    <a:pt x="4955672" y="1285681"/>
                  </a:lnTo>
                  <a:lnTo>
                    <a:pt x="4886843" y="1273103"/>
                  </a:lnTo>
                  <a:lnTo>
                    <a:pt x="4818014" y="1260661"/>
                  </a:lnTo>
                  <a:lnTo>
                    <a:pt x="4749185" y="1248364"/>
                  </a:lnTo>
                  <a:lnTo>
                    <a:pt x="4680356" y="1236220"/>
                  </a:lnTo>
                  <a:lnTo>
                    <a:pt x="4611528" y="1224237"/>
                  </a:lnTo>
                  <a:lnTo>
                    <a:pt x="4542699" y="1212424"/>
                  </a:lnTo>
                  <a:lnTo>
                    <a:pt x="4473870" y="1200791"/>
                  </a:lnTo>
                  <a:lnTo>
                    <a:pt x="4405041" y="1189349"/>
                  </a:lnTo>
                  <a:lnTo>
                    <a:pt x="4336213" y="1178106"/>
                  </a:lnTo>
                  <a:lnTo>
                    <a:pt x="4267384" y="1167074"/>
                  </a:lnTo>
                  <a:lnTo>
                    <a:pt x="4198555" y="1156264"/>
                  </a:lnTo>
                  <a:lnTo>
                    <a:pt x="4129726" y="1145685"/>
                  </a:lnTo>
                  <a:lnTo>
                    <a:pt x="4060897" y="1135351"/>
                  </a:lnTo>
                  <a:lnTo>
                    <a:pt x="3992069" y="1125271"/>
                  </a:lnTo>
                  <a:lnTo>
                    <a:pt x="3923240" y="1115457"/>
                  </a:lnTo>
                  <a:lnTo>
                    <a:pt x="3854411" y="1105919"/>
                  </a:lnTo>
                  <a:lnTo>
                    <a:pt x="3785582" y="1096670"/>
                  </a:lnTo>
                  <a:lnTo>
                    <a:pt x="3716754" y="1087717"/>
                  </a:lnTo>
                  <a:lnTo>
                    <a:pt x="3647925" y="1079073"/>
                  </a:lnTo>
                  <a:lnTo>
                    <a:pt x="3579096" y="1070744"/>
                  </a:lnTo>
                  <a:lnTo>
                    <a:pt x="3510267" y="1062740"/>
                  </a:lnTo>
                  <a:lnTo>
                    <a:pt x="3441438" y="1055067"/>
                  </a:lnTo>
                  <a:lnTo>
                    <a:pt x="3372610" y="1047732"/>
                  </a:lnTo>
                  <a:lnTo>
                    <a:pt x="3303781" y="1040738"/>
                  </a:lnTo>
                  <a:lnTo>
                    <a:pt x="3234952" y="1034090"/>
                  </a:lnTo>
                  <a:lnTo>
                    <a:pt x="3166123" y="1027790"/>
                  </a:lnTo>
                  <a:lnTo>
                    <a:pt x="3097295" y="1021837"/>
                  </a:lnTo>
                  <a:lnTo>
                    <a:pt x="3028466" y="1016231"/>
                  </a:lnTo>
                  <a:lnTo>
                    <a:pt x="2959637" y="1010969"/>
                  </a:lnTo>
                  <a:lnTo>
                    <a:pt x="2890808" y="1006048"/>
                  </a:lnTo>
                  <a:lnTo>
                    <a:pt x="2821979" y="1001463"/>
                  </a:lnTo>
                  <a:lnTo>
                    <a:pt x="2753151" y="997207"/>
                  </a:lnTo>
                  <a:lnTo>
                    <a:pt x="2684322" y="993272"/>
                  </a:lnTo>
                  <a:lnTo>
                    <a:pt x="2615493" y="989651"/>
                  </a:lnTo>
                  <a:lnTo>
                    <a:pt x="2546664" y="986335"/>
                  </a:lnTo>
                  <a:lnTo>
                    <a:pt x="2477836" y="983312"/>
                  </a:lnTo>
                  <a:lnTo>
                    <a:pt x="2409007" y="980574"/>
                  </a:lnTo>
                  <a:lnTo>
                    <a:pt x="2340178" y="978109"/>
                  </a:lnTo>
                  <a:lnTo>
                    <a:pt x="2271349" y="975905"/>
                  </a:lnTo>
                  <a:lnTo>
                    <a:pt x="2202520" y="973953"/>
                  </a:lnTo>
                  <a:lnTo>
                    <a:pt x="2133692" y="972241"/>
                  </a:lnTo>
                  <a:lnTo>
                    <a:pt x="2064863" y="970758"/>
                  </a:lnTo>
                  <a:lnTo>
                    <a:pt x="1996034" y="969492"/>
                  </a:lnTo>
                  <a:lnTo>
                    <a:pt x="1927205" y="968433"/>
                  </a:lnTo>
                  <a:lnTo>
                    <a:pt x="1858377" y="967571"/>
                  </a:lnTo>
                  <a:lnTo>
                    <a:pt x="1789548" y="966896"/>
                  </a:lnTo>
                  <a:lnTo>
                    <a:pt x="1720719" y="966397"/>
                  </a:lnTo>
                  <a:lnTo>
                    <a:pt x="1651890" y="966066"/>
                  </a:lnTo>
                  <a:lnTo>
                    <a:pt x="1583061" y="965893"/>
                  </a:lnTo>
                  <a:lnTo>
                    <a:pt x="1514233" y="965870"/>
                  </a:lnTo>
                  <a:lnTo>
                    <a:pt x="1445404" y="965989"/>
                  </a:lnTo>
                  <a:lnTo>
                    <a:pt x="1376575" y="966242"/>
                  </a:lnTo>
                  <a:lnTo>
                    <a:pt x="1307746" y="966622"/>
                  </a:lnTo>
                  <a:lnTo>
                    <a:pt x="1238918" y="967122"/>
                  </a:lnTo>
                  <a:lnTo>
                    <a:pt x="1170089" y="967735"/>
                  </a:lnTo>
                  <a:lnTo>
                    <a:pt x="1101260" y="968455"/>
                  </a:lnTo>
                  <a:lnTo>
                    <a:pt x="1032431" y="969277"/>
                  </a:lnTo>
                  <a:lnTo>
                    <a:pt x="963602" y="970194"/>
                  </a:lnTo>
                  <a:lnTo>
                    <a:pt x="894774" y="971202"/>
                  </a:lnTo>
                  <a:lnTo>
                    <a:pt x="825945" y="972295"/>
                  </a:lnTo>
                  <a:lnTo>
                    <a:pt x="757116" y="973470"/>
                  </a:lnTo>
                  <a:lnTo>
                    <a:pt x="688287" y="974722"/>
                  </a:lnTo>
                  <a:lnTo>
                    <a:pt x="619459" y="976047"/>
                  </a:lnTo>
                  <a:lnTo>
                    <a:pt x="550630" y="977441"/>
                  </a:lnTo>
                  <a:lnTo>
                    <a:pt x="481801" y="978900"/>
                  </a:lnTo>
                  <a:lnTo>
                    <a:pt x="412972" y="980422"/>
                  </a:lnTo>
                  <a:lnTo>
                    <a:pt x="344143" y="982002"/>
                  </a:lnTo>
                  <a:lnTo>
                    <a:pt x="275315" y="983639"/>
                  </a:lnTo>
                  <a:lnTo>
                    <a:pt x="206486" y="985329"/>
                  </a:lnTo>
                  <a:lnTo>
                    <a:pt x="137657" y="987069"/>
                  </a:lnTo>
                  <a:lnTo>
                    <a:pt x="68828" y="988858"/>
                  </a:lnTo>
                  <a:lnTo>
                    <a:pt x="0" y="990693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57927" y="4220131"/>
              <a:ext cx="5437473" cy="488565"/>
            </a:xfrm>
            <a:custGeom>
              <a:avLst/>
              <a:gdLst/>
              <a:ahLst/>
              <a:cxnLst/>
              <a:rect l="0" t="0" r="0" b="0"/>
              <a:pathLst>
                <a:path w="5437473" h="488565">
                  <a:moveTo>
                    <a:pt x="0" y="0"/>
                  </a:moveTo>
                  <a:lnTo>
                    <a:pt x="68828" y="6184"/>
                  </a:lnTo>
                  <a:lnTo>
                    <a:pt x="137657" y="12368"/>
                  </a:lnTo>
                  <a:lnTo>
                    <a:pt x="206486" y="18553"/>
                  </a:lnTo>
                  <a:lnTo>
                    <a:pt x="275315" y="24737"/>
                  </a:lnTo>
                  <a:lnTo>
                    <a:pt x="344143" y="30921"/>
                  </a:lnTo>
                  <a:lnTo>
                    <a:pt x="412972" y="37106"/>
                  </a:lnTo>
                  <a:lnTo>
                    <a:pt x="481801" y="43290"/>
                  </a:lnTo>
                  <a:lnTo>
                    <a:pt x="550630" y="49474"/>
                  </a:lnTo>
                  <a:lnTo>
                    <a:pt x="619459" y="55659"/>
                  </a:lnTo>
                  <a:lnTo>
                    <a:pt x="688287" y="61843"/>
                  </a:lnTo>
                  <a:lnTo>
                    <a:pt x="757116" y="68028"/>
                  </a:lnTo>
                  <a:lnTo>
                    <a:pt x="825945" y="74212"/>
                  </a:lnTo>
                  <a:lnTo>
                    <a:pt x="894774" y="80396"/>
                  </a:lnTo>
                  <a:lnTo>
                    <a:pt x="963602" y="86581"/>
                  </a:lnTo>
                  <a:lnTo>
                    <a:pt x="1032431" y="92765"/>
                  </a:lnTo>
                  <a:lnTo>
                    <a:pt x="1101260" y="98949"/>
                  </a:lnTo>
                  <a:lnTo>
                    <a:pt x="1170089" y="105134"/>
                  </a:lnTo>
                  <a:lnTo>
                    <a:pt x="1238918" y="111318"/>
                  </a:lnTo>
                  <a:lnTo>
                    <a:pt x="1307746" y="117503"/>
                  </a:lnTo>
                  <a:lnTo>
                    <a:pt x="1376575" y="123687"/>
                  </a:lnTo>
                  <a:lnTo>
                    <a:pt x="1445404" y="129871"/>
                  </a:lnTo>
                  <a:lnTo>
                    <a:pt x="1514233" y="136056"/>
                  </a:lnTo>
                  <a:lnTo>
                    <a:pt x="1583061" y="142240"/>
                  </a:lnTo>
                  <a:lnTo>
                    <a:pt x="1651890" y="148424"/>
                  </a:lnTo>
                  <a:lnTo>
                    <a:pt x="1720719" y="154609"/>
                  </a:lnTo>
                  <a:lnTo>
                    <a:pt x="1789548" y="160793"/>
                  </a:lnTo>
                  <a:lnTo>
                    <a:pt x="1858377" y="166978"/>
                  </a:lnTo>
                  <a:lnTo>
                    <a:pt x="1927205" y="173162"/>
                  </a:lnTo>
                  <a:lnTo>
                    <a:pt x="1996034" y="179346"/>
                  </a:lnTo>
                  <a:lnTo>
                    <a:pt x="2064863" y="185531"/>
                  </a:lnTo>
                  <a:lnTo>
                    <a:pt x="2133692" y="191715"/>
                  </a:lnTo>
                  <a:lnTo>
                    <a:pt x="2202520" y="197899"/>
                  </a:lnTo>
                  <a:lnTo>
                    <a:pt x="2271349" y="204084"/>
                  </a:lnTo>
                  <a:lnTo>
                    <a:pt x="2340178" y="210268"/>
                  </a:lnTo>
                  <a:lnTo>
                    <a:pt x="2409007" y="216453"/>
                  </a:lnTo>
                  <a:lnTo>
                    <a:pt x="2477836" y="222637"/>
                  </a:lnTo>
                  <a:lnTo>
                    <a:pt x="2546664" y="228821"/>
                  </a:lnTo>
                  <a:lnTo>
                    <a:pt x="2615493" y="235006"/>
                  </a:lnTo>
                  <a:lnTo>
                    <a:pt x="2684322" y="241190"/>
                  </a:lnTo>
                  <a:lnTo>
                    <a:pt x="2753151" y="247374"/>
                  </a:lnTo>
                  <a:lnTo>
                    <a:pt x="2821979" y="253559"/>
                  </a:lnTo>
                  <a:lnTo>
                    <a:pt x="2890808" y="259743"/>
                  </a:lnTo>
                  <a:lnTo>
                    <a:pt x="2959637" y="265928"/>
                  </a:lnTo>
                  <a:lnTo>
                    <a:pt x="3028466" y="272112"/>
                  </a:lnTo>
                  <a:lnTo>
                    <a:pt x="3097295" y="278296"/>
                  </a:lnTo>
                  <a:lnTo>
                    <a:pt x="3166123" y="284481"/>
                  </a:lnTo>
                  <a:lnTo>
                    <a:pt x="3234952" y="290665"/>
                  </a:lnTo>
                  <a:lnTo>
                    <a:pt x="3303781" y="296849"/>
                  </a:lnTo>
                  <a:lnTo>
                    <a:pt x="3372610" y="303034"/>
                  </a:lnTo>
                  <a:lnTo>
                    <a:pt x="3441438" y="309218"/>
                  </a:lnTo>
                  <a:lnTo>
                    <a:pt x="3510267" y="315403"/>
                  </a:lnTo>
                  <a:lnTo>
                    <a:pt x="3579096" y="321587"/>
                  </a:lnTo>
                  <a:lnTo>
                    <a:pt x="3647925" y="327771"/>
                  </a:lnTo>
                  <a:lnTo>
                    <a:pt x="3716754" y="333956"/>
                  </a:lnTo>
                  <a:lnTo>
                    <a:pt x="3785582" y="340140"/>
                  </a:lnTo>
                  <a:lnTo>
                    <a:pt x="3854411" y="346324"/>
                  </a:lnTo>
                  <a:lnTo>
                    <a:pt x="3923240" y="352509"/>
                  </a:lnTo>
                  <a:lnTo>
                    <a:pt x="3992069" y="358693"/>
                  </a:lnTo>
                  <a:lnTo>
                    <a:pt x="4060897" y="364878"/>
                  </a:lnTo>
                  <a:lnTo>
                    <a:pt x="4129726" y="371062"/>
                  </a:lnTo>
                  <a:lnTo>
                    <a:pt x="4198555" y="377246"/>
                  </a:lnTo>
                  <a:lnTo>
                    <a:pt x="4267384" y="383431"/>
                  </a:lnTo>
                  <a:lnTo>
                    <a:pt x="4336213" y="389615"/>
                  </a:lnTo>
                  <a:lnTo>
                    <a:pt x="4405041" y="395799"/>
                  </a:lnTo>
                  <a:lnTo>
                    <a:pt x="4473870" y="401984"/>
                  </a:lnTo>
                  <a:lnTo>
                    <a:pt x="4542699" y="408168"/>
                  </a:lnTo>
                  <a:lnTo>
                    <a:pt x="4611528" y="414353"/>
                  </a:lnTo>
                  <a:lnTo>
                    <a:pt x="4680356" y="420537"/>
                  </a:lnTo>
                  <a:lnTo>
                    <a:pt x="4749185" y="426721"/>
                  </a:lnTo>
                  <a:lnTo>
                    <a:pt x="4818014" y="432906"/>
                  </a:lnTo>
                  <a:lnTo>
                    <a:pt x="4886843" y="439090"/>
                  </a:lnTo>
                  <a:lnTo>
                    <a:pt x="4955672" y="445274"/>
                  </a:lnTo>
                  <a:lnTo>
                    <a:pt x="5024500" y="451459"/>
                  </a:lnTo>
                  <a:lnTo>
                    <a:pt x="5093329" y="457643"/>
                  </a:lnTo>
                  <a:lnTo>
                    <a:pt x="5162158" y="463828"/>
                  </a:lnTo>
                  <a:lnTo>
                    <a:pt x="5230987" y="470012"/>
                  </a:lnTo>
                  <a:lnTo>
                    <a:pt x="5299815" y="476196"/>
                  </a:lnTo>
                  <a:lnTo>
                    <a:pt x="5368644" y="482381"/>
                  </a:lnTo>
                  <a:lnTo>
                    <a:pt x="5437473" y="488565"/>
                  </a:lnTo>
                </a:path>
              </a:pathLst>
            </a:custGeom>
            <a:ln w="38100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505628" y="2981772"/>
              <a:ext cx="5453362" cy="1130029"/>
            </a:xfrm>
            <a:custGeom>
              <a:avLst/>
              <a:gdLst/>
              <a:ahLst/>
              <a:cxnLst/>
              <a:rect l="0" t="0" r="0" b="0"/>
              <a:pathLst>
                <a:path w="5453362" h="1130029">
                  <a:moveTo>
                    <a:pt x="0" y="0"/>
                  </a:moveTo>
                  <a:lnTo>
                    <a:pt x="69029" y="14304"/>
                  </a:lnTo>
                  <a:lnTo>
                    <a:pt x="138059" y="28608"/>
                  </a:lnTo>
                  <a:lnTo>
                    <a:pt x="207089" y="42912"/>
                  </a:lnTo>
                  <a:lnTo>
                    <a:pt x="276119" y="57216"/>
                  </a:lnTo>
                  <a:lnTo>
                    <a:pt x="345149" y="71520"/>
                  </a:lnTo>
                  <a:lnTo>
                    <a:pt x="414179" y="85825"/>
                  </a:lnTo>
                  <a:lnTo>
                    <a:pt x="483209" y="100129"/>
                  </a:lnTo>
                  <a:lnTo>
                    <a:pt x="552239" y="114433"/>
                  </a:lnTo>
                  <a:lnTo>
                    <a:pt x="621269" y="128737"/>
                  </a:lnTo>
                  <a:lnTo>
                    <a:pt x="690299" y="143041"/>
                  </a:lnTo>
                  <a:lnTo>
                    <a:pt x="759328" y="157345"/>
                  </a:lnTo>
                  <a:lnTo>
                    <a:pt x="828358" y="171650"/>
                  </a:lnTo>
                  <a:lnTo>
                    <a:pt x="897388" y="185954"/>
                  </a:lnTo>
                  <a:lnTo>
                    <a:pt x="966418" y="200258"/>
                  </a:lnTo>
                  <a:lnTo>
                    <a:pt x="1035448" y="214562"/>
                  </a:lnTo>
                  <a:lnTo>
                    <a:pt x="1104478" y="228866"/>
                  </a:lnTo>
                  <a:lnTo>
                    <a:pt x="1173508" y="243170"/>
                  </a:lnTo>
                  <a:lnTo>
                    <a:pt x="1242538" y="257475"/>
                  </a:lnTo>
                  <a:lnTo>
                    <a:pt x="1311568" y="271779"/>
                  </a:lnTo>
                  <a:lnTo>
                    <a:pt x="1380598" y="286083"/>
                  </a:lnTo>
                  <a:lnTo>
                    <a:pt x="1449628" y="300387"/>
                  </a:lnTo>
                  <a:lnTo>
                    <a:pt x="1518657" y="314691"/>
                  </a:lnTo>
                  <a:lnTo>
                    <a:pt x="1587687" y="328995"/>
                  </a:lnTo>
                  <a:lnTo>
                    <a:pt x="1656717" y="343300"/>
                  </a:lnTo>
                  <a:lnTo>
                    <a:pt x="1725747" y="357604"/>
                  </a:lnTo>
                  <a:lnTo>
                    <a:pt x="1794777" y="371908"/>
                  </a:lnTo>
                  <a:lnTo>
                    <a:pt x="1863807" y="386212"/>
                  </a:lnTo>
                  <a:lnTo>
                    <a:pt x="1932837" y="400516"/>
                  </a:lnTo>
                  <a:lnTo>
                    <a:pt x="2001867" y="414820"/>
                  </a:lnTo>
                  <a:lnTo>
                    <a:pt x="2070897" y="429125"/>
                  </a:lnTo>
                  <a:lnTo>
                    <a:pt x="2139927" y="443429"/>
                  </a:lnTo>
                  <a:lnTo>
                    <a:pt x="2208956" y="457733"/>
                  </a:lnTo>
                  <a:lnTo>
                    <a:pt x="2277986" y="472037"/>
                  </a:lnTo>
                  <a:lnTo>
                    <a:pt x="2347016" y="486341"/>
                  </a:lnTo>
                  <a:lnTo>
                    <a:pt x="2416046" y="500645"/>
                  </a:lnTo>
                  <a:lnTo>
                    <a:pt x="2485076" y="514950"/>
                  </a:lnTo>
                  <a:lnTo>
                    <a:pt x="2554106" y="529254"/>
                  </a:lnTo>
                  <a:lnTo>
                    <a:pt x="2623136" y="543558"/>
                  </a:lnTo>
                  <a:lnTo>
                    <a:pt x="2692166" y="557862"/>
                  </a:lnTo>
                  <a:lnTo>
                    <a:pt x="2761196" y="572166"/>
                  </a:lnTo>
                  <a:lnTo>
                    <a:pt x="2830226" y="586470"/>
                  </a:lnTo>
                  <a:lnTo>
                    <a:pt x="2899256" y="600775"/>
                  </a:lnTo>
                  <a:lnTo>
                    <a:pt x="2968285" y="615079"/>
                  </a:lnTo>
                  <a:lnTo>
                    <a:pt x="3037315" y="629383"/>
                  </a:lnTo>
                  <a:lnTo>
                    <a:pt x="3106345" y="643687"/>
                  </a:lnTo>
                  <a:lnTo>
                    <a:pt x="3175375" y="657991"/>
                  </a:lnTo>
                  <a:lnTo>
                    <a:pt x="3244405" y="672295"/>
                  </a:lnTo>
                  <a:lnTo>
                    <a:pt x="3313435" y="686600"/>
                  </a:lnTo>
                  <a:lnTo>
                    <a:pt x="3382465" y="700904"/>
                  </a:lnTo>
                  <a:lnTo>
                    <a:pt x="3451495" y="715208"/>
                  </a:lnTo>
                  <a:lnTo>
                    <a:pt x="3520525" y="729512"/>
                  </a:lnTo>
                  <a:lnTo>
                    <a:pt x="3589555" y="743816"/>
                  </a:lnTo>
                  <a:lnTo>
                    <a:pt x="3658584" y="758120"/>
                  </a:lnTo>
                  <a:lnTo>
                    <a:pt x="3727614" y="772425"/>
                  </a:lnTo>
                  <a:lnTo>
                    <a:pt x="3796644" y="786729"/>
                  </a:lnTo>
                  <a:lnTo>
                    <a:pt x="3865674" y="801033"/>
                  </a:lnTo>
                  <a:lnTo>
                    <a:pt x="3934704" y="815337"/>
                  </a:lnTo>
                  <a:lnTo>
                    <a:pt x="4003734" y="829641"/>
                  </a:lnTo>
                  <a:lnTo>
                    <a:pt x="4072764" y="843945"/>
                  </a:lnTo>
                  <a:lnTo>
                    <a:pt x="4141794" y="858250"/>
                  </a:lnTo>
                  <a:lnTo>
                    <a:pt x="4210824" y="872554"/>
                  </a:lnTo>
                  <a:lnTo>
                    <a:pt x="4279854" y="886858"/>
                  </a:lnTo>
                  <a:lnTo>
                    <a:pt x="4348884" y="901162"/>
                  </a:lnTo>
                  <a:lnTo>
                    <a:pt x="4417913" y="915466"/>
                  </a:lnTo>
                  <a:lnTo>
                    <a:pt x="4486943" y="929770"/>
                  </a:lnTo>
                  <a:lnTo>
                    <a:pt x="4555973" y="944075"/>
                  </a:lnTo>
                  <a:lnTo>
                    <a:pt x="4625003" y="958379"/>
                  </a:lnTo>
                  <a:lnTo>
                    <a:pt x="4694033" y="972683"/>
                  </a:lnTo>
                  <a:lnTo>
                    <a:pt x="4763063" y="986987"/>
                  </a:lnTo>
                  <a:lnTo>
                    <a:pt x="4832093" y="1001291"/>
                  </a:lnTo>
                  <a:lnTo>
                    <a:pt x="4901123" y="1015595"/>
                  </a:lnTo>
                  <a:lnTo>
                    <a:pt x="4970153" y="1029900"/>
                  </a:lnTo>
                  <a:lnTo>
                    <a:pt x="5039183" y="1044204"/>
                  </a:lnTo>
                  <a:lnTo>
                    <a:pt x="5108212" y="1058508"/>
                  </a:lnTo>
                  <a:lnTo>
                    <a:pt x="5177242" y="1072812"/>
                  </a:lnTo>
                  <a:lnTo>
                    <a:pt x="5246272" y="1087116"/>
                  </a:lnTo>
                  <a:lnTo>
                    <a:pt x="5315302" y="1101420"/>
                  </a:lnTo>
                  <a:lnTo>
                    <a:pt x="5384332" y="1115725"/>
                  </a:lnTo>
                  <a:lnTo>
                    <a:pt x="5453362" y="1130029"/>
                  </a:lnTo>
                </a:path>
              </a:pathLst>
            </a:custGeom>
            <a:ln w="38100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505628" y="2070498"/>
              <a:ext cx="5453362" cy="2735943"/>
            </a:xfrm>
            <a:custGeom>
              <a:avLst/>
              <a:gdLst/>
              <a:ahLst/>
              <a:cxnLst/>
              <a:rect l="0" t="0" r="0" b="0"/>
              <a:pathLst>
                <a:path w="5453362" h="2735943">
                  <a:moveTo>
                    <a:pt x="0" y="0"/>
                  </a:moveTo>
                  <a:lnTo>
                    <a:pt x="69029" y="29717"/>
                  </a:lnTo>
                  <a:lnTo>
                    <a:pt x="138059" y="59363"/>
                  </a:lnTo>
                  <a:lnTo>
                    <a:pt x="207089" y="88933"/>
                  </a:lnTo>
                  <a:lnTo>
                    <a:pt x="276119" y="118424"/>
                  </a:lnTo>
                  <a:lnTo>
                    <a:pt x="345149" y="147831"/>
                  </a:lnTo>
                  <a:lnTo>
                    <a:pt x="414179" y="177149"/>
                  </a:lnTo>
                  <a:lnTo>
                    <a:pt x="483209" y="206374"/>
                  </a:lnTo>
                  <a:lnTo>
                    <a:pt x="552239" y="235500"/>
                  </a:lnTo>
                  <a:lnTo>
                    <a:pt x="621269" y="264522"/>
                  </a:lnTo>
                  <a:lnTo>
                    <a:pt x="690299" y="293434"/>
                  </a:lnTo>
                  <a:lnTo>
                    <a:pt x="759328" y="322228"/>
                  </a:lnTo>
                  <a:lnTo>
                    <a:pt x="828358" y="350899"/>
                  </a:lnTo>
                  <a:lnTo>
                    <a:pt x="897388" y="379438"/>
                  </a:lnTo>
                  <a:lnTo>
                    <a:pt x="966418" y="407838"/>
                  </a:lnTo>
                  <a:lnTo>
                    <a:pt x="1035448" y="436090"/>
                  </a:lnTo>
                  <a:lnTo>
                    <a:pt x="1104478" y="464186"/>
                  </a:lnTo>
                  <a:lnTo>
                    <a:pt x="1173508" y="492114"/>
                  </a:lnTo>
                  <a:lnTo>
                    <a:pt x="1242538" y="519865"/>
                  </a:lnTo>
                  <a:lnTo>
                    <a:pt x="1311568" y="547428"/>
                  </a:lnTo>
                  <a:lnTo>
                    <a:pt x="1380598" y="574790"/>
                  </a:lnTo>
                  <a:lnTo>
                    <a:pt x="1449628" y="601939"/>
                  </a:lnTo>
                  <a:lnTo>
                    <a:pt x="1518657" y="628860"/>
                  </a:lnTo>
                  <a:lnTo>
                    <a:pt x="1587687" y="655539"/>
                  </a:lnTo>
                  <a:lnTo>
                    <a:pt x="1656717" y="681961"/>
                  </a:lnTo>
                  <a:lnTo>
                    <a:pt x="1725747" y="708109"/>
                  </a:lnTo>
                  <a:lnTo>
                    <a:pt x="1794777" y="733964"/>
                  </a:lnTo>
                  <a:lnTo>
                    <a:pt x="1863807" y="759509"/>
                  </a:lnTo>
                  <a:lnTo>
                    <a:pt x="1932837" y="784722"/>
                  </a:lnTo>
                  <a:lnTo>
                    <a:pt x="2001867" y="809584"/>
                  </a:lnTo>
                  <a:lnTo>
                    <a:pt x="2070897" y="834072"/>
                  </a:lnTo>
                  <a:lnTo>
                    <a:pt x="2139927" y="858164"/>
                  </a:lnTo>
                  <a:lnTo>
                    <a:pt x="2208956" y="881834"/>
                  </a:lnTo>
                  <a:lnTo>
                    <a:pt x="2277986" y="905060"/>
                  </a:lnTo>
                  <a:lnTo>
                    <a:pt x="2347016" y="927814"/>
                  </a:lnTo>
                  <a:lnTo>
                    <a:pt x="2416046" y="950072"/>
                  </a:lnTo>
                  <a:lnTo>
                    <a:pt x="2485076" y="971808"/>
                  </a:lnTo>
                  <a:lnTo>
                    <a:pt x="2554106" y="992994"/>
                  </a:lnTo>
                  <a:lnTo>
                    <a:pt x="2623136" y="1013606"/>
                  </a:lnTo>
                  <a:lnTo>
                    <a:pt x="2692166" y="1033619"/>
                  </a:lnTo>
                  <a:lnTo>
                    <a:pt x="2761196" y="1053009"/>
                  </a:lnTo>
                  <a:lnTo>
                    <a:pt x="2830226" y="1071753"/>
                  </a:lnTo>
                  <a:lnTo>
                    <a:pt x="2899256" y="1089831"/>
                  </a:lnTo>
                  <a:lnTo>
                    <a:pt x="2968285" y="1107225"/>
                  </a:lnTo>
                  <a:lnTo>
                    <a:pt x="3037315" y="1123921"/>
                  </a:lnTo>
                  <a:lnTo>
                    <a:pt x="3106345" y="1139905"/>
                  </a:lnTo>
                  <a:lnTo>
                    <a:pt x="3175375" y="1155169"/>
                  </a:lnTo>
                  <a:lnTo>
                    <a:pt x="3244405" y="1169708"/>
                  </a:lnTo>
                  <a:lnTo>
                    <a:pt x="3313435" y="1183522"/>
                  </a:lnTo>
                  <a:lnTo>
                    <a:pt x="3382465" y="1196612"/>
                  </a:lnTo>
                  <a:lnTo>
                    <a:pt x="3451495" y="1208984"/>
                  </a:lnTo>
                  <a:lnTo>
                    <a:pt x="3520525" y="1220650"/>
                  </a:lnTo>
                  <a:lnTo>
                    <a:pt x="3589555" y="1231621"/>
                  </a:lnTo>
                  <a:lnTo>
                    <a:pt x="3658584" y="1241914"/>
                  </a:lnTo>
                  <a:lnTo>
                    <a:pt x="3727614" y="1251549"/>
                  </a:lnTo>
                  <a:lnTo>
                    <a:pt x="3796644" y="1260545"/>
                  </a:lnTo>
                  <a:lnTo>
                    <a:pt x="3865674" y="1268927"/>
                  </a:lnTo>
                  <a:lnTo>
                    <a:pt x="3934704" y="1276718"/>
                  </a:lnTo>
                  <a:lnTo>
                    <a:pt x="4003734" y="1283944"/>
                  </a:lnTo>
                  <a:lnTo>
                    <a:pt x="4072764" y="1290630"/>
                  </a:lnTo>
                  <a:lnTo>
                    <a:pt x="4141794" y="1296802"/>
                  </a:lnTo>
                  <a:lnTo>
                    <a:pt x="4210824" y="1302487"/>
                  </a:lnTo>
                  <a:lnTo>
                    <a:pt x="4279854" y="1307710"/>
                  </a:lnTo>
                  <a:lnTo>
                    <a:pt x="4348884" y="1312497"/>
                  </a:lnTo>
                  <a:lnTo>
                    <a:pt x="4417913" y="1316872"/>
                  </a:lnTo>
                  <a:lnTo>
                    <a:pt x="4486943" y="1320858"/>
                  </a:lnTo>
                  <a:lnTo>
                    <a:pt x="4555973" y="1324478"/>
                  </a:lnTo>
                  <a:lnTo>
                    <a:pt x="4625003" y="1327754"/>
                  </a:lnTo>
                  <a:lnTo>
                    <a:pt x="4694033" y="1330706"/>
                  </a:lnTo>
                  <a:lnTo>
                    <a:pt x="4763063" y="1333354"/>
                  </a:lnTo>
                  <a:lnTo>
                    <a:pt x="4832093" y="1335716"/>
                  </a:lnTo>
                  <a:lnTo>
                    <a:pt x="4901123" y="1337810"/>
                  </a:lnTo>
                  <a:lnTo>
                    <a:pt x="4970153" y="1339652"/>
                  </a:lnTo>
                  <a:lnTo>
                    <a:pt x="5039183" y="1341257"/>
                  </a:lnTo>
                  <a:lnTo>
                    <a:pt x="5108212" y="1342640"/>
                  </a:lnTo>
                  <a:lnTo>
                    <a:pt x="5177242" y="1343814"/>
                  </a:lnTo>
                  <a:lnTo>
                    <a:pt x="5246272" y="1344792"/>
                  </a:lnTo>
                  <a:lnTo>
                    <a:pt x="5315302" y="1345586"/>
                  </a:lnTo>
                  <a:lnTo>
                    <a:pt x="5384332" y="1346206"/>
                  </a:lnTo>
                  <a:lnTo>
                    <a:pt x="5453362" y="1346663"/>
                  </a:lnTo>
                  <a:lnTo>
                    <a:pt x="5453362" y="2735943"/>
                  </a:lnTo>
                  <a:lnTo>
                    <a:pt x="5384332" y="2707792"/>
                  </a:lnTo>
                  <a:lnTo>
                    <a:pt x="5315302" y="2679803"/>
                  </a:lnTo>
                  <a:lnTo>
                    <a:pt x="5246272" y="2651988"/>
                  </a:lnTo>
                  <a:lnTo>
                    <a:pt x="5177242" y="2624358"/>
                  </a:lnTo>
                  <a:lnTo>
                    <a:pt x="5108212" y="2596924"/>
                  </a:lnTo>
                  <a:lnTo>
                    <a:pt x="5039183" y="2569699"/>
                  </a:lnTo>
                  <a:lnTo>
                    <a:pt x="4970153" y="2542696"/>
                  </a:lnTo>
                  <a:lnTo>
                    <a:pt x="4901123" y="2515929"/>
                  </a:lnTo>
                  <a:lnTo>
                    <a:pt x="4832093" y="2489415"/>
                  </a:lnTo>
                  <a:lnTo>
                    <a:pt x="4763063" y="2463169"/>
                  </a:lnTo>
                  <a:lnTo>
                    <a:pt x="4694033" y="2437208"/>
                  </a:lnTo>
                  <a:lnTo>
                    <a:pt x="4625003" y="2411552"/>
                  </a:lnTo>
                  <a:lnTo>
                    <a:pt x="4555973" y="2386220"/>
                  </a:lnTo>
                  <a:lnTo>
                    <a:pt x="4486943" y="2361231"/>
                  </a:lnTo>
                  <a:lnTo>
                    <a:pt x="4417913" y="2336609"/>
                  </a:lnTo>
                  <a:lnTo>
                    <a:pt x="4348884" y="2312375"/>
                  </a:lnTo>
                  <a:lnTo>
                    <a:pt x="4279854" y="2288554"/>
                  </a:lnTo>
                  <a:lnTo>
                    <a:pt x="4210824" y="2265169"/>
                  </a:lnTo>
                  <a:lnTo>
                    <a:pt x="4141794" y="2242245"/>
                  </a:lnTo>
                  <a:lnTo>
                    <a:pt x="4072764" y="2219809"/>
                  </a:lnTo>
                  <a:lnTo>
                    <a:pt x="4003734" y="2197887"/>
                  </a:lnTo>
                  <a:lnTo>
                    <a:pt x="3934704" y="2176504"/>
                  </a:lnTo>
                  <a:lnTo>
                    <a:pt x="3865674" y="2155687"/>
                  </a:lnTo>
                  <a:lnTo>
                    <a:pt x="3796644" y="2135460"/>
                  </a:lnTo>
                  <a:lnTo>
                    <a:pt x="3727614" y="2115849"/>
                  </a:lnTo>
                  <a:lnTo>
                    <a:pt x="3658584" y="2096875"/>
                  </a:lnTo>
                  <a:lnTo>
                    <a:pt x="3589555" y="2078560"/>
                  </a:lnTo>
                  <a:lnTo>
                    <a:pt x="3520525" y="2060923"/>
                  </a:lnTo>
                  <a:lnTo>
                    <a:pt x="3451495" y="2043980"/>
                  </a:lnTo>
                  <a:lnTo>
                    <a:pt x="3382465" y="2027744"/>
                  </a:lnTo>
                  <a:lnTo>
                    <a:pt x="3313435" y="2012226"/>
                  </a:lnTo>
                  <a:lnTo>
                    <a:pt x="3244405" y="1997431"/>
                  </a:lnTo>
                  <a:lnTo>
                    <a:pt x="3175375" y="1983362"/>
                  </a:lnTo>
                  <a:lnTo>
                    <a:pt x="3106345" y="1970018"/>
                  </a:lnTo>
                  <a:lnTo>
                    <a:pt x="3037315" y="1957393"/>
                  </a:lnTo>
                  <a:lnTo>
                    <a:pt x="2968285" y="1945480"/>
                  </a:lnTo>
                  <a:lnTo>
                    <a:pt x="2899256" y="1934266"/>
                  </a:lnTo>
                  <a:lnTo>
                    <a:pt x="2830226" y="1923736"/>
                  </a:lnTo>
                  <a:lnTo>
                    <a:pt x="2761196" y="1913872"/>
                  </a:lnTo>
                  <a:lnTo>
                    <a:pt x="2692166" y="1904653"/>
                  </a:lnTo>
                  <a:lnTo>
                    <a:pt x="2623136" y="1896058"/>
                  </a:lnTo>
                  <a:lnTo>
                    <a:pt x="2554106" y="1888061"/>
                  </a:lnTo>
                  <a:lnTo>
                    <a:pt x="2485076" y="1880640"/>
                  </a:lnTo>
                  <a:lnTo>
                    <a:pt x="2416046" y="1873767"/>
                  </a:lnTo>
                  <a:lnTo>
                    <a:pt x="2347016" y="1867416"/>
                  </a:lnTo>
                  <a:lnTo>
                    <a:pt x="2277986" y="1861563"/>
                  </a:lnTo>
                  <a:lnTo>
                    <a:pt x="2208956" y="1856180"/>
                  </a:lnTo>
                  <a:lnTo>
                    <a:pt x="2139927" y="1851242"/>
                  </a:lnTo>
                  <a:lnTo>
                    <a:pt x="2070897" y="1846725"/>
                  </a:lnTo>
                  <a:lnTo>
                    <a:pt x="2001867" y="1842605"/>
                  </a:lnTo>
                  <a:lnTo>
                    <a:pt x="1932837" y="1838858"/>
                  </a:lnTo>
                  <a:lnTo>
                    <a:pt x="1863807" y="1835464"/>
                  </a:lnTo>
                  <a:lnTo>
                    <a:pt x="1794777" y="1832400"/>
                  </a:lnTo>
                  <a:lnTo>
                    <a:pt x="1725747" y="1829647"/>
                  </a:lnTo>
                  <a:lnTo>
                    <a:pt x="1656717" y="1827186"/>
                  </a:lnTo>
                  <a:lnTo>
                    <a:pt x="1587687" y="1824999"/>
                  </a:lnTo>
                  <a:lnTo>
                    <a:pt x="1518657" y="1823071"/>
                  </a:lnTo>
                  <a:lnTo>
                    <a:pt x="1449628" y="1821384"/>
                  </a:lnTo>
                  <a:lnTo>
                    <a:pt x="1380598" y="1819924"/>
                  </a:lnTo>
                  <a:lnTo>
                    <a:pt x="1311568" y="1818678"/>
                  </a:lnTo>
                  <a:lnTo>
                    <a:pt x="1242538" y="1817632"/>
                  </a:lnTo>
                  <a:lnTo>
                    <a:pt x="1173508" y="1816775"/>
                  </a:lnTo>
                  <a:lnTo>
                    <a:pt x="1104478" y="1816095"/>
                  </a:lnTo>
                  <a:lnTo>
                    <a:pt x="1035448" y="1815582"/>
                  </a:lnTo>
                  <a:lnTo>
                    <a:pt x="966418" y="1815226"/>
                  </a:lnTo>
                  <a:lnTo>
                    <a:pt x="897388" y="1815017"/>
                  </a:lnTo>
                  <a:lnTo>
                    <a:pt x="828358" y="1814948"/>
                  </a:lnTo>
                  <a:lnTo>
                    <a:pt x="759328" y="1815011"/>
                  </a:lnTo>
                  <a:lnTo>
                    <a:pt x="690299" y="1815197"/>
                  </a:lnTo>
                  <a:lnTo>
                    <a:pt x="621269" y="1815500"/>
                  </a:lnTo>
                  <a:lnTo>
                    <a:pt x="552239" y="1815914"/>
                  </a:lnTo>
                  <a:lnTo>
                    <a:pt x="483209" y="1816432"/>
                  </a:lnTo>
                  <a:lnTo>
                    <a:pt x="414179" y="1817048"/>
                  </a:lnTo>
                  <a:lnTo>
                    <a:pt x="345149" y="1817758"/>
                  </a:lnTo>
                  <a:lnTo>
                    <a:pt x="276119" y="1818557"/>
                  </a:lnTo>
                  <a:lnTo>
                    <a:pt x="207089" y="1819439"/>
                  </a:lnTo>
                  <a:lnTo>
                    <a:pt x="138059" y="1820401"/>
                  </a:lnTo>
                  <a:lnTo>
                    <a:pt x="69029" y="1821439"/>
                  </a:lnTo>
                  <a:lnTo>
                    <a:pt x="0" y="1822548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446924" y="317830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446924" y="286309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446924" y="281670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3844710" y="3266276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3844710" y="3132259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3844710" y="2996701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5353528" y="3423618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5353528" y="289051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5353528" y="2991379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5134215" y="2778362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5134215" y="2096775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5134215" y="2262692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6422425" y="3723598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6422425" y="2486416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6422425" y="3382074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3325456" y="3490610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3325456" y="3921554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3325456" y="3592897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5005852" y="5400837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5005852" y="5161316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5005852" y="5317921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900287" y="5073942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900287" y="4790428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900287" y="5190040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505628" y="2070498"/>
              <a:ext cx="5453362" cy="1346663"/>
            </a:xfrm>
            <a:custGeom>
              <a:avLst/>
              <a:gdLst/>
              <a:ahLst/>
              <a:cxnLst/>
              <a:rect l="0" t="0" r="0" b="0"/>
              <a:pathLst>
                <a:path w="5453362" h="1346663">
                  <a:moveTo>
                    <a:pt x="0" y="0"/>
                  </a:moveTo>
                  <a:lnTo>
                    <a:pt x="69029" y="29717"/>
                  </a:lnTo>
                  <a:lnTo>
                    <a:pt x="138059" y="59363"/>
                  </a:lnTo>
                  <a:lnTo>
                    <a:pt x="207089" y="88933"/>
                  </a:lnTo>
                  <a:lnTo>
                    <a:pt x="276119" y="118424"/>
                  </a:lnTo>
                  <a:lnTo>
                    <a:pt x="345149" y="147831"/>
                  </a:lnTo>
                  <a:lnTo>
                    <a:pt x="414179" y="177149"/>
                  </a:lnTo>
                  <a:lnTo>
                    <a:pt x="483209" y="206374"/>
                  </a:lnTo>
                  <a:lnTo>
                    <a:pt x="552239" y="235500"/>
                  </a:lnTo>
                  <a:lnTo>
                    <a:pt x="621269" y="264522"/>
                  </a:lnTo>
                  <a:lnTo>
                    <a:pt x="690299" y="293434"/>
                  </a:lnTo>
                  <a:lnTo>
                    <a:pt x="759328" y="322228"/>
                  </a:lnTo>
                  <a:lnTo>
                    <a:pt x="828358" y="350899"/>
                  </a:lnTo>
                  <a:lnTo>
                    <a:pt x="897388" y="379438"/>
                  </a:lnTo>
                  <a:lnTo>
                    <a:pt x="966418" y="407838"/>
                  </a:lnTo>
                  <a:lnTo>
                    <a:pt x="1035448" y="436090"/>
                  </a:lnTo>
                  <a:lnTo>
                    <a:pt x="1104478" y="464186"/>
                  </a:lnTo>
                  <a:lnTo>
                    <a:pt x="1173508" y="492114"/>
                  </a:lnTo>
                  <a:lnTo>
                    <a:pt x="1242538" y="519865"/>
                  </a:lnTo>
                  <a:lnTo>
                    <a:pt x="1311568" y="547428"/>
                  </a:lnTo>
                  <a:lnTo>
                    <a:pt x="1380598" y="574790"/>
                  </a:lnTo>
                  <a:lnTo>
                    <a:pt x="1449628" y="601939"/>
                  </a:lnTo>
                  <a:lnTo>
                    <a:pt x="1518657" y="628860"/>
                  </a:lnTo>
                  <a:lnTo>
                    <a:pt x="1587687" y="655539"/>
                  </a:lnTo>
                  <a:lnTo>
                    <a:pt x="1656717" y="681961"/>
                  </a:lnTo>
                  <a:lnTo>
                    <a:pt x="1725747" y="708109"/>
                  </a:lnTo>
                  <a:lnTo>
                    <a:pt x="1794777" y="733964"/>
                  </a:lnTo>
                  <a:lnTo>
                    <a:pt x="1863807" y="759509"/>
                  </a:lnTo>
                  <a:lnTo>
                    <a:pt x="1932837" y="784722"/>
                  </a:lnTo>
                  <a:lnTo>
                    <a:pt x="2001867" y="809584"/>
                  </a:lnTo>
                  <a:lnTo>
                    <a:pt x="2070897" y="834072"/>
                  </a:lnTo>
                  <a:lnTo>
                    <a:pt x="2139927" y="858164"/>
                  </a:lnTo>
                  <a:lnTo>
                    <a:pt x="2208956" y="881834"/>
                  </a:lnTo>
                  <a:lnTo>
                    <a:pt x="2277986" y="905060"/>
                  </a:lnTo>
                  <a:lnTo>
                    <a:pt x="2347016" y="927814"/>
                  </a:lnTo>
                  <a:lnTo>
                    <a:pt x="2416046" y="950072"/>
                  </a:lnTo>
                  <a:lnTo>
                    <a:pt x="2485076" y="971808"/>
                  </a:lnTo>
                  <a:lnTo>
                    <a:pt x="2554106" y="992994"/>
                  </a:lnTo>
                  <a:lnTo>
                    <a:pt x="2623136" y="1013606"/>
                  </a:lnTo>
                  <a:lnTo>
                    <a:pt x="2692166" y="1033619"/>
                  </a:lnTo>
                  <a:lnTo>
                    <a:pt x="2761196" y="1053009"/>
                  </a:lnTo>
                  <a:lnTo>
                    <a:pt x="2830226" y="1071753"/>
                  </a:lnTo>
                  <a:lnTo>
                    <a:pt x="2899256" y="1089831"/>
                  </a:lnTo>
                  <a:lnTo>
                    <a:pt x="2968285" y="1107225"/>
                  </a:lnTo>
                  <a:lnTo>
                    <a:pt x="3037315" y="1123921"/>
                  </a:lnTo>
                  <a:lnTo>
                    <a:pt x="3106345" y="1139905"/>
                  </a:lnTo>
                  <a:lnTo>
                    <a:pt x="3175375" y="1155169"/>
                  </a:lnTo>
                  <a:lnTo>
                    <a:pt x="3244405" y="1169708"/>
                  </a:lnTo>
                  <a:lnTo>
                    <a:pt x="3313435" y="1183522"/>
                  </a:lnTo>
                  <a:lnTo>
                    <a:pt x="3382465" y="1196612"/>
                  </a:lnTo>
                  <a:lnTo>
                    <a:pt x="3451495" y="1208984"/>
                  </a:lnTo>
                  <a:lnTo>
                    <a:pt x="3520525" y="1220650"/>
                  </a:lnTo>
                  <a:lnTo>
                    <a:pt x="3589555" y="1231621"/>
                  </a:lnTo>
                  <a:lnTo>
                    <a:pt x="3658584" y="1241914"/>
                  </a:lnTo>
                  <a:lnTo>
                    <a:pt x="3727614" y="1251549"/>
                  </a:lnTo>
                  <a:lnTo>
                    <a:pt x="3796644" y="1260545"/>
                  </a:lnTo>
                  <a:lnTo>
                    <a:pt x="3865674" y="1268927"/>
                  </a:lnTo>
                  <a:lnTo>
                    <a:pt x="3934704" y="1276718"/>
                  </a:lnTo>
                  <a:lnTo>
                    <a:pt x="4003734" y="1283944"/>
                  </a:lnTo>
                  <a:lnTo>
                    <a:pt x="4072764" y="1290630"/>
                  </a:lnTo>
                  <a:lnTo>
                    <a:pt x="4141794" y="1296802"/>
                  </a:lnTo>
                  <a:lnTo>
                    <a:pt x="4210824" y="1302487"/>
                  </a:lnTo>
                  <a:lnTo>
                    <a:pt x="4279854" y="1307710"/>
                  </a:lnTo>
                  <a:lnTo>
                    <a:pt x="4348884" y="1312497"/>
                  </a:lnTo>
                  <a:lnTo>
                    <a:pt x="4417913" y="1316872"/>
                  </a:lnTo>
                  <a:lnTo>
                    <a:pt x="4486943" y="1320858"/>
                  </a:lnTo>
                  <a:lnTo>
                    <a:pt x="4555973" y="1324478"/>
                  </a:lnTo>
                  <a:lnTo>
                    <a:pt x="4625003" y="1327754"/>
                  </a:lnTo>
                  <a:lnTo>
                    <a:pt x="4694033" y="1330706"/>
                  </a:lnTo>
                  <a:lnTo>
                    <a:pt x="4763063" y="1333354"/>
                  </a:lnTo>
                  <a:lnTo>
                    <a:pt x="4832093" y="1335716"/>
                  </a:lnTo>
                  <a:lnTo>
                    <a:pt x="4901123" y="1337810"/>
                  </a:lnTo>
                  <a:lnTo>
                    <a:pt x="4970153" y="1339652"/>
                  </a:lnTo>
                  <a:lnTo>
                    <a:pt x="5039183" y="1341257"/>
                  </a:lnTo>
                  <a:lnTo>
                    <a:pt x="5108212" y="1342640"/>
                  </a:lnTo>
                  <a:lnTo>
                    <a:pt x="5177242" y="1343814"/>
                  </a:lnTo>
                  <a:lnTo>
                    <a:pt x="5246272" y="1344792"/>
                  </a:lnTo>
                  <a:lnTo>
                    <a:pt x="5315302" y="1345586"/>
                  </a:lnTo>
                  <a:lnTo>
                    <a:pt x="5384332" y="1346206"/>
                  </a:lnTo>
                  <a:lnTo>
                    <a:pt x="5453362" y="134666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505628" y="3885447"/>
              <a:ext cx="5453362" cy="920994"/>
            </a:xfrm>
            <a:custGeom>
              <a:avLst/>
              <a:gdLst/>
              <a:ahLst/>
              <a:cxnLst/>
              <a:rect l="0" t="0" r="0" b="0"/>
              <a:pathLst>
                <a:path w="5453362" h="920994">
                  <a:moveTo>
                    <a:pt x="5453362" y="920994"/>
                  </a:moveTo>
                  <a:lnTo>
                    <a:pt x="5384332" y="892843"/>
                  </a:lnTo>
                  <a:lnTo>
                    <a:pt x="5315302" y="864854"/>
                  </a:lnTo>
                  <a:lnTo>
                    <a:pt x="5246272" y="837039"/>
                  </a:lnTo>
                  <a:lnTo>
                    <a:pt x="5177242" y="809409"/>
                  </a:lnTo>
                  <a:lnTo>
                    <a:pt x="5108212" y="781975"/>
                  </a:lnTo>
                  <a:lnTo>
                    <a:pt x="5039183" y="754750"/>
                  </a:lnTo>
                  <a:lnTo>
                    <a:pt x="4970153" y="727747"/>
                  </a:lnTo>
                  <a:lnTo>
                    <a:pt x="4901123" y="700980"/>
                  </a:lnTo>
                  <a:lnTo>
                    <a:pt x="4832093" y="674466"/>
                  </a:lnTo>
                  <a:lnTo>
                    <a:pt x="4763063" y="648220"/>
                  </a:lnTo>
                  <a:lnTo>
                    <a:pt x="4694033" y="622259"/>
                  </a:lnTo>
                  <a:lnTo>
                    <a:pt x="4625003" y="596603"/>
                  </a:lnTo>
                  <a:lnTo>
                    <a:pt x="4555973" y="571271"/>
                  </a:lnTo>
                  <a:lnTo>
                    <a:pt x="4486943" y="546283"/>
                  </a:lnTo>
                  <a:lnTo>
                    <a:pt x="4417913" y="521660"/>
                  </a:lnTo>
                  <a:lnTo>
                    <a:pt x="4348884" y="497426"/>
                  </a:lnTo>
                  <a:lnTo>
                    <a:pt x="4279854" y="473605"/>
                  </a:lnTo>
                  <a:lnTo>
                    <a:pt x="4210824" y="450220"/>
                  </a:lnTo>
                  <a:lnTo>
                    <a:pt x="4141794" y="427296"/>
                  </a:lnTo>
                  <a:lnTo>
                    <a:pt x="4072764" y="404861"/>
                  </a:lnTo>
                  <a:lnTo>
                    <a:pt x="4003734" y="382938"/>
                  </a:lnTo>
                  <a:lnTo>
                    <a:pt x="3934704" y="361555"/>
                  </a:lnTo>
                  <a:lnTo>
                    <a:pt x="3865674" y="340738"/>
                  </a:lnTo>
                  <a:lnTo>
                    <a:pt x="3796644" y="320511"/>
                  </a:lnTo>
                  <a:lnTo>
                    <a:pt x="3727614" y="300900"/>
                  </a:lnTo>
                  <a:lnTo>
                    <a:pt x="3658584" y="281926"/>
                  </a:lnTo>
                  <a:lnTo>
                    <a:pt x="3589555" y="263611"/>
                  </a:lnTo>
                  <a:lnTo>
                    <a:pt x="3520525" y="245974"/>
                  </a:lnTo>
                  <a:lnTo>
                    <a:pt x="3451495" y="229031"/>
                  </a:lnTo>
                  <a:lnTo>
                    <a:pt x="3382465" y="212795"/>
                  </a:lnTo>
                  <a:lnTo>
                    <a:pt x="3313435" y="197277"/>
                  </a:lnTo>
                  <a:lnTo>
                    <a:pt x="3244405" y="182482"/>
                  </a:lnTo>
                  <a:lnTo>
                    <a:pt x="3175375" y="168413"/>
                  </a:lnTo>
                  <a:lnTo>
                    <a:pt x="3106345" y="155069"/>
                  </a:lnTo>
                  <a:lnTo>
                    <a:pt x="3037315" y="142444"/>
                  </a:lnTo>
                  <a:lnTo>
                    <a:pt x="2968285" y="130531"/>
                  </a:lnTo>
                  <a:lnTo>
                    <a:pt x="2899256" y="119317"/>
                  </a:lnTo>
                  <a:lnTo>
                    <a:pt x="2830226" y="108787"/>
                  </a:lnTo>
                  <a:lnTo>
                    <a:pt x="2761196" y="98923"/>
                  </a:lnTo>
                  <a:lnTo>
                    <a:pt x="2692166" y="89704"/>
                  </a:lnTo>
                  <a:lnTo>
                    <a:pt x="2623136" y="81109"/>
                  </a:lnTo>
                  <a:lnTo>
                    <a:pt x="2554106" y="73113"/>
                  </a:lnTo>
                  <a:lnTo>
                    <a:pt x="2485076" y="65691"/>
                  </a:lnTo>
                  <a:lnTo>
                    <a:pt x="2416046" y="58818"/>
                  </a:lnTo>
                  <a:lnTo>
                    <a:pt x="2347016" y="52467"/>
                  </a:lnTo>
                  <a:lnTo>
                    <a:pt x="2277986" y="46614"/>
                  </a:lnTo>
                  <a:lnTo>
                    <a:pt x="2208956" y="41231"/>
                  </a:lnTo>
                  <a:lnTo>
                    <a:pt x="2139927" y="36293"/>
                  </a:lnTo>
                  <a:lnTo>
                    <a:pt x="2070897" y="31776"/>
                  </a:lnTo>
                  <a:lnTo>
                    <a:pt x="2001867" y="27656"/>
                  </a:lnTo>
                  <a:lnTo>
                    <a:pt x="1932837" y="23909"/>
                  </a:lnTo>
                  <a:lnTo>
                    <a:pt x="1863807" y="20515"/>
                  </a:lnTo>
                  <a:lnTo>
                    <a:pt x="1794777" y="17451"/>
                  </a:lnTo>
                  <a:lnTo>
                    <a:pt x="1725747" y="14698"/>
                  </a:lnTo>
                  <a:lnTo>
                    <a:pt x="1656717" y="12237"/>
                  </a:lnTo>
                  <a:lnTo>
                    <a:pt x="1587687" y="10050"/>
                  </a:lnTo>
                  <a:lnTo>
                    <a:pt x="1518657" y="8122"/>
                  </a:lnTo>
                  <a:lnTo>
                    <a:pt x="1449628" y="6435"/>
                  </a:lnTo>
                  <a:lnTo>
                    <a:pt x="1380598" y="4975"/>
                  </a:lnTo>
                  <a:lnTo>
                    <a:pt x="1311568" y="3729"/>
                  </a:lnTo>
                  <a:lnTo>
                    <a:pt x="1242538" y="2683"/>
                  </a:lnTo>
                  <a:lnTo>
                    <a:pt x="1173508" y="1826"/>
                  </a:lnTo>
                  <a:lnTo>
                    <a:pt x="1104478" y="1146"/>
                  </a:lnTo>
                  <a:lnTo>
                    <a:pt x="1035448" y="633"/>
                  </a:lnTo>
                  <a:lnTo>
                    <a:pt x="966418" y="277"/>
                  </a:lnTo>
                  <a:lnTo>
                    <a:pt x="897388" y="69"/>
                  </a:lnTo>
                  <a:lnTo>
                    <a:pt x="828358" y="0"/>
                  </a:lnTo>
                  <a:lnTo>
                    <a:pt x="759328" y="62"/>
                  </a:lnTo>
                  <a:lnTo>
                    <a:pt x="690299" y="248"/>
                  </a:lnTo>
                  <a:lnTo>
                    <a:pt x="621269" y="551"/>
                  </a:lnTo>
                  <a:lnTo>
                    <a:pt x="552239" y="965"/>
                  </a:lnTo>
                  <a:lnTo>
                    <a:pt x="483209" y="1483"/>
                  </a:lnTo>
                  <a:lnTo>
                    <a:pt x="414179" y="2099"/>
                  </a:lnTo>
                  <a:lnTo>
                    <a:pt x="345149" y="2809"/>
                  </a:lnTo>
                  <a:lnTo>
                    <a:pt x="276119" y="3608"/>
                  </a:lnTo>
                  <a:lnTo>
                    <a:pt x="207089" y="4490"/>
                  </a:lnTo>
                  <a:lnTo>
                    <a:pt x="138059" y="5452"/>
                  </a:lnTo>
                  <a:lnTo>
                    <a:pt x="69029" y="6490"/>
                  </a:lnTo>
                  <a:lnTo>
                    <a:pt x="0" y="759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3879884" y="4482168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3879884" y="4608683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3879884" y="4693357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199224" y="4043825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199224" y="4337798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199224" y="3942801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6631818" y="4235814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6631818" y="3833671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6631818" y="4181266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6636697" y="4877966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6636697" y="4495155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6636697" y="4841274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4784925" y="3716666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4784925" y="4089478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4784925" y="3927859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2452630" y="3786963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2452630" y="4040160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2452630" y="4034305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4966806" y="5415715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4966806" y="5380439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4799768" y="5490503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4799768" y="5376684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1257927" y="3724785"/>
              <a:ext cx="5437473" cy="595844"/>
            </a:xfrm>
            <a:custGeom>
              <a:avLst/>
              <a:gdLst/>
              <a:ahLst/>
              <a:cxnLst/>
              <a:rect l="0" t="0" r="0" b="0"/>
              <a:pathLst>
                <a:path w="5437473" h="595844">
                  <a:moveTo>
                    <a:pt x="0" y="0"/>
                  </a:moveTo>
                  <a:lnTo>
                    <a:pt x="68828" y="14203"/>
                  </a:lnTo>
                  <a:lnTo>
                    <a:pt x="137657" y="28360"/>
                  </a:lnTo>
                  <a:lnTo>
                    <a:pt x="206486" y="42470"/>
                  </a:lnTo>
                  <a:lnTo>
                    <a:pt x="275315" y="56528"/>
                  </a:lnTo>
                  <a:lnTo>
                    <a:pt x="344143" y="70534"/>
                  </a:lnTo>
                  <a:lnTo>
                    <a:pt x="412972" y="84483"/>
                  </a:lnTo>
                  <a:lnTo>
                    <a:pt x="481801" y="98373"/>
                  </a:lnTo>
                  <a:lnTo>
                    <a:pt x="550630" y="112202"/>
                  </a:lnTo>
                  <a:lnTo>
                    <a:pt x="619459" y="125964"/>
                  </a:lnTo>
                  <a:lnTo>
                    <a:pt x="688287" y="139658"/>
                  </a:lnTo>
                  <a:lnTo>
                    <a:pt x="757116" y="153278"/>
                  </a:lnTo>
                  <a:lnTo>
                    <a:pt x="825945" y="166822"/>
                  </a:lnTo>
                  <a:lnTo>
                    <a:pt x="894774" y="180284"/>
                  </a:lnTo>
                  <a:lnTo>
                    <a:pt x="963602" y="193661"/>
                  </a:lnTo>
                  <a:lnTo>
                    <a:pt x="1032431" y="206947"/>
                  </a:lnTo>
                  <a:lnTo>
                    <a:pt x="1101260" y="220137"/>
                  </a:lnTo>
                  <a:lnTo>
                    <a:pt x="1170089" y="233226"/>
                  </a:lnTo>
                  <a:lnTo>
                    <a:pt x="1238918" y="246208"/>
                  </a:lnTo>
                  <a:lnTo>
                    <a:pt x="1307746" y="259076"/>
                  </a:lnTo>
                  <a:lnTo>
                    <a:pt x="1376575" y="271825"/>
                  </a:lnTo>
                  <a:lnTo>
                    <a:pt x="1445404" y="284447"/>
                  </a:lnTo>
                  <a:lnTo>
                    <a:pt x="1514233" y="296935"/>
                  </a:lnTo>
                  <a:lnTo>
                    <a:pt x="1583061" y="309280"/>
                  </a:lnTo>
                  <a:lnTo>
                    <a:pt x="1651890" y="321476"/>
                  </a:lnTo>
                  <a:lnTo>
                    <a:pt x="1720719" y="333514"/>
                  </a:lnTo>
                  <a:lnTo>
                    <a:pt x="1789548" y="345384"/>
                  </a:lnTo>
                  <a:lnTo>
                    <a:pt x="1858377" y="357077"/>
                  </a:lnTo>
                  <a:lnTo>
                    <a:pt x="1927205" y="368584"/>
                  </a:lnTo>
                  <a:lnTo>
                    <a:pt x="1996034" y="379894"/>
                  </a:lnTo>
                  <a:lnTo>
                    <a:pt x="2064863" y="390997"/>
                  </a:lnTo>
                  <a:lnTo>
                    <a:pt x="2133692" y="401882"/>
                  </a:lnTo>
                  <a:lnTo>
                    <a:pt x="2202520" y="412539"/>
                  </a:lnTo>
                  <a:lnTo>
                    <a:pt x="2271349" y="422956"/>
                  </a:lnTo>
                  <a:lnTo>
                    <a:pt x="2340178" y="433121"/>
                  </a:lnTo>
                  <a:lnTo>
                    <a:pt x="2409007" y="443025"/>
                  </a:lnTo>
                  <a:lnTo>
                    <a:pt x="2477836" y="452655"/>
                  </a:lnTo>
                  <a:lnTo>
                    <a:pt x="2546664" y="462001"/>
                  </a:lnTo>
                  <a:lnTo>
                    <a:pt x="2615493" y="471053"/>
                  </a:lnTo>
                  <a:lnTo>
                    <a:pt x="2684322" y="479801"/>
                  </a:lnTo>
                  <a:lnTo>
                    <a:pt x="2753151" y="488235"/>
                  </a:lnTo>
                  <a:lnTo>
                    <a:pt x="2821979" y="496348"/>
                  </a:lnTo>
                  <a:lnTo>
                    <a:pt x="2890808" y="504131"/>
                  </a:lnTo>
                  <a:lnTo>
                    <a:pt x="2959637" y="511579"/>
                  </a:lnTo>
                  <a:lnTo>
                    <a:pt x="3028466" y="518686"/>
                  </a:lnTo>
                  <a:lnTo>
                    <a:pt x="3097295" y="525449"/>
                  </a:lnTo>
                  <a:lnTo>
                    <a:pt x="3166123" y="531865"/>
                  </a:lnTo>
                  <a:lnTo>
                    <a:pt x="3234952" y="537933"/>
                  </a:lnTo>
                  <a:lnTo>
                    <a:pt x="3303781" y="543654"/>
                  </a:lnTo>
                  <a:lnTo>
                    <a:pt x="3372610" y="549029"/>
                  </a:lnTo>
                  <a:lnTo>
                    <a:pt x="3441438" y="554063"/>
                  </a:lnTo>
                  <a:lnTo>
                    <a:pt x="3510267" y="558759"/>
                  </a:lnTo>
                  <a:lnTo>
                    <a:pt x="3579096" y="563123"/>
                  </a:lnTo>
                  <a:lnTo>
                    <a:pt x="3647925" y="567164"/>
                  </a:lnTo>
                  <a:lnTo>
                    <a:pt x="3716754" y="570887"/>
                  </a:lnTo>
                  <a:lnTo>
                    <a:pt x="3785582" y="574304"/>
                  </a:lnTo>
                  <a:lnTo>
                    <a:pt x="3854411" y="577423"/>
                  </a:lnTo>
                  <a:lnTo>
                    <a:pt x="3923240" y="580254"/>
                  </a:lnTo>
                  <a:lnTo>
                    <a:pt x="3992069" y="582809"/>
                  </a:lnTo>
                  <a:lnTo>
                    <a:pt x="4060897" y="585098"/>
                  </a:lnTo>
                  <a:lnTo>
                    <a:pt x="4129726" y="587132"/>
                  </a:lnTo>
                  <a:lnTo>
                    <a:pt x="4198555" y="588922"/>
                  </a:lnTo>
                  <a:lnTo>
                    <a:pt x="4267384" y="590481"/>
                  </a:lnTo>
                  <a:lnTo>
                    <a:pt x="4336213" y="591817"/>
                  </a:lnTo>
                  <a:lnTo>
                    <a:pt x="4405041" y="592943"/>
                  </a:lnTo>
                  <a:lnTo>
                    <a:pt x="4473870" y="593870"/>
                  </a:lnTo>
                  <a:lnTo>
                    <a:pt x="4542699" y="594606"/>
                  </a:lnTo>
                  <a:lnTo>
                    <a:pt x="4611528" y="595162"/>
                  </a:lnTo>
                  <a:lnTo>
                    <a:pt x="4680356" y="595548"/>
                  </a:lnTo>
                  <a:lnTo>
                    <a:pt x="4749185" y="595772"/>
                  </a:lnTo>
                  <a:lnTo>
                    <a:pt x="4818014" y="595844"/>
                  </a:lnTo>
                  <a:lnTo>
                    <a:pt x="4886843" y="595771"/>
                  </a:lnTo>
                  <a:lnTo>
                    <a:pt x="4955672" y="595561"/>
                  </a:lnTo>
                  <a:lnTo>
                    <a:pt x="5024500" y="595223"/>
                  </a:lnTo>
                  <a:lnTo>
                    <a:pt x="5093329" y="594762"/>
                  </a:lnTo>
                  <a:lnTo>
                    <a:pt x="5162158" y="594186"/>
                  </a:lnTo>
                  <a:lnTo>
                    <a:pt x="5230987" y="593501"/>
                  </a:lnTo>
                  <a:lnTo>
                    <a:pt x="5299815" y="592712"/>
                  </a:lnTo>
                  <a:lnTo>
                    <a:pt x="5368644" y="591826"/>
                  </a:lnTo>
                  <a:lnTo>
                    <a:pt x="5437473" y="590848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1257927" y="4690655"/>
              <a:ext cx="5437473" cy="411105"/>
            </a:xfrm>
            <a:custGeom>
              <a:avLst/>
              <a:gdLst/>
              <a:ahLst/>
              <a:cxnLst/>
              <a:rect l="0" t="0" r="0" b="0"/>
              <a:pathLst>
                <a:path w="5437473" h="411105">
                  <a:moveTo>
                    <a:pt x="5437473" y="411105"/>
                  </a:moveTo>
                  <a:lnTo>
                    <a:pt x="5368644" y="397758"/>
                  </a:lnTo>
                  <a:lnTo>
                    <a:pt x="5299815" y="384503"/>
                  </a:lnTo>
                  <a:lnTo>
                    <a:pt x="5230987" y="371346"/>
                  </a:lnTo>
                  <a:lnTo>
                    <a:pt x="5162158" y="358292"/>
                  </a:lnTo>
                  <a:lnTo>
                    <a:pt x="5093329" y="345347"/>
                  </a:lnTo>
                  <a:lnTo>
                    <a:pt x="5024500" y="332518"/>
                  </a:lnTo>
                  <a:lnTo>
                    <a:pt x="4955672" y="319810"/>
                  </a:lnTo>
                  <a:lnTo>
                    <a:pt x="4886843" y="307232"/>
                  </a:lnTo>
                  <a:lnTo>
                    <a:pt x="4818014" y="294790"/>
                  </a:lnTo>
                  <a:lnTo>
                    <a:pt x="4749185" y="282493"/>
                  </a:lnTo>
                  <a:lnTo>
                    <a:pt x="4680356" y="270349"/>
                  </a:lnTo>
                  <a:lnTo>
                    <a:pt x="4611528" y="258366"/>
                  </a:lnTo>
                  <a:lnTo>
                    <a:pt x="4542699" y="246553"/>
                  </a:lnTo>
                  <a:lnTo>
                    <a:pt x="4473870" y="234921"/>
                  </a:lnTo>
                  <a:lnTo>
                    <a:pt x="4405041" y="223478"/>
                  </a:lnTo>
                  <a:lnTo>
                    <a:pt x="4336213" y="212235"/>
                  </a:lnTo>
                  <a:lnTo>
                    <a:pt x="4267384" y="201203"/>
                  </a:lnTo>
                  <a:lnTo>
                    <a:pt x="4198555" y="190393"/>
                  </a:lnTo>
                  <a:lnTo>
                    <a:pt x="4129726" y="179815"/>
                  </a:lnTo>
                  <a:lnTo>
                    <a:pt x="4060897" y="169480"/>
                  </a:lnTo>
                  <a:lnTo>
                    <a:pt x="3992069" y="159400"/>
                  </a:lnTo>
                  <a:lnTo>
                    <a:pt x="3923240" y="149586"/>
                  </a:lnTo>
                  <a:lnTo>
                    <a:pt x="3854411" y="140049"/>
                  </a:lnTo>
                  <a:lnTo>
                    <a:pt x="3785582" y="130799"/>
                  </a:lnTo>
                  <a:lnTo>
                    <a:pt x="3716754" y="121847"/>
                  </a:lnTo>
                  <a:lnTo>
                    <a:pt x="3647925" y="113202"/>
                  </a:lnTo>
                  <a:lnTo>
                    <a:pt x="3579096" y="104873"/>
                  </a:lnTo>
                  <a:lnTo>
                    <a:pt x="3510267" y="96869"/>
                  </a:lnTo>
                  <a:lnTo>
                    <a:pt x="3441438" y="89196"/>
                  </a:lnTo>
                  <a:lnTo>
                    <a:pt x="3372610" y="81861"/>
                  </a:lnTo>
                  <a:lnTo>
                    <a:pt x="3303781" y="74867"/>
                  </a:lnTo>
                  <a:lnTo>
                    <a:pt x="3234952" y="68219"/>
                  </a:lnTo>
                  <a:lnTo>
                    <a:pt x="3166123" y="61919"/>
                  </a:lnTo>
                  <a:lnTo>
                    <a:pt x="3097295" y="55966"/>
                  </a:lnTo>
                  <a:lnTo>
                    <a:pt x="3028466" y="50360"/>
                  </a:lnTo>
                  <a:lnTo>
                    <a:pt x="2959637" y="45099"/>
                  </a:lnTo>
                  <a:lnTo>
                    <a:pt x="2890808" y="40178"/>
                  </a:lnTo>
                  <a:lnTo>
                    <a:pt x="2821979" y="35592"/>
                  </a:lnTo>
                  <a:lnTo>
                    <a:pt x="2753151" y="31336"/>
                  </a:lnTo>
                  <a:lnTo>
                    <a:pt x="2684322" y="27402"/>
                  </a:lnTo>
                  <a:lnTo>
                    <a:pt x="2615493" y="23781"/>
                  </a:lnTo>
                  <a:lnTo>
                    <a:pt x="2546664" y="20464"/>
                  </a:lnTo>
                  <a:lnTo>
                    <a:pt x="2477836" y="17442"/>
                  </a:lnTo>
                  <a:lnTo>
                    <a:pt x="2409007" y="14703"/>
                  </a:lnTo>
                  <a:lnTo>
                    <a:pt x="2340178" y="12238"/>
                  </a:lnTo>
                  <a:lnTo>
                    <a:pt x="2271349" y="10035"/>
                  </a:lnTo>
                  <a:lnTo>
                    <a:pt x="2202520" y="8083"/>
                  </a:lnTo>
                  <a:lnTo>
                    <a:pt x="2133692" y="6370"/>
                  </a:lnTo>
                  <a:lnTo>
                    <a:pt x="2064863" y="4887"/>
                  </a:lnTo>
                  <a:lnTo>
                    <a:pt x="1996034" y="3621"/>
                  </a:lnTo>
                  <a:lnTo>
                    <a:pt x="1927205" y="2562"/>
                  </a:lnTo>
                  <a:lnTo>
                    <a:pt x="1858377" y="1700"/>
                  </a:lnTo>
                  <a:lnTo>
                    <a:pt x="1789548" y="1025"/>
                  </a:lnTo>
                  <a:lnTo>
                    <a:pt x="1720719" y="526"/>
                  </a:lnTo>
                  <a:lnTo>
                    <a:pt x="1651890" y="195"/>
                  </a:lnTo>
                  <a:lnTo>
                    <a:pt x="1583061" y="22"/>
                  </a:lnTo>
                  <a:lnTo>
                    <a:pt x="1514233" y="0"/>
                  </a:lnTo>
                  <a:lnTo>
                    <a:pt x="1445404" y="119"/>
                  </a:lnTo>
                  <a:lnTo>
                    <a:pt x="1376575" y="372"/>
                  </a:lnTo>
                  <a:lnTo>
                    <a:pt x="1307746" y="751"/>
                  </a:lnTo>
                  <a:lnTo>
                    <a:pt x="1238918" y="1251"/>
                  </a:lnTo>
                  <a:lnTo>
                    <a:pt x="1170089" y="1864"/>
                  </a:lnTo>
                  <a:lnTo>
                    <a:pt x="1101260" y="2584"/>
                  </a:lnTo>
                  <a:lnTo>
                    <a:pt x="1032431" y="3406"/>
                  </a:lnTo>
                  <a:lnTo>
                    <a:pt x="963602" y="4323"/>
                  </a:lnTo>
                  <a:lnTo>
                    <a:pt x="894774" y="5331"/>
                  </a:lnTo>
                  <a:lnTo>
                    <a:pt x="825945" y="6425"/>
                  </a:lnTo>
                  <a:lnTo>
                    <a:pt x="757116" y="7600"/>
                  </a:lnTo>
                  <a:lnTo>
                    <a:pt x="688287" y="8851"/>
                  </a:lnTo>
                  <a:lnTo>
                    <a:pt x="619459" y="10176"/>
                  </a:lnTo>
                  <a:lnTo>
                    <a:pt x="550630" y="11570"/>
                  </a:lnTo>
                  <a:lnTo>
                    <a:pt x="481801" y="13029"/>
                  </a:lnTo>
                  <a:lnTo>
                    <a:pt x="412972" y="14551"/>
                  </a:lnTo>
                  <a:lnTo>
                    <a:pt x="344143" y="16132"/>
                  </a:lnTo>
                  <a:lnTo>
                    <a:pt x="275315" y="17768"/>
                  </a:lnTo>
                  <a:lnTo>
                    <a:pt x="206486" y="19458"/>
                  </a:lnTo>
                  <a:lnTo>
                    <a:pt x="137657" y="21199"/>
                  </a:lnTo>
                  <a:lnTo>
                    <a:pt x="68828" y="22987"/>
                  </a:lnTo>
                  <a:lnTo>
                    <a:pt x="0" y="24822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284323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l73"/>
            <p:cNvSpPr/>
            <p:nvPr/>
          </p:nvSpPr>
          <p:spPr>
            <a:xfrm>
              <a:off x="475548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l74"/>
            <p:cNvSpPr/>
            <p:nvPr/>
          </p:nvSpPr>
          <p:spPr>
            <a:xfrm>
              <a:off x="666772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tx90">
              <a:extLst>
                <a:ext uri="{FF2B5EF4-FFF2-40B4-BE49-F238E27FC236}">
                  <a16:creationId xmlns:a16="http://schemas.microsoft.com/office/drawing/2014/main" id="{FC99EA28-1058-CF5B-16C5-313E7BC9E2D6}"/>
                </a:ext>
              </a:extLst>
            </p:cNvPr>
            <p:cNvSpPr/>
            <p:nvPr/>
          </p:nvSpPr>
          <p:spPr>
            <a:xfrm>
              <a:off x="1234765" y="1703985"/>
              <a:ext cx="3789182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</a:t>
              </a: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</a:t>
              </a:r>
              <a:r>
                <a:rPr lang="en-US"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GF</a:t>
              </a:r>
              <a:r>
                <a:rPr lang="en-US" sz="2400" baseline="-25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vs Survival</a:t>
              </a:r>
            </a:p>
          </p:txBody>
        </p:sp>
        <p:sp>
          <p:nvSpPr>
            <p:cNvPr id="98" name="pl60">
              <a:extLst>
                <a:ext uri="{FF2B5EF4-FFF2-40B4-BE49-F238E27FC236}">
                  <a16:creationId xmlns:a16="http://schemas.microsoft.com/office/drawing/2014/main" id="{3467E475-8EAA-0246-62DF-EE6970556B0B}"/>
                </a:ext>
              </a:extLst>
            </p:cNvPr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tx61">
              <a:extLst>
                <a:ext uri="{FF2B5EF4-FFF2-40B4-BE49-F238E27FC236}">
                  <a16:creationId xmlns:a16="http://schemas.microsoft.com/office/drawing/2014/main" id="{F65D20B3-4077-446C-B085-CF16B5899169}"/>
                </a:ext>
              </a:extLst>
            </p:cNvPr>
            <p:cNvSpPr/>
            <p:nvPr/>
          </p:nvSpPr>
          <p:spPr>
            <a:xfrm>
              <a:off x="611560" y="524927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0" name="tx62">
              <a:extLst>
                <a:ext uri="{FF2B5EF4-FFF2-40B4-BE49-F238E27FC236}">
                  <a16:creationId xmlns:a16="http://schemas.microsoft.com/office/drawing/2014/main" id="{7605FB9B-6390-2A6B-0139-F05E893B4982}"/>
                </a:ext>
              </a:extLst>
            </p:cNvPr>
            <p:cNvSpPr/>
            <p:nvPr/>
          </p:nvSpPr>
          <p:spPr>
            <a:xfrm>
              <a:off x="611560" y="441286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01" name="tx63">
              <a:extLst>
                <a:ext uri="{FF2B5EF4-FFF2-40B4-BE49-F238E27FC236}">
                  <a16:creationId xmlns:a16="http://schemas.microsoft.com/office/drawing/2014/main" id="{69983FC1-2BF4-BAC2-CAC9-57F1FF77A33D}"/>
                </a:ext>
              </a:extLst>
            </p:cNvPr>
            <p:cNvSpPr/>
            <p:nvPr/>
          </p:nvSpPr>
          <p:spPr>
            <a:xfrm>
              <a:off x="611560" y="357645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02" name="tx64">
              <a:extLst>
                <a:ext uri="{FF2B5EF4-FFF2-40B4-BE49-F238E27FC236}">
                  <a16:creationId xmlns:a16="http://schemas.microsoft.com/office/drawing/2014/main" id="{0A7B0C23-E094-55D7-F446-FB4FE1022F1E}"/>
                </a:ext>
              </a:extLst>
            </p:cNvPr>
            <p:cNvSpPr/>
            <p:nvPr/>
          </p:nvSpPr>
          <p:spPr>
            <a:xfrm>
              <a:off x="611560" y="274004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03" name="tx65">
              <a:extLst>
                <a:ext uri="{FF2B5EF4-FFF2-40B4-BE49-F238E27FC236}">
                  <a16:creationId xmlns:a16="http://schemas.microsoft.com/office/drawing/2014/main" id="{933FF6E9-6A96-2014-6C48-FC45957B2F4F}"/>
                </a:ext>
              </a:extLst>
            </p:cNvPr>
            <p:cNvSpPr/>
            <p:nvPr/>
          </p:nvSpPr>
          <p:spPr>
            <a:xfrm>
              <a:off x="611560" y="190363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04" name="pl66">
              <a:extLst>
                <a:ext uri="{FF2B5EF4-FFF2-40B4-BE49-F238E27FC236}">
                  <a16:creationId xmlns:a16="http://schemas.microsoft.com/office/drawing/2014/main" id="{68213DF3-3582-BDEB-1B73-EEB4756D2281}"/>
                </a:ext>
              </a:extLst>
            </p:cNvPr>
            <p:cNvSpPr/>
            <p:nvPr/>
          </p:nvSpPr>
          <p:spPr>
            <a:xfrm>
              <a:off x="938079" y="52893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l67">
              <a:extLst>
                <a:ext uri="{FF2B5EF4-FFF2-40B4-BE49-F238E27FC236}">
                  <a16:creationId xmlns:a16="http://schemas.microsoft.com/office/drawing/2014/main" id="{A4DDC942-CB1A-C5CF-C626-FA89AA00F2EB}"/>
                </a:ext>
              </a:extLst>
            </p:cNvPr>
            <p:cNvSpPr/>
            <p:nvPr/>
          </p:nvSpPr>
          <p:spPr>
            <a:xfrm>
              <a:off x="938079" y="445291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l68">
              <a:extLst>
                <a:ext uri="{FF2B5EF4-FFF2-40B4-BE49-F238E27FC236}">
                  <a16:creationId xmlns:a16="http://schemas.microsoft.com/office/drawing/2014/main" id="{2613F507-EDCC-6CEE-2A82-36E1DE0EC2B5}"/>
                </a:ext>
              </a:extLst>
            </p:cNvPr>
            <p:cNvSpPr/>
            <p:nvPr/>
          </p:nvSpPr>
          <p:spPr>
            <a:xfrm>
              <a:off x="938079" y="361650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l69">
              <a:extLst>
                <a:ext uri="{FF2B5EF4-FFF2-40B4-BE49-F238E27FC236}">
                  <a16:creationId xmlns:a16="http://schemas.microsoft.com/office/drawing/2014/main" id="{D21D8465-11E3-313D-C781-3C79D6F0B770}"/>
                </a:ext>
              </a:extLst>
            </p:cNvPr>
            <p:cNvSpPr/>
            <p:nvPr/>
          </p:nvSpPr>
          <p:spPr>
            <a:xfrm>
              <a:off x="938079" y="278009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l70">
              <a:extLst>
                <a:ext uri="{FF2B5EF4-FFF2-40B4-BE49-F238E27FC236}">
                  <a16:creationId xmlns:a16="http://schemas.microsoft.com/office/drawing/2014/main" id="{35ADED84-4F56-F41E-E51D-33D70477A4A4}"/>
                </a:ext>
              </a:extLst>
            </p:cNvPr>
            <p:cNvSpPr/>
            <p:nvPr/>
          </p:nvSpPr>
          <p:spPr>
            <a:xfrm>
              <a:off x="938079" y="194368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tx81">
              <a:extLst>
                <a:ext uri="{FF2B5EF4-FFF2-40B4-BE49-F238E27FC236}">
                  <a16:creationId xmlns:a16="http://schemas.microsoft.com/office/drawing/2014/main" id="{2221DD22-4215-AD62-E02E-BA3BD9A0B146}"/>
                </a:ext>
              </a:extLst>
            </p:cNvPr>
            <p:cNvSpPr/>
            <p:nvPr/>
          </p:nvSpPr>
          <p:spPr>
            <a:xfrm rot="16200000">
              <a:off x="197203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10" name="pl71">
              <a:extLst>
                <a:ext uri="{FF2B5EF4-FFF2-40B4-BE49-F238E27FC236}">
                  <a16:creationId xmlns:a16="http://schemas.microsoft.com/office/drawing/2014/main" id="{9B7D1F06-01BF-BCBD-62E5-8DA23E20868C}"/>
                </a:ext>
              </a:extLst>
            </p:cNvPr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tx77">
              <a:extLst>
                <a:ext uri="{FF2B5EF4-FFF2-40B4-BE49-F238E27FC236}">
                  <a16:creationId xmlns:a16="http://schemas.microsoft.com/office/drawing/2014/main" id="{CEF07FF1-223C-5AB1-9B7F-DE7B05D4D7ED}"/>
                </a:ext>
              </a:extLst>
            </p:cNvPr>
            <p:cNvSpPr/>
            <p:nvPr/>
          </p:nvSpPr>
          <p:spPr>
            <a:xfrm>
              <a:off x="2853637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  <a:endPara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15" name="tx78">
              <a:extLst>
                <a:ext uri="{FF2B5EF4-FFF2-40B4-BE49-F238E27FC236}">
                  <a16:creationId xmlns:a16="http://schemas.microsoft.com/office/drawing/2014/main" id="{977F90D0-9009-7870-BA5C-099298A74694}"/>
                </a:ext>
              </a:extLst>
            </p:cNvPr>
            <p:cNvSpPr/>
            <p:nvPr/>
          </p:nvSpPr>
          <p:spPr>
            <a:xfrm>
              <a:off x="4725845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  <a:endPara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16" name="tx79">
              <a:extLst>
                <a:ext uri="{FF2B5EF4-FFF2-40B4-BE49-F238E27FC236}">
                  <a16:creationId xmlns:a16="http://schemas.microsoft.com/office/drawing/2014/main" id="{7BF5573E-8B4F-62B0-B4DC-9A3DD2B39C29}"/>
                </a:ext>
              </a:extLst>
            </p:cNvPr>
            <p:cNvSpPr/>
            <p:nvPr/>
          </p:nvSpPr>
          <p:spPr>
            <a:xfrm>
              <a:off x="6660232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17" name="tx80">
              <a:extLst>
                <a:ext uri="{FF2B5EF4-FFF2-40B4-BE49-F238E27FC236}">
                  <a16:creationId xmlns:a16="http://schemas.microsoft.com/office/drawing/2014/main" id="{7F5974C7-9454-7D18-705A-20162CF86A74}"/>
                </a:ext>
              </a:extLst>
            </p:cNvPr>
            <p:cNvSpPr/>
            <p:nvPr/>
          </p:nvSpPr>
          <p:spPr>
            <a:xfrm>
              <a:off x="3755363" y="6137094"/>
              <a:ext cx="70619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</a:t>
              </a:r>
              <a:r>
                <a:rPr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Offset</a:t>
              </a:r>
            </a:p>
          </p:txBody>
        </p:sp>
        <p:sp>
          <p:nvSpPr>
            <p:cNvPr id="118" name="pl72">
              <a:extLst>
                <a:ext uri="{FF2B5EF4-FFF2-40B4-BE49-F238E27FC236}">
                  <a16:creationId xmlns:a16="http://schemas.microsoft.com/office/drawing/2014/main" id="{FC699866-0455-6999-CBDA-3643D8F5DB5E}"/>
                </a:ext>
              </a:extLst>
            </p:cNvPr>
            <p:cNvSpPr/>
            <p:nvPr/>
          </p:nvSpPr>
          <p:spPr>
            <a:xfrm>
              <a:off x="123476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tx76">
              <a:extLst>
                <a:ext uri="{FF2B5EF4-FFF2-40B4-BE49-F238E27FC236}">
                  <a16:creationId xmlns:a16="http://schemas.microsoft.com/office/drawing/2014/main" id="{26EFBDC0-3137-F218-F09D-FFD017E591A7}"/>
                </a:ext>
              </a:extLst>
            </p:cNvPr>
            <p:cNvSpPr/>
            <p:nvPr/>
          </p:nvSpPr>
          <p:spPr>
            <a:xfrm>
              <a:off x="1125998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20" name="Rounded Rectangle 119">
              <a:extLst>
                <a:ext uri="{FF2B5EF4-FFF2-40B4-BE49-F238E27FC236}">
                  <a16:creationId xmlns:a16="http://schemas.microsoft.com/office/drawing/2014/main" id="{9741215A-3784-9B8B-31EE-5655718836F7}"/>
                </a:ext>
              </a:extLst>
            </p:cNvPr>
            <p:cNvSpPr/>
            <p:nvPr/>
          </p:nvSpPr>
          <p:spPr>
            <a:xfrm>
              <a:off x="5049102" y="4499351"/>
              <a:ext cx="1042416" cy="576072"/>
            </a:xfrm>
            <a:prstGeom prst="roundRect">
              <a:avLst/>
            </a:prstGeom>
            <a:solidFill>
              <a:srgbClr val="1C90FF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l-GR" sz="1500" b="1" i="1" dirty="0">
                  <a:solidFill>
                    <a:schemeClr val="bg1"/>
                  </a:solidFill>
                </a:rPr>
                <a:t>τ</a:t>
              </a:r>
              <a:r>
                <a:rPr lang="en-US" sz="1500" b="1" i="1" dirty="0">
                  <a:solidFill>
                    <a:schemeClr val="bg1"/>
                  </a:solidFill>
                </a:rPr>
                <a:t> = -0.285</a:t>
              </a:r>
            </a:p>
          </p:txBody>
        </p:sp>
        <p:sp>
          <p:nvSpPr>
            <p:cNvPr id="121" name="Rounded Rectangle 120">
              <a:extLst>
                <a:ext uri="{FF2B5EF4-FFF2-40B4-BE49-F238E27FC236}">
                  <a16:creationId xmlns:a16="http://schemas.microsoft.com/office/drawing/2014/main" id="{272B1F44-55A8-4018-45A7-ADF23201479C}"/>
                </a:ext>
              </a:extLst>
            </p:cNvPr>
            <p:cNvSpPr/>
            <p:nvPr/>
          </p:nvSpPr>
          <p:spPr>
            <a:xfrm>
              <a:off x="2047769" y="2816703"/>
              <a:ext cx="1042416" cy="577866"/>
            </a:xfrm>
            <a:prstGeom prst="roundRect">
              <a:avLst/>
            </a:prstGeom>
            <a:solidFill>
              <a:srgbClr val="00FA9A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l-GR" sz="1500" b="1" i="1" dirty="0">
                  <a:solidFill>
                    <a:schemeClr val="tx1"/>
                  </a:solidFill>
                </a:rPr>
                <a:t>τ</a:t>
              </a:r>
              <a:r>
                <a:rPr lang="en-US" sz="1500" b="1" i="1" dirty="0">
                  <a:solidFill>
                    <a:schemeClr val="tx1"/>
                  </a:solidFill>
                </a:rPr>
                <a:t> = -0.137</a:t>
              </a:r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B1FBDF73-3B47-5DE0-6EF4-33E9F1E4355F}"/>
              </a:ext>
            </a:extLst>
          </p:cNvPr>
          <p:cNvGrpSpPr/>
          <p:nvPr/>
        </p:nvGrpSpPr>
        <p:grpSpPr>
          <a:xfrm>
            <a:off x="7043250" y="1916833"/>
            <a:ext cx="1633206" cy="989733"/>
            <a:chOff x="7254012" y="3466204"/>
            <a:chExt cx="1094811" cy="663462"/>
          </a:xfrm>
        </p:grpSpPr>
        <p:sp>
          <p:nvSpPr>
            <p:cNvPr id="123" name="tx83">
              <a:extLst>
                <a:ext uri="{FF2B5EF4-FFF2-40B4-BE49-F238E27FC236}">
                  <a16:creationId xmlns:a16="http://schemas.microsoft.com/office/drawing/2014/main" id="{06597A34-19B1-C014-E4CC-778EA8431547}"/>
                </a:ext>
              </a:extLst>
            </p:cNvPr>
            <p:cNvSpPr/>
            <p:nvPr/>
          </p:nvSpPr>
          <p:spPr>
            <a:xfrm>
              <a:off x="7254012" y="3466204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76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76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24" name="rc84">
              <a:extLst>
                <a:ext uri="{FF2B5EF4-FFF2-40B4-BE49-F238E27FC236}">
                  <a16:creationId xmlns:a16="http://schemas.microsoft.com/office/drawing/2014/main" id="{7CE84D79-9E88-2879-424F-FEE8FB75F1D2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5" name="pt85">
              <a:extLst>
                <a:ext uri="{FF2B5EF4-FFF2-40B4-BE49-F238E27FC236}">
                  <a16:creationId xmlns:a16="http://schemas.microsoft.com/office/drawing/2014/main" id="{41F37BE0-DA9A-FBB2-1E8C-C15BB9E4EB82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rc86">
              <a:extLst>
                <a:ext uri="{FF2B5EF4-FFF2-40B4-BE49-F238E27FC236}">
                  <a16:creationId xmlns:a16="http://schemas.microsoft.com/office/drawing/2014/main" id="{623E8F10-AFBA-7458-4722-182D1D4B84A2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7" name="pt87">
              <a:extLst>
                <a:ext uri="{FF2B5EF4-FFF2-40B4-BE49-F238E27FC236}">
                  <a16:creationId xmlns:a16="http://schemas.microsoft.com/office/drawing/2014/main" id="{83EE7E27-2731-2538-3B64-148E6C22B7D4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tx88">
              <a:extLst>
                <a:ext uri="{FF2B5EF4-FFF2-40B4-BE49-F238E27FC236}">
                  <a16:creationId xmlns:a16="http://schemas.microsoft.com/office/drawing/2014/main" id="{7462C3E0-D7E6-FF58-2875-54D170FBB798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29" name="tx89">
              <a:extLst>
                <a:ext uri="{FF2B5EF4-FFF2-40B4-BE49-F238E27FC236}">
                  <a16:creationId xmlns:a16="http://schemas.microsoft.com/office/drawing/2014/main" id="{2AEF1A8F-EDC2-2C66-9798-A9289642002D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" name="Group 151">
            <a:extLst>
              <a:ext uri="{FF2B5EF4-FFF2-40B4-BE49-F238E27FC236}">
                <a16:creationId xmlns:a16="http://schemas.microsoft.com/office/drawing/2014/main" id="{7A362D4C-A5BC-FB2E-4038-7CEA2343240A}"/>
              </a:ext>
            </a:extLst>
          </p:cNvPr>
          <p:cNvGrpSpPr/>
          <p:nvPr/>
        </p:nvGrpSpPr>
        <p:grpSpPr>
          <a:xfrm>
            <a:off x="395536" y="1656547"/>
            <a:ext cx="6848507" cy="4580765"/>
            <a:chOff x="395536" y="1656547"/>
            <a:chExt cx="6848507" cy="4580765"/>
          </a:xfrm>
        </p:grpSpPr>
        <p:sp>
          <p:nvSpPr>
            <p:cNvPr id="56" name="pg56"/>
            <p:cNvSpPr/>
            <p:nvPr/>
          </p:nvSpPr>
          <p:spPr>
            <a:xfrm>
              <a:off x="1546223" y="3678868"/>
              <a:ext cx="5222962" cy="1451204"/>
            </a:xfrm>
            <a:custGeom>
              <a:avLst/>
              <a:gdLst/>
              <a:ahLst/>
              <a:cxnLst/>
              <a:rect l="0" t="0" r="0" b="0"/>
              <a:pathLst>
                <a:path w="5222962" h="1451204">
                  <a:moveTo>
                    <a:pt x="0" y="0"/>
                  </a:moveTo>
                  <a:lnTo>
                    <a:pt x="66113" y="15772"/>
                  </a:lnTo>
                  <a:lnTo>
                    <a:pt x="132226" y="31515"/>
                  </a:lnTo>
                  <a:lnTo>
                    <a:pt x="198340" y="47226"/>
                  </a:lnTo>
                  <a:lnTo>
                    <a:pt x="264453" y="62904"/>
                  </a:lnTo>
                  <a:lnTo>
                    <a:pt x="330567" y="78547"/>
                  </a:lnTo>
                  <a:lnTo>
                    <a:pt x="396680" y="94154"/>
                  </a:lnTo>
                  <a:lnTo>
                    <a:pt x="462794" y="109722"/>
                  </a:lnTo>
                  <a:lnTo>
                    <a:pt x="528907" y="125250"/>
                  </a:lnTo>
                  <a:lnTo>
                    <a:pt x="595021" y="140735"/>
                  </a:lnTo>
                  <a:lnTo>
                    <a:pt x="661134" y="156175"/>
                  </a:lnTo>
                  <a:lnTo>
                    <a:pt x="727247" y="171567"/>
                  </a:lnTo>
                  <a:lnTo>
                    <a:pt x="793361" y="186910"/>
                  </a:lnTo>
                  <a:lnTo>
                    <a:pt x="859474" y="202200"/>
                  </a:lnTo>
                  <a:lnTo>
                    <a:pt x="925588" y="217435"/>
                  </a:lnTo>
                  <a:lnTo>
                    <a:pt x="991701" y="232610"/>
                  </a:lnTo>
                  <a:lnTo>
                    <a:pt x="1057815" y="247724"/>
                  </a:lnTo>
                  <a:lnTo>
                    <a:pt x="1123928" y="262771"/>
                  </a:lnTo>
                  <a:lnTo>
                    <a:pt x="1190042" y="277749"/>
                  </a:lnTo>
                  <a:lnTo>
                    <a:pt x="1256155" y="292653"/>
                  </a:lnTo>
                  <a:lnTo>
                    <a:pt x="1322269" y="307479"/>
                  </a:lnTo>
                  <a:lnTo>
                    <a:pt x="1388382" y="322223"/>
                  </a:lnTo>
                  <a:lnTo>
                    <a:pt x="1454495" y="336878"/>
                  </a:lnTo>
                  <a:lnTo>
                    <a:pt x="1520609" y="351440"/>
                  </a:lnTo>
                  <a:lnTo>
                    <a:pt x="1586722" y="365903"/>
                  </a:lnTo>
                  <a:lnTo>
                    <a:pt x="1652836" y="380261"/>
                  </a:lnTo>
                  <a:lnTo>
                    <a:pt x="1718949" y="394507"/>
                  </a:lnTo>
                  <a:lnTo>
                    <a:pt x="1785063" y="408635"/>
                  </a:lnTo>
                  <a:lnTo>
                    <a:pt x="1851176" y="422637"/>
                  </a:lnTo>
                  <a:lnTo>
                    <a:pt x="1917290" y="436505"/>
                  </a:lnTo>
                  <a:lnTo>
                    <a:pt x="1983403" y="450231"/>
                  </a:lnTo>
                  <a:lnTo>
                    <a:pt x="2049516" y="463806"/>
                  </a:lnTo>
                  <a:lnTo>
                    <a:pt x="2115630" y="477220"/>
                  </a:lnTo>
                  <a:lnTo>
                    <a:pt x="2181743" y="490465"/>
                  </a:lnTo>
                  <a:lnTo>
                    <a:pt x="2247857" y="503529"/>
                  </a:lnTo>
                  <a:lnTo>
                    <a:pt x="2313970" y="516402"/>
                  </a:lnTo>
                  <a:lnTo>
                    <a:pt x="2380084" y="529073"/>
                  </a:lnTo>
                  <a:lnTo>
                    <a:pt x="2446197" y="541530"/>
                  </a:lnTo>
                  <a:lnTo>
                    <a:pt x="2512311" y="553761"/>
                  </a:lnTo>
                  <a:lnTo>
                    <a:pt x="2578424" y="565755"/>
                  </a:lnTo>
                  <a:lnTo>
                    <a:pt x="2644538" y="577498"/>
                  </a:lnTo>
                  <a:lnTo>
                    <a:pt x="2710651" y="588978"/>
                  </a:lnTo>
                  <a:lnTo>
                    <a:pt x="2776764" y="600184"/>
                  </a:lnTo>
                  <a:lnTo>
                    <a:pt x="2842878" y="611102"/>
                  </a:lnTo>
                  <a:lnTo>
                    <a:pt x="2908991" y="621722"/>
                  </a:lnTo>
                  <a:lnTo>
                    <a:pt x="2975105" y="632032"/>
                  </a:lnTo>
                  <a:lnTo>
                    <a:pt x="3041218" y="642021"/>
                  </a:lnTo>
                  <a:lnTo>
                    <a:pt x="3107332" y="651680"/>
                  </a:lnTo>
                  <a:lnTo>
                    <a:pt x="3173445" y="661001"/>
                  </a:lnTo>
                  <a:lnTo>
                    <a:pt x="3239559" y="669976"/>
                  </a:lnTo>
                  <a:lnTo>
                    <a:pt x="3305672" y="678601"/>
                  </a:lnTo>
                  <a:lnTo>
                    <a:pt x="3371785" y="686870"/>
                  </a:lnTo>
                  <a:lnTo>
                    <a:pt x="3437899" y="694782"/>
                  </a:lnTo>
                  <a:lnTo>
                    <a:pt x="3504012" y="702336"/>
                  </a:lnTo>
                  <a:lnTo>
                    <a:pt x="3570126" y="709532"/>
                  </a:lnTo>
                  <a:lnTo>
                    <a:pt x="3636239" y="716374"/>
                  </a:lnTo>
                  <a:lnTo>
                    <a:pt x="3702353" y="722866"/>
                  </a:lnTo>
                  <a:lnTo>
                    <a:pt x="3768466" y="729014"/>
                  </a:lnTo>
                  <a:lnTo>
                    <a:pt x="3834580" y="734825"/>
                  </a:lnTo>
                  <a:lnTo>
                    <a:pt x="3900693" y="740308"/>
                  </a:lnTo>
                  <a:lnTo>
                    <a:pt x="3966807" y="745473"/>
                  </a:lnTo>
                  <a:lnTo>
                    <a:pt x="4032920" y="750331"/>
                  </a:lnTo>
                  <a:lnTo>
                    <a:pt x="4099033" y="754892"/>
                  </a:lnTo>
                  <a:lnTo>
                    <a:pt x="4165147" y="759168"/>
                  </a:lnTo>
                  <a:lnTo>
                    <a:pt x="4231260" y="763172"/>
                  </a:lnTo>
                  <a:lnTo>
                    <a:pt x="4297374" y="766916"/>
                  </a:lnTo>
                  <a:lnTo>
                    <a:pt x="4363487" y="770412"/>
                  </a:lnTo>
                  <a:lnTo>
                    <a:pt x="4429601" y="773673"/>
                  </a:lnTo>
                  <a:lnTo>
                    <a:pt x="4495714" y="776711"/>
                  </a:lnTo>
                  <a:lnTo>
                    <a:pt x="4561828" y="779537"/>
                  </a:lnTo>
                  <a:lnTo>
                    <a:pt x="4627941" y="782163"/>
                  </a:lnTo>
                  <a:lnTo>
                    <a:pt x="4694054" y="784601"/>
                  </a:lnTo>
                  <a:lnTo>
                    <a:pt x="4760168" y="786861"/>
                  </a:lnTo>
                  <a:lnTo>
                    <a:pt x="4826281" y="788952"/>
                  </a:lnTo>
                  <a:lnTo>
                    <a:pt x="4892395" y="790885"/>
                  </a:lnTo>
                  <a:lnTo>
                    <a:pt x="4958508" y="792670"/>
                  </a:lnTo>
                  <a:lnTo>
                    <a:pt x="5024622" y="794314"/>
                  </a:lnTo>
                  <a:lnTo>
                    <a:pt x="5090735" y="795825"/>
                  </a:lnTo>
                  <a:lnTo>
                    <a:pt x="5156849" y="797213"/>
                  </a:lnTo>
                  <a:lnTo>
                    <a:pt x="5222962" y="798483"/>
                  </a:lnTo>
                  <a:lnTo>
                    <a:pt x="5222962" y="1451204"/>
                  </a:lnTo>
                  <a:lnTo>
                    <a:pt x="5156849" y="1436934"/>
                  </a:lnTo>
                  <a:lnTo>
                    <a:pt x="5090735" y="1422781"/>
                  </a:lnTo>
                  <a:lnTo>
                    <a:pt x="5024622" y="1408752"/>
                  </a:lnTo>
                  <a:lnTo>
                    <a:pt x="4958508" y="1394855"/>
                  </a:lnTo>
                  <a:lnTo>
                    <a:pt x="4892395" y="1381098"/>
                  </a:lnTo>
                  <a:lnTo>
                    <a:pt x="4826281" y="1367491"/>
                  </a:lnTo>
                  <a:lnTo>
                    <a:pt x="4760168" y="1354042"/>
                  </a:lnTo>
                  <a:lnTo>
                    <a:pt x="4694054" y="1340760"/>
                  </a:lnTo>
                  <a:lnTo>
                    <a:pt x="4627941" y="1327657"/>
                  </a:lnTo>
                  <a:lnTo>
                    <a:pt x="4561828" y="1314743"/>
                  </a:lnTo>
                  <a:lnTo>
                    <a:pt x="4495714" y="1302028"/>
                  </a:lnTo>
                  <a:lnTo>
                    <a:pt x="4429601" y="1289525"/>
                  </a:lnTo>
                  <a:lnTo>
                    <a:pt x="4363487" y="1277245"/>
                  </a:lnTo>
                  <a:lnTo>
                    <a:pt x="4297374" y="1265201"/>
                  </a:lnTo>
                  <a:lnTo>
                    <a:pt x="4231260" y="1253404"/>
                  </a:lnTo>
                  <a:lnTo>
                    <a:pt x="4165147" y="1241867"/>
                  </a:lnTo>
                  <a:lnTo>
                    <a:pt x="4099033" y="1230602"/>
                  </a:lnTo>
                  <a:lnTo>
                    <a:pt x="4032920" y="1219623"/>
                  </a:lnTo>
                  <a:lnTo>
                    <a:pt x="3966807" y="1208939"/>
                  </a:lnTo>
                  <a:lnTo>
                    <a:pt x="3900693" y="1198563"/>
                  </a:lnTo>
                  <a:lnTo>
                    <a:pt x="3834580" y="1188506"/>
                  </a:lnTo>
                  <a:lnTo>
                    <a:pt x="3768466" y="1178776"/>
                  </a:lnTo>
                  <a:lnTo>
                    <a:pt x="3702353" y="1169383"/>
                  </a:lnTo>
                  <a:lnTo>
                    <a:pt x="3636239" y="1160334"/>
                  </a:lnTo>
                  <a:lnTo>
                    <a:pt x="3570126" y="1151636"/>
                  </a:lnTo>
                  <a:lnTo>
                    <a:pt x="3504012" y="1143291"/>
                  </a:lnTo>
                  <a:lnTo>
                    <a:pt x="3437899" y="1135304"/>
                  </a:lnTo>
                  <a:lnTo>
                    <a:pt x="3371785" y="1127675"/>
                  </a:lnTo>
                  <a:lnTo>
                    <a:pt x="3305672" y="1120403"/>
                  </a:lnTo>
                  <a:lnTo>
                    <a:pt x="3239559" y="1113487"/>
                  </a:lnTo>
                  <a:lnTo>
                    <a:pt x="3173445" y="1106922"/>
                  </a:lnTo>
                  <a:lnTo>
                    <a:pt x="3107332" y="1100702"/>
                  </a:lnTo>
                  <a:lnTo>
                    <a:pt x="3041218" y="1094820"/>
                  </a:lnTo>
                  <a:lnTo>
                    <a:pt x="2975105" y="1089269"/>
                  </a:lnTo>
                  <a:lnTo>
                    <a:pt x="2908991" y="1084037"/>
                  </a:lnTo>
                  <a:lnTo>
                    <a:pt x="2842878" y="1079116"/>
                  </a:lnTo>
                  <a:lnTo>
                    <a:pt x="2776764" y="1074494"/>
                  </a:lnTo>
                  <a:lnTo>
                    <a:pt x="2710651" y="1070159"/>
                  </a:lnTo>
                  <a:lnTo>
                    <a:pt x="2644538" y="1066098"/>
                  </a:lnTo>
                  <a:lnTo>
                    <a:pt x="2578424" y="1062301"/>
                  </a:lnTo>
                  <a:lnTo>
                    <a:pt x="2512311" y="1058753"/>
                  </a:lnTo>
                  <a:lnTo>
                    <a:pt x="2446197" y="1055444"/>
                  </a:lnTo>
                  <a:lnTo>
                    <a:pt x="2380084" y="1052360"/>
                  </a:lnTo>
                  <a:lnTo>
                    <a:pt x="2313970" y="1049490"/>
                  </a:lnTo>
                  <a:lnTo>
                    <a:pt x="2247857" y="1046822"/>
                  </a:lnTo>
                  <a:lnTo>
                    <a:pt x="2181743" y="1044346"/>
                  </a:lnTo>
                  <a:lnTo>
                    <a:pt x="2115630" y="1042050"/>
                  </a:lnTo>
                  <a:lnTo>
                    <a:pt x="2049516" y="1039923"/>
                  </a:lnTo>
                  <a:lnTo>
                    <a:pt x="1983403" y="1037957"/>
                  </a:lnTo>
                  <a:lnTo>
                    <a:pt x="1917290" y="1036143"/>
                  </a:lnTo>
                  <a:lnTo>
                    <a:pt x="1851176" y="1034470"/>
                  </a:lnTo>
                  <a:lnTo>
                    <a:pt x="1785063" y="1032931"/>
                  </a:lnTo>
                  <a:lnTo>
                    <a:pt x="1718949" y="1031518"/>
                  </a:lnTo>
                  <a:lnTo>
                    <a:pt x="1652836" y="1030223"/>
                  </a:lnTo>
                  <a:lnTo>
                    <a:pt x="1586722" y="1029040"/>
                  </a:lnTo>
                  <a:lnTo>
                    <a:pt x="1520609" y="1027963"/>
                  </a:lnTo>
                  <a:lnTo>
                    <a:pt x="1454495" y="1026984"/>
                  </a:lnTo>
                  <a:lnTo>
                    <a:pt x="1388382" y="1026098"/>
                  </a:lnTo>
                  <a:lnTo>
                    <a:pt x="1322269" y="1025301"/>
                  </a:lnTo>
                  <a:lnTo>
                    <a:pt x="1256155" y="1024586"/>
                  </a:lnTo>
                  <a:lnTo>
                    <a:pt x="1190042" y="1023949"/>
                  </a:lnTo>
                  <a:lnTo>
                    <a:pt x="1123928" y="1023386"/>
                  </a:lnTo>
                  <a:lnTo>
                    <a:pt x="1057815" y="1022893"/>
                  </a:lnTo>
                  <a:lnTo>
                    <a:pt x="991701" y="1022466"/>
                  </a:lnTo>
                  <a:lnTo>
                    <a:pt x="925588" y="1022100"/>
                  </a:lnTo>
                  <a:lnTo>
                    <a:pt x="859474" y="1021794"/>
                  </a:lnTo>
                  <a:lnTo>
                    <a:pt x="793361" y="1021543"/>
                  </a:lnTo>
                  <a:lnTo>
                    <a:pt x="727247" y="1021345"/>
                  </a:lnTo>
                  <a:lnTo>
                    <a:pt x="661134" y="1021197"/>
                  </a:lnTo>
                  <a:lnTo>
                    <a:pt x="595021" y="1021096"/>
                  </a:lnTo>
                  <a:lnTo>
                    <a:pt x="528907" y="1021041"/>
                  </a:lnTo>
                  <a:lnTo>
                    <a:pt x="462794" y="1021027"/>
                  </a:lnTo>
                  <a:lnTo>
                    <a:pt x="396680" y="1021055"/>
                  </a:lnTo>
                  <a:lnTo>
                    <a:pt x="330567" y="1021120"/>
                  </a:lnTo>
                  <a:lnTo>
                    <a:pt x="264453" y="1021223"/>
                  </a:lnTo>
                  <a:lnTo>
                    <a:pt x="198340" y="1021360"/>
                  </a:lnTo>
                  <a:lnTo>
                    <a:pt x="132226" y="1021530"/>
                  </a:lnTo>
                  <a:lnTo>
                    <a:pt x="66113" y="1021732"/>
                  </a:lnTo>
                  <a:lnTo>
                    <a:pt x="0" y="1021964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57927" y="2070498"/>
              <a:ext cx="5701062" cy="2626917"/>
            </a:xfrm>
            <a:custGeom>
              <a:avLst/>
              <a:gdLst/>
              <a:ahLst/>
              <a:cxnLst/>
              <a:rect l="0" t="0" r="0" b="0"/>
              <a:pathLst>
                <a:path w="5701062" h="2626917">
                  <a:moveTo>
                    <a:pt x="0" y="0"/>
                  </a:moveTo>
                  <a:lnTo>
                    <a:pt x="72165" y="28967"/>
                  </a:lnTo>
                  <a:lnTo>
                    <a:pt x="144330" y="57892"/>
                  </a:lnTo>
                  <a:lnTo>
                    <a:pt x="216496" y="86770"/>
                  </a:lnTo>
                  <a:lnTo>
                    <a:pt x="288661" y="115601"/>
                  </a:lnTo>
                  <a:lnTo>
                    <a:pt x="360826" y="144382"/>
                  </a:lnTo>
                  <a:lnTo>
                    <a:pt x="432992" y="173109"/>
                  </a:lnTo>
                  <a:lnTo>
                    <a:pt x="505157" y="201782"/>
                  </a:lnTo>
                  <a:lnTo>
                    <a:pt x="577322" y="230397"/>
                  </a:lnTo>
                  <a:lnTo>
                    <a:pt x="649488" y="258950"/>
                  </a:lnTo>
                  <a:lnTo>
                    <a:pt x="721653" y="287440"/>
                  </a:lnTo>
                  <a:lnTo>
                    <a:pt x="793818" y="315862"/>
                  </a:lnTo>
                  <a:lnTo>
                    <a:pt x="865984" y="344213"/>
                  </a:lnTo>
                  <a:lnTo>
                    <a:pt x="938149" y="372489"/>
                  </a:lnTo>
                  <a:lnTo>
                    <a:pt x="1010314" y="400686"/>
                  </a:lnTo>
                  <a:lnTo>
                    <a:pt x="1082480" y="428800"/>
                  </a:lnTo>
                  <a:lnTo>
                    <a:pt x="1154645" y="456826"/>
                  </a:lnTo>
                  <a:lnTo>
                    <a:pt x="1226811" y="484759"/>
                  </a:lnTo>
                  <a:lnTo>
                    <a:pt x="1298976" y="512594"/>
                  </a:lnTo>
                  <a:lnTo>
                    <a:pt x="1371141" y="540326"/>
                  </a:lnTo>
                  <a:lnTo>
                    <a:pt x="1443307" y="567948"/>
                  </a:lnTo>
                  <a:lnTo>
                    <a:pt x="1515472" y="595453"/>
                  </a:lnTo>
                  <a:lnTo>
                    <a:pt x="1587637" y="622836"/>
                  </a:lnTo>
                  <a:lnTo>
                    <a:pt x="1659803" y="650089"/>
                  </a:lnTo>
                  <a:lnTo>
                    <a:pt x="1731968" y="677203"/>
                  </a:lnTo>
                  <a:lnTo>
                    <a:pt x="1804133" y="704171"/>
                  </a:lnTo>
                  <a:lnTo>
                    <a:pt x="1876299" y="730983"/>
                  </a:lnTo>
                  <a:lnTo>
                    <a:pt x="1948464" y="757631"/>
                  </a:lnTo>
                  <a:lnTo>
                    <a:pt x="2020629" y="784103"/>
                  </a:lnTo>
                  <a:lnTo>
                    <a:pt x="2092795" y="810389"/>
                  </a:lnTo>
                  <a:lnTo>
                    <a:pt x="2164960" y="836478"/>
                  </a:lnTo>
                  <a:lnTo>
                    <a:pt x="2237125" y="862357"/>
                  </a:lnTo>
                  <a:lnTo>
                    <a:pt x="2309291" y="888012"/>
                  </a:lnTo>
                  <a:lnTo>
                    <a:pt x="2381456" y="913431"/>
                  </a:lnTo>
                  <a:lnTo>
                    <a:pt x="2453622" y="938599"/>
                  </a:lnTo>
                  <a:lnTo>
                    <a:pt x="2525787" y="963499"/>
                  </a:lnTo>
                  <a:lnTo>
                    <a:pt x="2597952" y="988116"/>
                  </a:lnTo>
                  <a:lnTo>
                    <a:pt x="2670118" y="1012433"/>
                  </a:lnTo>
                  <a:lnTo>
                    <a:pt x="2742283" y="1036431"/>
                  </a:lnTo>
                  <a:lnTo>
                    <a:pt x="2814448" y="1060093"/>
                  </a:lnTo>
                  <a:lnTo>
                    <a:pt x="2886614" y="1083399"/>
                  </a:lnTo>
                  <a:lnTo>
                    <a:pt x="2958779" y="1106329"/>
                  </a:lnTo>
                  <a:lnTo>
                    <a:pt x="3030944" y="1128863"/>
                  </a:lnTo>
                  <a:lnTo>
                    <a:pt x="3103110" y="1150981"/>
                  </a:lnTo>
                  <a:lnTo>
                    <a:pt x="3175275" y="1172662"/>
                  </a:lnTo>
                  <a:lnTo>
                    <a:pt x="3247440" y="1193885"/>
                  </a:lnTo>
                  <a:lnTo>
                    <a:pt x="3319606" y="1214632"/>
                  </a:lnTo>
                  <a:lnTo>
                    <a:pt x="3391771" y="1234881"/>
                  </a:lnTo>
                  <a:lnTo>
                    <a:pt x="3463936" y="1254616"/>
                  </a:lnTo>
                  <a:lnTo>
                    <a:pt x="3536102" y="1273819"/>
                  </a:lnTo>
                  <a:lnTo>
                    <a:pt x="3608267" y="1292474"/>
                  </a:lnTo>
                  <a:lnTo>
                    <a:pt x="3680433" y="1310567"/>
                  </a:lnTo>
                  <a:lnTo>
                    <a:pt x="3752598" y="1328088"/>
                  </a:lnTo>
                  <a:lnTo>
                    <a:pt x="3824763" y="1345026"/>
                  </a:lnTo>
                  <a:lnTo>
                    <a:pt x="3896929" y="1361375"/>
                  </a:lnTo>
                  <a:lnTo>
                    <a:pt x="3969094" y="1377132"/>
                  </a:lnTo>
                  <a:lnTo>
                    <a:pt x="4041259" y="1392296"/>
                  </a:lnTo>
                  <a:lnTo>
                    <a:pt x="4113425" y="1406867"/>
                  </a:lnTo>
                  <a:lnTo>
                    <a:pt x="4185590" y="1420853"/>
                  </a:lnTo>
                  <a:lnTo>
                    <a:pt x="4257755" y="1434258"/>
                  </a:lnTo>
                  <a:lnTo>
                    <a:pt x="4329921" y="1447095"/>
                  </a:lnTo>
                  <a:lnTo>
                    <a:pt x="4402086" y="1459375"/>
                  </a:lnTo>
                  <a:lnTo>
                    <a:pt x="4474251" y="1471112"/>
                  </a:lnTo>
                  <a:lnTo>
                    <a:pt x="4546417" y="1482323"/>
                  </a:lnTo>
                  <a:lnTo>
                    <a:pt x="4618582" y="1493026"/>
                  </a:lnTo>
                  <a:lnTo>
                    <a:pt x="4690748" y="1503239"/>
                  </a:lnTo>
                  <a:lnTo>
                    <a:pt x="4762913" y="1512981"/>
                  </a:lnTo>
                  <a:lnTo>
                    <a:pt x="4835078" y="1522273"/>
                  </a:lnTo>
                  <a:lnTo>
                    <a:pt x="4907244" y="1531136"/>
                  </a:lnTo>
                  <a:lnTo>
                    <a:pt x="4979409" y="1539590"/>
                  </a:lnTo>
                  <a:lnTo>
                    <a:pt x="5051574" y="1547655"/>
                  </a:lnTo>
                  <a:lnTo>
                    <a:pt x="5123740" y="1555351"/>
                  </a:lnTo>
                  <a:lnTo>
                    <a:pt x="5195905" y="1562698"/>
                  </a:lnTo>
                  <a:lnTo>
                    <a:pt x="5268070" y="1569714"/>
                  </a:lnTo>
                  <a:lnTo>
                    <a:pt x="5340236" y="1576419"/>
                  </a:lnTo>
                  <a:lnTo>
                    <a:pt x="5412401" y="1582830"/>
                  </a:lnTo>
                  <a:lnTo>
                    <a:pt x="5484566" y="1588964"/>
                  </a:lnTo>
                  <a:lnTo>
                    <a:pt x="5556732" y="1594835"/>
                  </a:lnTo>
                  <a:lnTo>
                    <a:pt x="5628897" y="1600461"/>
                  </a:lnTo>
                  <a:lnTo>
                    <a:pt x="5701062" y="1605855"/>
                  </a:lnTo>
                  <a:lnTo>
                    <a:pt x="5701062" y="2626917"/>
                  </a:lnTo>
                  <a:lnTo>
                    <a:pt x="5628897" y="2601181"/>
                  </a:lnTo>
                  <a:lnTo>
                    <a:pt x="5556732" y="2575677"/>
                  </a:lnTo>
                  <a:lnTo>
                    <a:pt x="5484566" y="2550419"/>
                  </a:lnTo>
                  <a:lnTo>
                    <a:pt x="5412401" y="2525423"/>
                  </a:lnTo>
                  <a:lnTo>
                    <a:pt x="5340236" y="2500704"/>
                  </a:lnTo>
                  <a:lnTo>
                    <a:pt x="5268070" y="2476279"/>
                  </a:lnTo>
                  <a:lnTo>
                    <a:pt x="5195905" y="2452166"/>
                  </a:lnTo>
                  <a:lnTo>
                    <a:pt x="5123740" y="2428383"/>
                  </a:lnTo>
                  <a:lnTo>
                    <a:pt x="5051574" y="2404950"/>
                  </a:lnTo>
                  <a:lnTo>
                    <a:pt x="4979409" y="2381885"/>
                  </a:lnTo>
                  <a:lnTo>
                    <a:pt x="4907244" y="2359209"/>
                  </a:lnTo>
                  <a:lnTo>
                    <a:pt x="4835078" y="2336941"/>
                  </a:lnTo>
                  <a:lnTo>
                    <a:pt x="4762913" y="2315104"/>
                  </a:lnTo>
                  <a:lnTo>
                    <a:pt x="4690748" y="2293717"/>
                  </a:lnTo>
                  <a:lnTo>
                    <a:pt x="4618582" y="2272800"/>
                  </a:lnTo>
                  <a:lnTo>
                    <a:pt x="4546417" y="2252372"/>
                  </a:lnTo>
                  <a:lnTo>
                    <a:pt x="4474251" y="2232454"/>
                  </a:lnTo>
                  <a:lnTo>
                    <a:pt x="4402086" y="2213061"/>
                  </a:lnTo>
                  <a:lnTo>
                    <a:pt x="4329921" y="2194211"/>
                  </a:lnTo>
                  <a:lnTo>
                    <a:pt x="4257755" y="2175918"/>
                  </a:lnTo>
                  <a:lnTo>
                    <a:pt x="4185590" y="2158194"/>
                  </a:lnTo>
                  <a:lnTo>
                    <a:pt x="4113425" y="2141050"/>
                  </a:lnTo>
                  <a:lnTo>
                    <a:pt x="4041259" y="2124492"/>
                  </a:lnTo>
                  <a:lnTo>
                    <a:pt x="3969094" y="2108525"/>
                  </a:lnTo>
                  <a:lnTo>
                    <a:pt x="3896929" y="2093152"/>
                  </a:lnTo>
                  <a:lnTo>
                    <a:pt x="3824763" y="2078372"/>
                  </a:lnTo>
                  <a:lnTo>
                    <a:pt x="3752598" y="2064181"/>
                  </a:lnTo>
                  <a:lnTo>
                    <a:pt x="3680433" y="2050571"/>
                  </a:lnTo>
                  <a:lnTo>
                    <a:pt x="3608267" y="2037535"/>
                  </a:lnTo>
                  <a:lnTo>
                    <a:pt x="3536102" y="2025060"/>
                  </a:lnTo>
                  <a:lnTo>
                    <a:pt x="3463936" y="2013133"/>
                  </a:lnTo>
                  <a:lnTo>
                    <a:pt x="3391771" y="2001738"/>
                  </a:lnTo>
                  <a:lnTo>
                    <a:pt x="3319606" y="1990858"/>
                  </a:lnTo>
                  <a:lnTo>
                    <a:pt x="3247440" y="1980475"/>
                  </a:lnTo>
                  <a:lnTo>
                    <a:pt x="3175275" y="1970568"/>
                  </a:lnTo>
                  <a:lnTo>
                    <a:pt x="3103110" y="1961119"/>
                  </a:lnTo>
                  <a:lnTo>
                    <a:pt x="3030944" y="1952107"/>
                  </a:lnTo>
                  <a:lnTo>
                    <a:pt x="2958779" y="1943512"/>
                  </a:lnTo>
                  <a:lnTo>
                    <a:pt x="2886614" y="1935312"/>
                  </a:lnTo>
                  <a:lnTo>
                    <a:pt x="2814448" y="1927488"/>
                  </a:lnTo>
                  <a:lnTo>
                    <a:pt x="2742283" y="1920020"/>
                  </a:lnTo>
                  <a:lnTo>
                    <a:pt x="2670118" y="1912889"/>
                  </a:lnTo>
                  <a:lnTo>
                    <a:pt x="2597952" y="1906076"/>
                  </a:lnTo>
                  <a:lnTo>
                    <a:pt x="2525787" y="1899563"/>
                  </a:lnTo>
                  <a:lnTo>
                    <a:pt x="2453622" y="1893333"/>
                  </a:lnTo>
                  <a:lnTo>
                    <a:pt x="2381456" y="1887371"/>
                  </a:lnTo>
                  <a:lnTo>
                    <a:pt x="2309291" y="1881660"/>
                  </a:lnTo>
                  <a:lnTo>
                    <a:pt x="2237125" y="1876186"/>
                  </a:lnTo>
                  <a:lnTo>
                    <a:pt x="2164960" y="1870935"/>
                  </a:lnTo>
                  <a:lnTo>
                    <a:pt x="2092795" y="1865894"/>
                  </a:lnTo>
                  <a:lnTo>
                    <a:pt x="2020629" y="1861050"/>
                  </a:lnTo>
                  <a:lnTo>
                    <a:pt x="1948464" y="1856393"/>
                  </a:lnTo>
                  <a:lnTo>
                    <a:pt x="1876299" y="1851910"/>
                  </a:lnTo>
                  <a:lnTo>
                    <a:pt x="1804133" y="1847593"/>
                  </a:lnTo>
                  <a:lnTo>
                    <a:pt x="1731968" y="1843431"/>
                  </a:lnTo>
                  <a:lnTo>
                    <a:pt x="1659803" y="1839416"/>
                  </a:lnTo>
                  <a:lnTo>
                    <a:pt x="1587637" y="1835538"/>
                  </a:lnTo>
                  <a:lnTo>
                    <a:pt x="1515472" y="1831791"/>
                  </a:lnTo>
                  <a:lnTo>
                    <a:pt x="1443307" y="1828167"/>
                  </a:lnTo>
                  <a:lnTo>
                    <a:pt x="1371141" y="1824659"/>
                  </a:lnTo>
                  <a:lnTo>
                    <a:pt x="1298976" y="1821261"/>
                  </a:lnTo>
                  <a:lnTo>
                    <a:pt x="1226811" y="1817967"/>
                  </a:lnTo>
                  <a:lnTo>
                    <a:pt x="1154645" y="1814770"/>
                  </a:lnTo>
                  <a:lnTo>
                    <a:pt x="1082480" y="1811666"/>
                  </a:lnTo>
                  <a:lnTo>
                    <a:pt x="1010314" y="1808650"/>
                  </a:lnTo>
                  <a:lnTo>
                    <a:pt x="938149" y="1805718"/>
                  </a:lnTo>
                  <a:lnTo>
                    <a:pt x="865984" y="1802864"/>
                  </a:lnTo>
                  <a:lnTo>
                    <a:pt x="793818" y="1800085"/>
                  </a:lnTo>
                  <a:lnTo>
                    <a:pt x="721653" y="1797377"/>
                  </a:lnTo>
                  <a:lnTo>
                    <a:pt x="649488" y="1794737"/>
                  </a:lnTo>
                  <a:lnTo>
                    <a:pt x="577322" y="1792161"/>
                  </a:lnTo>
                  <a:lnTo>
                    <a:pt x="505157" y="1789646"/>
                  </a:lnTo>
                  <a:lnTo>
                    <a:pt x="432992" y="1787189"/>
                  </a:lnTo>
                  <a:lnTo>
                    <a:pt x="360826" y="1784787"/>
                  </a:lnTo>
                  <a:lnTo>
                    <a:pt x="288661" y="1782438"/>
                  </a:lnTo>
                  <a:lnTo>
                    <a:pt x="216496" y="1780139"/>
                  </a:lnTo>
                  <a:lnTo>
                    <a:pt x="144330" y="1777887"/>
                  </a:lnTo>
                  <a:lnTo>
                    <a:pt x="72165" y="1775682"/>
                  </a:lnTo>
                  <a:lnTo>
                    <a:pt x="0" y="1773520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546223" y="4189850"/>
              <a:ext cx="5222962" cy="613861"/>
            </a:xfrm>
            <a:custGeom>
              <a:avLst/>
              <a:gdLst/>
              <a:ahLst/>
              <a:cxnLst/>
              <a:rect l="0" t="0" r="0" b="0"/>
              <a:pathLst>
                <a:path w="5222962" h="613861">
                  <a:moveTo>
                    <a:pt x="0" y="0"/>
                  </a:moveTo>
                  <a:lnTo>
                    <a:pt x="66113" y="7770"/>
                  </a:lnTo>
                  <a:lnTo>
                    <a:pt x="132226" y="15540"/>
                  </a:lnTo>
                  <a:lnTo>
                    <a:pt x="198340" y="23311"/>
                  </a:lnTo>
                  <a:lnTo>
                    <a:pt x="264453" y="31081"/>
                  </a:lnTo>
                  <a:lnTo>
                    <a:pt x="330567" y="38852"/>
                  </a:lnTo>
                  <a:lnTo>
                    <a:pt x="396680" y="46622"/>
                  </a:lnTo>
                  <a:lnTo>
                    <a:pt x="462794" y="54392"/>
                  </a:lnTo>
                  <a:lnTo>
                    <a:pt x="528907" y="62163"/>
                  </a:lnTo>
                  <a:lnTo>
                    <a:pt x="595021" y="69933"/>
                  </a:lnTo>
                  <a:lnTo>
                    <a:pt x="661134" y="77704"/>
                  </a:lnTo>
                  <a:lnTo>
                    <a:pt x="727247" y="85474"/>
                  </a:lnTo>
                  <a:lnTo>
                    <a:pt x="793361" y="93244"/>
                  </a:lnTo>
                  <a:lnTo>
                    <a:pt x="859474" y="101015"/>
                  </a:lnTo>
                  <a:lnTo>
                    <a:pt x="925588" y="108785"/>
                  </a:lnTo>
                  <a:lnTo>
                    <a:pt x="991701" y="116556"/>
                  </a:lnTo>
                  <a:lnTo>
                    <a:pt x="1057815" y="124326"/>
                  </a:lnTo>
                  <a:lnTo>
                    <a:pt x="1123928" y="132096"/>
                  </a:lnTo>
                  <a:lnTo>
                    <a:pt x="1190042" y="139867"/>
                  </a:lnTo>
                  <a:lnTo>
                    <a:pt x="1256155" y="147637"/>
                  </a:lnTo>
                  <a:lnTo>
                    <a:pt x="1322269" y="155408"/>
                  </a:lnTo>
                  <a:lnTo>
                    <a:pt x="1388382" y="163178"/>
                  </a:lnTo>
                  <a:lnTo>
                    <a:pt x="1454495" y="170948"/>
                  </a:lnTo>
                  <a:lnTo>
                    <a:pt x="1520609" y="178719"/>
                  </a:lnTo>
                  <a:lnTo>
                    <a:pt x="1586722" y="186489"/>
                  </a:lnTo>
                  <a:lnTo>
                    <a:pt x="1652836" y="194260"/>
                  </a:lnTo>
                  <a:lnTo>
                    <a:pt x="1718949" y="202030"/>
                  </a:lnTo>
                  <a:lnTo>
                    <a:pt x="1785063" y="209800"/>
                  </a:lnTo>
                  <a:lnTo>
                    <a:pt x="1851176" y="217571"/>
                  </a:lnTo>
                  <a:lnTo>
                    <a:pt x="1917290" y="225341"/>
                  </a:lnTo>
                  <a:lnTo>
                    <a:pt x="1983403" y="233112"/>
                  </a:lnTo>
                  <a:lnTo>
                    <a:pt x="2049516" y="240882"/>
                  </a:lnTo>
                  <a:lnTo>
                    <a:pt x="2115630" y="248652"/>
                  </a:lnTo>
                  <a:lnTo>
                    <a:pt x="2181743" y="256423"/>
                  </a:lnTo>
                  <a:lnTo>
                    <a:pt x="2247857" y="264193"/>
                  </a:lnTo>
                  <a:lnTo>
                    <a:pt x="2313970" y="271964"/>
                  </a:lnTo>
                  <a:lnTo>
                    <a:pt x="2380084" y="279734"/>
                  </a:lnTo>
                  <a:lnTo>
                    <a:pt x="2446197" y="287504"/>
                  </a:lnTo>
                  <a:lnTo>
                    <a:pt x="2512311" y="295275"/>
                  </a:lnTo>
                  <a:lnTo>
                    <a:pt x="2578424" y="303045"/>
                  </a:lnTo>
                  <a:lnTo>
                    <a:pt x="2644538" y="310816"/>
                  </a:lnTo>
                  <a:lnTo>
                    <a:pt x="2710651" y="318586"/>
                  </a:lnTo>
                  <a:lnTo>
                    <a:pt x="2776764" y="326356"/>
                  </a:lnTo>
                  <a:lnTo>
                    <a:pt x="2842878" y="334127"/>
                  </a:lnTo>
                  <a:lnTo>
                    <a:pt x="2908991" y="341897"/>
                  </a:lnTo>
                  <a:lnTo>
                    <a:pt x="2975105" y="349668"/>
                  </a:lnTo>
                  <a:lnTo>
                    <a:pt x="3041218" y="357438"/>
                  </a:lnTo>
                  <a:lnTo>
                    <a:pt x="3107332" y="365208"/>
                  </a:lnTo>
                  <a:lnTo>
                    <a:pt x="3173445" y="372979"/>
                  </a:lnTo>
                  <a:lnTo>
                    <a:pt x="3239559" y="380749"/>
                  </a:lnTo>
                  <a:lnTo>
                    <a:pt x="3305672" y="388520"/>
                  </a:lnTo>
                  <a:lnTo>
                    <a:pt x="3371785" y="396290"/>
                  </a:lnTo>
                  <a:lnTo>
                    <a:pt x="3437899" y="404061"/>
                  </a:lnTo>
                  <a:lnTo>
                    <a:pt x="3504012" y="411831"/>
                  </a:lnTo>
                  <a:lnTo>
                    <a:pt x="3570126" y="419601"/>
                  </a:lnTo>
                  <a:lnTo>
                    <a:pt x="3636239" y="427372"/>
                  </a:lnTo>
                  <a:lnTo>
                    <a:pt x="3702353" y="435142"/>
                  </a:lnTo>
                  <a:lnTo>
                    <a:pt x="3768466" y="442913"/>
                  </a:lnTo>
                  <a:lnTo>
                    <a:pt x="3834580" y="450683"/>
                  </a:lnTo>
                  <a:lnTo>
                    <a:pt x="3900693" y="458453"/>
                  </a:lnTo>
                  <a:lnTo>
                    <a:pt x="3966807" y="466224"/>
                  </a:lnTo>
                  <a:lnTo>
                    <a:pt x="4032920" y="473994"/>
                  </a:lnTo>
                  <a:lnTo>
                    <a:pt x="4099033" y="481765"/>
                  </a:lnTo>
                  <a:lnTo>
                    <a:pt x="4165147" y="489535"/>
                  </a:lnTo>
                  <a:lnTo>
                    <a:pt x="4231260" y="497305"/>
                  </a:lnTo>
                  <a:lnTo>
                    <a:pt x="4297374" y="505076"/>
                  </a:lnTo>
                  <a:lnTo>
                    <a:pt x="4363487" y="512846"/>
                  </a:lnTo>
                  <a:lnTo>
                    <a:pt x="4429601" y="520617"/>
                  </a:lnTo>
                  <a:lnTo>
                    <a:pt x="4495714" y="528387"/>
                  </a:lnTo>
                  <a:lnTo>
                    <a:pt x="4561828" y="536157"/>
                  </a:lnTo>
                  <a:lnTo>
                    <a:pt x="4627941" y="543928"/>
                  </a:lnTo>
                  <a:lnTo>
                    <a:pt x="4694054" y="551698"/>
                  </a:lnTo>
                  <a:lnTo>
                    <a:pt x="4760168" y="559469"/>
                  </a:lnTo>
                  <a:lnTo>
                    <a:pt x="4826281" y="567239"/>
                  </a:lnTo>
                  <a:lnTo>
                    <a:pt x="4892395" y="575009"/>
                  </a:lnTo>
                  <a:lnTo>
                    <a:pt x="4958508" y="582780"/>
                  </a:lnTo>
                  <a:lnTo>
                    <a:pt x="5024622" y="590550"/>
                  </a:lnTo>
                  <a:lnTo>
                    <a:pt x="5090735" y="598321"/>
                  </a:lnTo>
                  <a:lnTo>
                    <a:pt x="5156849" y="606091"/>
                  </a:lnTo>
                  <a:lnTo>
                    <a:pt x="5222962" y="613861"/>
                  </a:lnTo>
                </a:path>
              </a:pathLst>
            </a:custGeom>
            <a:ln w="38100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99224" y="3372074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99224" y="3083279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99224" y="3040777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4940135" y="3452674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4940135" y="3329888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4940135" y="3205691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5463831" y="3596830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5463831" y="3108402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5463831" y="3200815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3840205" y="3005649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3840205" y="2381181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3840205" y="2533194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6900287" y="3871671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6900287" y="2738169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6900287" y="3558768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6873240" y="3658208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6873240" y="4053038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6873240" y="375192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5436306" y="5408351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5436306" y="518890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5436306" y="5332384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591406" y="5108851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591406" y="4849097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591406" y="5215220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57927" y="2070498"/>
              <a:ext cx="5701062" cy="1605855"/>
            </a:xfrm>
            <a:custGeom>
              <a:avLst/>
              <a:gdLst/>
              <a:ahLst/>
              <a:cxnLst/>
              <a:rect l="0" t="0" r="0" b="0"/>
              <a:pathLst>
                <a:path w="5701062" h="1605855">
                  <a:moveTo>
                    <a:pt x="0" y="0"/>
                  </a:moveTo>
                  <a:lnTo>
                    <a:pt x="72165" y="28967"/>
                  </a:lnTo>
                  <a:lnTo>
                    <a:pt x="144330" y="57892"/>
                  </a:lnTo>
                  <a:lnTo>
                    <a:pt x="216496" y="86770"/>
                  </a:lnTo>
                  <a:lnTo>
                    <a:pt x="288661" y="115601"/>
                  </a:lnTo>
                  <a:lnTo>
                    <a:pt x="360826" y="144382"/>
                  </a:lnTo>
                  <a:lnTo>
                    <a:pt x="432992" y="173109"/>
                  </a:lnTo>
                  <a:lnTo>
                    <a:pt x="505157" y="201782"/>
                  </a:lnTo>
                  <a:lnTo>
                    <a:pt x="577322" y="230397"/>
                  </a:lnTo>
                  <a:lnTo>
                    <a:pt x="649488" y="258950"/>
                  </a:lnTo>
                  <a:lnTo>
                    <a:pt x="721653" y="287440"/>
                  </a:lnTo>
                  <a:lnTo>
                    <a:pt x="793818" y="315862"/>
                  </a:lnTo>
                  <a:lnTo>
                    <a:pt x="865984" y="344213"/>
                  </a:lnTo>
                  <a:lnTo>
                    <a:pt x="938149" y="372489"/>
                  </a:lnTo>
                  <a:lnTo>
                    <a:pt x="1010314" y="400686"/>
                  </a:lnTo>
                  <a:lnTo>
                    <a:pt x="1082480" y="428800"/>
                  </a:lnTo>
                  <a:lnTo>
                    <a:pt x="1154645" y="456826"/>
                  </a:lnTo>
                  <a:lnTo>
                    <a:pt x="1226811" y="484759"/>
                  </a:lnTo>
                  <a:lnTo>
                    <a:pt x="1298976" y="512594"/>
                  </a:lnTo>
                  <a:lnTo>
                    <a:pt x="1371141" y="540326"/>
                  </a:lnTo>
                  <a:lnTo>
                    <a:pt x="1443307" y="567948"/>
                  </a:lnTo>
                  <a:lnTo>
                    <a:pt x="1515472" y="595453"/>
                  </a:lnTo>
                  <a:lnTo>
                    <a:pt x="1587637" y="622836"/>
                  </a:lnTo>
                  <a:lnTo>
                    <a:pt x="1659803" y="650089"/>
                  </a:lnTo>
                  <a:lnTo>
                    <a:pt x="1731968" y="677203"/>
                  </a:lnTo>
                  <a:lnTo>
                    <a:pt x="1804133" y="704171"/>
                  </a:lnTo>
                  <a:lnTo>
                    <a:pt x="1876299" y="730983"/>
                  </a:lnTo>
                  <a:lnTo>
                    <a:pt x="1948464" y="757631"/>
                  </a:lnTo>
                  <a:lnTo>
                    <a:pt x="2020629" y="784103"/>
                  </a:lnTo>
                  <a:lnTo>
                    <a:pt x="2092795" y="810389"/>
                  </a:lnTo>
                  <a:lnTo>
                    <a:pt x="2164960" y="836478"/>
                  </a:lnTo>
                  <a:lnTo>
                    <a:pt x="2237125" y="862357"/>
                  </a:lnTo>
                  <a:lnTo>
                    <a:pt x="2309291" y="888012"/>
                  </a:lnTo>
                  <a:lnTo>
                    <a:pt x="2381456" y="913431"/>
                  </a:lnTo>
                  <a:lnTo>
                    <a:pt x="2453622" y="938599"/>
                  </a:lnTo>
                  <a:lnTo>
                    <a:pt x="2525787" y="963499"/>
                  </a:lnTo>
                  <a:lnTo>
                    <a:pt x="2597952" y="988116"/>
                  </a:lnTo>
                  <a:lnTo>
                    <a:pt x="2670118" y="1012433"/>
                  </a:lnTo>
                  <a:lnTo>
                    <a:pt x="2742283" y="1036431"/>
                  </a:lnTo>
                  <a:lnTo>
                    <a:pt x="2814448" y="1060093"/>
                  </a:lnTo>
                  <a:lnTo>
                    <a:pt x="2886614" y="1083399"/>
                  </a:lnTo>
                  <a:lnTo>
                    <a:pt x="2958779" y="1106329"/>
                  </a:lnTo>
                  <a:lnTo>
                    <a:pt x="3030944" y="1128863"/>
                  </a:lnTo>
                  <a:lnTo>
                    <a:pt x="3103110" y="1150981"/>
                  </a:lnTo>
                  <a:lnTo>
                    <a:pt x="3175275" y="1172662"/>
                  </a:lnTo>
                  <a:lnTo>
                    <a:pt x="3247440" y="1193885"/>
                  </a:lnTo>
                  <a:lnTo>
                    <a:pt x="3319606" y="1214632"/>
                  </a:lnTo>
                  <a:lnTo>
                    <a:pt x="3391771" y="1234881"/>
                  </a:lnTo>
                  <a:lnTo>
                    <a:pt x="3463936" y="1254616"/>
                  </a:lnTo>
                  <a:lnTo>
                    <a:pt x="3536102" y="1273819"/>
                  </a:lnTo>
                  <a:lnTo>
                    <a:pt x="3608267" y="1292474"/>
                  </a:lnTo>
                  <a:lnTo>
                    <a:pt x="3680433" y="1310567"/>
                  </a:lnTo>
                  <a:lnTo>
                    <a:pt x="3752598" y="1328088"/>
                  </a:lnTo>
                  <a:lnTo>
                    <a:pt x="3824763" y="1345026"/>
                  </a:lnTo>
                  <a:lnTo>
                    <a:pt x="3896929" y="1361375"/>
                  </a:lnTo>
                  <a:lnTo>
                    <a:pt x="3969094" y="1377132"/>
                  </a:lnTo>
                  <a:lnTo>
                    <a:pt x="4041259" y="1392296"/>
                  </a:lnTo>
                  <a:lnTo>
                    <a:pt x="4113425" y="1406867"/>
                  </a:lnTo>
                  <a:lnTo>
                    <a:pt x="4185590" y="1420853"/>
                  </a:lnTo>
                  <a:lnTo>
                    <a:pt x="4257755" y="1434258"/>
                  </a:lnTo>
                  <a:lnTo>
                    <a:pt x="4329921" y="1447095"/>
                  </a:lnTo>
                  <a:lnTo>
                    <a:pt x="4402086" y="1459375"/>
                  </a:lnTo>
                  <a:lnTo>
                    <a:pt x="4474251" y="1471112"/>
                  </a:lnTo>
                  <a:lnTo>
                    <a:pt x="4546417" y="1482323"/>
                  </a:lnTo>
                  <a:lnTo>
                    <a:pt x="4618582" y="1493026"/>
                  </a:lnTo>
                  <a:lnTo>
                    <a:pt x="4690748" y="1503239"/>
                  </a:lnTo>
                  <a:lnTo>
                    <a:pt x="4762913" y="1512981"/>
                  </a:lnTo>
                  <a:lnTo>
                    <a:pt x="4835078" y="1522273"/>
                  </a:lnTo>
                  <a:lnTo>
                    <a:pt x="4907244" y="1531136"/>
                  </a:lnTo>
                  <a:lnTo>
                    <a:pt x="4979409" y="1539590"/>
                  </a:lnTo>
                  <a:lnTo>
                    <a:pt x="5051574" y="1547655"/>
                  </a:lnTo>
                  <a:lnTo>
                    <a:pt x="5123740" y="1555351"/>
                  </a:lnTo>
                  <a:lnTo>
                    <a:pt x="5195905" y="1562698"/>
                  </a:lnTo>
                  <a:lnTo>
                    <a:pt x="5268070" y="1569714"/>
                  </a:lnTo>
                  <a:lnTo>
                    <a:pt x="5340236" y="1576419"/>
                  </a:lnTo>
                  <a:lnTo>
                    <a:pt x="5412401" y="1582830"/>
                  </a:lnTo>
                  <a:lnTo>
                    <a:pt x="5484566" y="1588964"/>
                  </a:lnTo>
                  <a:lnTo>
                    <a:pt x="5556732" y="1594835"/>
                  </a:lnTo>
                  <a:lnTo>
                    <a:pt x="5628897" y="1600461"/>
                  </a:lnTo>
                  <a:lnTo>
                    <a:pt x="5701062" y="1605855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57927" y="3844019"/>
              <a:ext cx="5701062" cy="853397"/>
            </a:xfrm>
            <a:custGeom>
              <a:avLst/>
              <a:gdLst/>
              <a:ahLst/>
              <a:cxnLst/>
              <a:rect l="0" t="0" r="0" b="0"/>
              <a:pathLst>
                <a:path w="5701062" h="853397">
                  <a:moveTo>
                    <a:pt x="5701062" y="853397"/>
                  </a:moveTo>
                  <a:lnTo>
                    <a:pt x="5628897" y="827661"/>
                  </a:lnTo>
                  <a:lnTo>
                    <a:pt x="5556732" y="802157"/>
                  </a:lnTo>
                  <a:lnTo>
                    <a:pt x="5484566" y="776899"/>
                  </a:lnTo>
                  <a:lnTo>
                    <a:pt x="5412401" y="751902"/>
                  </a:lnTo>
                  <a:lnTo>
                    <a:pt x="5340236" y="727183"/>
                  </a:lnTo>
                  <a:lnTo>
                    <a:pt x="5268070" y="702759"/>
                  </a:lnTo>
                  <a:lnTo>
                    <a:pt x="5195905" y="678646"/>
                  </a:lnTo>
                  <a:lnTo>
                    <a:pt x="5123740" y="654863"/>
                  </a:lnTo>
                  <a:lnTo>
                    <a:pt x="5051574" y="631429"/>
                  </a:lnTo>
                  <a:lnTo>
                    <a:pt x="4979409" y="608364"/>
                  </a:lnTo>
                  <a:lnTo>
                    <a:pt x="4907244" y="585688"/>
                  </a:lnTo>
                  <a:lnTo>
                    <a:pt x="4835078" y="563421"/>
                  </a:lnTo>
                  <a:lnTo>
                    <a:pt x="4762913" y="541583"/>
                  </a:lnTo>
                  <a:lnTo>
                    <a:pt x="4690748" y="520196"/>
                  </a:lnTo>
                  <a:lnTo>
                    <a:pt x="4618582" y="499279"/>
                  </a:lnTo>
                  <a:lnTo>
                    <a:pt x="4546417" y="478852"/>
                  </a:lnTo>
                  <a:lnTo>
                    <a:pt x="4474251" y="458933"/>
                  </a:lnTo>
                  <a:lnTo>
                    <a:pt x="4402086" y="439541"/>
                  </a:lnTo>
                  <a:lnTo>
                    <a:pt x="4329921" y="420691"/>
                  </a:lnTo>
                  <a:lnTo>
                    <a:pt x="4257755" y="402398"/>
                  </a:lnTo>
                  <a:lnTo>
                    <a:pt x="4185590" y="384674"/>
                  </a:lnTo>
                  <a:lnTo>
                    <a:pt x="4113425" y="367529"/>
                  </a:lnTo>
                  <a:lnTo>
                    <a:pt x="4041259" y="350971"/>
                  </a:lnTo>
                  <a:lnTo>
                    <a:pt x="3969094" y="335005"/>
                  </a:lnTo>
                  <a:lnTo>
                    <a:pt x="3896929" y="319632"/>
                  </a:lnTo>
                  <a:lnTo>
                    <a:pt x="3824763" y="304852"/>
                  </a:lnTo>
                  <a:lnTo>
                    <a:pt x="3752598" y="290660"/>
                  </a:lnTo>
                  <a:lnTo>
                    <a:pt x="3680433" y="277051"/>
                  </a:lnTo>
                  <a:lnTo>
                    <a:pt x="3608267" y="264014"/>
                  </a:lnTo>
                  <a:lnTo>
                    <a:pt x="3536102" y="251539"/>
                  </a:lnTo>
                  <a:lnTo>
                    <a:pt x="3463936" y="239612"/>
                  </a:lnTo>
                  <a:lnTo>
                    <a:pt x="3391771" y="228217"/>
                  </a:lnTo>
                  <a:lnTo>
                    <a:pt x="3319606" y="217337"/>
                  </a:lnTo>
                  <a:lnTo>
                    <a:pt x="3247440" y="206954"/>
                  </a:lnTo>
                  <a:lnTo>
                    <a:pt x="3175275" y="197048"/>
                  </a:lnTo>
                  <a:lnTo>
                    <a:pt x="3103110" y="187599"/>
                  </a:lnTo>
                  <a:lnTo>
                    <a:pt x="3030944" y="178587"/>
                  </a:lnTo>
                  <a:lnTo>
                    <a:pt x="2958779" y="169991"/>
                  </a:lnTo>
                  <a:lnTo>
                    <a:pt x="2886614" y="161791"/>
                  </a:lnTo>
                  <a:lnTo>
                    <a:pt x="2814448" y="153967"/>
                  </a:lnTo>
                  <a:lnTo>
                    <a:pt x="2742283" y="146499"/>
                  </a:lnTo>
                  <a:lnTo>
                    <a:pt x="2670118" y="139368"/>
                  </a:lnTo>
                  <a:lnTo>
                    <a:pt x="2597952" y="132555"/>
                  </a:lnTo>
                  <a:lnTo>
                    <a:pt x="2525787" y="126042"/>
                  </a:lnTo>
                  <a:lnTo>
                    <a:pt x="2453622" y="119813"/>
                  </a:lnTo>
                  <a:lnTo>
                    <a:pt x="2381456" y="113851"/>
                  </a:lnTo>
                  <a:lnTo>
                    <a:pt x="2309291" y="108140"/>
                  </a:lnTo>
                  <a:lnTo>
                    <a:pt x="2237125" y="102666"/>
                  </a:lnTo>
                  <a:lnTo>
                    <a:pt x="2164960" y="97415"/>
                  </a:lnTo>
                  <a:lnTo>
                    <a:pt x="2092795" y="92373"/>
                  </a:lnTo>
                  <a:lnTo>
                    <a:pt x="2020629" y="87530"/>
                  </a:lnTo>
                  <a:lnTo>
                    <a:pt x="1948464" y="82872"/>
                  </a:lnTo>
                  <a:lnTo>
                    <a:pt x="1876299" y="78390"/>
                  </a:lnTo>
                  <a:lnTo>
                    <a:pt x="1804133" y="74073"/>
                  </a:lnTo>
                  <a:lnTo>
                    <a:pt x="1731968" y="69911"/>
                  </a:lnTo>
                  <a:lnTo>
                    <a:pt x="1659803" y="65895"/>
                  </a:lnTo>
                  <a:lnTo>
                    <a:pt x="1587637" y="62018"/>
                  </a:lnTo>
                  <a:lnTo>
                    <a:pt x="1515472" y="58271"/>
                  </a:lnTo>
                  <a:lnTo>
                    <a:pt x="1443307" y="54647"/>
                  </a:lnTo>
                  <a:lnTo>
                    <a:pt x="1371141" y="51139"/>
                  </a:lnTo>
                  <a:lnTo>
                    <a:pt x="1298976" y="47741"/>
                  </a:lnTo>
                  <a:lnTo>
                    <a:pt x="1226811" y="44446"/>
                  </a:lnTo>
                  <a:lnTo>
                    <a:pt x="1154645" y="41249"/>
                  </a:lnTo>
                  <a:lnTo>
                    <a:pt x="1082480" y="38146"/>
                  </a:lnTo>
                  <a:lnTo>
                    <a:pt x="1010314" y="35130"/>
                  </a:lnTo>
                  <a:lnTo>
                    <a:pt x="938149" y="32197"/>
                  </a:lnTo>
                  <a:lnTo>
                    <a:pt x="865984" y="29343"/>
                  </a:lnTo>
                  <a:lnTo>
                    <a:pt x="793818" y="26565"/>
                  </a:lnTo>
                  <a:lnTo>
                    <a:pt x="721653" y="23857"/>
                  </a:lnTo>
                  <a:lnTo>
                    <a:pt x="649488" y="21217"/>
                  </a:lnTo>
                  <a:lnTo>
                    <a:pt x="577322" y="18640"/>
                  </a:lnTo>
                  <a:lnTo>
                    <a:pt x="505157" y="16125"/>
                  </a:lnTo>
                  <a:lnTo>
                    <a:pt x="432992" y="13668"/>
                  </a:lnTo>
                  <a:lnTo>
                    <a:pt x="360826" y="11266"/>
                  </a:lnTo>
                  <a:lnTo>
                    <a:pt x="288661" y="8917"/>
                  </a:lnTo>
                  <a:lnTo>
                    <a:pt x="216496" y="6618"/>
                  </a:lnTo>
                  <a:lnTo>
                    <a:pt x="144330" y="4367"/>
                  </a:lnTo>
                  <a:lnTo>
                    <a:pt x="72165" y="21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57927" y="2957259"/>
              <a:ext cx="5701062" cy="1229626"/>
            </a:xfrm>
            <a:custGeom>
              <a:avLst/>
              <a:gdLst/>
              <a:ahLst/>
              <a:cxnLst/>
              <a:rect l="0" t="0" r="0" b="0"/>
              <a:pathLst>
                <a:path w="5701062" h="1229626">
                  <a:moveTo>
                    <a:pt x="0" y="0"/>
                  </a:moveTo>
                  <a:lnTo>
                    <a:pt x="72165" y="15564"/>
                  </a:lnTo>
                  <a:lnTo>
                    <a:pt x="144330" y="31129"/>
                  </a:lnTo>
                  <a:lnTo>
                    <a:pt x="216496" y="46694"/>
                  </a:lnTo>
                  <a:lnTo>
                    <a:pt x="288661" y="62259"/>
                  </a:lnTo>
                  <a:lnTo>
                    <a:pt x="360826" y="77824"/>
                  </a:lnTo>
                  <a:lnTo>
                    <a:pt x="432992" y="93389"/>
                  </a:lnTo>
                  <a:lnTo>
                    <a:pt x="505157" y="108954"/>
                  </a:lnTo>
                  <a:lnTo>
                    <a:pt x="577322" y="124519"/>
                  </a:lnTo>
                  <a:lnTo>
                    <a:pt x="649488" y="140084"/>
                  </a:lnTo>
                  <a:lnTo>
                    <a:pt x="721653" y="155648"/>
                  </a:lnTo>
                  <a:lnTo>
                    <a:pt x="793818" y="171213"/>
                  </a:lnTo>
                  <a:lnTo>
                    <a:pt x="865984" y="186778"/>
                  </a:lnTo>
                  <a:lnTo>
                    <a:pt x="938149" y="202343"/>
                  </a:lnTo>
                  <a:lnTo>
                    <a:pt x="1010314" y="217908"/>
                  </a:lnTo>
                  <a:lnTo>
                    <a:pt x="1082480" y="233473"/>
                  </a:lnTo>
                  <a:lnTo>
                    <a:pt x="1154645" y="249038"/>
                  </a:lnTo>
                  <a:lnTo>
                    <a:pt x="1226811" y="264603"/>
                  </a:lnTo>
                  <a:lnTo>
                    <a:pt x="1298976" y="280168"/>
                  </a:lnTo>
                  <a:lnTo>
                    <a:pt x="1371141" y="295732"/>
                  </a:lnTo>
                  <a:lnTo>
                    <a:pt x="1443307" y="311297"/>
                  </a:lnTo>
                  <a:lnTo>
                    <a:pt x="1515472" y="326862"/>
                  </a:lnTo>
                  <a:lnTo>
                    <a:pt x="1587637" y="342427"/>
                  </a:lnTo>
                  <a:lnTo>
                    <a:pt x="1659803" y="357992"/>
                  </a:lnTo>
                  <a:lnTo>
                    <a:pt x="1731968" y="373557"/>
                  </a:lnTo>
                  <a:lnTo>
                    <a:pt x="1804133" y="389122"/>
                  </a:lnTo>
                  <a:lnTo>
                    <a:pt x="1876299" y="404687"/>
                  </a:lnTo>
                  <a:lnTo>
                    <a:pt x="1948464" y="420252"/>
                  </a:lnTo>
                  <a:lnTo>
                    <a:pt x="2020629" y="435816"/>
                  </a:lnTo>
                  <a:lnTo>
                    <a:pt x="2092795" y="451381"/>
                  </a:lnTo>
                  <a:lnTo>
                    <a:pt x="2164960" y="466946"/>
                  </a:lnTo>
                  <a:lnTo>
                    <a:pt x="2237125" y="482511"/>
                  </a:lnTo>
                  <a:lnTo>
                    <a:pt x="2309291" y="498076"/>
                  </a:lnTo>
                  <a:lnTo>
                    <a:pt x="2381456" y="513641"/>
                  </a:lnTo>
                  <a:lnTo>
                    <a:pt x="2453622" y="529206"/>
                  </a:lnTo>
                  <a:lnTo>
                    <a:pt x="2525787" y="544771"/>
                  </a:lnTo>
                  <a:lnTo>
                    <a:pt x="2597952" y="560336"/>
                  </a:lnTo>
                  <a:lnTo>
                    <a:pt x="2670118" y="575900"/>
                  </a:lnTo>
                  <a:lnTo>
                    <a:pt x="2742283" y="591465"/>
                  </a:lnTo>
                  <a:lnTo>
                    <a:pt x="2814448" y="607030"/>
                  </a:lnTo>
                  <a:lnTo>
                    <a:pt x="2886614" y="622595"/>
                  </a:lnTo>
                  <a:lnTo>
                    <a:pt x="2958779" y="638160"/>
                  </a:lnTo>
                  <a:lnTo>
                    <a:pt x="3030944" y="653725"/>
                  </a:lnTo>
                  <a:lnTo>
                    <a:pt x="3103110" y="669290"/>
                  </a:lnTo>
                  <a:lnTo>
                    <a:pt x="3175275" y="684855"/>
                  </a:lnTo>
                  <a:lnTo>
                    <a:pt x="3247440" y="700420"/>
                  </a:lnTo>
                  <a:lnTo>
                    <a:pt x="3319606" y="715984"/>
                  </a:lnTo>
                  <a:lnTo>
                    <a:pt x="3391771" y="731549"/>
                  </a:lnTo>
                  <a:lnTo>
                    <a:pt x="3463936" y="747114"/>
                  </a:lnTo>
                  <a:lnTo>
                    <a:pt x="3536102" y="762679"/>
                  </a:lnTo>
                  <a:lnTo>
                    <a:pt x="3608267" y="778244"/>
                  </a:lnTo>
                  <a:lnTo>
                    <a:pt x="3680433" y="793809"/>
                  </a:lnTo>
                  <a:lnTo>
                    <a:pt x="3752598" y="809374"/>
                  </a:lnTo>
                  <a:lnTo>
                    <a:pt x="3824763" y="824939"/>
                  </a:lnTo>
                  <a:lnTo>
                    <a:pt x="3896929" y="840504"/>
                  </a:lnTo>
                  <a:lnTo>
                    <a:pt x="3969094" y="856068"/>
                  </a:lnTo>
                  <a:lnTo>
                    <a:pt x="4041259" y="871633"/>
                  </a:lnTo>
                  <a:lnTo>
                    <a:pt x="4113425" y="887198"/>
                  </a:lnTo>
                  <a:lnTo>
                    <a:pt x="4185590" y="902763"/>
                  </a:lnTo>
                  <a:lnTo>
                    <a:pt x="4257755" y="918328"/>
                  </a:lnTo>
                  <a:lnTo>
                    <a:pt x="4329921" y="933893"/>
                  </a:lnTo>
                  <a:lnTo>
                    <a:pt x="4402086" y="949458"/>
                  </a:lnTo>
                  <a:lnTo>
                    <a:pt x="4474251" y="965023"/>
                  </a:lnTo>
                  <a:lnTo>
                    <a:pt x="4546417" y="980588"/>
                  </a:lnTo>
                  <a:lnTo>
                    <a:pt x="4618582" y="996152"/>
                  </a:lnTo>
                  <a:lnTo>
                    <a:pt x="4690748" y="1011717"/>
                  </a:lnTo>
                  <a:lnTo>
                    <a:pt x="4762913" y="1027282"/>
                  </a:lnTo>
                  <a:lnTo>
                    <a:pt x="4835078" y="1042847"/>
                  </a:lnTo>
                  <a:lnTo>
                    <a:pt x="4907244" y="1058412"/>
                  </a:lnTo>
                  <a:lnTo>
                    <a:pt x="4979409" y="1073977"/>
                  </a:lnTo>
                  <a:lnTo>
                    <a:pt x="5051574" y="1089542"/>
                  </a:lnTo>
                  <a:lnTo>
                    <a:pt x="5123740" y="1105107"/>
                  </a:lnTo>
                  <a:lnTo>
                    <a:pt x="5195905" y="1120672"/>
                  </a:lnTo>
                  <a:lnTo>
                    <a:pt x="5268070" y="1136236"/>
                  </a:lnTo>
                  <a:lnTo>
                    <a:pt x="5340236" y="1151801"/>
                  </a:lnTo>
                  <a:lnTo>
                    <a:pt x="5412401" y="1167366"/>
                  </a:lnTo>
                  <a:lnTo>
                    <a:pt x="5484566" y="1182931"/>
                  </a:lnTo>
                  <a:lnTo>
                    <a:pt x="5556732" y="1198496"/>
                  </a:lnTo>
                  <a:lnTo>
                    <a:pt x="5628897" y="1214061"/>
                  </a:lnTo>
                  <a:lnTo>
                    <a:pt x="5701062" y="1229626"/>
                  </a:lnTo>
                </a:path>
              </a:pathLst>
            </a:custGeom>
            <a:ln w="38100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5137119" y="4566670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5137119" y="4682582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5137119" y="4760161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487520" y="4165062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487520" y="4434399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487520" y="4072504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5945043" y="4340962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5945043" y="3972519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5945043" y="4290985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5663808" y="4929299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5663808" y="4578569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5663808" y="4895682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6278217" y="3865320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6278217" y="4206889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6278217" y="4058814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3466102" y="3929726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3466102" y="4161704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3466102" y="4156339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5425775" y="5421983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5425775" y="5389663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6710482" y="5490503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6710482" y="5386222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1546223" y="3678868"/>
              <a:ext cx="5222962" cy="798483"/>
            </a:xfrm>
            <a:custGeom>
              <a:avLst/>
              <a:gdLst/>
              <a:ahLst/>
              <a:cxnLst/>
              <a:rect l="0" t="0" r="0" b="0"/>
              <a:pathLst>
                <a:path w="5222962" h="798483">
                  <a:moveTo>
                    <a:pt x="0" y="0"/>
                  </a:moveTo>
                  <a:lnTo>
                    <a:pt x="66113" y="15772"/>
                  </a:lnTo>
                  <a:lnTo>
                    <a:pt x="132226" y="31515"/>
                  </a:lnTo>
                  <a:lnTo>
                    <a:pt x="198340" y="47226"/>
                  </a:lnTo>
                  <a:lnTo>
                    <a:pt x="264453" y="62904"/>
                  </a:lnTo>
                  <a:lnTo>
                    <a:pt x="330567" y="78547"/>
                  </a:lnTo>
                  <a:lnTo>
                    <a:pt x="396680" y="94154"/>
                  </a:lnTo>
                  <a:lnTo>
                    <a:pt x="462794" y="109722"/>
                  </a:lnTo>
                  <a:lnTo>
                    <a:pt x="528907" y="125250"/>
                  </a:lnTo>
                  <a:lnTo>
                    <a:pt x="595021" y="140735"/>
                  </a:lnTo>
                  <a:lnTo>
                    <a:pt x="661134" y="156175"/>
                  </a:lnTo>
                  <a:lnTo>
                    <a:pt x="727247" y="171567"/>
                  </a:lnTo>
                  <a:lnTo>
                    <a:pt x="793361" y="186910"/>
                  </a:lnTo>
                  <a:lnTo>
                    <a:pt x="859474" y="202200"/>
                  </a:lnTo>
                  <a:lnTo>
                    <a:pt x="925588" y="217435"/>
                  </a:lnTo>
                  <a:lnTo>
                    <a:pt x="991701" y="232610"/>
                  </a:lnTo>
                  <a:lnTo>
                    <a:pt x="1057815" y="247724"/>
                  </a:lnTo>
                  <a:lnTo>
                    <a:pt x="1123928" y="262771"/>
                  </a:lnTo>
                  <a:lnTo>
                    <a:pt x="1190042" y="277749"/>
                  </a:lnTo>
                  <a:lnTo>
                    <a:pt x="1256155" y="292653"/>
                  </a:lnTo>
                  <a:lnTo>
                    <a:pt x="1322269" y="307479"/>
                  </a:lnTo>
                  <a:lnTo>
                    <a:pt x="1388382" y="322223"/>
                  </a:lnTo>
                  <a:lnTo>
                    <a:pt x="1454495" y="336878"/>
                  </a:lnTo>
                  <a:lnTo>
                    <a:pt x="1520609" y="351440"/>
                  </a:lnTo>
                  <a:lnTo>
                    <a:pt x="1586722" y="365903"/>
                  </a:lnTo>
                  <a:lnTo>
                    <a:pt x="1652836" y="380261"/>
                  </a:lnTo>
                  <a:lnTo>
                    <a:pt x="1718949" y="394507"/>
                  </a:lnTo>
                  <a:lnTo>
                    <a:pt x="1785063" y="408635"/>
                  </a:lnTo>
                  <a:lnTo>
                    <a:pt x="1851176" y="422637"/>
                  </a:lnTo>
                  <a:lnTo>
                    <a:pt x="1917290" y="436505"/>
                  </a:lnTo>
                  <a:lnTo>
                    <a:pt x="1983403" y="450231"/>
                  </a:lnTo>
                  <a:lnTo>
                    <a:pt x="2049516" y="463806"/>
                  </a:lnTo>
                  <a:lnTo>
                    <a:pt x="2115630" y="477220"/>
                  </a:lnTo>
                  <a:lnTo>
                    <a:pt x="2181743" y="490465"/>
                  </a:lnTo>
                  <a:lnTo>
                    <a:pt x="2247857" y="503529"/>
                  </a:lnTo>
                  <a:lnTo>
                    <a:pt x="2313970" y="516402"/>
                  </a:lnTo>
                  <a:lnTo>
                    <a:pt x="2380084" y="529073"/>
                  </a:lnTo>
                  <a:lnTo>
                    <a:pt x="2446197" y="541530"/>
                  </a:lnTo>
                  <a:lnTo>
                    <a:pt x="2512311" y="553761"/>
                  </a:lnTo>
                  <a:lnTo>
                    <a:pt x="2578424" y="565755"/>
                  </a:lnTo>
                  <a:lnTo>
                    <a:pt x="2644538" y="577498"/>
                  </a:lnTo>
                  <a:lnTo>
                    <a:pt x="2710651" y="588978"/>
                  </a:lnTo>
                  <a:lnTo>
                    <a:pt x="2776764" y="600184"/>
                  </a:lnTo>
                  <a:lnTo>
                    <a:pt x="2842878" y="611102"/>
                  </a:lnTo>
                  <a:lnTo>
                    <a:pt x="2908991" y="621722"/>
                  </a:lnTo>
                  <a:lnTo>
                    <a:pt x="2975105" y="632032"/>
                  </a:lnTo>
                  <a:lnTo>
                    <a:pt x="3041218" y="642021"/>
                  </a:lnTo>
                  <a:lnTo>
                    <a:pt x="3107332" y="651680"/>
                  </a:lnTo>
                  <a:lnTo>
                    <a:pt x="3173445" y="661001"/>
                  </a:lnTo>
                  <a:lnTo>
                    <a:pt x="3239559" y="669976"/>
                  </a:lnTo>
                  <a:lnTo>
                    <a:pt x="3305672" y="678601"/>
                  </a:lnTo>
                  <a:lnTo>
                    <a:pt x="3371785" y="686870"/>
                  </a:lnTo>
                  <a:lnTo>
                    <a:pt x="3437899" y="694782"/>
                  </a:lnTo>
                  <a:lnTo>
                    <a:pt x="3504012" y="702336"/>
                  </a:lnTo>
                  <a:lnTo>
                    <a:pt x="3570126" y="709532"/>
                  </a:lnTo>
                  <a:lnTo>
                    <a:pt x="3636239" y="716374"/>
                  </a:lnTo>
                  <a:lnTo>
                    <a:pt x="3702353" y="722866"/>
                  </a:lnTo>
                  <a:lnTo>
                    <a:pt x="3768466" y="729014"/>
                  </a:lnTo>
                  <a:lnTo>
                    <a:pt x="3834580" y="734825"/>
                  </a:lnTo>
                  <a:lnTo>
                    <a:pt x="3900693" y="740308"/>
                  </a:lnTo>
                  <a:lnTo>
                    <a:pt x="3966807" y="745473"/>
                  </a:lnTo>
                  <a:lnTo>
                    <a:pt x="4032920" y="750331"/>
                  </a:lnTo>
                  <a:lnTo>
                    <a:pt x="4099033" y="754892"/>
                  </a:lnTo>
                  <a:lnTo>
                    <a:pt x="4165147" y="759168"/>
                  </a:lnTo>
                  <a:lnTo>
                    <a:pt x="4231260" y="763172"/>
                  </a:lnTo>
                  <a:lnTo>
                    <a:pt x="4297374" y="766916"/>
                  </a:lnTo>
                  <a:lnTo>
                    <a:pt x="4363487" y="770412"/>
                  </a:lnTo>
                  <a:lnTo>
                    <a:pt x="4429601" y="773673"/>
                  </a:lnTo>
                  <a:lnTo>
                    <a:pt x="4495714" y="776711"/>
                  </a:lnTo>
                  <a:lnTo>
                    <a:pt x="4561828" y="779537"/>
                  </a:lnTo>
                  <a:lnTo>
                    <a:pt x="4627941" y="782163"/>
                  </a:lnTo>
                  <a:lnTo>
                    <a:pt x="4694054" y="784601"/>
                  </a:lnTo>
                  <a:lnTo>
                    <a:pt x="4760168" y="786861"/>
                  </a:lnTo>
                  <a:lnTo>
                    <a:pt x="4826281" y="788952"/>
                  </a:lnTo>
                  <a:lnTo>
                    <a:pt x="4892395" y="790885"/>
                  </a:lnTo>
                  <a:lnTo>
                    <a:pt x="4958508" y="792670"/>
                  </a:lnTo>
                  <a:lnTo>
                    <a:pt x="5024622" y="794314"/>
                  </a:lnTo>
                  <a:lnTo>
                    <a:pt x="5090735" y="795825"/>
                  </a:lnTo>
                  <a:lnTo>
                    <a:pt x="5156849" y="797213"/>
                  </a:lnTo>
                  <a:lnTo>
                    <a:pt x="5222962" y="79848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1546223" y="4699896"/>
              <a:ext cx="5222962" cy="430177"/>
            </a:xfrm>
            <a:custGeom>
              <a:avLst/>
              <a:gdLst/>
              <a:ahLst/>
              <a:cxnLst/>
              <a:rect l="0" t="0" r="0" b="0"/>
              <a:pathLst>
                <a:path w="5222962" h="430177">
                  <a:moveTo>
                    <a:pt x="5222962" y="430177"/>
                  </a:moveTo>
                  <a:lnTo>
                    <a:pt x="5156849" y="415906"/>
                  </a:lnTo>
                  <a:lnTo>
                    <a:pt x="5090735" y="401753"/>
                  </a:lnTo>
                  <a:lnTo>
                    <a:pt x="5024622" y="387724"/>
                  </a:lnTo>
                  <a:lnTo>
                    <a:pt x="4958508" y="373827"/>
                  </a:lnTo>
                  <a:lnTo>
                    <a:pt x="4892395" y="360070"/>
                  </a:lnTo>
                  <a:lnTo>
                    <a:pt x="4826281" y="346463"/>
                  </a:lnTo>
                  <a:lnTo>
                    <a:pt x="4760168" y="333014"/>
                  </a:lnTo>
                  <a:lnTo>
                    <a:pt x="4694054" y="319732"/>
                  </a:lnTo>
                  <a:lnTo>
                    <a:pt x="4627941" y="306629"/>
                  </a:lnTo>
                  <a:lnTo>
                    <a:pt x="4561828" y="293715"/>
                  </a:lnTo>
                  <a:lnTo>
                    <a:pt x="4495714" y="281000"/>
                  </a:lnTo>
                  <a:lnTo>
                    <a:pt x="4429601" y="268497"/>
                  </a:lnTo>
                  <a:lnTo>
                    <a:pt x="4363487" y="256217"/>
                  </a:lnTo>
                  <a:lnTo>
                    <a:pt x="4297374" y="244173"/>
                  </a:lnTo>
                  <a:lnTo>
                    <a:pt x="4231260" y="232376"/>
                  </a:lnTo>
                  <a:lnTo>
                    <a:pt x="4165147" y="220839"/>
                  </a:lnTo>
                  <a:lnTo>
                    <a:pt x="4099033" y="209575"/>
                  </a:lnTo>
                  <a:lnTo>
                    <a:pt x="4032920" y="198595"/>
                  </a:lnTo>
                  <a:lnTo>
                    <a:pt x="3966807" y="187911"/>
                  </a:lnTo>
                  <a:lnTo>
                    <a:pt x="3900693" y="177535"/>
                  </a:lnTo>
                  <a:lnTo>
                    <a:pt x="3834580" y="167478"/>
                  </a:lnTo>
                  <a:lnTo>
                    <a:pt x="3768466" y="157748"/>
                  </a:lnTo>
                  <a:lnTo>
                    <a:pt x="3702353" y="148355"/>
                  </a:lnTo>
                  <a:lnTo>
                    <a:pt x="3636239" y="139306"/>
                  </a:lnTo>
                  <a:lnTo>
                    <a:pt x="3570126" y="130608"/>
                  </a:lnTo>
                  <a:lnTo>
                    <a:pt x="3504012" y="122263"/>
                  </a:lnTo>
                  <a:lnTo>
                    <a:pt x="3437899" y="114276"/>
                  </a:lnTo>
                  <a:lnTo>
                    <a:pt x="3371785" y="106647"/>
                  </a:lnTo>
                  <a:lnTo>
                    <a:pt x="3305672" y="99375"/>
                  </a:lnTo>
                  <a:lnTo>
                    <a:pt x="3239559" y="92459"/>
                  </a:lnTo>
                  <a:lnTo>
                    <a:pt x="3173445" y="85894"/>
                  </a:lnTo>
                  <a:lnTo>
                    <a:pt x="3107332" y="79674"/>
                  </a:lnTo>
                  <a:lnTo>
                    <a:pt x="3041218" y="73792"/>
                  </a:lnTo>
                  <a:lnTo>
                    <a:pt x="2975105" y="68241"/>
                  </a:lnTo>
                  <a:lnTo>
                    <a:pt x="2908991" y="63010"/>
                  </a:lnTo>
                  <a:lnTo>
                    <a:pt x="2842878" y="58088"/>
                  </a:lnTo>
                  <a:lnTo>
                    <a:pt x="2776764" y="53466"/>
                  </a:lnTo>
                  <a:lnTo>
                    <a:pt x="2710651" y="49131"/>
                  </a:lnTo>
                  <a:lnTo>
                    <a:pt x="2644538" y="45070"/>
                  </a:lnTo>
                  <a:lnTo>
                    <a:pt x="2578424" y="41273"/>
                  </a:lnTo>
                  <a:lnTo>
                    <a:pt x="2512311" y="37725"/>
                  </a:lnTo>
                  <a:lnTo>
                    <a:pt x="2446197" y="34416"/>
                  </a:lnTo>
                  <a:lnTo>
                    <a:pt x="2380084" y="31332"/>
                  </a:lnTo>
                  <a:lnTo>
                    <a:pt x="2313970" y="28462"/>
                  </a:lnTo>
                  <a:lnTo>
                    <a:pt x="2247857" y="25794"/>
                  </a:lnTo>
                  <a:lnTo>
                    <a:pt x="2181743" y="23318"/>
                  </a:lnTo>
                  <a:lnTo>
                    <a:pt x="2115630" y="21022"/>
                  </a:lnTo>
                  <a:lnTo>
                    <a:pt x="2049516" y="18895"/>
                  </a:lnTo>
                  <a:lnTo>
                    <a:pt x="1983403" y="16930"/>
                  </a:lnTo>
                  <a:lnTo>
                    <a:pt x="1917290" y="15115"/>
                  </a:lnTo>
                  <a:lnTo>
                    <a:pt x="1851176" y="13442"/>
                  </a:lnTo>
                  <a:lnTo>
                    <a:pt x="1785063" y="11903"/>
                  </a:lnTo>
                  <a:lnTo>
                    <a:pt x="1718949" y="10490"/>
                  </a:lnTo>
                  <a:lnTo>
                    <a:pt x="1652836" y="9195"/>
                  </a:lnTo>
                  <a:lnTo>
                    <a:pt x="1586722" y="8012"/>
                  </a:lnTo>
                  <a:lnTo>
                    <a:pt x="1520609" y="6935"/>
                  </a:lnTo>
                  <a:lnTo>
                    <a:pt x="1454495" y="5956"/>
                  </a:lnTo>
                  <a:lnTo>
                    <a:pt x="1388382" y="5070"/>
                  </a:lnTo>
                  <a:lnTo>
                    <a:pt x="1322269" y="4273"/>
                  </a:lnTo>
                  <a:lnTo>
                    <a:pt x="1256155" y="3558"/>
                  </a:lnTo>
                  <a:lnTo>
                    <a:pt x="1190042" y="2921"/>
                  </a:lnTo>
                  <a:lnTo>
                    <a:pt x="1123928" y="2358"/>
                  </a:lnTo>
                  <a:lnTo>
                    <a:pt x="1057815" y="1865"/>
                  </a:lnTo>
                  <a:lnTo>
                    <a:pt x="991701" y="1438"/>
                  </a:lnTo>
                  <a:lnTo>
                    <a:pt x="925588" y="1073"/>
                  </a:lnTo>
                  <a:lnTo>
                    <a:pt x="859474" y="766"/>
                  </a:lnTo>
                  <a:lnTo>
                    <a:pt x="793361" y="515"/>
                  </a:lnTo>
                  <a:lnTo>
                    <a:pt x="727247" y="317"/>
                  </a:lnTo>
                  <a:lnTo>
                    <a:pt x="661134" y="169"/>
                  </a:lnTo>
                  <a:lnTo>
                    <a:pt x="595021" y="69"/>
                  </a:lnTo>
                  <a:lnTo>
                    <a:pt x="528907" y="13"/>
                  </a:lnTo>
                  <a:lnTo>
                    <a:pt x="462794" y="0"/>
                  </a:lnTo>
                  <a:lnTo>
                    <a:pt x="396680" y="27"/>
                  </a:lnTo>
                  <a:lnTo>
                    <a:pt x="330567" y="93"/>
                  </a:lnTo>
                  <a:lnTo>
                    <a:pt x="264453" y="195"/>
                  </a:lnTo>
                  <a:lnTo>
                    <a:pt x="198340" y="332"/>
                  </a:lnTo>
                  <a:lnTo>
                    <a:pt x="132226" y="502"/>
                  </a:lnTo>
                  <a:lnTo>
                    <a:pt x="66113" y="704"/>
                  </a:lnTo>
                  <a:lnTo>
                    <a:pt x="0" y="93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213669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l73"/>
            <p:cNvSpPr/>
            <p:nvPr/>
          </p:nvSpPr>
          <p:spPr>
            <a:xfrm>
              <a:off x="333344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l74"/>
            <p:cNvSpPr/>
            <p:nvPr/>
          </p:nvSpPr>
          <p:spPr>
            <a:xfrm>
              <a:off x="453019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l75"/>
            <p:cNvSpPr/>
            <p:nvPr/>
          </p:nvSpPr>
          <p:spPr>
            <a:xfrm>
              <a:off x="572693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l76"/>
            <p:cNvSpPr/>
            <p:nvPr/>
          </p:nvSpPr>
          <p:spPr>
            <a:xfrm>
              <a:off x="692368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tx90">
              <a:extLst>
                <a:ext uri="{FF2B5EF4-FFF2-40B4-BE49-F238E27FC236}">
                  <a16:creationId xmlns:a16="http://schemas.microsoft.com/office/drawing/2014/main" id="{B9C73DD9-E800-9D89-2484-5CEC74C86698}"/>
                </a:ext>
              </a:extLst>
            </p:cNvPr>
            <p:cNvSpPr/>
            <p:nvPr/>
          </p:nvSpPr>
          <p:spPr>
            <a:xfrm>
              <a:off x="1718889" y="1656547"/>
              <a:ext cx="3789182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Environmental Distance </a:t>
              </a: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vs Survival</a:t>
              </a:r>
            </a:p>
          </p:txBody>
        </p:sp>
        <p:sp>
          <p:nvSpPr>
            <p:cNvPr id="116" name="pl71">
              <a:extLst>
                <a:ext uri="{FF2B5EF4-FFF2-40B4-BE49-F238E27FC236}">
                  <a16:creationId xmlns:a16="http://schemas.microsoft.com/office/drawing/2014/main" id="{2839C3CC-64DE-28CD-A11C-4AEF641623BA}"/>
                </a:ext>
              </a:extLst>
            </p:cNvPr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l72">
              <a:extLst>
                <a:ext uri="{FF2B5EF4-FFF2-40B4-BE49-F238E27FC236}">
                  <a16:creationId xmlns:a16="http://schemas.microsoft.com/office/drawing/2014/main" id="{4AE6F4A6-93E6-9B7D-BAC9-354C54401C0E}"/>
                </a:ext>
              </a:extLst>
            </p:cNvPr>
            <p:cNvSpPr/>
            <p:nvPr/>
          </p:nvSpPr>
          <p:spPr>
            <a:xfrm>
              <a:off x="213669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l73">
              <a:extLst>
                <a:ext uri="{FF2B5EF4-FFF2-40B4-BE49-F238E27FC236}">
                  <a16:creationId xmlns:a16="http://schemas.microsoft.com/office/drawing/2014/main" id="{988D8F6F-35B6-2328-ACDC-465B808FEEEE}"/>
                </a:ext>
              </a:extLst>
            </p:cNvPr>
            <p:cNvSpPr/>
            <p:nvPr/>
          </p:nvSpPr>
          <p:spPr>
            <a:xfrm>
              <a:off x="333344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l74">
              <a:extLst>
                <a:ext uri="{FF2B5EF4-FFF2-40B4-BE49-F238E27FC236}">
                  <a16:creationId xmlns:a16="http://schemas.microsoft.com/office/drawing/2014/main" id="{08B4B816-A7F9-2EA7-18FC-042654F8F5A2}"/>
                </a:ext>
              </a:extLst>
            </p:cNvPr>
            <p:cNvSpPr/>
            <p:nvPr/>
          </p:nvSpPr>
          <p:spPr>
            <a:xfrm>
              <a:off x="453019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l75">
              <a:extLst>
                <a:ext uri="{FF2B5EF4-FFF2-40B4-BE49-F238E27FC236}">
                  <a16:creationId xmlns:a16="http://schemas.microsoft.com/office/drawing/2014/main" id="{C68F3DC7-1A7B-317F-7617-F9D1E5E4ACAF}"/>
                </a:ext>
              </a:extLst>
            </p:cNvPr>
            <p:cNvSpPr/>
            <p:nvPr/>
          </p:nvSpPr>
          <p:spPr>
            <a:xfrm>
              <a:off x="572693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l76">
              <a:extLst>
                <a:ext uri="{FF2B5EF4-FFF2-40B4-BE49-F238E27FC236}">
                  <a16:creationId xmlns:a16="http://schemas.microsoft.com/office/drawing/2014/main" id="{8903CE45-9173-094C-F1F3-E042006DC8D0}"/>
                </a:ext>
              </a:extLst>
            </p:cNvPr>
            <p:cNvSpPr/>
            <p:nvPr/>
          </p:nvSpPr>
          <p:spPr>
            <a:xfrm>
              <a:off x="692368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tx77">
              <a:extLst>
                <a:ext uri="{FF2B5EF4-FFF2-40B4-BE49-F238E27FC236}">
                  <a16:creationId xmlns:a16="http://schemas.microsoft.com/office/drawing/2014/main" id="{6FF8FA00-16B8-58C8-12D8-06C5EDD32490}"/>
                </a:ext>
              </a:extLst>
            </p:cNvPr>
            <p:cNvSpPr/>
            <p:nvPr/>
          </p:nvSpPr>
          <p:spPr>
            <a:xfrm>
              <a:off x="2105609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  <a:endPara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23" name="tx78">
              <a:extLst>
                <a:ext uri="{FF2B5EF4-FFF2-40B4-BE49-F238E27FC236}">
                  <a16:creationId xmlns:a16="http://schemas.microsoft.com/office/drawing/2014/main" id="{B3AAECEB-6F3C-2457-4F99-F93D2346585C}"/>
                </a:ext>
              </a:extLst>
            </p:cNvPr>
            <p:cNvSpPr/>
            <p:nvPr/>
          </p:nvSpPr>
          <p:spPr>
            <a:xfrm>
              <a:off x="3302356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  <a:r>
                <a:rPr lang="en-US"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.00</a:t>
              </a:r>
              <a:endPara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24" name="tx79">
              <a:extLst>
                <a:ext uri="{FF2B5EF4-FFF2-40B4-BE49-F238E27FC236}">
                  <a16:creationId xmlns:a16="http://schemas.microsoft.com/office/drawing/2014/main" id="{D4DCD92A-75E7-1513-713A-C54B4BAB92EA}"/>
                </a:ext>
              </a:extLst>
            </p:cNvPr>
            <p:cNvSpPr/>
            <p:nvPr/>
          </p:nvSpPr>
          <p:spPr>
            <a:xfrm>
              <a:off x="4499103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3.00</a:t>
              </a:r>
              <a:endPara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25" name="tx80">
              <a:extLst>
                <a:ext uri="{FF2B5EF4-FFF2-40B4-BE49-F238E27FC236}">
                  <a16:creationId xmlns:a16="http://schemas.microsoft.com/office/drawing/2014/main" id="{9E1B9EA6-0B29-6604-FDCC-F62E278A31DF}"/>
                </a:ext>
              </a:extLst>
            </p:cNvPr>
            <p:cNvSpPr/>
            <p:nvPr/>
          </p:nvSpPr>
          <p:spPr>
            <a:xfrm>
              <a:off x="5695849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4.00</a:t>
              </a:r>
              <a:endPara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26" name="tx81">
              <a:extLst>
                <a:ext uri="{FF2B5EF4-FFF2-40B4-BE49-F238E27FC236}">
                  <a16:creationId xmlns:a16="http://schemas.microsoft.com/office/drawing/2014/main" id="{8278173A-0ED6-5C2D-A7E6-54E4D5A503E7}"/>
                </a:ext>
              </a:extLst>
            </p:cNvPr>
            <p:cNvSpPr/>
            <p:nvPr/>
          </p:nvSpPr>
          <p:spPr>
            <a:xfrm>
              <a:off x="6892596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5.00</a:t>
              </a:r>
              <a:endPara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27" name="tx82">
              <a:extLst>
                <a:ext uri="{FF2B5EF4-FFF2-40B4-BE49-F238E27FC236}">
                  <a16:creationId xmlns:a16="http://schemas.microsoft.com/office/drawing/2014/main" id="{D5D37C87-8CFA-01A5-3471-FAA5F79B9A00}"/>
                </a:ext>
              </a:extLst>
            </p:cNvPr>
            <p:cNvSpPr/>
            <p:nvPr/>
          </p:nvSpPr>
          <p:spPr>
            <a:xfrm>
              <a:off x="3370766" y="6137094"/>
              <a:ext cx="14753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  <a:r>
                <a:rPr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128" name="pl72">
              <a:extLst>
                <a:ext uri="{FF2B5EF4-FFF2-40B4-BE49-F238E27FC236}">
                  <a16:creationId xmlns:a16="http://schemas.microsoft.com/office/drawing/2014/main" id="{3979C2DF-8937-D962-67BC-6DB225C9C850}"/>
                </a:ext>
              </a:extLst>
            </p:cNvPr>
            <p:cNvSpPr/>
            <p:nvPr/>
          </p:nvSpPr>
          <p:spPr>
            <a:xfrm>
              <a:off x="1079808" y="572424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tx76">
              <a:extLst>
                <a:ext uri="{FF2B5EF4-FFF2-40B4-BE49-F238E27FC236}">
                  <a16:creationId xmlns:a16="http://schemas.microsoft.com/office/drawing/2014/main" id="{E604B5CD-BE3D-850B-EC89-6C56BA51DCAC}"/>
                </a:ext>
              </a:extLst>
            </p:cNvPr>
            <p:cNvSpPr/>
            <p:nvPr/>
          </p:nvSpPr>
          <p:spPr>
            <a:xfrm>
              <a:off x="971041" y="587028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30" name="pl60">
              <a:extLst>
                <a:ext uri="{FF2B5EF4-FFF2-40B4-BE49-F238E27FC236}">
                  <a16:creationId xmlns:a16="http://schemas.microsoft.com/office/drawing/2014/main" id="{8476C839-FE48-F159-8DD2-371CCA162D5B}"/>
                </a:ext>
              </a:extLst>
            </p:cNvPr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tx61">
              <a:extLst>
                <a:ext uri="{FF2B5EF4-FFF2-40B4-BE49-F238E27FC236}">
                  <a16:creationId xmlns:a16="http://schemas.microsoft.com/office/drawing/2014/main" id="{70B53BB8-1C28-BDE1-E009-58EED9AA21AE}"/>
                </a:ext>
              </a:extLst>
            </p:cNvPr>
            <p:cNvSpPr/>
            <p:nvPr/>
          </p:nvSpPr>
          <p:spPr>
            <a:xfrm>
              <a:off x="611560" y="524927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32" name="tx62">
              <a:extLst>
                <a:ext uri="{FF2B5EF4-FFF2-40B4-BE49-F238E27FC236}">
                  <a16:creationId xmlns:a16="http://schemas.microsoft.com/office/drawing/2014/main" id="{E85681BE-DE22-4FF1-E320-70CFF0825B20}"/>
                </a:ext>
              </a:extLst>
            </p:cNvPr>
            <p:cNvSpPr/>
            <p:nvPr/>
          </p:nvSpPr>
          <p:spPr>
            <a:xfrm>
              <a:off x="611560" y="441286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33" name="tx63">
              <a:extLst>
                <a:ext uri="{FF2B5EF4-FFF2-40B4-BE49-F238E27FC236}">
                  <a16:creationId xmlns:a16="http://schemas.microsoft.com/office/drawing/2014/main" id="{A0120F4B-5805-939D-EBEE-0CE8D9F1B558}"/>
                </a:ext>
              </a:extLst>
            </p:cNvPr>
            <p:cNvSpPr/>
            <p:nvPr/>
          </p:nvSpPr>
          <p:spPr>
            <a:xfrm>
              <a:off x="611560" y="357645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34" name="tx64">
              <a:extLst>
                <a:ext uri="{FF2B5EF4-FFF2-40B4-BE49-F238E27FC236}">
                  <a16:creationId xmlns:a16="http://schemas.microsoft.com/office/drawing/2014/main" id="{9DADEB02-F4E6-678A-C5B0-79185C27D6A3}"/>
                </a:ext>
              </a:extLst>
            </p:cNvPr>
            <p:cNvSpPr/>
            <p:nvPr/>
          </p:nvSpPr>
          <p:spPr>
            <a:xfrm>
              <a:off x="611560" y="274004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35" name="tx65">
              <a:extLst>
                <a:ext uri="{FF2B5EF4-FFF2-40B4-BE49-F238E27FC236}">
                  <a16:creationId xmlns:a16="http://schemas.microsoft.com/office/drawing/2014/main" id="{50A73C0E-19AE-2B0C-387E-982BF1A063B2}"/>
                </a:ext>
              </a:extLst>
            </p:cNvPr>
            <p:cNvSpPr/>
            <p:nvPr/>
          </p:nvSpPr>
          <p:spPr>
            <a:xfrm>
              <a:off x="611560" y="190363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36" name="pl66">
              <a:extLst>
                <a:ext uri="{FF2B5EF4-FFF2-40B4-BE49-F238E27FC236}">
                  <a16:creationId xmlns:a16="http://schemas.microsoft.com/office/drawing/2014/main" id="{DA82948F-14E7-3F4F-C723-4FE80595E935}"/>
                </a:ext>
              </a:extLst>
            </p:cNvPr>
            <p:cNvSpPr/>
            <p:nvPr/>
          </p:nvSpPr>
          <p:spPr>
            <a:xfrm>
              <a:off x="938079" y="52893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l67">
              <a:extLst>
                <a:ext uri="{FF2B5EF4-FFF2-40B4-BE49-F238E27FC236}">
                  <a16:creationId xmlns:a16="http://schemas.microsoft.com/office/drawing/2014/main" id="{6A1D5CCA-80C1-9054-4AE5-AD79C08141CF}"/>
                </a:ext>
              </a:extLst>
            </p:cNvPr>
            <p:cNvSpPr/>
            <p:nvPr/>
          </p:nvSpPr>
          <p:spPr>
            <a:xfrm>
              <a:off x="938079" y="445291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l68">
              <a:extLst>
                <a:ext uri="{FF2B5EF4-FFF2-40B4-BE49-F238E27FC236}">
                  <a16:creationId xmlns:a16="http://schemas.microsoft.com/office/drawing/2014/main" id="{1439A0FE-5AED-3925-47D3-6BB2F1670D33}"/>
                </a:ext>
              </a:extLst>
            </p:cNvPr>
            <p:cNvSpPr/>
            <p:nvPr/>
          </p:nvSpPr>
          <p:spPr>
            <a:xfrm>
              <a:off x="938079" y="361650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l69">
              <a:extLst>
                <a:ext uri="{FF2B5EF4-FFF2-40B4-BE49-F238E27FC236}">
                  <a16:creationId xmlns:a16="http://schemas.microsoft.com/office/drawing/2014/main" id="{12CCAE62-56C4-BD6D-F572-75F1266BEA23}"/>
                </a:ext>
              </a:extLst>
            </p:cNvPr>
            <p:cNvSpPr/>
            <p:nvPr/>
          </p:nvSpPr>
          <p:spPr>
            <a:xfrm>
              <a:off x="938079" y="278009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l70">
              <a:extLst>
                <a:ext uri="{FF2B5EF4-FFF2-40B4-BE49-F238E27FC236}">
                  <a16:creationId xmlns:a16="http://schemas.microsoft.com/office/drawing/2014/main" id="{2437CD32-296D-7D69-1858-F85A355788D8}"/>
                </a:ext>
              </a:extLst>
            </p:cNvPr>
            <p:cNvSpPr/>
            <p:nvPr/>
          </p:nvSpPr>
          <p:spPr>
            <a:xfrm>
              <a:off x="938079" y="194368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tx81">
              <a:extLst>
                <a:ext uri="{FF2B5EF4-FFF2-40B4-BE49-F238E27FC236}">
                  <a16:creationId xmlns:a16="http://schemas.microsoft.com/office/drawing/2014/main" id="{4701A616-A94B-52A4-AFE2-EDD07B7B37AE}"/>
                </a:ext>
              </a:extLst>
            </p:cNvPr>
            <p:cNvSpPr/>
            <p:nvPr/>
          </p:nvSpPr>
          <p:spPr>
            <a:xfrm rot="16200000">
              <a:off x="197203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42" name="Rounded Rectangle 141">
              <a:extLst>
                <a:ext uri="{FF2B5EF4-FFF2-40B4-BE49-F238E27FC236}">
                  <a16:creationId xmlns:a16="http://schemas.microsoft.com/office/drawing/2014/main" id="{BA727248-B6BD-6448-EFA4-93360ECFC10B}"/>
                </a:ext>
              </a:extLst>
            </p:cNvPr>
            <p:cNvSpPr/>
            <p:nvPr/>
          </p:nvSpPr>
          <p:spPr>
            <a:xfrm>
              <a:off x="1924417" y="2788094"/>
              <a:ext cx="1042416" cy="576072"/>
            </a:xfrm>
            <a:prstGeom prst="roundRect">
              <a:avLst/>
            </a:prstGeom>
            <a:solidFill>
              <a:srgbClr val="00FA9A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l-GR" sz="1500" b="1" i="1" dirty="0">
                  <a:solidFill>
                    <a:schemeClr val="tx1"/>
                  </a:solidFill>
                </a:rPr>
                <a:t>τ</a:t>
              </a:r>
              <a:r>
                <a:rPr lang="en-US" sz="1500" b="1" i="1" dirty="0">
                  <a:solidFill>
                    <a:schemeClr val="tx1"/>
                  </a:solidFill>
                </a:rPr>
                <a:t> = -0.273</a:t>
              </a:r>
            </a:p>
          </p:txBody>
        </p:sp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C85B98C7-136D-DB18-C83A-5B94DC078FB2}"/>
                </a:ext>
              </a:extLst>
            </p:cNvPr>
            <p:cNvSpPr/>
            <p:nvPr/>
          </p:nvSpPr>
          <p:spPr>
            <a:xfrm>
              <a:off x="1850972" y="4205339"/>
              <a:ext cx="1042416" cy="576072"/>
            </a:xfrm>
            <a:prstGeom prst="roundRect">
              <a:avLst/>
            </a:prstGeom>
            <a:solidFill>
              <a:srgbClr val="1C90FF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l-GR" sz="1500" b="1" i="1" dirty="0">
                  <a:solidFill>
                    <a:schemeClr val="bg1"/>
                  </a:solidFill>
                </a:rPr>
                <a:t>τ</a:t>
              </a:r>
              <a:r>
                <a:rPr lang="en-US" sz="1500" b="1" i="1" dirty="0">
                  <a:solidFill>
                    <a:schemeClr val="bg1"/>
                  </a:solidFill>
                </a:rPr>
                <a:t> = -0.131</a:t>
              </a:r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A0DF7541-3562-80E2-611E-F0CF324EBD5E}"/>
              </a:ext>
            </a:extLst>
          </p:cNvPr>
          <p:cNvGrpSpPr/>
          <p:nvPr/>
        </p:nvGrpSpPr>
        <p:grpSpPr>
          <a:xfrm>
            <a:off x="7043250" y="1916833"/>
            <a:ext cx="1633206" cy="989733"/>
            <a:chOff x="7254012" y="3466204"/>
            <a:chExt cx="1094811" cy="663462"/>
          </a:xfrm>
        </p:grpSpPr>
        <p:sp>
          <p:nvSpPr>
            <p:cNvPr id="145" name="tx83">
              <a:extLst>
                <a:ext uri="{FF2B5EF4-FFF2-40B4-BE49-F238E27FC236}">
                  <a16:creationId xmlns:a16="http://schemas.microsoft.com/office/drawing/2014/main" id="{63F0EED0-1DB9-706B-4EAF-4A27CA3886DC}"/>
                </a:ext>
              </a:extLst>
            </p:cNvPr>
            <p:cNvSpPr/>
            <p:nvPr/>
          </p:nvSpPr>
          <p:spPr>
            <a:xfrm>
              <a:off x="7254012" y="3466204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76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76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46" name="rc84">
              <a:extLst>
                <a:ext uri="{FF2B5EF4-FFF2-40B4-BE49-F238E27FC236}">
                  <a16:creationId xmlns:a16="http://schemas.microsoft.com/office/drawing/2014/main" id="{7C2B99C6-FEDC-6D0F-2DB6-A17AE47859F5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7" name="pt85">
              <a:extLst>
                <a:ext uri="{FF2B5EF4-FFF2-40B4-BE49-F238E27FC236}">
                  <a16:creationId xmlns:a16="http://schemas.microsoft.com/office/drawing/2014/main" id="{0D574BD2-90D1-1B17-9E6B-ADCD6091734F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rc86">
              <a:extLst>
                <a:ext uri="{FF2B5EF4-FFF2-40B4-BE49-F238E27FC236}">
                  <a16:creationId xmlns:a16="http://schemas.microsoft.com/office/drawing/2014/main" id="{32992E31-C9B6-243B-B7A6-56B90494B367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9" name="pt87">
              <a:extLst>
                <a:ext uri="{FF2B5EF4-FFF2-40B4-BE49-F238E27FC236}">
                  <a16:creationId xmlns:a16="http://schemas.microsoft.com/office/drawing/2014/main" id="{D664DDBA-3777-AE37-3C15-A813F16E3305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tx88">
              <a:extLst>
                <a:ext uri="{FF2B5EF4-FFF2-40B4-BE49-F238E27FC236}">
                  <a16:creationId xmlns:a16="http://schemas.microsoft.com/office/drawing/2014/main" id="{8F66BF97-B2C5-196A-7983-1DA969FA9614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51" name="tx89">
              <a:extLst>
                <a:ext uri="{FF2B5EF4-FFF2-40B4-BE49-F238E27FC236}">
                  <a16:creationId xmlns:a16="http://schemas.microsoft.com/office/drawing/2014/main" id="{73505A71-ED48-1D9B-00E0-EC7FE3661A1A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diagram of a graph&#10;&#10;AI-generated content may be incorrect.">
            <a:extLst>
              <a:ext uri="{FF2B5EF4-FFF2-40B4-BE49-F238E27FC236}">
                <a16:creationId xmlns:a16="http://schemas.microsoft.com/office/drawing/2014/main" id="{0B15CC0E-98E1-8F63-53AC-F893FEFCE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9" y="542945"/>
            <a:ext cx="3667969" cy="2595897"/>
          </a:xfrm>
          <a:prstGeom prst="rect">
            <a:avLst/>
          </a:prstGeom>
        </p:spPr>
      </p:pic>
      <p:pic>
        <p:nvPicPr>
          <p:cNvPr id="29" name="Picture 28" descr="A graph of a graph with green and blue dots&#10;&#10;AI-generated content may be incorrect.">
            <a:extLst>
              <a:ext uri="{FF2B5EF4-FFF2-40B4-BE49-F238E27FC236}">
                <a16:creationId xmlns:a16="http://schemas.microsoft.com/office/drawing/2014/main" id="{F83E794E-C7A2-BCD7-072B-BD58E9577F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7904" y="542945"/>
            <a:ext cx="3667967" cy="2595896"/>
          </a:xfrm>
          <a:prstGeom prst="rect">
            <a:avLst/>
          </a:prstGeom>
        </p:spPr>
      </p:pic>
      <p:pic>
        <p:nvPicPr>
          <p:cNvPr id="31" name="Picture 30" descr="A graph of a graph with green and blue dots&#10;&#10;AI-generated content may be incorrect.">
            <a:extLst>
              <a:ext uri="{FF2B5EF4-FFF2-40B4-BE49-F238E27FC236}">
                <a16:creationId xmlns:a16="http://schemas.microsoft.com/office/drawing/2014/main" id="{AA1138EE-792B-9D60-92EA-DDFCCBFFAC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9" y="3207040"/>
            <a:ext cx="3667969" cy="2595897"/>
          </a:xfrm>
          <a:prstGeom prst="rect">
            <a:avLst/>
          </a:prstGeom>
        </p:spPr>
      </p:pic>
      <p:pic>
        <p:nvPicPr>
          <p:cNvPr id="33" name="Picture 32" descr="A graph of a graph showing the number of different numbers&#10;&#10;AI-generated content may be incorrect.">
            <a:extLst>
              <a:ext uri="{FF2B5EF4-FFF2-40B4-BE49-F238E27FC236}">
                <a16:creationId xmlns:a16="http://schemas.microsoft.com/office/drawing/2014/main" id="{17DD776E-987D-A219-82C1-4665FDF2A5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7904" y="3191218"/>
            <a:ext cx="3667969" cy="2595897"/>
          </a:xfrm>
          <a:prstGeom prst="rect">
            <a:avLst/>
          </a:prstGeom>
        </p:spPr>
      </p:pic>
      <p:pic>
        <p:nvPicPr>
          <p:cNvPr id="35" name="Picture 34" descr="A close-up of a sign&#10;&#10;AI-generated content may be incorrect.">
            <a:extLst>
              <a:ext uri="{FF2B5EF4-FFF2-40B4-BE49-F238E27FC236}">
                <a16:creationId xmlns:a16="http://schemas.microsoft.com/office/drawing/2014/main" id="{1783EA82-03E1-C374-E469-FE3F9EB4F1F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5940" y="768470"/>
            <a:ext cx="925838" cy="1085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322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59"/>
          <p:cNvSpPr/>
          <p:nvPr/>
        </p:nvSpPr>
        <p:spPr>
          <a:xfrm>
            <a:off x="1255649" y="3985445"/>
            <a:ext cx="3684120" cy="647139"/>
          </a:xfrm>
          <a:custGeom>
            <a:avLst/>
            <a:gdLst/>
            <a:ahLst/>
            <a:cxnLst/>
            <a:rect l="0" t="0" r="0" b="0"/>
            <a:pathLst>
              <a:path w="3684120" h="647139">
                <a:moveTo>
                  <a:pt x="0" y="0"/>
                </a:moveTo>
                <a:lnTo>
                  <a:pt x="46634" y="8191"/>
                </a:lnTo>
                <a:lnTo>
                  <a:pt x="93268" y="16383"/>
                </a:lnTo>
                <a:lnTo>
                  <a:pt x="139903" y="24574"/>
                </a:lnTo>
                <a:lnTo>
                  <a:pt x="186537" y="32766"/>
                </a:lnTo>
                <a:lnTo>
                  <a:pt x="233172" y="40958"/>
                </a:lnTo>
                <a:lnTo>
                  <a:pt x="279806" y="49149"/>
                </a:lnTo>
                <a:lnTo>
                  <a:pt x="326441" y="57341"/>
                </a:lnTo>
                <a:lnTo>
                  <a:pt x="373075" y="65533"/>
                </a:lnTo>
                <a:lnTo>
                  <a:pt x="419709" y="73724"/>
                </a:lnTo>
                <a:lnTo>
                  <a:pt x="466344" y="81916"/>
                </a:lnTo>
                <a:lnTo>
                  <a:pt x="512978" y="90107"/>
                </a:lnTo>
                <a:lnTo>
                  <a:pt x="559613" y="98299"/>
                </a:lnTo>
                <a:lnTo>
                  <a:pt x="606247" y="106491"/>
                </a:lnTo>
                <a:lnTo>
                  <a:pt x="652882" y="114682"/>
                </a:lnTo>
                <a:lnTo>
                  <a:pt x="699516" y="122874"/>
                </a:lnTo>
                <a:lnTo>
                  <a:pt x="746150" y="131066"/>
                </a:lnTo>
                <a:lnTo>
                  <a:pt x="792785" y="139257"/>
                </a:lnTo>
                <a:lnTo>
                  <a:pt x="839419" y="147449"/>
                </a:lnTo>
                <a:lnTo>
                  <a:pt x="886054" y="155641"/>
                </a:lnTo>
                <a:lnTo>
                  <a:pt x="932688" y="163832"/>
                </a:lnTo>
                <a:lnTo>
                  <a:pt x="979323" y="172024"/>
                </a:lnTo>
                <a:lnTo>
                  <a:pt x="1025957" y="180215"/>
                </a:lnTo>
                <a:lnTo>
                  <a:pt x="1072591" y="188407"/>
                </a:lnTo>
                <a:lnTo>
                  <a:pt x="1119226" y="196599"/>
                </a:lnTo>
                <a:lnTo>
                  <a:pt x="1165860" y="204790"/>
                </a:lnTo>
                <a:lnTo>
                  <a:pt x="1212495" y="212982"/>
                </a:lnTo>
                <a:lnTo>
                  <a:pt x="1259129" y="221174"/>
                </a:lnTo>
                <a:lnTo>
                  <a:pt x="1305764" y="229365"/>
                </a:lnTo>
                <a:lnTo>
                  <a:pt x="1352398" y="237557"/>
                </a:lnTo>
                <a:lnTo>
                  <a:pt x="1399033" y="245749"/>
                </a:lnTo>
                <a:lnTo>
                  <a:pt x="1445667" y="253940"/>
                </a:lnTo>
                <a:lnTo>
                  <a:pt x="1492301" y="262132"/>
                </a:lnTo>
                <a:lnTo>
                  <a:pt x="1538936" y="270323"/>
                </a:lnTo>
                <a:lnTo>
                  <a:pt x="1585570" y="278515"/>
                </a:lnTo>
                <a:lnTo>
                  <a:pt x="1632205" y="286707"/>
                </a:lnTo>
                <a:lnTo>
                  <a:pt x="1678839" y="294898"/>
                </a:lnTo>
                <a:lnTo>
                  <a:pt x="1725474" y="303090"/>
                </a:lnTo>
                <a:lnTo>
                  <a:pt x="1772108" y="311282"/>
                </a:lnTo>
                <a:lnTo>
                  <a:pt x="1818742" y="319473"/>
                </a:lnTo>
                <a:lnTo>
                  <a:pt x="1865377" y="327665"/>
                </a:lnTo>
                <a:lnTo>
                  <a:pt x="1912011" y="335856"/>
                </a:lnTo>
                <a:lnTo>
                  <a:pt x="1958646" y="344048"/>
                </a:lnTo>
                <a:lnTo>
                  <a:pt x="2005280" y="352240"/>
                </a:lnTo>
                <a:lnTo>
                  <a:pt x="2051915" y="360431"/>
                </a:lnTo>
                <a:lnTo>
                  <a:pt x="2098549" y="368623"/>
                </a:lnTo>
                <a:lnTo>
                  <a:pt x="2145183" y="376815"/>
                </a:lnTo>
                <a:lnTo>
                  <a:pt x="2191818" y="385006"/>
                </a:lnTo>
                <a:lnTo>
                  <a:pt x="2238452" y="393198"/>
                </a:lnTo>
                <a:lnTo>
                  <a:pt x="2285087" y="401390"/>
                </a:lnTo>
                <a:lnTo>
                  <a:pt x="2331721" y="409581"/>
                </a:lnTo>
                <a:lnTo>
                  <a:pt x="2378356" y="417773"/>
                </a:lnTo>
                <a:lnTo>
                  <a:pt x="2424990" y="425964"/>
                </a:lnTo>
                <a:lnTo>
                  <a:pt x="2471625" y="434156"/>
                </a:lnTo>
                <a:lnTo>
                  <a:pt x="2518259" y="442348"/>
                </a:lnTo>
                <a:lnTo>
                  <a:pt x="2564893" y="450539"/>
                </a:lnTo>
                <a:lnTo>
                  <a:pt x="2611528" y="458731"/>
                </a:lnTo>
                <a:lnTo>
                  <a:pt x="2658162" y="466923"/>
                </a:lnTo>
                <a:lnTo>
                  <a:pt x="2704797" y="475114"/>
                </a:lnTo>
                <a:lnTo>
                  <a:pt x="2751431" y="483306"/>
                </a:lnTo>
                <a:lnTo>
                  <a:pt x="2798066" y="491498"/>
                </a:lnTo>
                <a:lnTo>
                  <a:pt x="2844700" y="499689"/>
                </a:lnTo>
                <a:lnTo>
                  <a:pt x="2891334" y="507881"/>
                </a:lnTo>
                <a:lnTo>
                  <a:pt x="2937969" y="516072"/>
                </a:lnTo>
                <a:lnTo>
                  <a:pt x="2984603" y="524264"/>
                </a:lnTo>
                <a:lnTo>
                  <a:pt x="3031238" y="532456"/>
                </a:lnTo>
                <a:lnTo>
                  <a:pt x="3077872" y="540647"/>
                </a:lnTo>
                <a:lnTo>
                  <a:pt x="3124507" y="548839"/>
                </a:lnTo>
                <a:lnTo>
                  <a:pt x="3171141" y="557031"/>
                </a:lnTo>
                <a:lnTo>
                  <a:pt x="3217775" y="565222"/>
                </a:lnTo>
                <a:lnTo>
                  <a:pt x="3264410" y="573414"/>
                </a:lnTo>
                <a:lnTo>
                  <a:pt x="3311044" y="581605"/>
                </a:lnTo>
                <a:lnTo>
                  <a:pt x="3357679" y="589797"/>
                </a:lnTo>
                <a:lnTo>
                  <a:pt x="3404313" y="597989"/>
                </a:lnTo>
                <a:lnTo>
                  <a:pt x="3450948" y="606180"/>
                </a:lnTo>
                <a:lnTo>
                  <a:pt x="3497582" y="614372"/>
                </a:lnTo>
                <a:lnTo>
                  <a:pt x="3544217" y="622564"/>
                </a:lnTo>
                <a:lnTo>
                  <a:pt x="3590851" y="630755"/>
                </a:lnTo>
                <a:lnTo>
                  <a:pt x="3637485" y="638947"/>
                </a:lnTo>
                <a:lnTo>
                  <a:pt x="3684120" y="647139"/>
                </a:lnTo>
              </a:path>
            </a:pathLst>
          </a:custGeom>
          <a:ln w="38100" cap="flat">
            <a:solidFill>
              <a:srgbClr val="1E90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/>
          <p:cNvSpPr/>
          <p:nvPr/>
        </p:nvSpPr>
        <p:spPr>
          <a:xfrm>
            <a:off x="1255649" y="3677909"/>
            <a:ext cx="3684120" cy="1271988"/>
          </a:xfrm>
          <a:custGeom>
            <a:avLst/>
            <a:gdLst/>
            <a:ahLst/>
            <a:cxnLst/>
            <a:rect l="0" t="0" r="0" b="0"/>
            <a:pathLst>
              <a:path w="3684120" h="1271988">
                <a:moveTo>
                  <a:pt x="0" y="0"/>
                </a:moveTo>
                <a:lnTo>
                  <a:pt x="46634" y="13779"/>
                </a:lnTo>
                <a:lnTo>
                  <a:pt x="93268" y="27513"/>
                </a:lnTo>
                <a:lnTo>
                  <a:pt x="139903" y="41200"/>
                </a:lnTo>
                <a:lnTo>
                  <a:pt x="186537" y="54835"/>
                </a:lnTo>
                <a:lnTo>
                  <a:pt x="233172" y="68417"/>
                </a:lnTo>
                <a:lnTo>
                  <a:pt x="279806" y="81943"/>
                </a:lnTo>
                <a:lnTo>
                  <a:pt x="326441" y="95408"/>
                </a:lnTo>
                <a:lnTo>
                  <a:pt x="373075" y="108809"/>
                </a:lnTo>
                <a:lnTo>
                  <a:pt x="419709" y="122143"/>
                </a:lnTo>
                <a:lnTo>
                  <a:pt x="466344" y="135405"/>
                </a:lnTo>
                <a:lnTo>
                  <a:pt x="512978" y="148591"/>
                </a:lnTo>
                <a:lnTo>
                  <a:pt x="559613" y="161696"/>
                </a:lnTo>
                <a:lnTo>
                  <a:pt x="606247" y="174716"/>
                </a:lnTo>
                <a:lnTo>
                  <a:pt x="652882" y="187644"/>
                </a:lnTo>
                <a:lnTo>
                  <a:pt x="699516" y="200476"/>
                </a:lnTo>
                <a:lnTo>
                  <a:pt x="746150" y="213205"/>
                </a:lnTo>
                <a:lnTo>
                  <a:pt x="792785" y="225826"/>
                </a:lnTo>
                <a:lnTo>
                  <a:pt x="839419" y="238330"/>
                </a:lnTo>
                <a:lnTo>
                  <a:pt x="886054" y="250712"/>
                </a:lnTo>
                <a:lnTo>
                  <a:pt x="932688" y="262964"/>
                </a:lnTo>
                <a:lnTo>
                  <a:pt x="979323" y="275078"/>
                </a:lnTo>
                <a:lnTo>
                  <a:pt x="1025957" y="287047"/>
                </a:lnTo>
                <a:lnTo>
                  <a:pt x="1072591" y="298861"/>
                </a:lnTo>
                <a:lnTo>
                  <a:pt x="1119226" y="310512"/>
                </a:lnTo>
                <a:lnTo>
                  <a:pt x="1165860" y="321991"/>
                </a:lnTo>
                <a:lnTo>
                  <a:pt x="1212495" y="333289"/>
                </a:lnTo>
                <a:lnTo>
                  <a:pt x="1259129" y="344398"/>
                </a:lnTo>
                <a:lnTo>
                  <a:pt x="1305764" y="355307"/>
                </a:lnTo>
                <a:lnTo>
                  <a:pt x="1352398" y="366008"/>
                </a:lnTo>
                <a:lnTo>
                  <a:pt x="1399033" y="376492"/>
                </a:lnTo>
                <a:lnTo>
                  <a:pt x="1445667" y="386750"/>
                </a:lnTo>
                <a:lnTo>
                  <a:pt x="1492301" y="396775"/>
                </a:lnTo>
                <a:lnTo>
                  <a:pt x="1538936" y="406558"/>
                </a:lnTo>
                <a:lnTo>
                  <a:pt x="1585570" y="416093"/>
                </a:lnTo>
                <a:lnTo>
                  <a:pt x="1632205" y="425375"/>
                </a:lnTo>
                <a:lnTo>
                  <a:pt x="1678839" y="434397"/>
                </a:lnTo>
                <a:lnTo>
                  <a:pt x="1725474" y="443157"/>
                </a:lnTo>
                <a:lnTo>
                  <a:pt x="1772108" y="451651"/>
                </a:lnTo>
                <a:lnTo>
                  <a:pt x="1818742" y="459879"/>
                </a:lnTo>
                <a:lnTo>
                  <a:pt x="1865377" y="467839"/>
                </a:lnTo>
                <a:lnTo>
                  <a:pt x="1912011" y="475534"/>
                </a:lnTo>
                <a:lnTo>
                  <a:pt x="1958646" y="482965"/>
                </a:lnTo>
                <a:lnTo>
                  <a:pt x="2005280" y="490135"/>
                </a:lnTo>
                <a:lnTo>
                  <a:pt x="2051915" y="497051"/>
                </a:lnTo>
                <a:lnTo>
                  <a:pt x="2098549" y="503717"/>
                </a:lnTo>
                <a:lnTo>
                  <a:pt x="2145183" y="510140"/>
                </a:lnTo>
                <a:lnTo>
                  <a:pt x="2191818" y="516327"/>
                </a:lnTo>
                <a:lnTo>
                  <a:pt x="2238452" y="522286"/>
                </a:lnTo>
                <a:lnTo>
                  <a:pt x="2285087" y="528025"/>
                </a:lnTo>
                <a:lnTo>
                  <a:pt x="2331721" y="533554"/>
                </a:lnTo>
                <a:lnTo>
                  <a:pt x="2378356" y="538882"/>
                </a:lnTo>
                <a:lnTo>
                  <a:pt x="2424990" y="544017"/>
                </a:lnTo>
                <a:lnTo>
                  <a:pt x="2471625" y="548968"/>
                </a:lnTo>
                <a:lnTo>
                  <a:pt x="2518259" y="553746"/>
                </a:lnTo>
                <a:lnTo>
                  <a:pt x="2564893" y="558358"/>
                </a:lnTo>
                <a:lnTo>
                  <a:pt x="2611528" y="562813"/>
                </a:lnTo>
                <a:lnTo>
                  <a:pt x="2658162" y="567121"/>
                </a:lnTo>
                <a:lnTo>
                  <a:pt x="2704797" y="571288"/>
                </a:lnTo>
                <a:lnTo>
                  <a:pt x="2751431" y="575324"/>
                </a:lnTo>
                <a:lnTo>
                  <a:pt x="2798066" y="579234"/>
                </a:lnTo>
                <a:lnTo>
                  <a:pt x="2844700" y="583028"/>
                </a:lnTo>
                <a:lnTo>
                  <a:pt x="2891334" y="586710"/>
                </a:lnTo>
                <a:lnTo>
                  <a:pt x="2937969" y="590289"/>
                </a:lnTo>
                <a:lnTo>
                  <a:pt x="2984603" y="593769"/>
                </a:lnTo>
                <a:lnTo>
                  <a:pt x="3031238" y="597157"/>
                </a:lnTo>
                <a:lnTo>
                  <a:pt x="3077872" y="600457"/>
                </a:lnTo>
                <a:lnTo>
                  <a:pt x="3124507" y="603676"/>
                </a:lnTo>
                <a:lnTo>
                  <a:pt x="3171141" y="606817"/>
                </a:lnTo>
                <a:lnTo>
                  <a:pt x="3217775" y="609885"/>
                </a:lnTo>
                <a:lnTo>
                  <a:pt x="3264410" y="612885"/>
                </a:lnTo>
                <a:lnTo>
                  <a:pt x="3311044" y="615820"/>
                </a:lnTo>
                <a:lnTo>
                  <a:pt x="3357679" y="618693"/>
                </a:lnTo>
                <a:lnTo>
                  <a:pt x="3404313" y="621509"/>
                </a:lnTo>
                <a:lnTo>
                  <a:pt x="3450948" y="624271"/>
                </a:lnTo>
                <a:lnTo>
                  <a:pt x="3497582" y="626981"/>
                </a:lnTo>
                <a:lnTo>
                  <a:pt x="3544217" y="629643"/>
                </a:lnTo>
                <a:lnTo>
                  <a:pt x="3590851" y="632259"/>
                </a:lnTo>
                <a:lnTo>
                  <a:pt x="3637485" y="634831"/>
                </a:lnTo>
                <a:lnTo>
                  <a:pt x="3684120" y="637362"/>
                </a:lnTo>
                <a:lnTo>
                  <a:pt x="3684120" y="1271988"/>
                </a:lnTo>
                <a:lnTo>
                  <a:pt x="3637485" y="1258136"/>
                </a:lnTo>
                <a:lnTo>
                  <a:pt x="3590851" y="1244324"/>
                </a:lnTo>
                <a:lnTo>
                  <a:pt x="3544217" y="1230557"/>
                </a:lnTo>
                <a:lnTo>
                  <a:pt x="3497582" y="1216835"/>
                </a:lnTo>
                <a:lnTo>
                  <a:pt x="3450948" y="1203162"/>
                </a:lnTo>
                <a:lnTo>
                  <a:pt x="3404313" y="1189541"/>
                </a:lnTo>
                <a:lnTo>
                  <a:pt x="3357679" y="1175973"/>
                </a:lnTo>
                <a:lnTo>
                  <a:pt x="3311044" y="1162464"/>
                </a:lnTo>
                <a:lnTo>
                  <a:pt x="3264410" y="1149016"/>
                </a:lnTo>
                <a:lnTo>
                  <a:pt x="3217775" y="1135632"/>
                </a:lnTo>
                <a:lnTo>
                  <a:pt x="3171141" y="1122317"/>
                </a:lnTo>
                <a:lnTo>
                  <a:pt x="3124507" y="1109075"/>
                </a:lnTo>
                <a:lnTo>
                  <a:pt x="3077872" y="1095910"/>
                </a:lnTo>
                <a:lnTo>
                  <a:pt x="3031238" y="1082827"/>
                </a:lnTo>
                <a:lnTo>
                  <a:pt x="2984603" y="1069832"/>
                </a:lnTo>
                <a:lnTo>
                  <a:pt x="2937969" y="1056929"/>
                </a:lnTo>
                <a:lnTo>
                  <a:pt x="2891334" y="1044124"/>
                </a:lnTo>
                <a:lnTo>
                  <a:pt x="2844700" y="1031423"/>
                </a:lnTo>
                <a:lnTo>
                  <a:pt x="2798066" y="1018833"/>
                </a:lnTo>
                <a:lnTo>
                  <a:pt x="2751431" y="1006361"/>
                </a:lnTo>
                <a:lnTo>
                  <a:pt x="2704797" y="994013"/>
                </a:lnTo>
                <a:lnTo>
                  <a:pt x="2658162" y="981797"/>
                </a:lnTo>
                <a:lnTo>
                  <a:pt x="2611528" y="969721"/>
                </a:lnTo>
                <a:lnTo>
                  <a:pt x="2564893" y="957793"/>
                </a:lnTo>
                <a:lnTo>
                  <a:pt x="2518259" y="946022"/>
                </a:lnTo>
                <a:lnTo>
                  <a:pt x="2471625" y="934416"/>
                </a:lnTo>
                <a:lnTo>
                  <a:pt x="2424990" y="922985"/>
                </a:lnTo>
                <a:lnTo>
                  <a:pt x="2378356" y="911736"/>
                </a:lnTo>
                <a:lnTo>
                  <a:pt x="2331721" y="900681"/>
                </a:lnTo>
                <a:lnTo>
                  <a:pt x="2285087" y="889826"/>
                </a:lnTo>
                <a:lnTo>
                  <a:pt x="2238452" y="879183"/>
                </a:lnTo>
                <a:lnTo>
                  <a:pt x="2191818" y="868758"/>
                </a:lnTo>
                <a:lnTo>
                  <a:pt x="2145183" y="858562"/>
                </a:lnTo>
                <a:lnTo>
                  <a:pt x="2098549" y="848602"/>
                </a:lnTo>
                <a:lnTo>
                  <a:pt x="2051915" y="838884"/>
                </a:lnTo>
                <a:lnTo>
                  <a:pt x="2005280" y="829417"/>
                </a:lnTo>
                <a:lnTo>
                  <a:pt x="1958646" y="820204"/>
                </a:lnTo>
                <a:lnTo>
                  <a:pt x="1912011" y="811252"/>
                </a:lnTo>
                <a:lnTo>
                  <a:pt x="1865377" y="802563"/>
                </a:lnTo>
                <a:lnTo>
                  <a:pt x="1818742" y="794140"/>
                </a:lnTo>
                <a:lnTo>
                  <a:pt x="1772108" y="785985"/>
                </a:lnTo>
                <a:lnTo>
                  <a:pt x="1725474" y="778096"/>
                </a:lnTo>
                <a:lnTo>
                  <a:pt x="1678839" y="770472"/>
                </a:lnTo>
                <a:lnTo>
                  <a:pt x="1632205" y="763111"/>
                </a:lnTo>
                <a:lnTo>
                  <a:pt x="1585570" y="756009"/>
                </a:lnTo>
                <a:lnTo>
                  <a:pt x="1538936" y="749161"/>
                </a:lnTo>
                <a:lnTo>
                  <a:pt x="1492301" y="742561"/>
                </a:lnTo>
                <a:lnTo>
                  <a:pt x="1445667" y="736203"/>
                </a:lnTo>
                <a:lnTo>
                  <a:pt x="1399033" y="730078"/>
                </a:lnTo>
                <a:lnTo>
                  <a:pt x="1352398" y="724178"/>
                </a:lnTo>
                <a:lnTo>
                  <a:pt x="1305764" y="718496"/>
                </a:lnTo>
                <a:lnTo>
                  <a:pt x="1259129" y="713022"/>
                </a:lnTo>
                <a:lnTo>
                  <a:pt x="1212495" y="707747"/>
                </a:lnTo>
                <a:lnTo>
                  <a:pt x="1165860" y="702662"/>
                </a:lnTo>
                <a:lnTo>
                  <a:pt x="1119226" y="697758"/>
                </a:lnTo>
                <a:lnTo>
                  <a:pt x="1072591" y="693026"/>
                </a:lnTo>
                <a:lnTo>
                  <a:pt x="1025957" y="688457"/>
                </a:lnTo>
                <a:lnTo>
                  <a:pt x="979323" y="684042"/>
                </a:lnTo>
                <a:lnTo>
                  <a:pt x="932688" y="679773"/>
                </a:lnTo>
                <a:lnTo>
                  <a:pt x="886054" y="675641"/>
                </a:lnTo>
                <a:lnTo>
                  <a:pt x="839419" y="671640"/>
                </a:lnTo>
                <a:lnTo>
                  <a:pt x="792785" y="667762"/>
                </a:lnTo>
                <a:lnTo>
                  <a:pt x="746150" y="663999"/>
                </a:lnTo>
                <a:lnTo>
                  <a:pt x="699516" y="660345"/>
                </a:lnTo>
                <a:lnTo>
                  <a:pt x="652882" y="656793"/>
                </a:lnTo>
                <a:lnTo>
                  <a:pt x="606247" y="653338"/>
                </a:lnTo>
                <a:lnTo>
                  <a:pt x="559613" y="649975"/>
                </a:lnTo>
                <a:lnTo>
                  <a:pt x="512978" y="646697"/>
                </a:lnTo>
                <a:lnTo>
                  <a:pt x="466344" y="643499"/>
                </a:lnTo>
                <a:lnTo>
                  <a:pt x="419709" y="640378"/>
                </a:lnTo>
                <a:lnTo>
                  <a:pt x="373075" y="637329"/>
                </a:lnTo>
                <a:lnTo>
                  <a:pt x="326441" y="634347"/>
                </a:lnTo>
                <a:lnTo>
                  <a:pt x="279806" y="631428"/>
                </a:lnTo>
                <a:lnTo>
                  <a:pt x="233172" y="628570"/>
                </a:lnTo>
                <a:lnTo>
                  <a:pt x="186537" y="625769"/>
                </a:lnTo>
                <a:lnTo>
                  <a:pt x="139903" y="623022"/>
                </a:lnTo>
                <a:lnTo>
                  <a:pt x="93268" y="620325"/>
                </a:lnTo>
                <a:lnTo>
                  <a:pt x="46634" y="617676"/>
                </a:lnTo>
                <a:lnTo>
                  <a:pt x="0" y="615072"/>
                </a:lnTo>
                <a:close/>
              </a:path>
            </a:pathLst>
          </a:custGeom>
          <a:solidFill>
            <a:srgbClr val="1E90FF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0" name="pg30"/>
          <p:cNvSpPr/>
          <p:nvPr/>
        </p:nvSpPr>
        <p:spPr>
          <a:xfrm>
            <a:off x="1228338" y="2180629"/>
            <a:ext cx="5729243" cy="2559004"/>
          </a:xfrm>
          <a:custGeom>
            <a:avLst/>
            <a:gdLst/>
            <a:ahLst/>
            <a:cxnLst/>
            <a:rect l="0" t="0" r="0" b="0"/>
            <a:pathLst>
              <a:path w="5729243" h="2559004">
                <a:moveTo>
                  <a:pt x="0" y="0"/>
                </a:moveTo>
                <a:lnTo>
                  <a:pt x="72522" y="28257"/>
                </a:lnTo>
                <a:lnTo>
                  <a:pt x="145044" y="56404"/>
                </a:lnTo>
                <a:lnTo>
                  <a:pt x="217566" y="84435"/>
                </a:lnTo>
                <a:lnTo>
                  <a:pt x="290088" y="112341"/>
                </a:lnTo>
                <a:lnTo>
                  <a:pt x="362610" y="140115"/>
                </a:lnTo>
                <a:lnTo>
                  <a:pt x="435132" y="167746"/>
                </a:lnTo>
                <a:lnTo>
                  <a:pt x="507654" y="195226"/>
                </a:lnTo>
                <a:lnTo>
                  <a:pt x="580176" y="222543"/>
                </a:lnTo>
                <a:lnTo>
                  <a:pt x="652698" y="249687"/>
                </a:lnTo>
                <a:lnTo>
                  <a:pt x="725220" y="276646"/>
                </a:lnTo>
                <a:lnTo>
                  <a:pt x="797742" y="303407"/>
                </a:lnTo>
                <a:lnTo>
                  <a:pt x="870264" y="329955"/>
                </a:lnTo>
                <a:lnTo>
                  <a:pt x="942786" y="356276"/>
                </a:lnTo>
                <a:lnTo>
                  <a:pt x="1015308" y="382356"/>
                </a:lnTo>
                <a:lnTo>
                  <a:pt x="1087830" y="408176"/>
                </a:lnTo>
                <a:lnTo>
                  <a:pt x="1160353" y="433719"/>
                </a:lnTo>
                <a:lnTo>
                  <a:pt x="1232875" y="458968"/>
                </a:lnTo>
                <a:lnTo>
                  <a:pt x="1305397" y="483902"/>
                </a:lnTo>
                <a:lnTo>
                  <a:pt x="1377919" y="508503"/>
                </a:lnTo>
                <a:lnTo>
                  <a:pt x="1450441" y="532748"/>
                </a:lnTo>
                <a:lnTo>
                  <a:pt x="1522963" y="556618"/>
                </a:lnTo>
                <a:lnTo>
                  <a:pt x="1595485" y="580091"/>
                </a:lnTo>
                <a:lnTo>
                  <a:pt x="1668007" y="603146"/>
                </a:lnTo>
                <a:lnTo>
                  <a:pt x="1740529" y="625762"/>
                </a:lnTo>
                <a:lnTo>
                  <a:pt x="1813051" y="647918"/>
                </a:lnTo>
                <a:lnTo>
                  <a:pt x="1885573" y="669595"/>
                </a:lnTo>
                <a:lnTo>
                  <a:pt x="1958095" y="690776"/>
                </a:lnTo>
                <a:lnTo>
                  <a:pt x="2030617" y="711445"/>
                </a:lnTo>
                <a:lnTo>
                  <a:pt x="2103139" y="731587"/>
                </a:lnTo>
                <a:lnTo>
                  <a:pt x="2175661" y="751191"/>
                </a:lnTo>
                <a:lnTo>
                  <a:pt x="2248184" y="770250"/>
                </a:lnTo>
                <a:lnTo>
                  <a:pt x="2320706" y="788757"/>
                </a:lnTo>
                <a:lnTo>
                  <a:pt x="2393228" y="806710"/>
                </a:lnTo>
                <a:lnTo>
                  <a:pt x="2465750" y="824112"/>
                </a:lnTo>
                <a:lnTo>
                  <a:pt x="2538272" y="840966"/>
                </a:lnTo>
                <a:lnTo>
                  <a:pt x="2610794" y="857281"/>
                </a:lnTo>
                <a:lnTo>
                  <a:pt x="2683316" y="873066"/>
                </a:lnTo>
                <a:lnTo>
                  <a:pt x="2755838" y="888335"/>
                </a:lnTo>
                <a:lnTo>
                  <a:pt x="2828360" y="903105"/>
                </a:lnTo>
                <a:lnTo>
                  <a:pt x="2900882" y="917391"/>
                </a:lnTo>
                <a:lnTo>
                  <a:pt x="2973404" y="931214"/>
                </a:lnTo>
                <a:lnTo>
                  <a:pt x="3045926" y="944593"/>
                </a:lnTo>
                <a:lnTo>
                  <a:pt x="3118448" y="957549"/>
                </a:lnTo>
                <a:lnTo>
                  <a:pt x="3190970" y="970103"/>
                </a:lnTo>
                <a:lnTo>
                  <a:pt x="3263492" y="982277"/>
                </a:lnTo>
                <a:lnTo>
                  <a:pt x="3336014" y="994091"/>
                </a:lnTo>
                <a:lnTo>
                  <a:pt x="3408537" y="1005567"/>
                </a:lnTo>
                <a:lnTo>
                  <a:pt x="3481059" y="1016724"/>
                </a:lnTo>
                <a:lnTo>
                  <a:pt x="3553581" y="1027583"/>
                </a:lnTo>
                <a:lnTo>
                  <a:pt x="3626103" y="1038160"/>
                </a:lnTo>
                <a:lnTo>
                  <a:pt x="3698625" y="1048475"/>
                </a:lnTo>
                <a:lnTo>
                  <a:pt x="3771147" y="1058544"/>
                </a:lnTo>
                <a:lnTo>
                  <a:pt x="3843669" y="1068382"/>
                </a:lnTo>
                <a:lnTo>
                  <a:pt x="3916191" y="1078006"/>
                </a:lnTo>
                <a:lnTo>
                  <a:pt x="3988713" y="1087428"/>
                </a:lnTo>
                <a:lnTo>
                  <a:pt x="4061235" y="1096661"/>
                </a:lnTo>
                <a:lnTo>
                  <a:pt x="4133757" y="1105719"/>
                </a:lnTo>
                <a:lnTo>
                  <a:pt x="4206279" y="1114612"/>
                </a:lnTo>
                <a:lnTo>
                  <a:pt x="4278801" y="1123352"/>
                </a:lnTo>
                <a:lnTo>
                  <a:pt x="4351323" y="1131947"/>
                </a:lnTo>
                <a:lnTo>
                  <a:pt x="4423845" y="1140407"/>
                </a:lnTo>
                <a:lnTo>
                  <a:pt x="4496368" y="1148741"/>
                </a:lnTo>
                <a:lnTo>
                  <a:pt x="4568890" y="1156957"/>
                </a:lnTo>
                <a:lnTo>
                  <a:pt x="4641412" y="1165061"/>
                </a:lnTo>
                <a:lnTo>
                  <a:pt x="4713934" y="1173062"/>
                </a:lnTo>
                <a:lnTo>
                  <a:pt x="4786456" y="1180964"/>
                </a:lnTo>
                <a:lnTo>
                  <a:pt x="4858978" y="1188774"/>
                </a:lnTo>
                <a:lnTo>
                  <a:pt x="4931500" y="1196498"/>
                </a:lnTo>
                <a:lnTo>
                  <a:pt x="5004022" y="1204141"/>
                </a:lnTo>
                <a:lnTo>
                  <a:pt x="5076544" y="1211706"/>
                </a:lnTo>
                <a:lnTo>
                  <a:pt x="5149066" y="1219200"/>
                </a:lnTo>
                <a:lnTo>
                  <a:pt x="5221588" y="1226625"/>
                </a:lnTo>
                <a:lnTo>
                  <a:pt x="5294110" y="1233986"/>
                </a:lnTo>
                <a:lnTo>
                  <a:pt x="5366632" y="1241287"/>
                </a:lnTo>
                <a:lnTo>
                  <a:pt x="5439154" y="1248529"/>
                </a:lnTo>
                <a:lnTo>
                  <a:pt x="5511676" y="1255718"/>
                </a:lnTo>
                <a:lnTo>
                  <a:pt x="5584198" y="1262855"/>
                </a:lnTo>
                <a:lnTo>
                  <a:pt x="5656721" y="1269943"/>
                </a:lnTo>
                <a:lnTo>
                  <a:pt x="5729243" y="1276985"/>
                </a:lnTo>
                <a:lnTo>
                  <a:pt x="5729243" y="2559004"/>
                </a:lnTo>
                <a:lnTo>
                  <a:pt x="5656721" y="2529708"/>
                </a:lnTo>
                <a:lnTo>
                  <a:pt x="5584198" y="2500459"/>
                </a:lnTo>
                <a:lnTo>
                  <a:pt x="5511676" y="2471258"/>
                </a:lnTo>
                <a:lnTo>
                  <a:pt x="5439154" y="2442108"/>
                </a:lnTo>
                <a:lnTo>
                  <a:pt x="5366632" y="2413013"/>
                </a:lnTo>
                <a:lnTo>
                  <a:pt x="5294110" y="2383976"/>
                </a:lnTo>
                <a:lnTo>
                  <a:pt x="5221588" y="2354999"/>
                </a:lnTo>
                <a:lnTo>
                  <a:pt x="5149066" y="2326086"/>
                </a:lnTo>
                <a:lnTo>
                  <a:pt x="5076544" y="2297242"/>
                </a:lnTo>
                <a:lnTo>
                  <a:pt x="5004022" y="2268470"/>
                </a:lnTo>
                <a:lnTo>
                  <a:pt x="4931500" y="2239775"/>
                </a:lnTo>
                <a:lnTo>
                  <a:pt x="4858978" y="2211161"/>
                </a:lnTo>
                <a:lnTo>
                  <a:pt x="4786456" y="2182633"/>
                </a:lnTo>
                <a:lnTo>
                  <a:pt x="4713934" y="2154198"/>
                </a:lnTo>
                <a:lnTo>
                  <a:pt x="4641412" y="2125860"/>
                </a:lnTo>
                <a:lnTo>
                  <a:pt x="4568890" y="2097627"/>
                </a:lnTo>
                <a:lnTo>
                  <a:pt x="4496368" y="2069505"/>
                </a:lnTo>
                <a:lnTo>
                  <a:pt x="4423845" y="2041501"/>
                </a:lnTo>
                <a:lnTo>
                  <a:pt x="4351323" y="2013623"/>
                </a:lnTo>
                <a:lnTo>
                  <a:pt x="4278801" y="1985881"/>
                </a:lnTo>
                <a:lnTo>
                  <a:pt x="4206279" y="1958282"/>
                </a:lnTo>
                <a:lnTo>
                  <a:pt x="4133757" y="1930838"/>
                </a:lnTo>
                <a:lnTo>
                  <a:pt x="4061235" y="1903558"/>
                </a:lnTo>
                <a:lnTo>
                  <a:pt x="3988713" y="1876454"/>
                </a:lnTo>
                <a:lnTo>
                  <a:pt x="3916191" y="1849538"/>
                </a:lnTo>
                <a:lnTo>
                  <a:pt x="3843669" y="1822823"/>
                </a:lnTo>
                <a:lnTo>
                  <a:pt x="3771147" y="1796324"/>
                </a:lnTo>
                <a:lnTo>
                  <a:pt x="3698625" y="1770055"/>
                </a:lnTo>
                <a:lnTo>
                  <a:pt x="3626103" y="1744032"/>
                </a:lnTo>
                <a:lnTo>
                  <a:pt x="3553581" y="1718272"/>
                </a:lnTo>
                <a:lnTo>
                  <a:pt x="3481059" y="1692792"/>
                </a:lnTo>
                <a:lnTo>
                  <a:pt x="3408537" y="1667612"/>
                </a:lnTo>
                <a:lnTo>
                  <a:pt x="3336014" y="1642750"/>
                </a:lnTo>
                <a:lnTo>
                  <a:pt x="3263492" y="1618227"/>
                </a:lnTo>
                <a:lnTo>
                  <a:pt x="3190970" y="1594063"/>
                </a:lnTo>
                <a:lnTo>
                  <a:pt x="3118448" y="1570279"/>
                </a:lnTo>
                <a:lnTo>
                  <a:pt x="3045926" y="1546897"/>
                </a:lnTo>
                <a:lnTo>
                  <a:pt x="2973404" y="1523938"/>
                </a:lnTo>
                <a:lnTo>
                  <a:pt x="2900882" y="1501423"/>
                </a:lnTo>
                <a:lnTo>
                  <a:pt x="2828360" y="1479372"/>
                </a:lnTo>
                <a:lnTo>
                  <a:pt x="2755838" y="1457803"/>
                </a:lnTo>
                <a:lnTo>
                  <a:pt x="2683316" y="1436735"/>
                </a:lnTo>
                <a:lnTo>
                  <a:pt x="2610794" y="1416182"/>
                </a:lnTo>
                <a:lnTo>
                  <a:pt x="2538272" y="1396159"/>
                </a:lnTo>
                <a:lnTo>
                  <a:pt x="2465750" y="1376675"/>
                </a:lnTo>
                <a:lnTo>
                  <a:pt x="2393228" y="1357739"/>
                </a:lnTo>
                <a:lnTo>
                  <a:pt x="2320706" y="1339355"/>
                </a:lnTo>
                <a:lnTo>
                  <a:pt x="2248184" y="1321524"/>
                </a:lnTo>
                <a:lnTo>
                  <a:pt x="2175661" y="1304245"/>
                </a:lnTo>
                <a:lnTo>
                  <a:pt x="2103139" y="1287512"/>
                </a:lnTo>
                <a:lnTo>
                  <a:pt x="2030617" y="1271316"/>
                </a:lnTo>
                <a:lnTo>
                  <a:pt x="1958095" y="1255646"/>
                </a:lnTo>
                <a:lnTo>
                  <a:pt x="1885573" y="1240490"/>
                </a:lnTo>
                <a:lnTo>
                  <a:pt x="1813051" y="1225829"/>
                </a:lnTo>
                <a:lnTo>
                  <a:pt x="1740529" y="1211648"/>
                </a:lnTo>
                <a:lnTo>
                  <a:pt x="1668007" y="1197925"/>
                </a:lnTo>
                <a:lnTo>
                  <a:pt x="1595485" y="1184642"/>
                </a:lnTo>
                <a:lnTo>
                  <a:pt x="1522963" y="1171778"/>
                </a:lnTo>
                <a:lnTo>
                  <a:pt x="1450441" y="1159310"/>
                </a:lnTo>
                <a:lnTo>
                  <a:pt x="1377919" y="1147218"/>
                </a:lnTo>
                <a:lnTo>
                  <a:pt x="1305397" y="1135480"/>
                </a:lnTo>
                <a:lnTo>
                  <a:pt x="1232875" y="1124077"/>
                </a:lnTo>
                <a:lnTo>
                  <a:pt x="1160353" y="1112988"/>
                </a:lnTo>
                <a:lnTo>
                  <a:pt x="1087830" y="1102193"/>
                </a:lnTo>
                <a:lnTo>
                  <a:pt x="1015308" y="1091676"/>
                </a:lnTo>
                <a:lnTo>
                  <a:pt x="942786" y="1081417"/>
                </a:lnTo>
                <a:lnTo>
                  <a:pt x="870264" y="1071401"/>
                </a:lnTo>
                <a:lnTo>
                  <a:pt x="797742" y="1061611"/>
                </a:lnTo>
                <a:lnTo>
                  <a:pt x="725220" y="1052034"/>
                </a:lnTo>
                <a:lnTo>
                  <a:pt x="652698" y="1042655"/>
                </a:lnTo>
                <a:lnTo>
                  <a:pt x="580176" y="1033461"/>
                </a:lnTo>
                <a:lnTo>
                  <a:pt x="507654" y="1024441"/>
                </a:lnTo>
                <a:lnTo>
                  <a:pt x="435132" y="1015583"/>
                </a:lnTo>
                <a:lnTo>
                  <a:pt x="362610" y="1006876"/>
                </a:lnTo>
                <a:lnTo>
                  <a:pt x="290088" y="998312"/>
                </a:lnTo>
                <a:lnTo>
                  <a:pt x="217566" y="989880"/>
                </a:lnTo>
                <a:lnTo>
                  <a:pt x="145044" y="981573"/>
                </a:lnTo>
                <a:lnTo>
                  <a:pt x="72522" y="973383"/>
                </a:lnTo>
                <a:lnTo>
                  <a:pt x="0" y="965302"/>
                </a:lnTo>
                <a:close/>
              </a:path>
            </a:pathLst>
          </a:custGeom>
          <a:solidFill>
            <a:srgbClr val="B4EEB4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3" name="pl33"/>
          <p:cNvSpPr/>
          <p:nvPr/>
        </p:nvSpPr>
        <p:spPr>
          <a:xfrm>
            <a:off x="1228338" y="2663281"/>
            <a:ext cx="5729243" cy="1435343"/>
          </a:xfrm>
          <a:custGeom>
            <a:avLst/>
            <a:gdLst/>
            <a:ahLst/>
            <a:cxnLst/>
            <a:rect l="0" t="0" r="0" b="0"/>
            <a:pathLst>
              <a:path w="5729243" h="1435343">
                <a:moveTo>
                  <a:pt x="0" y="0"/>
                </a:moveTo>
                <a:lnTo>
                  <a:pt x="72522" y="18168"/>
                </a:lnTo>
                <a:lnTo>
                  <a:pt x="145044" y="36337"/>
                </a:lnTo>
                <a:lnTo>
                  <a:pt x="217566" y="54506"/>
                </a:lnTo>
                <a:lnTo>
                  <a:pt x="290088" y="72675"/>
                </a:lnTo>
                <a:lnTo>
                  <a:pt x="362610" y="90844"/>
                </a:lnTo>
                <a:lnTo>
                  <a:pt x="435132" y="109013"/>
                </a:lnTo>
                <a:lnTo>
                  <a:pt x="507654" y="127182"/>
                </a:lnTo>
                <a:lnTo>
                  <a:pt x="580176" y="145351"/>
                </a:lnTo>
                <a:lnTo>
                  <a:pt x="652698" y="163520"/>
                </a:lnTo>
                <a:lnTo>
                  <a:pt x="725220" y="181689"/>
                </a:lnTo>
                <a:lnTo>
                  <a:pt x="797742" y="199857"/>
                </a:lnTo>
                <a:lnTo>
                  <a:pt x="870264" y="218026"/>
                </a:lnTo>
                <a:lnTo>
                  <a:pt x="942786" y="236195"/>
                </a:lnTo>
                <a:lnTo>
                  <a:pt x="1015308" y="254364"/>
                </a:lnTo>
                <a:lnTo>
                  <a:pt x="1087830" y="272533"/>
                </a:lnTo>
                <a:lnTo>
                  <a:pt x="1160353" y="290702"/>
                </a:lnTo>
                <a:lnTo>
                  <a:pt x="1232875" y="308871"/>
                </a:lnTo>
                <a:lnTo>
                  <a:pt x="1305397" y="327040"/>
                </a:lnTo>
                <a:lnTo>
                  <a:pt x="1377919" y="345209"/>
                </a:lnTo>
                <a:lnTo>
                  <a:pt x="1450441" y="363378"/>
                </a:lnTo>
                <a:lnTo>
                  <a:pt x="1522963" y="381547"/>
                </a:lnTo>
                <a:lnTo>
                  <a:pt x="1595485" y="399715"/>
                </a:lnTo>
                <a:lnTo>
                  <a:pt x="1668007" y="417884"/>
                </a:lnTo>
                <a:lnTo>
                  <a:pt x="1740529" y="436053"/>
                </a:lnTo>
                <a:lnTo>
                  <a:pt x="1813051" y="454222"/>
                </a:lnTo>
                <a:lnTo>
                  <a:pt x="1885573" y="472391"/>
                </a:lnTo>
                <a:lnTo>
                  <a:pt x="1958095" y="490560"/>
                </a:lnTo>
                <a:lnTo>
                  <a:pt x="2030617" y="508729"/>
                </a:lnTo>
                <a:lnTo>
                  <a:pt x="2103139" y="526898"/>
                </a:lnTo>
                <a:lnTo>
                  <a:pt x="2175661" y="545067"/>
                </a:lnTo>
                <a:lnTo>
                  <a:pt x="2248184" y="563236"/>
                </a:lnTo>
                <a:lnTo>
                  <a:pt x="2320706" y="581404"/>
                </a:lnTo>
                <a:lnTo>
                  <a:pt x="2393228" y="599573"/>
                </a:lnTo>
                <a:lnTo>
                  <a:pt x="2465750" y="617742"/>
                </a:lnTo>
                <a:lnTo>
                  <a:pt x="2538272" y="635911"/>
                </a:lnTo>
                <a:lnTo>
                  <a:pt x="2610794" y="654080"/>
                </a:lnTo>
                <a:lnTo>
                  <a:pt x="2683316" y="672249"/>
                </a:lnTo>
                <a:lnTo>
                  <a:pt x="2755838" y="690418"/>
                </a:lnTo>
                <a:lnTo>
                  <a:pt x="2828360" y="708587"/>
                </a:lnTo>
                <a:lnTo>
                  <a:pt x="2900882" y="726756"/>
                </a:lnTo>
                <a:lnTo>
                  <a:pt x="2973404" y="744925"/>
                </a:lnTo>
                <a:lnTo>
                  <a:pt x="3045926" y="763094"/>
                </a:lnTo>
                <a:lnTo>
                  <a:pt x="3118448" y="781262"/>
                </a:lnTo>
                <a:lnTo>
                  <a:pt x="3190970" y="799431"/>
                </a:lnTo>
                <a:lnTo>
                  <a:pt x="3263492" y="817600"/>
                </a:lnTo>
                <a:lnTo>
                  <a:pt x="3336014" y="835769"/>
                </a:lnTo>
                <a:lnTo>
                  <a:pt x="3408537" y="853938"/>
                </a:lnTo>
                <a:lnTo>
                  <a:pt x="3481059" y="872107"/>
                </a:lnTo>
                <a:lnTo>
                  <a:pt x="3553581" y="890276"/>
                </a:lnTo>
                <a:lnTo>
                  <a:pt x="3626103" y="908445"/>
                </a:lnTo>
                <a:lnTo>
                  <a:pt x="3698625" y="926614"/>
                </a:lnTo>
                <a:lnTo>
                  <a:pt x="3771147" y="944783"/>
                </a:lnTo>
                <a:lnTo>
                  <a:pt x="3843669" y="962951"/>
                </a:lnTo>
                <a:lnTo>
                  <a:pt x="3916191" y="981120"/>
                </a:lnTo>
                <a:lnTo>
                  <a:pt x="3988713" y="999289"/>
                </a:lnTo>
                <a:lnTo>
                  <a:pt x="4061235" y="1017458"/>
                </a:lnTo>
                <a:lnTo>
                  <a:pt x="4133757" y="1035627"/>
                </a:lnTo>
                <a:lnTo>
                  <a:pt x="4206279" y="1053796"/>
                </a:lnTo>
                <a:lnTo>
                  <a:pt x="4278801" y="1071965"/>
                </a:lnTo>
                <a:lnTo>
                  <a:pt x="4351323" y="1090134"/>
                </a:lnTo>
                <a:lnTo>
                  <a:pt x="4423845" y="1108303"/>
                </a:lnTo>
                <a:lnTo>
                  <a:pt x="4496368" y="1126472"/>
                </a:lnTo>
                <a:lnTo>
                  <a:pt x="4568890" y="1144641"/>
                </a:lnTo>
                <a:lnTo>
                  <a:pt x="4641412" y="1162809"/>
                </a:lnTo>
                <a:lnTo>
                  <a:pt x="4713934" y="1180978"/>
                </a:lnTo>
                <a:lnTo>
                  <a:pt x="4786456" y="1199147"/>
                </a:lnTo>
                <a:lnTo>
                  <a:pt x="4858978" y="1217316"/>
                </a:lnTo>
                <a:lnTo>
                  <a:pt x="4931500" y="1235485"/>
                </a:lnTo>
                <a:lnTo>
                  <a:pt x="5004022" y="1253654"/>
                </a:lnTo>
                <a:lnTo>
                  <a:pt x="5076544" y="1271823"/>
                </a:lnTo>
                <a:lnTo>
                  <a:pt x="5149066" y="1289992"/>
                </a:lnTo>
                <a:lnTo>
                  <a:pt x="5221588" y="1308161"/>
                </a:lnTo>
                <a:lnTo>
                  <a:pt x="5294110" y="1326330"/>
                </a:lnTo>
                <a:lnTo>
                  <a:pt x="5366632" y="1344498"/>
                </a:lnTo>
                <a:lnTo>
                  <a:pt x="5439154" y="1362667"/>
                </a:lnTo>
                <a:lnTo>
                  <a:pt x="5511676" y="1380836"/>
                </a:lnTo>
                <a:lnTo>
                  <a:pt x="5584198" y="1399005"/>
                </a:lnTo>
                <a:lnTo>
                  <a:pt x="5656721" y="1417174"/>
                </a:lnTo>
                <a:lnTo>
                  <a:pt x="5729243" y="1435343"/>
                </a:lnTo>
              </a:path>
            </a:pathLst>
          </a:custGeom>
          <a:ln w="38100" cap="flat">
            <a:solidFill>
              <a:srgbClr val="00FA9A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" name="pt6"/>
          <p:cNvSpPr/>
          <p:nvPr/>
        </p:nvSpPr>
        <p:spPr>
          <a:xfrm>
            <a:off x="1169634" y="287783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t7"/>
          <p:cNvSpPr/>
          <p:nvPr/>
        </p:nvSpPr>
        <p:spPr>
          <a:xfrm>
            <a:off x="1169634" y="226606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t8"/>
          <p:cNvSpPr/>
          <p:nvPr/>
        </p:nvSpPr>
        <p:spPr>
          <a:xfrm>
            <a:off x="1169634" y="237203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" name="pt9"/>
          <p:cNvSpPr/>
          <p:nvPr/>
        </p:nvSpPr>
        <p:spPr>
          <a:xfrm>
            <a:off x="2469938" y="266179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" name="pt10"/>
          <p:cNvSpPr/>
          <p:nvPr/>
        </p:nvSpPr>
        <p:spPr>
          <a:xfrm>
            <a:off x="2469938" y="284095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t11"/>
          <p:cNvSpPr/>
          <p:nvPr/>
        </p:nvSpPr>
        <p:spPr>
          <a:xfrm>
            <a:off x="2469938" y="263555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t12"/>
          <p:cNvSpPr/>
          <p:nvPr/>
        </p:nvSpPr>
        <p:spPr>
          <a:xfrm>
            <a:off x="3250739" y="300954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t13"/>
          <p:cNvSpPr/>
          <p:nvPr/>
        </p:nvSpPr>
        <p:spPr>
          <a:xfrm>
            <a:off x="3250739" y="295195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t14"/>
          <p:cNvSpPr/>
          <p:nvPr/>
        </p:nvSpPr>
        <p:spPr>
          <a:xfrm>
            <a:off x="3250739" y="311189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t15"/>
          <p:cNvSpPr/>
          <p:nvPr/>
        </p:nvSpPr>
        <p:spPr>
          <a:xfrm>
            <a:off x="2144566" y="201179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t16"/>
          <p:cNvSpPr/>
          <p:nvPr/>
        </p:nvSpPr>
        <p:spPr>
          <a:xfrm>
            <a:off x="2144566" y="287166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" name="pt17"/>
          <p:cNvSpPr/>
          <p:nvPr/>
        </p:nvSpPr>
        <p:spPr>
          <a:xfrm>
            <a:off x="2144566" y="291655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" name="pt18"/>
          <p:cNvSpPr/>
          <p:nvPr/>
        </p:nvSpPr>
        <p:spPr>
          <a:xfrm>
            <a:off x="4306379" y="320442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t19"/>
          <p:cNvSpPr/>
          <p:nvPr/>
        </p:nvSpPr>
        <p:spPr>
          <a:xfrm>
            <a:off x="4306379" y="317914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t20"/>
          <p:cNvSpPr/>
          <p:nvPr/>
        </p:nvSpPr>
        <p:spPr>
          <a:xfrm>
            <a:off x="4306379" y="340046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t21"/>
          <p:cNvSpPr/>
          <p:nvPr/>
        </p:nvSpPr>
        <p:spPr>
          <a:xfrm>
            <a:off x="3717721" y="303949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2" name="pt22"/>
          <p:cNvSpPr/>
          <p:nvPr/>
        </p:nvSpPr>
        <p:spPr>
          <a:xfrm>
            <a:off x="3717721" y="305955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pt23"/>
          <p:cNvSpPr/>
          <p:nvPr/>
        </p:nvSpPr>
        <p:spPr>
          <a:xfrm>
            <a:off x="3717721" y="285360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4" name="pt24"/>
          <p:cNvSpPr/>
          <p:nvPr/>
        </p:nvSpPr>
        <p:spPr>
          <a:xfrm>
            <a:off x="4029363" y="549050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5" name="pt25"/>
          <p:cNvSpPr/>
          <p:nvPr/>
        </p:nvSpPr>
        <p:spPr>
          <a:xfrm>
            <a:off x="4029363" y="456026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t26"/>
          <p:cNvSpPr/>
          <p:nvPr/>
        </p:nvSpPr>
        <p:spPr>
          <a:xfrm>
            <a:off x="4029363" y="434852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t27"/>
          <p:cNvSpPr/>
          <p:nvPr/>
        </p:nvSpPr>
        <p:spPr>
          <a:xfrm>
            <a:off x="6898878" y="359662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t28"/>
          <p:cNvSpPr/>
          <p:nvPr/>
        </p:nvSpPr>
        <p:spPr>
          <a:xfrm>
            <a:off x="6898878" y="364104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9" name="pt29"/>
          <p:cNvSpPr/>
          <p:nvPr/>
        </p:nvSpPr>
        <p:spPr>
          <a:xfrm>
            <a:off x="6898878" y="361075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1" name="pl31"/>
          <p:cNvSpPr/>
          <p:nvPr/>
        </p:nvSpPr>
        <p:spPr>
          <a:xfrm>
            <a:off x="1228338" y="2180629"/>
            <a:ext cx="5729243" cy="1276985"/>
          </a:xfrm>
          <a:custGeom>
            <a:avLst/>
            <a:gdLst/>
            <a:ahLst/>
            <a:cxnLst/>
            <a:rect l="0" t="0" r="0" b="0"/>
            <a:pathLst>
              <a:path w="5729243" h="1276985">
                <a:moveTo>
                  <a:pt x="0" y="0"/>
                </a:moveTo>
                <a:lnTo>
                  <a:pt x="72522" y="28257"/>
                </a:lnTo>
                <a:lnTo>
                  <a:pt x="145044" y="56404"/>
                </a:lnTo>
                <a:lnTo>
                  <a:pt x="217566" y="84435"/>
                </a:lnTo>
                <a:lnTo>
                  <a:pt x="290088" y="112341"/>
                </a:lnTo>
                <a:lnTo>
                  <a:pt x="362610" y="140115"/>
                </a:lnTo>
                <a:lnTo>
                  <a:pt x="435132" y="167746"/>
                </a:lnTo>
                <a:lnTo>
                  <a:pt x="507654" y="195226"/>
                </a:lnTo>
                <a:lnTo>
                  <a:pt x="580176" y="222543"/>
                </a:lnTo>
                <a:lnTo>
                  <a:pt x="652698" y="249687"/>
                </a:lnTo>
                <a:lnTo>
                  <a:pt x="725220" y="276646"/>
                </a:lnTo>
                <a:lnTo>
                  <a:pt x="797742" y="303407"/>
                </a:lnTo>
                <a:lnTo>
                  <a:pt x="870264" y="329955"/>
                </a:lnTo>
                <a:lnTo>
                  <a:pt x="942786" y="356276"/>
                </a:lnTo>
                <a:lnTo>
                  <a:pt x="1015308" y="382356"/>
                </a:lnTo>
                <a:lnTo>
                  <a:pt x="1087830" y="408176"/>
                </a:lnTo>
                <a:lnTo>
                  <a:pt x="1160353" y="433719"/>
                </a:lnTo>
                <a:lnTo>
                  <a:pt x="1232875" y="458968"/>
                </a:lnTo>
                <a:lnTo>
                  <a:pt x="1305397" y="483902"/>
                </a:lnTo>
                <a:lnTo>
                  <a:pt x="1377919" y="508503"/>
                </a:lnTo>
                <a:lnTo>
                  <a:pt x="1450441" y="532748"/>
                </a:lnTo>
                <a:lnTo>
                  <a:pt x="1522963" y="556618"/>
                </a:lnTo>
                <a:lnTo>
                  <a:pt x="1595485" y="580091"/>
                </a:lnTo>
                <a:lnTo>
                  <a:pt x="1668007" y="603146"/>
                </a:lnTo>
                <a:lnTo>
                  <a:pt x="1740529" y="625762"/>
                </a:lnTo>
                <a:lnTo>
                  <a:pt x="1813051" y="647918"/>
                </a:lnTo>
                <a:lnTo>
                  <a:pt x="1885573" y="669595"/>
                </a:lnTo>
                <a:lnTo>
                  <a:pt x="1958095" y="690776"/>
                </a:lnTo>
                <a:lnTo>
                  <a:pt x="2030617" y="711445"/>
                </a:lnTo>
                <a:lnTo>
                  <a:pt x="2103139" y="731587"/>
                </a:lnTo>
                <a:lnTo>
                  <a:pt x="2175661" y="751191"/>
                </a:lnTo>
                <a:lnTo>
                  <a:pt x="2248184" y="770250"/>
                </a:lnTo>
                <a:lnTo>
                  <a:pt x="2320706" y="788757"/>
                </a:lnTo>
                <a:lnTo>
                  <a:pt x="2393228" y="806710"/>
                </a:lnTo>
                <a:lnTo>
                  <a:pt x="2465750" y="824112"/>
                </a:lnTo>
                <a:lnTo>
                  <a:pt x="2538272" y="840966"/>
                </a:lnTo>
                <a:lnTo>
                  <a:pt x="2610794" y="857281"/>
                </a:lnTo>
                <a:lnTo>
                  <a:pt x="2683316" y="873066"/>
                </a:lnTo>
                <a:lnTo>
                  <a:pt x="2755838" y="888335"/>
                </a:lnTo>
                <a:lnTo>
                  <a:pt x="2828360" y="903105"/>
                </a:lnTo>
                <a:lnTo>
                  <a:pt x="2900882" y="917391"/>
                </a:lnTo>
                <a:lnTo>
                  <a:pt x="2973404" y="931214"/>
                </a:lnTo>
                <a:lnTo>
                  <a:pt x="3045926" y="944593"/>
                </a:lnTo>
                <a:lnTo>
                  <a:pt x="3118448" y="957549"/>
                </a:lnTo>
                <a:lnTo>
                  <a:pt x="3190970" y="970103"/>
                </a:lnTo>
                <a:lnTo>
                  <a:pt x="3263492" y="982277"/>
                </a:lnTo>
                <a:lnTo>
                  <a:pt x="3336014" y="994091"/>
                </a:lnTo>
                <a:lnTo>
                  <a:pt x="3408537" y="1005567"/>
                </a:lnTo>
                <a:lnTo>
                  <a:pt x="3481059" y="1016724"/>
                </a:lnTo>
                <a:lnTo>
                  <a:pt x="3553581" y="1027583"/>
                </a:lnTo>
                <a:lnTo>
                  <a:pt x="3626103" y="1038160"/>
                </a:lnTo>
                <a:lnTo>
                  <a:pt x="3698625" y="1048475"/>
                </a:lnTo>
                <a:lnTo>
                  <a:pt x="3771147" y="1058544"/>
                </a:lnTo>
                <a:lnTo>
                  <a:pt x="3843669" y="1068382"/>
                </a:lnTo>
                <a:lnTo>
                  <a:pt x="3916191" y="1078006"/>
                </a:lnTo>
                <a:lnTo>
                  <a:pt x="3988713" y="1087428"/>
                </a:lnTo>
                <a:lnTo>
                  <a:pt x="4061235" y="1096661"/>
                </a:lnTo>
                <a:lnTo>
                  <a:pt x="4133757" y="1105719"/>
                </a:lnTo>
                <a:lnTo>
                  <a:pt x="4206279" y="1114612"/>
                </a:lnTo>
                <a:lnTo>
                  <a:pt x="4278801" y="1123352"/>
                </a:lnTo>
                <a:lnTo>
                  <a:pt x="4351323" y="1131947"/>
                </a:lnTo>
                <a:lnTo>
                  <a:pt x="4423845" y="1140407"/>
                </a:lnTo>
                <a:lnTo>
                  <a:pt x="4496368" y="1148741"/>
                </a:lnTo>
                <a:lnTo>
                  <a:pt x="4568890" y="1156957"/>
                </a:lnTo>
                <a:lnTo>
                  <a:pt x="4641412" y="1165061"/>
                </a:lnTo>
                <a:lnTo>
                  <a:pt x="4713934" y="1173062"/>
                </a:lnTo>
                <a:lnTo>
                  <a:pt x="4786456" y="1180964"/>
                </a:lnTo>
                <a:lnTo>
                  <a:pt x="4858978" y="1188774"/>
                </a:lnTo>
                <a:lnTo>
                  <a:pt x="4931500" y="1196498"/>
                </a:lnTo>
                <a:lnTo>
                  <a:pt x="5004022" y="1204141"/>
                </a:lnTo>
                <a:lnTo>
                  <a:pt x="5076544" y="1211706"/>
                </a:lnTo>
                <a:lnTo>
                  <a:pt x="5149066" y="1219200"/>
                </a:lnTo>
                <a:lnTo>
                  <a:pt x="5221588" y="1226625"/>
                </a:lnTo>
                <a:lnTo>
                  <a:pt x="5294110" y="1233986"/>
                </a:lnTo>
                <a:lnTo>
                  <a:pt x="5366632" y="1241287"/>
                </a:lnTo>
                <a:lnTo>
                  <a:pt x="5439154" y="1248529"/>
                </a:lnTo>
                <a:lnTo>
                  <a:pt x="5511676" y="1255718"/>
                </a:lnTo>
                <a:lnTo>
                  <a:pt x="5584198" y="1262855"/>
                </a:lnTo>
                <a:lnTo>
                  <a:pt x="5656721" y="1269943"/>
                </a:lnTo>
                <a:lnTo>
                  <a:pt x="5729243" y="1276985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" name="pl32"/>
          <p:cNvSpPr/>
          <p:nvPr/>
        </p:nvSpPr>
        <p:spPr>
          <a:xfrm>
            <a:off x="1228338" y="3145932"/>
            <a:ext cx="5729243" cy="1593701"/>
          </a:xfrm>
          <a:custGeom>
            <a:avLst/>
            <a:gdLst/>
            <a:ahLst/>
            <a:cxnLst/>
            <a:rect l="0" t="0" r="0" b="0"/>
            <a:pathLst>
              <a:path w="5729243" h="1593701">
                <a:moveTo>
                  <a:pt x="5729243" y="1593701"/>
                </a:moveTo>
                <a:lnTo>
                  <a:pt x="5656721" y="1564405"/>
                </a:lnTo>
                <a:lnTo>
                  <a:pt x="5584198" y="1535156"/>
                </a:lnTo>
                <a:lnTo>
                  <a:pt x="5511676" y="1505955"/>
                </a:lnTo>
                <a:lnTo>
                  <a:pt x="5439154" y="1476805"/>
                </a:lnTo>
                <a:lnTo>
                  <a:pt x="5366632" y="1447710"/>
                </a:lnTo>
                <a:lnTo>
                  <a:pt x="5294110" y="1418673"/>
                </a:lnTo>
                <a:lnTo>
                  <a:pt x="5221588" y="1389696"/>
                </a:lnTo>
                <a:lnTo>
                  <a:pt x="5149066" y="1360784"/>
                </a:lnTo>
                <a:lnTo>
                  <a:pt x="5076544" y="1331939"/>
                </a:lnTo>
                <a:lnTo>
                  <a:pt x="5004022" y="1303167"/>
                </a:lnTo>
                <a:lnTo>
                  <a:pt x="4931500" y="1274472"/>
                </a:lnTo>
                <a:lnTo>
                  <a:pt x="4858978" y="1245858"/>
                </a:lnTo>
                <a:lnTo>
                  <a:pt x="4786456" y="1217330"/>
                </a:lnTo>
                <a:lnTo>
                  <a:pt x="4713934" y="1188895"/>
                </a:lnTo>
                <a:lnTo>
                  <a:pt x="4641412" y="1160557"/>
                </a:lnTo>
                <a:lnTo>
                  <a:pt x="4568890" y="1132324"/>
                </a:lnTo>
                <a:lnTo>
                  <a:pt x="4496368" y="1104202"/>
                </a:lnTo>
                <a:lnTo>
                  <a:pt x="4423845" y="1076198"/>
                </a:lnTo>
                <a:lnTo>
                  <a:pt x="4351323" y="1048321"/>
                </a:lnTo>
                <a:lnTo>
                  <a:pt x="4278801" y="1020578"/>
                </a:lnTo>
                <a:lnTo>
                  <a:pt x="4206279" y="992979"/>
                </a:lnTo>
                <a:lnTo>
                  <a:pt x="4133757" y="965535"/>
                </a:lnTo>
                <a:lnTo>
                  <a:pt x="4061235" y="938255"/>
                </a:lnTo>
                <a:lnTo>
                  <a:pt x="3988713" y="911151"/>
                </a:lnTo>
                <a:lnTo>
                  <a:pt x="3916191" y="884235"/>
                </a:lnTo>
                <a:lnTo>
                  <a:pt x="3843669" y="857521"/>
                </a:lnTo>
                <a:lnTo>
                  <a:pt x="3771147" y="831021"/>
                </a:lnTo>
                <a:lnTo>
                  <a:pt x="3698625" y="804752"/>
                </a:lnTo>
                <a:lnTo>
                  <a:pt x="3626103" y="778729"/>
                </a:lnTo>
                <a:lnTo>
                  <a:pt x="3553581" y="752969"/>
                </a:lnTo>
                <a:lnTo>
                  <a:pt x="3481059" y="727490"/>
                </a:lnTo>
                <a:lnTo>
                  <a:pt x="3408537" y="702309"/>
                </a:lnTo>
                <a:lnTo>
                  <a:pt x="3336014" y="677447"/>
                </a:lnTo>
                <a:lnTo>
                  <a:pt x="3263492" y="652924"/>
                </a:lnTo>
                <a:lnTo>
                  <a:pt x="3190970" y="628760"/>
                </a:lnTo>
                <a:lnTo>
                  <a:pt x="3118448" y="604976"/>
                </a:lnTo>
                <a:lnTo>
                  <a:pt x="3045926" y="581594"/>
                </a:lnTo>
                <a:lnTo>
                  <a:pt x="2973404" y="558636"/>
                </a:lnTo>
                <a:lnTo>
                  <a:pt x="2900882" y="536120"/>
                </a:lnTo>
                <a:lnTo>
                  <a:pt x="2828360" y="514069"/>
                </a:lnTo>
                <a:lnTo>
                  <a:pt x="2755838" y="492500"/>
                </a:lnTo>
                <a:lnTo>
                  <a:pt x="2683316" y="471432"/>
                </a:lnTo>
                <a:lnTo>
                  <a:pt x="2610794" y="450880"/>
                </a:lnTo>
                <a:lnTo>
                  <a:pt x="2538272" y="430856"/>
                </a:lnTo>
                <a:lnTo>
                  <a:pt x="2465750" y="411372"/>
                </a:lnTo>
                <a:lnTo>
                  <a:pt x="2393228" y="392436"/>
                </a:lnTo>
                <a:lnTo>
                  <a:pt x="2320706" y="374052"/>
                </a:lnTo>
                <a:lnTo>
                  <a:pt x="2248184" y="356221"/>
                </a:lnTo>
                <a:lnTo>
                  <a:pt x="2175661" y="338942"/>
                </a:lnTo>
                <a:lnTo>
                  <a:pt x="2103139" y="322209"/>
                </a:lnTo>
                <a:lnTo>
                  <a:pt x="2030617" y="306013"/>
                </a:lnTo>
                <a:lnTo>
                  <a:pt x="1958095" y="290344"/>
                </a:lnTo>
                <a:lnTo>
                  <a:pt x="1885573" y="275187"/>
                </a:lnTo>
                <a:lnTo>
                  <a:pt x="1813051" y="260526"/>
                </a:lnTo>
                <a:lnTo>
                  <a:pt x="1740529" y="246345"/>
                </a:lnTo>
                <a:lnTo>
                  <a:pt x="1668007" y="232623"/>
                </a:lnTo>
                <a:lnTo>
                  <a:pt x="1595485" y="219340"/>
                </a:lnTo>
                <a:lnTo>
                  <a:pt x="1522963" y="206475"/>
                </a:lnTo>
                <a:lnTo>
                  <a:pt x="1450441" y="194007"/>
                </a:lnTo>
                <a:lnTo>
                  <a:pt x="1377919" y="181915"/>
                </a:lnTo>
                <a:lnTo>
                  <a:pt x="1305397" y="170177"/>
                </a:lnTo>
                <a:lnTo>
                  <a:pt x="1232875" y="158774"/>
                </a:lnTo>
                <a:lnTo>
                  <a:pt x="1160353" y="147685"/>
                </a:lnTo>
                <a:lnTo>
                  <a:pt x="1087830" y="136891"/>
                </a:lnTo>
                <a:lnTo>
                  <a:pt x="1015308" y="126373"/>
                </a:lnTo>
                <a:lnTo>
                  <a:pt x="942786" y="116114"/>
                </a:lnTo>
                <a:lnTo>
                  <a:pt x="870264" y="106098"/>
                </a:lnTo>
                <a:lnTo>
                  <a:pt x="797742" y="96308"/>
                </a:lnTo>
                <a:lnTo>
                  <a:pt x="725220" y="86731"/>
                </a:lnTo>
                <a:lnTo>
                  <a:pt x="652698" y="77352"/>
                </a:lnTo>
                <a:lnTo>
                  <a:pt x="580176" y="68158"/>
                </a:lnTo>
                <a:lnTo>
                  <a:pt x="507654" y="59138"/>
                </a:lnTo>
                <a:lnTo>
                  <a:pt x="435132" y="50280"/>
                </a:lnTo>
                <a:lnTo>
                  <a:pt x="362610" y="41573"/>
                </a:lnTo>
                <a:lnTo>
                  <a:pt x="290088" y="33009"/>
                </a:lnTo>
                <a:lnTo>
                  <a:pt x="217566" y="24577"/>
                </a:lnTo>
                <a:lnTo>
                  <a:pt x="145044" y="16270"/>
                </a:lnTo>
                <a:lnTo>
                  <a:pt x="72522" y="8080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4" name="pt34"/>
          <p:cNvSpPr/>
          <p:nvPr/>
        </p:nvSpPr>
        <p:spPr>
          <a:xfrm>
            <a:off x="2832169" y="376057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t35"/>
          <p:cNvSpPr/>
          <p:nvPr/>
        </p:nvSpPr>
        <p:spPr>
          <a:xfrm>
            <a:off x="2832169" y="375337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t36"/>
          <p:cNvSpPr/>
          <p:nvPr/>
        </p:nvSpPr>
        <p:spPr>
          <a:xfrm>
            <a:off x="2832169" y="388494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t37"/>
          <p:cNvSpPr/>
          <p:nvPr/>
        </p:nvSpPr>
        <p:spPr>
          <a:xfrm>
            <a:off x="1196945" y="370403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t38"/>
          <p:cNvSpPr/>
          <p:nvPr/>
        </p:nvSpPr>
        <p:spPr>
          <a:xfrm>
            <a:off x="1196945" y="397163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t39"/>
          <p:cNvSpPr/>
          <p:nvPr/>
        </p:nvSpPr>
        <p:spPr>
          <a:xfrm>
            <a:off x="1196945" y="345528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t40"/>
          <p:cNvSpPr/>
          <p:nvPr/>
        </p:nvSpPr>
        <p:spPr>
          <a:xfrm>
            <a:off x="4881066" y="468287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t41"/>
          <p:cNvSpPr/>
          <p:nvPr/>
        </p:nvSpPr>
        <p:spPr>
          <a:xfrm>
            <a:off x="4881066" y="441636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t42"/>
          <p:cNvSpPr/>
          <p:nvPr/>
        </p:nvSpPr>
        <p:spPr>
          <a:xfrm>
            <a:off x="4881066" y="448420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t43"/>
          <p:cNvSpPr/>
          <p:nvPr/>
        </p:nvSpPr>
        <p:spPr>
          <a:xfrm>
            <a:off x="3176333" y="443897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t44"/>
          <p:cNvSpPr/>
          <p:nvPr/>
        </p:nvSpPr>
        <p:spPr>
          <a:xfrm>
            <a:off x="3176333" y="452943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t45"/>
          <p:cNvSpPr/>
          <p:nvPr/>
        </p:nvSpPr>
        <p:spPr>
          <a:xfrm>
            <a:off x="3176333" y="411956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6" name="pt46"/>
          <p:cNvSpPr/>
          <p:nvPr/>
        </p:nvSpPr>
        <p:spPr>
          <a:xfrm>
            <a:off x="3438463" y="410542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" name="pt47"/>
          <p:cNvSpPr/>
          <p:nvPr/>
        </p:nvSpPr>
        <p:spPr>
          <a:xfrm>
            <a:off x="3438463" y="422253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t48"/>
          <p:cNvSpPr/>
          <p:nvPr/>
        </p:nvSpPr>
        <p:spPr>
          <a:xfrm>
            <a:off x="3438463" y="418669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t49"/>
          <p:cNvSpPr/>
          <p:nvPr/>
        </p:nvSpPr>
        <p:spPr>
          <a:xfrm>
            <a:off x="1554183" y="410856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t50"/>
          <p:cNvSpPr/>
          <p:nvPr/>
        </p:nvSpPr>
        <p:spPr>
          <a:xfrm>
            <a:off x="1554183" y="414076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t51"/>
          <p:cNvSpPr/>
          <p:nvPr/>
        </p:nvSpPr>
        <p:spPr>
          <a:xfrm>
            <a:off x="1554183" y="458001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t52"/>
          <p:cNvSpPr/>
          <p:nvPr/>
        </p:nvSpPr>
        <p:spPr>
          <a:xfrm>
            <a:off x="3276410" y="537743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t53"/>
          <p:cNvSpPr/>
          <p:nvPr/>
        </p:nvSpPr>
        <p:spPr>
          <a:xfrm>
            <a:off x="3276410" y="468018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t54"/>
          <p:cNvSpPr/>
          <p:nvPr/>
        </p:nvSpPr>
        <p:spPr>
          <a:xfrm>
            <a:off x="4089737" y="455769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t55"/>
          <p:cNvSpPr/>
          <p:nvPr/>
        </p:nvSpPr>
        <p:spPr>
          <a:xfrm>
            <a:off x="4089737" y="419022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7" name="pl57"/>
          <p:cNvSpPr/>
          <p:nvPr/>
        </p:nvSpPr>
        <p:spPr>
          <a:xfrm>
            <a:off x="1255649" y="3677909"/>
            <a:ext cx="3684120" cy="637362"/>
          </a:xfrm>
          <a:custGeom>
            <a:avLst/>
            <a:gdLst/>
            <a:ahLst/>
            <a:cxnLst/>
            <a:rect l="0" t="0" r="0" b="0"/>
            <a:pathLst>
              <a:path w="3684120" h="637362">
                <a:moveTo>
                  <a:pt x="0" y="0"/>
                </a:moveTo>
                <a:lnTo>
                  <a:pt x="46634" y="13779"/>
                </a:lnTo>
                <a:lnTo>
                  <a:pt x="93268" y="27513"/>
                </a:lnTo>
                <a:lnTo>
                  <a:pt x="139903" y="41200"/>
                </a:lnTo>
                <a:lnTo>
                  <a:pt x="186537" y="54835"/>
                </a:lnTo>
                <a:lnTo>
                  <a:pt x="233172" y="68417"/>
                </a:lnTo>
                <a:lnTo>
                  <a:pt x="279806" y="81943"/>
                </a:lnTo>
                <a:lnTo>
                  <a:pt x="326441" y="95408"/>
                </a:lnTo>
                <a:lnTo>
                  <a:pt x="373075" y="108809"/>
                </a:lnTo>
                <a:lnTo>
                  <a:pt x="419709" y="122143"/>
                </a:lnTo>
                <a:lnTo>
                  <a:pt x="466344" y="135405"/>
                </a:lnTo>
                <a:lnTo>
                  <a:pt x="512978" y="148591"/>
                </a:lnTo>
                <a:lnTo>
                  <a:pt x="559613" y="161696"/>
                </a:lnTo>
                <a:lnTo>
                  <a:pt x="606247" y="174716"/>
                </a:lnTo>
                <a:lnTo>
                  <a:pt x="652882" y="187644"/>
                </a:lnTo>
                <a:lnTo>
                  <a:pt x="699516" y="200476"/>
                </a:lnTo>
                <a:lnTo>
                  <a:pt x="746150" y="213205"/>
                </a:lnTo>
                <a:lnTo>
                  <a:pt x="792785" y="225826"/>
                </a:lnTo>
                <a:lnTo>
                  <a:pt x="839419" y="238330"/>
                </a:lnTo>
                <a:lnTo>
                  <a:pt x="886054" y="250712"/>
                </a:lnTo>
                <a:lnTo>
                  <a:pt x="932688" y="262964"/>
                </a:lnTo>
                <a:lnTo>
                  <a:pt x="979323" y="275078"/>
                </a:lnTo>
                <a:lnTo>
                  <a:pt x="1025957" y="287047"/>
                </a:lnTo>
                <a:lnTo>
                  <a:pt x="1072591" y="298861"/>
                </a:lnTo>
                <a:lnTo>
                  <a:pt x="1119226" y="310512"/>
                </a:lnTo>
                <a:lnTo>
                  <a:pt x="1165860" y="321991"/>
                </a:lnTo>
                <a:lnTo>
                  <a:pt x="1212495" y="333289"/>
                </a:lnTo>
                <a:lnTo>
                  <a:pt x="1259129" y="344398"/>
                </a:lnTo>
                <a:lnTo>
                  <a:pt x="1305764" y="355307"/>
                </a:lnTo>
                <a:lnTo>
                  <a:pt x="1352398" y="366008"/>
                </a:lnTo>
                <a:lnTo>
                  <a:pt x="1399033" y="376492"/>
                </a:lnTo>
                <a:lnTo>
                  <a:pt x="1445667" y="386750"/>
                </a:lnTo>
                <a:lnTo>
                  <a:pt x="1492301" y="396775"/>
                </a:lnTo>
                <a:lnTo>
                  <a:pt x="1538936" y="406558"/>
                </a:lnTo>
                <a:lnTo>
                  <a:pt x="1585570" y="416093"/>
                </a:lnTo>
                <a:lnTo>
                  <a:pt x="1632205" y="425375"/>
                </a:lnTo>
                <a:lnTo>
                  <a:pt x="1678839" y="434397"/>
                </a:lnTo>
                <a:lnTo>
                  <a:pt x="1725474" y="443157"/>
                </a:lnTo>
                <a:lnTo>
                  <a:pt x="1772108" y="451651"/>
                </a:lnTo>
                <a:lnTo>
                  <a:pt x="1818742" y="459879"/>
                </a:lnTo>
                <a:lnTo>
                  <a:pt x="1865377" y="467839"/>
                </a:lnTo>
                <a:lnTo>
                  <a:pt x="1912011" y="475534"/>
                </a:lnTo>
                <a:lnTo>
                  <a:pt x="1958646" y="482965"/>
                </a:lnTo>
                <a:lnTo>
                  <a:pt x="2005280" y="490135"/>
                </a:lnTo>
                <a:lnTo>
                  <a:pt x="2051915" y="497051"/>
                </a:lnTo>
                <a:lnTo>
                  <a:pt x="2098549" y="503717"/>
                </a:lnTo>
                <a:lnTo>
                  <a:pt x="2145183" y="510140"/>
                </a:lnTo>
                <a:lnTo>
                  <a:pt x="2191818" y="516327"/>
                </a:lnTo>
                <a:lnTo>
                  <a:pt x="2238452" y="522286"/>
                </a:lnTo>
                <a:lnTo>
                  <a:pt x="2285087" y="528025"/>
                </a:lnTo>
                <a:lnTo>
                  <a:pt x="2331721" y="533554"/>
                </a:lnTo>
                <a:lnTo>
                  <a:pt x="2378356" y="538882"/>
                </a:lnTo>
                <a:lnTo>
                  <a:pt x="2424990" y="544017"/>
                </a:lnTo>
                <a:lnTo>
                  <a:pt x="2471625" y="548968"/>
                </a:lnTo>
                <a:lnTo>
                  <a:pt x="2518259" y="553746"/>
                </a:lnTo>
                <a:lnTo>
                  <a:pt x="2564893" y="558358"/>
                </a:lnTo>
                <a:lnTo>
                  <a:pt x="2611528" y="562813"/>
                </a:lnTo>
                <a:lnTo>
                  <a:pt x="2658162" y="567121"/>
                </a:lnTo>
                <a:lnTo>
                  <a:pt x="2704797" y="571288"/>
                </a:lnTo>
                <a:lnTo>
                  <a:pt x="2751431" y="575324"/>
                </a:lnTo>
                <a:lnTo>
                  <a:pt x="2798066" y="579234"/>
                </a:lnTo>
                <a:lnTo>
                  <a:pt x="2844700" y="583028"/>
                </a:lnTo>
                <a:lnTo>
                  <a:pt x="2891334" y="586710"/>
                </a:lnTo>
                <a:lnTo>
                  <a:pt x="2937969" y="590289"/>
                </a:lnTo>
                <a:lnTo>
                  <a:pt x="2984603" y="593769"/>
                </a:lnTo>
                <a:lnTo>
                  <a:pt x="3031238" y="597157"/>
                </a:lnTo>
                <a:lnTo>
                  <a:pt x="3077872" y="600457"/>
                </a:lnTo>
                <a:lnTo>
                  <a:pt x="3124507" y="603676"/>
                </a:lnTo>
                <a:lnTo>
                  <a:pt x="3171141" y="606817"/>
                </a:lnTo>
                <a:lnTo>
                  <a:pt x="3217775" y="609885"/>
                </a:lnTo>
                <a:lnTo>
                  <a:pt x="3264410" y="612885"/>
                </a:lnTo>
                <a:lnTo>
                  <a:pt x="3311044" y="615820"/>
                </a:lnTo>
                <a:lnTo>
                  <a:pt x="3357679" y="618693"/>
                </a:lnTo>
                <a:lnTo>
                  <a:pt x="3404313" y="621509"/>
                </a:lnTo>
                <a:lnTo>
                  <a:pt x="3450948" y="624271"/>
                </a:lnTo>
                <a:lnTo>
                  <a:pt x="3497582" y="626981"/>
                </a:lnTo>
                <a:lnTo>
                  <a:pt x="3544217" y="629643"/>
                </a:lnTo>
                <a:lnTo>
                  <a:pt x="3590851" y="632259"/>
                </a:lnTo>
                <a:lnTo>
                  <a:pt x="3637485" y="634831"/>
                </a:lnTo>
                <a:lnTo>
                  <a:pt x="3684120" y="637362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8" name="pl58"/>
          <p:cNvSpPr/>
          <p:nvPr/>
        </p:nvSpPr>
        <p:spPr>
          <a:xfrm>
            <a:off x="1255649" y="4292981"/>
            <a:ext cx="3684120" cy="656915"/>
          </a:xfrm>
          <a:custGeom>
            <a:avLst/>
            <a:gdLst/>
            <a:ahLst/>
            <a:cxnLst/>
            <a:rect l="0" t="0" r="0" b="0"/>
            <a:pathLst>
              <a:path w="3684120" h="656915">
                <a:moveTo>
                  <a:pt x="3684120" y="656915"/>
                </a:moveTo>
                <a:lnTo>
                  <a:pt x="3637485" y="643063"/>
                </a:lnTo>
                <a:lnTo>
                  <a:pt x="3590851" y="629252"/>
                </a:lnTo>
                <a:lnTo>
                  <a:pt x="3544217" y="615484"/>
                </a:lnTo>
                <a:lnTo>
                  <a:pt x="3497582" y="601763"/>
                </a:lnTo>
                <a:lnTo>
                  <a:pt x="3450948" y="588090"/>
                </a:lnTo>
                <a:lnTo>
                  <a:pt x="3404313" y="574468"/>
                </a:lnTo>
                <a:lnTo>
                  <a:pt x="3357679" y="560901"/>
                </a:lnTo>
                <a:lnTo>
                  <a:pt x="3311044" y="547391"/>
                </a:lnTo>
                <a:lnTo>
                  <a:pt x="3264410" y="533943"/>
                </a:lnTo>
                <a:lnTo>
                  <a:pt x="3217775" y="520559"/>
                </a:lnTo>
                <a:lnTo>
                  <a:pt x="3171141" y="507244"/>
                </a:lnTo>
                <a:lnTo>
                  <a:pt x="3124507" y="494002"/>
                </a:lnTo>
                <a:lnTo>
                  <a:pt x="3077872" y="480838"/>
                </a:lnTo>
                <a:lnTo>
                  <a:pt x="3031238" y="467755"/>
                </a:lnTo>
                <a:lnTo>
                  <a:pt x="2984603" y="454759"/>
                </a:lnTo>
                <a:lnTo>
                  <a:pt x="2937969" y="441856"/>
                </a:lnTo>
                <a:lnTo>
                  <a:pt x="2891334" y="429051"/>
                </a:lnTo>
                <a:lnTo>
                  <a:pt x="2844700" y="416351"/>
                </a:lnTo>
                <a:lnTo>
                  <a:pt x="2798066" y="403761"/>
                </a:lnTo>
                <a:lnTo>
                  <a:pt x="2751431" y="391288"/>
                </a:lnTo>
                <a:lnTo>
                  <a:pt x="2704797" y="378940"/>
                </a:lnTo>
                <a:lnTo>
                  <a:pt x="2658162" y="366724"/>
                </a:lnTo>
                <a:lnTo>
                  <a:pt x="2611528" y="354649"/>
                </a:lnTo>
                <a:lnTo>
                  <a:pt x="2564893" y="342721"/>
                </a:lnTo>
                <a:lnTo>
                  <a:pt x="2518259" y="330950"/>
                </a:lnTo>
                <a:lnTo>
                  <a:pt x="2471625" y="319344"/>
                </a:lnTo>
                <a:lnTo>
                  <a:pt x="2424990" y="307912"/>
                </a:lnTo>
                <a:lnTo>
                  <a:pt x="2378356" y="296664"/>
                </a:lnTo>
                <a:lnTo>
                  <a:pt x="2331721" y="285608"/>
                </a:lnTo>
                <a:lnTo>
                  <a:pt x="2285087" y="274754"/>
                </a:lnTo>
                <a:lnTo>
                  <a:pt x="2238452" y="264110"/>
                </a:lnTo>
                <a:lnTo>
                  <a:pt x="2191818" y="253686"/>
                </a:lnTo>
                <a:lnTo>
                  <a:pt x="2145183" y="243490"/>
                </a:lnTo>
                <a:lnTo>
                  <a:pt x="2098549" y="233529"/>
                </a:lnTo>
                <a:lnTo>
                  <a:pt x="2051915" y="223812"/>
                </a:lnTo>
                <a:lnTo>
                  <a:pt x="2005280" y="214344"/>
                </a:lnTo>
                <a:lnTo>
                  <a:pt x="1958646" y="205132"/>
                </a:lnTo>
                <a:lnTo>
                  <a:pt x="1912011" y="196179"/>
                </a:lnTo>
                <a:lnTo>
                  <a:pt x="1865377" y="187491"/>
                </a:lnTo>
                <a:lnTo>
                  <a:pt x="1818742" y="179068"/>
                </a:lnTo>
                <a:lnTo>
                  <a:pt x="1772108" y="170912"/>
                </a:lnTo>
                <a:lnTo>
                  <a:pt x="1725474" y="163023"/>
                </a:lnTo>
                <a:lnTo>
                  <a:pt x="1678839" y="155400"/>
                </a:lnTo>
                <a:lnTo>
                  <a:pt x="1632205" y="148039"/>
                </a:lnTo>
                <a:lnTo>
                  <a:pt x="1585570" y="140937"/>
                </a:lnTo>
                <a:lnTo>
                  <a:pt x="1538936" y="134089"/>
                </a:lnTo>
                <a:lnTo>
                  <a:pt x="1492301" y="127489"/>
                </a:lnTo>
                <a:lnTo>
                  <a:pt x="1445667" y="121130"/>
                </a:lnTo>
                <a:lnTo>
                  <a:pt x="1399033" y="115005"/>
                </a:lnTo>
                <a:lnTo>
                  <a:pt x="1352398" y="109106"/>
                </a:lnTo>
                <a:lnTo>
                  <a:pt x="1305764" y="103423"/>
                </a:lnTo>
                <a:lnTo>
                  <a:pt x="1259129" y="97949"/>
                </a:lnTo>
                <a:lnTo>
                  <a:pt x="1212495" y="92675"/>
                </a:lnTo>
                <a:lnTo>
                  <a:pt x="1165860" y="87590"/>
                </a:lnTo>
                <a:lnTo>
                  <a:pt x="1119226" y="82686"/>
                </a:lnTo>
                <a:lnTo>
                  <a:pt x="1072591" y="77953"/>
                </a:lnTo>
                <a:lnTo>
                  <a:pt x="1025957" y="73384"/>
                </a:lnTo>
                <a:lnTo>
                  <a:pt x="979323" y="68969"/>
                </a:lnTo>
                <a:lnTo>
                  <a:pt x="932688" y="64700"/>
                </a:lnTo>
                <a:lnTo>
                  <a:pt x="886054" y="60569"/>
                </a:lnTo>
                <a:lnTo>
                  <a:pt x="839419" y="56568"/>
                </a:lnTo>
                <a:lnTo>
                  <a:pt x="792785" y="52689"/>
                </a:lnTo>
                <a:lnTo>
                  <a:pt x="746150" y="48926"/>
                </a:lnTo>
                <a:lnTo>
                  <a:pt x="699516" y="45272"/>
                </a:lnTo>
                <a:lnTo>
                  <a:pt x="652882" y="41721"/>
                </a:lnTo>
                <a:lnTo>
                  <a:pt x="606247" y="38266"/>
                </a:lnTo>
                <a:lnTo>
                  <a:pt x="559613" y="34902"/>
                </a:lnTo>
                <a:lnTo>
                  <a:pt x="512978" y="31624"/>
                </a:lnTo>
                <a:lnTo>
                  <a:pt x="466344" y="28427"/>
                </a:lnTo>
                <a:lnTo>
                  <a:pt x="419709" y="25306"/>
                </a:lnTo>
                <a:lnTo>
                  <a:pt x="373075" y="22256"/>
                </a:lnTo>
                <a:lnTo>
                  <a:pt x="326441" y="19274"/>
                </a:lnTo>
                <a:lnTo>
                  <a:pt x="279806" y="16356"/>
                </a:lnTo>
                <a:lnTo>
                  <a:pt x="233172" y="13498"/>
                </a:lnTo>
                <a:lnTo>
                  <a:pt x="186537" y="10697"/>
                </a:lnTo>
                <a:lnTo>
                  <a:pt x="139903" y="7949"/>
                </a:lnTo>
                <a:lnTo>
                  <a:pt x="93268" y="5252"/>
                </a:lnTo>
                <a:lnTo>
                  <a:pt x="46634" y="2603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D469B749-4C81-78CA-FAE0-9EB5CCE69199}"/>
              </a:ext>
            </a:extLst>
          </p:cNvPr>
          <p:cNvGrpSpPr/>
          <p:nvPr/>
        </p:nvGrpSpPr>
        <p:grpSpPr>
          <a:xfrm>
            <a:off x="6971242" y="1916833"/>
            <a:ext cx="1633206" cy="989733"/>
            <a:chOff x="7254012" y="3466204"/>
            <a:chExt cx="1094811" cy="663462"/>
          </a:xfrm>
        </p:grpSpPr>
        <p:sp>
          <p:nvSpPr>
            <p:cNvPr id="90" name="tx83">
              <a:extLst>
                <a:ext uri="{FF2B5EF4-FFF2-40B4-BE49-F238E27FC236}">
                  <a16:creationId xmlns:a16="http://schemas.microsoft.com/office/drawing/2014/main" id="{86030A3F-BE5C-B3B4-882D-FF2F28BF76F6}"/>
                </a:ext>
              </a:extLst>
            </p:cNvPr>
            <p:cNvSpPr/>
            <p:nvPr/>
          </p:nvSpPr>
          <p:spPr>
            <a:xfrm>
              <a:off x="7254012" y="3466204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76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76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91" name="rc84">
              <a:extLst>
                <a:ext uri="{FF2B5EF4-FFF2-40B4-BE49-F238E27FC236}">
                  <a16:creationId xmlns:a16="http://schemas.microsoft.com/office/drawing/2014/main" id="{E46DF3DC-A2B3-B675-7A2D-77B15DDE5B7E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2" name="pt85">
              <a:extLst>
                <a:ext uri="{FF2B5EF4-FFF2-40B4-BE49-F238E27FC236}">
                  <a16:creationId xmlns:a16="http://schemas.microsoft.com/office/drawing/2014/main" id="{73C0989D-3FED-C44F-CFB1-568B3D061057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rc86">
              <a:extLst>
                <a:ext uri="{FF2B5EF4-FFF2-40B4-BE49-F238E27FC236}">
                  <a16:creationId xmlns:a16="http://schemas.microsoft.com/office/drawing/2014/main" id="{5005B31A-79CD-4C24-56AA-11AD848DDC8E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4" name="pt87">
              <a:extLst>
                <a:ext uri="{FF2B5EF4-FFF2-40B4-BE49-F238E27FC236}">
                  <a16:creationId xmlns:a16="http://schemas.microsoft.com/office/drawing/2014/main" id="{580A51F5-F5DE-0A1C-AD57-2DAFAB87B210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tx88">
              <a:extLst>
                <a:ext uri="{FF2B5EF4-FFF2-40B4-BE49-F238E27FC236}">
                  <a16:creationId xmlns:a16="http://schemas.microsoft.com/office/drawing/2014/main" id="{70C884A1-41DF-63E1-F921-96D6F957D6DA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6" name="tx89">
              <a:extLst>
                <a:ext uri="{FF2B5EF4-FFF2-40B4-BE49-F238E27FC236}">
                  <a16:creationId xmlns:a16="http://schemas.microsoft.com/office/drawing/2014/main" id="{F84F8547-FA34-B448-DCD6-6945D1FF3B0A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  <p:sp>
        <p:nvSpPr>
          <p:cNvPr id="97" name="tx90">
            <a:extLst>
              <a:ext uri="{FF2B5EF4-FFF2-40B4-BE49-F238E27FC236}">
                <a16:creationId xmlns:a16="http://schemas.microsoft.com/office/drawing/2014/main" id="{ADBF1F53-4667-B66C-0197-4A9906AB6136}"/>
              </a:ext>
            </a:extLst>
          </p:cNvPr>
          <p:cNvSpPr/>
          <p:nvPr/>
        </p:nvSpPr>
        <p:spPr>
          <a:xfrm>
            <a:off x="1251930" y="1530070"/>
            <a:ext cx="3798783" cy="36593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(A) Predicted LEA</a:t>
            </a:r>
            <a:r>
              <a:rPr lang="en-US" sz="2400" baseline="-25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offset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vs 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</a:t>
            </a:r>
            <a:endParaRPr sz="24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98" name="pl60">
            <a:extLst>
              <a:ext uri="{FF2B5EF4-FFF2-40B4-BE49-F238E27FC236}">
                <a16:creationId xmlns:a16="http://schemas.microsoft.com/office/drawing/2014/main" id="{40995168-603B-9797-1506-9FB3C2B5EDC6}"/>
              </a:ext>
            </a:extLst>
          </p:cNvPr>
          <p:cNvSpPr/>
          <p:nvPr/>
        </p:nvSpPr>
        <p:spPr>
          <a:xfrm>
            <a:off x="941876" y="1896563"/>
            <a:ext cx="0" cy="3826579"/>
          </a:xfrm>
          <a:custGeom>
            <a:avLst/>
            <a:gdLst/>
            <a:ahLst/>
            <a:cxnLst/>
            <a:rect l="0" t="0" r="0" b="0"/>
            <a:pathLst>
              <a:path h="3826579">
                <a:moveTo>
                  <a:pt x="0" y="3826579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9" name="tx61">
            <a:extLst>
              <a:ext uri="{FF2B5EF4-FFF2-40B4-BE49-F238E27FC236}">
                <a16:creationId xmlns:a16="http://schemas.microsoft.com/office/drawing/2014/main" id="{0287F213-EA91-A6B0-7930-1A7695952FCE}"/>
              </a:ext>
            </a:extLst>
          </p:cNvPr>
          <p:cNvSpPr/>
          <p:nvPr/>
        </p:nvSpPr>
        <p:spPr>
          <a:xfrm>
            <a:off x="683568" y="5349815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40</a:t>
            </a:r>
          </a:p>
        </p:txBody>
      </p:sp>
      <p:sp>
        <p:nvSpPr>
          <p:cNvPr id="100" name="tx62">
            <a:extLst>
              <a:ext uri="{FF2B5EF4-FFF2-40B4-BE49-F238E27FC236}">
                <a16:creationId xmlns:a16="http://schemas.microsoft.com/office/drawing/2014/main" id="{85ABB5E5-B225-13A8-8D66-CC1E8B38B44C}"/>
              </a:ext>
            </a:extLst>
          </p:cNvPr>
          <p:cNvSpPr/>
          <p:nvPr/>
        </p:nvSpPr>
        <p:spPr>
          <a:xfrm>
            <a:off x="683568" y="4287541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60</a:t>
            </a:r>
          </a:p>
        </p:txBody>
      </p:sp>
      <p:sp>
        <p:nvSpPr>
          <p:cNvPr id="101" name="tx63">
            <a:extLst>
              <a:ext uri="{FF2B5EF4-FFF2-40B4-BE49-F238E27FC236}">
                <a16:creationId xmlns:a16="http://schemas.microsoft.com/office/drawing/2014/main" id="{0B14526D-1C13-7805-46CE-7E227B1B2CA3}"/>
              </a:ext>
            </a:extLst>
          </p:cNvPr>
          <p:cNvSpPr/>
          <p:nvPr/>
        </p:nvSpPr>
        <p:spPr>
          <a:xfrm>
            <a:off x="683568" y="3225268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80</a:t>
            </a:r>
          </a:p>
        </p:txBody>
      </p:sp>
      <p:sp>
        <p:nvSpPr>
          <p:cNvPr id="102" name="tx64">
            <a:extLst>
              <a:ext uri="{FF2B5EF4-FFF2-40B4-BE49-F238E27FC236}">
                <a16:creationId xmlns:a16="http://schemas.microsoft.com/office/drawing/2014/main" id="{C1BB3266-58DF-1823-DE57-9EE1F6DA8047}"/>
              </a:ext>
            </a:extLst>
          </p:cNvPr>
          <p:cNvSpPr/>
          <p:nvPr/>
        </p:nvSpPr>
        <p:spPr>
          <a:xfrm>
            <a:off x="611560" y="2162994"/>
            <a:ext cx="186537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100</a:t>
            </a:r>
          </a:p>
        </p:txBody>
      </p:sp>
      <p:sp>
        <p:nvSpPr>
          <p:cNvPr id="103" name="pl65">
            <a:extLst>
              <a:ext uri="{FF2B5EF4-FFF2-40B4-BE49-F238E27FC236}">
                <a16:creationId xmlns:a16="http://schemas.microsoft.com/office/drawing/2014/main" id="{0CD6A7C6-B88B-EA29-886C-59575B013CF2}"/>
              </a:ext>
            </a:extLst>
          </p:cNvPr>
          <p:cNvSpPr/>
          <p:nvPr/>
        </p:nvSpPr>
        <p:spPr>
          <a:xfrm>
            <a:off x="907081" y="538986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4" name="pl66">
            <a:extLst>
              <a:ext uri="{FF2B5EF4-FFF2-40B4-BE49-F238E27FC236}">
                <a16:creationId xmlns:a16="http://schemas.microsoft.com/office/drawing/2014/main" id="{0FDC97EC-4EB7-0834-8C5E-1ECEFBB8D2BD}"/>
              </a:ext>
            </a:extLst>
          </p:cNvPr>
          <p:cNvSpPr/>
          <p:nvPr/>
        </p:nvSpPr>
        <p:spPr>
          <a:xfrm>
            <a:off x="907081" y="432759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5" name="pl67">
            <a:extLst>
              <a:ext uri="{FF2B5EF4-FFF2-40B4-BE49-F238E27FC236}">
                <a16:creationId xmlns:a16="http://schemas.microsoft.com/office/drawing/2014/main" id="{1130B51C-3A72-F860-BC23-F13DF950991C}"/>
              </a:ext>
            </a:extLst>
          </p:cNvPr>
          <p:cNvSpPr/>
          <p:nvPr/>
        </p:nvSpPr>
        <p:spPr>
          <a:xfrm>
            <a:off x="907081" y="3265318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6" name="pl68">
            <a:extLst>
              <a:ext uri="{FF2B5EF4-FFF2-40B4-BE49-F238E27FC236}">
                <a16:creationId xmlns:a16="http://schemas.microsoft.com/office/drawing/2014/main" id="{12C35762-7E3C-81F9-CEA6-04FD7299A777}"/>
              </a:ext>
            </a:extLst>
          </p:cNvPr>
          <p:cNvSpPr/>
          <p:nvPr/>
        </p:nvSpPr>
        <p:spPr>
          <a:xfrm>
            <a:off x="907081" y="220304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7" name="tx81">
            <a:extLst>
              <a:ext uri="{FF2B5EF4-FFF2-40B4-BE49-F238E27FC236}">
                <a16:creationId xmlns:a16="http://schemas.microsoft.com/office/drawing/2014/main" id="{D99C45BA-7F69-9E5D-D387-7F681A1D1011}"/>
              </a:ext>
            </a:extLst>
          </p:cNvPr>
          <p:cNvSpPr/>
          <p:nvPr/>
        </p:nvSpPr>
        <p:spPr>
          <a:xfrm rot="16200000">
            <a:off x="197203" y="3759743"/>
            <a:ext cx="4968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 (mm)</a:t>
            </a:r>
            <a:endParaRPr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09" name="pl71">
            <a:extLst>
              <a:ext uri="{FF2B5EF4-FFF2-40B4-BE49-F238E27FC236}">
                <a16:creationId xmlns:a16="http://schemas.microsoft.com/office/drawing/2014/main" id="{D9BEBBF1-10E8-D3CC-2B89-9952767D7CB3}"/>
              </a:ext>
            </a:extLst>
          </p:cNvPr>
          <p:cNvSpPr/>
          <p:nvPr/>
        </p:nvSpPr>
        <p:spPr>
          <a:xfrm>
            <a:off x="972874" y="5723142"/>
            <a:ext cx="6271169" cy="0"/>
          </a:xfrm>
          <a:custGeom>
            <a:avLst/>
            <a:gdLst/>
            <a:ahLst/>
            <a:cxnLst/>
            <a:rect l="0" t="0" r="0" b="0"/>
            <a:pathLst>
              <a:path w="6271169">
                <a:moveTo>
                  <a:pt x="0" y="0"/>
                </a:moveTo>
                <a:lnTo>
                  <a:pt x="6271169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0" name="pl72">
            <a:extLst>
              <a:ext uri="{FF2B5EF4-FFF2-40B4-BE49-F238E27FC236}">
                <a16:creationId xmlns:a16="http://schemas.microsoft.com/office/drawing/2014/main" id="{42545CD3-3838-F57F-7CD7-CC2AD7010E85}"/>
              </a:ext>
            </a:extLst>
          </p:cNvPr>
          <p:cNvSpPr/>
          <p:nvPr/>
        </p:nvSpPr>
        <p:spPr>
          <a:xfrm>
            <a:off x="1234765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1" name="pl73">
            <a:extLst>
              <a:ext uri="{FF2B5EF4-FFF2-40B4-BE49-F238E27FC236}">
                <a16:creationId xmlns:a16="http://schemas.microsoft.com/office/drawing/2014/main" id="{076BEC6D-8277-861F-03FA-3ECD0C2125F7}"/>
              </a:ext>
            </a:extLst>
          </p:cNvPr>
          <p:cNvSpPr/>
          <p:nvPr/>
        </p:nvSpPr>
        <p:spPr>
          <a:xfrm>
            <a:off x="2870791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2" name="pl74">
            <a:extLst>
              <a:ext uri="{FF2B5EF4-FFF2-40B4-BE49-F238E27FC236}">
                <a16:creationId xmlns:a16="http://schemas.microsoft.com/office/drawing/2014/main" id="{A8F337E6-E2BA-F3F6-0AE7-79B89847FA02}"/>
              </a:ext>
            </a:extLst>
          </p:cNvPr>
          <p:cNvSpPr/>
          <p:nvPr/>
        </p:nvSpPr>
        <p:spPr>
          <a:xfrm>
            <a:off x="4506816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3" name="pl75">
            <a:extLst>
              <a:ext uri="{FF2B5EF4-FFF2-40B4-BE49-F238E27FC236}">
                <a16:creationId xmlns:a16="http://schemas.microsoft.com/office/drawing/2014/main" id="{8142850D-5EFB-560E-784E-43E45973E886}"/>
              </a:ext>
            </a:extLst>
          </p:cNvPr>
          <p:cNvSpPr/>
          <p:nvPr/>
        </p:nvSpPr>
        <p:spPr>
          <a:xfrm>
            <a:off x="6142841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4" name="tx76">
            <a:extLst>
              <a:ext uri="{FF2B5EF4-FFF2-40B4-BE49-F238E27FC236}">
                <a16:creationId xmlns:a16="http://schemas.microsoft.com/office/drawing/2014/main" id="{6392418F-EA8E-D043-3B58-61CF829BEE5B}"/>
              </a:ext>
            </a:extLst>
          </p:cNvPr>
          <p:cNvSpPr/>
          <p:nvPr/>
        </p:nvSpPr>
        <p:spPr>
          <a:xfrm>
            <a:off x="1125998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15" name="tx77">
            <a:extLst>
              <a:ext uri="{FF2B5EF4-FFF2-40B4-BE49-F238E27FC236}">
                <a16:creationId xmlns:a16="http://schemas.microsoft.com/office/drawing/2014/main" id="{0FD1F2D5-942D-D4C5-3226-6CFFB4453FB7}"/>
              </a:ext>
            </a:extLst>
          </p:cNvPr>
          <p:cNvSpPr/>
          <p:nvPr/>
        </p:nvSpPr>
        <p:spPr>
          <a:xfrm>
            <a:off x="2762023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0.02</a:t>
            </a:r>
          </a:p>
        </p:txBody>
      </p:sp>
      <p:sp>
        <p:nvSpPr>
          <p:cNvPr id="116" name="tx78">
            <a:extLst>
              <a:ext uri="{FF2B5EF4-FFF2-40B4-BE49-F238E27FC236}">
                <a16:creationId xmlns:a16="http://schemas.microsoft.com/office/drawing/2014/main" id="{96F6CB90-7EA8-FB9C-BA29-1BBAAB8BA960}"/>
              </a:ext>
            </a:extLst>
          </p:cNvPr>
          <p:cNvSpPr/>
          <p:nvPr/>
        </p:nvSpPr>
        <p:spPr>
          <a:xfrm>
            <a:off x="4398048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0.04</a:t>
            </a:r>
          </a:p>
        </p:txBody>
      </p:sp>
      <p:sp>
        <p:nvSpPr>
          <p:cNvPr id="117" name="tx79">
            <a:extLst>
              <a:ext uri="{FF2B5EF4-FFF2-40B4-BE49-F238E27FC236}">
                <a16:creationId xmlns:a16="http://schemas.microsoft.com/office/drawing/2014/main" id="{D69BC5FF-957E-E1D0-8F60-6AAC88C1AFCE}"/>
              </a:ext>
            </a:extLst>
          </p:cNvPr>
          <p:cNvSpPr/>
          <p:nvPr/>
        </p:nvSpPr>
        <p:spPr>
          <a:xfrm>
            <a:off x="6034073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0.06</a:t>
            </a:r>
          </a:p>
        </p:txBody>
      </p:sp>
      <p:sp>
        <p:nvSpPr>
          <p:cNvPr id="118" name="tx80">
            <a:extLst>
              <a:ext uri="{FF2B5EF4-FFF2-40B4-BE49-F238E27FC236}">
                <a16:creationId xmlns:a16="http://schemas.microsoft.com/office/drawing/2014/main" id="{5E7A9D41-F8A0-C671-686F-48395B7DC425}"/>
              </a:ext>
            </a:extLst>
          </p:cNvPr>
          <p:cNvSpPr/>
          <p:nvPr/>
        </p:nvSpPr>
        <p:spPr>
          <a:xfrm>
            <a:off x="3770771" y="6137094"/>
            <a:ext cx="675375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LEA Offset</a:t>
            </a:r>
          </a:p>
        </p:txBody>
      </p:sp>
      <p:sp>
        <p:nvSpPr>
          <p:cNvPr id="119" name="pl65">
            <a:extLst>
              <a:ext uri="{FF2B5EF4-FFF2-40B4-BE49-F238E27FC236}">
                <a16:creationId xmlns:a16="http://schemas.microsoft.com/office/drawing/2014/main" id="{EAD315FB-4A99-8190-E182-30CBE1C38C4F}"/>
              </a:ext>
            </a:extLst>
          </p:cNvPr>
          <p:cNvSpPr/>
          <p:nvPr/>
        </p:nvSpPr>
        <p:spPr>
          <a:xfrm>
            <a:off x="936806" y="572314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2" name="Rounded Rectangle 121">
            <a:extLst>
              <a:ext uri="{FF2B5EF4-FFF2-40B4-BE49-F238E27FC236}">
                <a16:creationId xmlns:a16="http://schemas.microsoft.com/office/drawing/2014/main" id="{69D44187-9F41-E6BB-894D-A614856B1403}"/>
              </a:ext>
            </a:extLst>
          </p:cNvPr>
          <p:cNvSpPr/>
          <p:nvPr/>
        </p:nvSpPr>
        <p:spPr>
          <a:xfrm>
            <a:off x="5045658" y="3356348"/>
            <a:ext cx="1042416" cy="57607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tx1"/>
                </a:solidFill>
              </a:rPr>
              <a:t>τ</a:t>
            </a:r>
            <a:r>
              <a:rPr lang="en-US" sz="1500" b="1" i="1" dirty="0">
                <a:solidFill>
                  <a:schemeClr val="tx1"/>
                </a:solidFill>
              </a:rPr>
              <a:t> = -0.660</a:t>
            </a:r>
          </a:p>
          <a:p>
            <a:pPr algn="ctr"/>
            <a:r>
              <a:rPr lang="en-US" sz="1500" b="1" i="1" dirty="0">
                <a:solidFill>
                  <a:schemeClr val="tx1"/>
                </a:solidFill>
              </a:rPr>
              <a:t>***</a:t>
            </a:r>
          </a:p>
        </p:txBody>
      </p:sp>
      <p:sp>
        <p:nvSpPr>
          <p:cNvPr id="123" name="Rounded Rectangle 122">
            <a:extLst>
              <a:ext uri="{FF2B5EF4-FFF2-40B4-BE49-F238E27FC236}">
                <a16:creationId xmlns:a16="http://schemas.microsoft.com/office/drawing/2014/main" id="{46612FD2-203B-A116-4725-96CE93491E45}"/>
              </a:ext>
            </a:extLst>
          </p:cNvPr>
          <p:cNvSpPr/>
          <p:nvPr/>
        </p:nvSpPr>
        <p:spPr>
          <a:xfrm>
            <a:off x="1850972" y="4205339"/>
            <a:ext cx="1042416" cy="57607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bg1"/>
                </a:solidFill>
              </a:rPr>
              <a:t>τ</a:t>
            </a:r>
            <a:r>
              <a:rPr lang="en-US" sz="1500" b="1" i="1" dirty="0">
                <a:solidFill>
                  <a:schemeClr val="bg1"/>
                </a:solidFill>
              </a:rPr>
              <a:t> = -0.457</a:t>
            </a:r>
          </a:p>
          <a:p>
            <a:pPr algn="ctr"/>
            <a:r>
              <a:rPr lang="en-US" sz="1500" b="1" i="1" dirty="0">
                <a:solidFill>
                  <a:schemeClr val="bg1"/>
                </a:solidFill>
              </a:rPr>
              <a:t>*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59"/>
          <p:cNvSpPr/>
          <p:nvPr/>
        </p:nvSpPr>
        <p:spPr>
          <a:xfrm>
            <a:off x="1228338" y="4224831"/>
            <a:ext cx="4845613" cy="205269"/>
          </a:xfrm>
          <a:custGeom>
            <a:avLst/>
            <a:gdLst/>
            <a:ahLst/>
            <a:cxnLst/>
            <a:rect l="0" t="0" r="0" b="0"/>
            <a:pathLst>
              <a:path w="4845613" h="205269">
                <a:moveTo>
                  <a:pt x="0" y="0"/>
                </a:moveTo>
                <a:lnTo>
                  <a:pt x="61336" y="2598"/>
                </a:lnTo>
                <a:lnTo>
                  <a:pt x="122673" y="5196"/>
                </a:lnTo>
                <a:lnTo>
                  <a:pt x="184010" y="7795"/>
                </a:lnTo>
                <a:lnTo>
                  <a:pt x="245347" y="10393"/>
                </a:lnTo>
                <a:lnTo>
                  <a:pt x="306684" y="12991"/>
                </a:lnTo>
                <a:lnTo>
                  <a:pt x="368021" y="15590"/>
                </a:lnTo>
                <a:lnTo>
                  <a:pt x="429358" y="18188"/>
                </a:lnTo>
                <a:lnTo>
                  <a:pt x="490695" y="20786"/>
                </a:lnTo>
                <a:lnTo>
                  <a:pt x="552031" y="23385"/>
                </a:lnTo>
                <a:lnTo>
                  <a:pt x="613368" y="25983"/>
                </a:lnTo>
                <a:lnTo>
                  <a:pt x="674705" y="28581"/>
                </a:lnTo>
                <a:lnTo>
                  <a:pt x="736042" y="31180"/>
                </a:lnTo>
                <a:lnTo>
                  <a:pt x="797379" y="33778"/>
                </a:lnTo>
                <a:lnTo>
                  <a:pt x="858716" y="36376"/>
                </a:lnTo>
                <a:lnTo>
                  <a:pt x="920053" y="38975"/>
                </a:lnTo>
                <a:lnTo>
                  <a:pt x="981390" y="41573"/>
                </a:lnTo>
                <a:lnTo>
                  <a:pt x="1042726" y="44171"/>
                </a:lnTo>
                <a:lnTo>
                  <a:pt x="1104063" y="46770"/>
                </a:lnTo>
                <a:lnTo>
                  <a:pt x="1165400" y="49368"/>
                </a:lnTo>
                <a:lnTo>
                  <a:pt x="1226737" y="51966"/>
                </a:lnTo>
                <a:lnTo>
                  <a:pt x="1288074" y="54565"/>
                </a:lnTo>
                <a:lnTo>
                  <a:pt x="1349411" y="57163"/>
                </a:lnTo>
                <a:lnTo>
                  <a:pt x="1410748" y="59761"/>
                </a:lnTo>
                <a:lnTo>
                  <a:pt x="1472085" y="62360"/>
                </a:lnTo>
                <a:lnTo>
                  <a:pt x="1533422" y="64958"/>
                </a:lnTo>
                <a:lnTo>
                  <a:pt x="1594758" y="67556"/>
                </a:lnTo>
                <a:lnTo>
                  <a:pt x="1656095" y="70155"/>
                </a:lnTo>
                <a:lnTo>
                  <a:pt x="1717432" y="72753"/>
                </a:lnTo>
                <a:lnTo>
                  <a:pt x="1778769" y="75351"/>
                </a:lnTo>
                <a:lnTo>
                  <a:pt x="1840106" y="77950"/>
                </a:lnTo>
                <a:lnTo>
                  <a:pt x="1901443" y="80548"/>
                </a:lnTo>
                <a:lnTo>
                  <a:pt x="1962780" y="83146"/>
                </a:lnTo>
                <a:lnTo>
                  <a:pt x="2024117" y="85745"/>
                </a:lnTo>
                <a:lnTo>
                  <a:pt x="2085453" y="88343"/>
                </a:lnTo>
                <a:lnTo>
                  <a:pt x="2146790" y="90942"/>
                </a:lnTo>
                <a:lnTo>
                  <a:pt x="2208127" y="93540"/>
                </a:lnTo>
                <a:lnTo>
                  <a:pt x="2269464" y="96138"/>
                </a:lnTo>
                <a:lnTo>
                  <a:pt x="2330801" y="98737"/>
                </a:lnTo>
                <a:lnTo>
                  <a:pt x="2392138" y="101335"/>
                </a:lnTo>
                <a:lnTo>
                  <a:pt x="2453475" y="103933"/>
                </a:lnTo>
                <a:lnTo>
                  <a:pt x="2514812" y="106532"/>
                </a:lnTo>
                <a:lnTo>
                  <a:pt x="2576149" y="109130"/>
                </a:lnTo>
                <a:lnTo>
                  <a:pt x="2637485" y="111728"/>
                </a:lnTo>
                <a:lnTo>
                  <a:pt x="2698822" y="114327"/>
                </a:lnTo>
                <a:lnTo>
                  <a:pt x="2760159" y="116925"/>
                </a:lnTo>
                <a:lnTo>
                  <a:pt x="2821496" y="119523"/>
                </a:lnTo>
                <a:lnTo>
                  <a:pt x="2882833" y="122122"/>
                </a:lnTo>
                <a:lnTo>
                  <a:pt x="2944170" y="124720"/>
                </a:lnTo>
                <a:lnTo>
                  <a:pt x="3005507" y="127318"/>
                </a:lnTo>
                <a:lnTo>
                  <a:pt x="3066844" y="129917"/>
                </a:lnTo>
                <a:lnTo>
                  <a:pt x="3128180" y="132515"/>
                </a:lnTo>
                <a:lnTo>
                  <a:pt x="3189517" y="135113"/>
                </a:lnTo>
                <a:lnTo>
                  <a:pt x="3250854" y="137712"/>
                </a:lnTo>
                <a:lnTo>
                  <a:pt x="3312191" y="140310"/>
                </a:lnTo>
                <a:lnTo>
                  <a:pt x="3373528" y="142908"/>
                </a:lnTo>
                <a:lnTo>
                  <a:pt x="3434865" y="145507"/>
                </a:lnTo>
                <a:lnTo>
                  <a:pt x="3496202" y="148105"/>
                </a:lnTo>
                <a:lnTo>
                  <a:pt x="3557539" y="150703"/>
                </a:lnTo>
                <a:lnTo>
                  <a:pt x="3618876" y="153302"/>
                </a:lnTo>
                <a:lnTo>
                  <a:pt x="3680212" y="155900"/>
                </a:lnTo>
                <a:lnTo>
                  <a:pt x="3741549" y="158498"/>
                </a:lnTo>
                <a:lnTo>
                  <a:pt x="3802886" y="161097"/>
                </a:lnTo>
                <a:lnTo>
                  <a:pt x="3864223" y="163695"/>
                </a:lnTo>
                <a:lnTo>
                  <a:pt x="3925560" y="166293"/>
                </a:lnTo>
                <a:lnTo>
                  <a:pt x="3986897" y="168892"/>
                </a:lnTo>
                <a:lnTo>
                  <a:pt x="4048234" y="171490"/>
                </a:lnTo>
                <a:lnTo>
                  <a:pt x="4109571" y="174088"/>
                </a:lnTo>
                <a:lnTo>
                  <a:pt x="4170907" y="176687"/>
                </a:lnTo>
                <a:lnTo>
                  <a:pt x="4232244" y="179285"/>
                </a:lnTo>
                <a:lnTo>
                  <a:pt x="4293581" y="181884"/>
                </a:lnTo>
                <a:lnTo>
                  <a:pt x="4354918" y="184482"/>
                </a:lnTo>
                <a:lnTo>
                  <a:pt x="4416255" y="187080"/>
                </a:lnTo>
                <a:lnTo>
                  <a:pt x="4477592" y="189679"/>
                </a:lnTo>
                <a:lnTo>
                  <a:pt x="4538929" y="192277"/>
                </a:lnTo>
                <a:lnTo>
                  <a:pt x="4600266" y="194875"/>
                </a:lnTo>
                <a:lnTo>
                  <a:pt x="4661603" y="197474"/>
                </a:lnTo>
                <a:lnTo>
                  <a:pt x="4722939" y="200072"/>
                </a:lnTo>
                <a:lnTo>
                  <a:pt x="4784276" y="202670"/>
                </a:lnTo>
                <a:lnTo>
                  <a:pt x="4845613" y="205269"/>
                </a:lnTo>
              </a:path>
            </a:pathLst>
          </a:custGeom>
          <a:ln w="38100" cap="flat">
            <a:solidFill>
              <a:srgbClr val="1E90FF">
                <a:alpha val="100000"/>
              </a:srgbClr>
            </a:solidFill>
            <a:prstDash val="dash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/>
          <p:cNvSpPr/>
          <p:nvPr/>
        </p:nvSpPr>
        <p:spPr>
          <a:xfrm>
            <a:off x="1228338" y="3947543"/>
            <a:ext cx="4845613" cy="868791"/>
          </a:xfrm>
          <a:custGeom>
            <a:avLst/>
            <a:gdLst/>
            <a:ahLst/>
            <a:cxnLst/>
            <a:rect l="0" t="0" r="0" b="0"/>
            <a:pathLst>
              <a:path w="4845613" h="868791">
                <a:moveTo>
                  <a:pt x="0" y="0"/>
                </a:moveTo>
                <a:lnTo>
                  <a:pt x="61336" y="7537"/>
                </a:lnTo>
                <a:lnTo>
                  <a:pt x="122673" y="14993"/>
                </a:lnTo>
                <a:lnTo>
                  <a:pt x="184010" y="22360"/>
                </a:lnTo>
                <a:lnTo>
                  <a:pt x="245347" y="29636"/>
                </a:lnTo>
                <a:lnTo>
                  <a:pt x="306684" y="36814"/>
                </a:lnTo>
                <a:lnTo>
                  <a:pt x="368021" y="43890"/>
                </a:lnTo>
                <a:lnTo>
                  <a:pt x="429358" y="50857"/>
                </a:lnTo>
                <a:lnTo>
                  <a:pt x="490695" y="57710"/>
                </a:lnTo>
                <a:lnTo>
                  <a:pt x="552031" y="64442"/>
                </a:lnTo>
                <a:lnTo>
                  <a:pt x="613368" y="71048"/>
                </a:lnTo>
                <a:lnTo>
                  <a:pt x="674705" y="77520"/>
                </a:lnTo>
                <a:lnTo>
                  <a:pt x="736042" y="83852"/>
                </a:lnTo>
                <a:lnTo>
                  <a:pt x="797379" y="90036"/>
                </a:lnTo>
                <a:lnTo>
                  <a:pt x="858716" y="96066"/>
                </a:lnTo>
                <a:lnTo>
                  <a:pt x="920053" y="101933"/>
                </a:lnTo>
                <a:lnTo>
                  <a:pt x="981390" y="107630"/>
                </a:lnTo>
                <a:lnTo>
                  <a:pt x="1042726" y="113150"/>
                </a:lnTo>
                <a:lnTo>
                  <a:pt x="1104063" y="118485"/>
                </a:lnTo>
                <a:lnTo>
                  <a:pt x="1165400" y="123628"/>
                </a:lnTo>
                <a:lnTo>
                  <a:pt x="1226737" y="128571"/>
                </a:lnTo>
                <a:lnTo>
                  <a:pt x="1288074" y="133307"/>
                </a:lnTo>
                <a:lnTo>
                  <a:pt x="1349411" y="137829"/>
                </a:lnTo>
                <a:lnTo>
                  <a:pt x="1410748" y="142132"/>
                </a:lnTo>
                <a:lnTo>
                  <a:pt x="1472085" y="146209"/>
                </a:lnTo>
                <a:lnTo>
                  <a:pt x="1533422" y="150055"/>
                </a:lnTo>
                <a:lnTo>
                  <a:pt x="1594758" y="153665"/>
                </a:lnTo>
                <a:lnTo>
                  <a:pt x="1656095" y="157037"/>
                </a:lnTo>
                <a:lnTo>
                  <a:pt x="1717432" y="160166"/>
                </a:lnTo>
                <a:lnTo>
                  <a:pt x="1778769" y="163051"/>
                </a:lnTo>
                <a:lnTo>
                  <a:pt x="1840106" y="165691"/>
                </a:lnTo>
                <a:lnTo>
                  <a:pt x="1901443" y="168085"/>
                </a:lnTo>
                <a:lnTo>
                  <a:pt x="1962780" y="170235"/>
                </a:lnTo>
                <a:lnTo>
                  <a:pt x="2024117" y="172142"/>
                </a:lnTo>
                <a:lnTo>
                  <a:pt x="2085453" y="173809"/>
                </a:lnTo>
                <a:lnTo>
                  <a:pt x="2146790" y="175239"/>
                </a:lnTo>
                <a:lnTo>
                  <a:pt x="2208127" y="176436"/>
                </a:lnTo>
                <a:lnTo>
                  <a:pt x="2269464" y="177406"/>
                </a:lnTo>
                <a:lnTo>
                  <a:pt x="2330801" y="178154"/>
                </a:lnTo>
                <a:lnTo>
                  <a:pt x="2392138" y="178686"/>
                </a:lnTo>
                <a:lnTo>
                  <a:pt x="2453475" y="179009"/>
                </a:lnTo>
                <a:lnTo>
                  <a:pt x="2514812" y="179129"/>
                </a:lnTo>
                <a:lnTo>
                  <a:pt x="2576149" y="179055"/>
                </a:lnTo>
                <a:lnTo>
                  <a:pt x="2637485" y="178794"/>
                </a:lnTo>
                <a:lnTo>
                  <a:pt x="2698822" y="178352"/>
                </a:lnTo>
                <a:lnTo>
                  <a:pt x="2760159" y="177738"/>
                </a:lnTo>
                <a:lnTo>
                  <a:pt x="2821496" y="176960"/>
                </a:lnTo>
                <a:lnTo>
                  <a:pt x="2882833" y="176024"/>
                </a:lnTo>
                <a:lnTo>
                  <a:pt x="2944170" y="174938"/>
                </a:lnTo>
                <a:lnTo>
                  <a:pt x="3005507" y="173709"/>
                </a:lnTo>
                <a:lnTo>
                  <a:pt x="3066844" y="172344"/>
                </a:lnTo>
                <a:lnTo>
                  <a:pt x="3128180" y="170850"/>
                </a:lnTo>
                <a:lnTo>
                  <a:pt x="3189517" y="169234"/>
                </a:lnTo>
                <a:lnTo>
                  <a:pt x="3250854" y="167501"/>
                </a:lnTo>
                <a:lnTo>
                  <a:pt x="3312191" y="165659"/>
                </a:lnTo>
                <a:lnTo>
                  <a:pt x="3373528" y="163711"/>
                </a:lnTo>
                <a:lnTo>
                  <a:pt x="3434865" y="161665"/>
                </a:lnTo>
                <a:lnTo>
                  <a:pt x="3496202" y="159524"/>
                </a:lnTo>
                <a:lnTo>
                  <a:pt x="3557539" y="157295"/>
                </a:lnTo>
                <a:lnTo>
                  <a:pt x="3618876" y="154981"/>
                </a:lnTo>
                <a:lnTo>
                  <a:pt x="3680212" y="152587"/>
                </a:lnTo>
                <a:lnTo>
                  <a:pt x="3741549" y="150118"/>
                </a:lnTo>
                <a:lnTo>
                  <a:pt x="3802886" y="147577"/>
                </a:lnTo>
                <a:lnTo>
                  <a:pt x="3864223" y="144968"/>
                </a:lnTo>
                <a:lnTo>
                  <a:pt x="3925560" y="142294"/>
                </a:lnTo>
                <a:lnTo>
                  <a:pt x="3986897" y="139560"/>
                </a:lnTo>
                <a:lnTo>
                  <a:pt x="4048234" y="136767"/>
                </a:lnTo>
                <a:lnTo>
                  <a:pt x="4109571" y="133919"/>
                </a:lnTo>
                <a:lnTo>
                  <a:pt x="4170907" y="131019"/>
                </a:lnTo>
                <a:lnTo>
                  <a:pt x="4232244" y="128070"/>
                </a:lnTo>
                <a:lnTo>
                  <a:pt x="4293581" y="125073"/>
                </a:lnTo>
                <a:lnTo>
                  <a:pt x="4354918" y="122031"/>
                </a:lnTo>
                <a:lnTo>
                  <a:pt x="4416255" y="118947"/>
                </a:lnTo>
                <a:lnTo>
                  <a:pt x="4477592" y="115822"/>
                </a:lnTo>
                <a:lnTo>
                  <a:pt x="4538929" y="112659"/>
                </a:lnTo>
                <a:lnTo>
                  <a:pt x="4600266" y="109458"/>
                </a:lnTo>
                <a:lnTo>
                  <a:pt x="4661603" y="106223"/>
                </a:lnTo>
                <a:lnTo>
                  <a:pt x="4722939" y="102954"/>
                </a:lnTo>
                <a:lnTo>
                  <a:pt x="4784276" y="99654"/>
                </a:lnTo>
                <a:lnTo>
                  <a:pt x="4845613" y="96323"/>
                </a:lnTo>
                <a:lnTo>
                  <a:pt x="4845613" y="868791"/>
                </a:lnTo>
                <a:lnTo>
                  <a:pt x="4784276" y="860263"/>
                </a:lnTo>
                <a:lnTo>
                  <a:pt x="4722939" y="851766"/>
                </a:lnTo>
                <a:lnTo>
                  <a:pt x="4661603" y="843300"/>
                </a:lnTo>
                <a:lnTo>
                  <a:pt x="4600266" y="834869"/>
                </a:lnTo>
                <a:lnTo>
                  <a:pt x="4538929" y="826472"/>
                </a:lnTo>
                <a:lnTo>
                  <a:pt x="4477592" y="818111"/>
                </a:lnTo>
                <a:lnTo>
                  <a:pt x="4416255" y="809790"/>
                </a:lnTo>
                <a:lnTo>
                  <a:pt x="4354918" y="801509"/>
                </a:lnTo>
                <a:lnTo>
                  <a:pt x="4293581" y="793271"/>
                </a:lnTo>
                <a:lnTo>
                  <a:pt x="4232244" y="785077"/>
                </a:lnTo>
                <a:lnTo>
                  <a:pt x="4170907" y="776931"/>
                </a:lnTo>
                <a:lnTo>
                  <a:pt x="4109571" y="768834"/>
                </a:lnTo>
                <a:lnTo>
                  <a:pt x="4048234" y="760790"/>
                </a:lnTo>
                <a:lnTo>
                  <a:pt x="3986897" y="752800"/>
                </a:lnTo>
                <a:lnTo>
                  <a:pt x="3925560" y="744869"/>
                </a:lnTo>
                <a:lnTo>
                  <a:pt x="3864223" y="736999"/>
                </a:lnTo>
                <a:lnTo>
                  <a:pt x="3802886" y="729193"/>
                </a:lnTo>
                <a:lnTo>
                  <a:pt x="3741549" y="721455"/>
                </a:lnTo>
                <a:lnTo>
                  <a:pt x="3680212" y="713789"/>
                </a:lnTo>
                <a:lnTo>
                  <a:pt x="3618876" y="706199"/>
                </a:lnTo>
                <a:lnTo>
                  <a:pt x="3557539" y="698689"/>
                </a:lnTo>
                <a:lnTo>
                  <a:pt x="3496202" y="691263"/>
                </a:lnTo>
                <a:lnTo>
                  <a:pt x="3434865" y="683925"/>
                </a:lnTo>
                <a:lnTo>
                  <a:pt x="3373528" y="676682"/>
                </a:lnTo>
                <a:lnTo>
                  <a:pt x="3312191" y="669538"/>
                </a:lnTo>
                <a:lnTo>
                  <a:pt x="3250854" y="662498"/>
                </a:lnTo>
                <a:lnTo>
                  <a:pt x="3189517" y="655569"/>
                </a:lnTo>
                <a:lnTo>
                  <a:pt x="3128180" y="648756"/>
                </a:lnTo>
                <a:lnTo>
                  <a:pt x="3066844" y="642066"/>
                </a:lnTo>
                <a:lnTo>
                  <a:pt x="3005507" y="635504"/>
                </a:lnTo>
                <a:lnTo>
                  <a:pt x="2944170" y="629079"/>
                </a:lnTo>
                <a:lnTo>
                  <a:pt x="2882833" y="622796"/>
                </a:lnTo>
                <a:lnTo>
                  <a:pt x="2821496" y="616663"/>
                </a:lnTo>
                <a:lnTo>
                  <a:pt x="2760159" y="610688"/>
                </a:lnTo>
                <a:lnTo>
                  <a:pt x="2698822" y="604877"/>
                </a:lnTo>
                <a:lnTo>
                  <a:pt x="2637485" y="599239"/>
                </a:lnTo>
                <a:lnTo>
                  <a:pt x="2576149" y="593781"/>
                </a:lnTo>
                <a:lnTo>
                  <a:pt x="2514812" y="588510"/>
                </a:lnTo>
                <a:lnTo>
                  <a:pt x="2453475" y="583434"/>
                </a:lnTo>
                <a:lnTo>
                  <a:pt x="2392138" y="578561"/>
                </a:lnTo>
                <a:lnTo>
                  <a:pt x="2330801" y="573896"/>
                </a:lnTo>
                <a:lnTo>
                  <a:pt x="2269464" y="569447"/>
                </a:lnTo>
                <a:lnTo>
                  <a:pt x="2208127" y="565220"/>
                </a:lnTo>
                <a:lnTo>
                  <a:pt x="2146790" y="561221"/>
                </a:lnTo>
                <a:lnTo>
                  <a:pt x="2085453" y="557454"/>
                </a:lnTo>
                <a:lnTo>
                  <a:pt x="2024117" y="553924"/>
                </a:lnTo>
                <a:lnTo>
                  <a:pt x="1962780" y="550634"/>
                </a:lnTo>
                <a:lnTo>
                  <a:pt x="1901443" y="547588"/>
                </a:lnTo>
                <a:lnTo>
                  <a:pt x="1840106" y="544785"/>
                </a:lnTo>
                <a:lnTo>
                  <a:pt x="1778769" y="542228"/>
                </a:lnTo>
                <a:lnTo>
                  <a:pt x="1717432" y="539917"/>
                </a:lnTo>
                <a:lnTo>
                  <a:pt x="1656095" y="537849"/>
                </a:lnTo>
                <a:lnTo>
                  <a:pt x="1594758" y="536024"/>
                </a:lnTo>
                <a:lnTo>
                  <a:pt x="1533422" y="534438"/>
                </a:lnTo>
                <a:lnTo>
                  <a:pt x="1472085" y="533087"/>
                </a:lnTo>
                <a:lnTo>
                  <a:pt x="1410748" y="531967"/>
                </a:lnTo>
                <a:lnTo>
                  <a:pt x="1349411" y="531073"/>
                </a:lnTo>
                <a:lnTo>
                  <a:pt x="1288074" y="530399"/>
                </a:lnTo>
                <a:lnTo>
                  <a:pt x="1226737" y="529938"/>
                </a:lnTo>
                <a:lnTo>
                  <a:pt x="1165400" y="529685"/>
                </a:lnTo>
                <a:lnTo>
                  <a:pt x="1104063" y="529630"/>
                </a:lnTo>
                <a:lnTo>
                  <a:pt x="1042726" y="529769"/>
                </a:lnTo>
                <a:lnTo>
                  <a:pt x="981390" y="530092"/>
                </a:lnTo>
                <a:lnTo>
                  <a:pt x="920053" y="530593"/>
                </a:lnTo>
                <a:lnTo>
                  <a:pt x="858716" y="531263"/>
                </a:lnTo>
                <a:lnTo>
                  <a:pt x="797379" y="532096"/>
                </a:lnTo>
                <a:lnTo>
                  <a:pt x="736042" y="533084"/>
                </a:lnTo>
                <a:lnTo>
                  <a:pt x="674705" y="534219"/>
                </a:lnTo>
                <a:lnTo>
                  <a:pt x="613368" y="535494"/>
                </a:lnTo>
                <a:lnTo>
                  <a:pt x="552031" y="536903"/>
                </a:lnTo>
                <a:lnTo>
                  <a:pt x="490695" y="538439"/>
                </a:lnTo>
                <a:lnTo>
                  <a:pt x="429358" y="540095"/>
                </a:lnTo>
                <a:lnTo>
                  <a:pt x="368021" y="541866"/>
                </a:lnTo>
                <a:lnTo>
                  <a:pt x="306684" y="543745"/>
                </a:lnTo>
                <a:lnTo>
                  <a:pt x="245347" y="545726"/>
                </a:lnTo>
                <a:lnTo>
                  <a:pt x="184010" y="547805"/>
                </a:lnTo>
                <a:lnTo>
                  <a:pt x="122673" y="549976"/>
                </a:lnTo>
                <a:lnTo>
                  <a:pt x="61336" y="552235"/>
                </a:lnTo>
                <a:lnTo>
                  <a:pt x="0" y="554576"/>
                </a:lnTo>
                <a:close/>
              </a:path>
            </a:pathLst>
          </a:custGeom>
          <a:solidFill>
            <a:srgbClr val="1E90FF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3" name="pl33"/>
          <p:cNvSpPr/>
          <p:nvPr/>
        </p:nvSpPr>
        <p:spPr>
          <a:xfrm>
            <a:off x="1230880" y="2664716"/>
            <a:ext cx="5726700" cy="1390847"/>
          </a:xfrm>
          <a:custGeom>
            <a:avLst/>
            <a:gdLst/>
            <a:ahLst/>
            <a:cxnLst/>
            <a:rect l="0" t="0" r="0" b="0"/>
            <a:pathLst>
              <a:path w="5726700" h="1390847">
                <a:moveTo>
                  <a:pt x="0" y="0"/>
                </a:moveTo>
                <a:lnTo>
                  <a:pt x="72489" y="17605"/>
                </a:lnTo>
                <a:lnTo>
                  <a:pt x="144979" y="35211"/>
                </a:lnTo>
                <a:lnTo>
                  <a:pt x="217469" y="52816"/>
                </a:lnTo>
                <a:lnTo>
                  <a:pt x="289959" y="70422"/>
                </a:lnTo>
                <a:lnTo>
                  <a:pt x="362449" y="88028"/>
                </a:lnTo>
                <a:lnTo>
                  <a:pt x="434939" y="105633"/>
                </a:lnTo>
                <a:lnTo>
                  <a:pt x="507429" y="123239"/>
                </a:lnTo>
                <a:lnTo>
                  <a:pt x="579919" y="140845"/>
                </a:lnTo>
                <a:lnTo>
                  <a:pt x="652408" y="158450"/>
                </a:lnTo>
                <a:lnTo>
                  <a:pt x="724898" y="176056"/>
                </a:lnTo>
                <a:lnTo>
                  <a:pt x="797388" y="193662"/>
                </a:lnTo>
                <a:lnTo>
                  <a:pt x="869878" y="211267"/>
                </a:lnTo>
                <a:lnTo>
                  <a:pt x="942368" y="228873"/>
                </a:lnTo>
                <a:lnTo>
                  <a:pt x="1014858" y="246479"/>
                </a:lnTo>
                <a:lnTo>
                  <a:pt x="1087348" y="264084"/>
                </a:lnTo>
                <a:lnTo>
                  <a:pt x="1159838" y="281690"/>
                </a:lnTo>
                <a:lnTo>
                  <a:pt x="1232328" y="299296"/>
                </a:lnTo>
                <a:lnTo>
                  <a:pt x="1304817" y="316901"/>
                </a:lnTo>
                <a:lnTo>
                  <a:pt x="1377307" y="334507"/>
                </a:lnTo>
                <a:lnTo>
                  <a:pt x="1449797" y="352113"/>
                </a:lnTo>
                <a:lnTo>
                  <a:pt x="1522287" y="369718"/>
                </a:lnTo>
                <a:lnTo>
                  <a:pt x="1594777" y="387324"/>
                </a:lnTo>
                <a:lnTo>
                  <a:pt x="1667267" y="404930"/>
                </a:lnTo>
                <a:lnTo>
                  <a:pt x="1739757" y="422535"/>
                </a:lnTo>
                <a:lnTo>
                  <a:pt x="1812247" y="440141"/>
                </a:lnTo>
                <a:lnTo>
                  <a:pt x="1884737" y="457747"/>
                </a:lnTo>
                <a:lnTo>
                  <a:pt x="1957226" y="475352"/>
                </a:lnTo>
                <a:lnTo>
                  <a:pt x="2029716" y="492958"/>
                </a:lnTo>
                <a:lnTo>
                  <a:pt x="2102206" y="510564"/>
                </a:lnTo>
                <a:lnTo>
                  <a:pt x="2174696" y="528169"/>
                </a:lnTo>
                <a:lnTo>
                  <a:pt x="2247186" y="545775"/>
                </a:lnTo>
                <a:lnTo>
                  <a:pt x="2319676" y="563381"/>
                </a:lnTo>
                <a:lnTo>
                  <a:pt x="2392166" y="580986"/>
                </a:lnTo>
                <a:lnTo>
                  <a:pt x="2464656" y="598592"/>
                </a:lnTo>
                <a:lnTo>
                  <a:pt x="2537145" y="616198"/>
                </a:lnTo>
                <a:lnTo>
                  <a:pt x="2609635" y="633803"/>
                </a:lnTo>
                <a:lnTo>
                  <a:pt x="2682125" y="651409"/>
                </a:lnTo>
                <a:lnTo>
                  <a:pt x="2754615" y="669015"/>
                </a:lnTo>
                <a:lnTo>
                  <a:pt x="2827105" y="686620"/>
                </a:lnTo>
                <a:lnTo>
                  <a:pt x="2899595" y="704226"/>
                </a:lnTo>
                <a:lnTo>
                  <a:pt x="2972085" y="721832"/>
                </a:lnTo>
                <a:lnTo>
                  <a:pt x="3044575" y="739437"/>
                </a:lnTo>
                <a:lnTo>
                  <a:pt x="3117065" y="757043"/>
                </a:lnTo>
                <a:lnTo>
                  <a:pt x="3189554" y="774649"/>
                </a:lnTo>
                <a:lnTo>
                  <a:pt x="3262044" y="792254"/>
                </a:lnTo>
                <a:lnTo>
                  <a:pt x="3334534" y="809860"/>
                </a:lnTo>
                <a:lnTo>
                  <a:pt x="3407024" y="827466"/>
                </a:lnTo>
                <a:lnTo>
                  <a:pt x="3479514" y="845071"/>
                </a:lnTo>
                <a:lnTo>
                  <a:pt x="3552004" y="862677"/>
                </a:lnTo>
                <a:lnTo>
                  <a:pt x="3624494" y="880283"/>
                </a:lnTo>
                <a:lnTo>
                  <a:pt x="3696984" y="897888"/>
                </a:lnTo>
                <a:lnTo>
                  <a:pt x="3769474" y="915494"/>
                </a:lnTo>
                <a:lnTo>
                  <a:pt x="3841963" y="933100"/>
                </a:lnTo>
                <a:lnTo>
                  <a:pt x="3914453" y="950705"/>
                </a:lnTo>
                <a:lnTo>
                  <a:pt x="3986943" y="968311"/>
                </a:lnTo>
                <a:lnTo>
                  <a:pt x="4059433" y="985917"/>
                </a:lnTo>
                <a:lnTo>
                  <a:pt x="4131923" y="1003522"/>
                </a:lnTo>
                <a:lnTo>
                  <a:pt x="4204413" y="1021128"/>
                </a:lnTo>
                <a:lnTo>
                  <a:pt x="4276903" y="1038734"/>
                </a:lnTo>
                <a:lnTo>
                  <a:pt x="4349393" y="1056339"/>
                </a:lnTo>
                <a:lnTo>
                  <a:pt x="4421883" y="1073945"/>
                </a:lnTo>
                <a:lnTo>
                  <a:pt x="4494372" y="1091551"/>
                </a:lnTo>
                <a:lnTo>
                  <a:pt x="4566862" y="1109156"/>
                </a:lnTo>
                <a:lnTo>
                  <a:pt x="4639352" y="1126762"/>
                </a:lnTo>
                <a:lnTo>
                  <a:pt x="4711842" y="1144368"/>
                </a:lnTo>
                <a:lnTo>
                  <a:pt x="4784332" y="1161973"/>
                </a:lnTo>
                <a:lnTo>
                  <a:pt x="4856822" y="1179579"/>
                </a:lnTo>
                <a:lnTo>
                  <a:pt x="4929312" y="1197184"/>
                </a:lnTo>
                <a:lnTo>
                  <a:pt x="5001802" y="1214790"/>
                </a:lnTo>
                <a:lnTo>
                  <a:pt x="5074291" y="1232396"/>
                </a:lnTo>
                <a:lnTo>
                  <a:pt x="5146781" y="1250001"/>
                </a:lnTo>
                <a:lnTo>
                  <a:pt x="5219271" y="1267607"/>
                </a:lnTo>
                <a:lnTo>
                  <a:pt x="5291761" y="1285213"/>
                </a:lnTo>
                <a:lnTo>
                  <a:pt x="5364251" y="1302818"/>
                </a:lnTo>
                <a:lnTo>
                  <a:pt x="5436741" y="1320424"/>
                </a:lnTo>
                <a:lnTo>
                  <a:pt x="5509231" y="1338030"/>
                </a:lnTo>
                <a:lnTo>
                  <a:pt x="5581721" y="1355635"/>
                </a:lnTo>
                <a:lnTo>
                  <a:pt x="5654211" y="1373241"/>
                </a:lnTo>
                <a:lnTo>
                  <a:pt x="5726700" y="1390847"/>
                </a:lnTo>
              </a:path>
            </a:pathLst>
          </a:custGeom>
          <a:ln w="38100" cap="flat">
            <a:solidFill>
              <a:srgbClr val="00FA9A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0" name="pg30"/>
          <p:cNvSpPr/>
          <p:nvPr/>
        </p:nvSpPr>
        <p:spPr>
          <a:xfrm>
            <a:off x="1230880" y="2161090"/>
            <a:ext cx="5726700" cy="2540211"/>
          </a:xfrm>
          <a:custGeom>
            <a:avLst/>
            <a:gdLst/>
            <a:ahLst/>
            <a:cxnLst/>
            <a:rect l="0" t="0" r="0" b="0"/>
            <a:pathLst>
              <a:path w="5726700" h="2540211">
                <a:moveTo>
                  <a:pt x="0" y="0"/>
                </a:moveTo>
                <a:lnTo>
                  <a:pt x="72489" y="28087"/>
                </a:lnTo>
                <a:lnTo>
                  <a:pt x="144979" y="56069"/>
                </a:lnTo>
                <a:lnTo>
                  <a:pt x="217469" y="83940"/>
                </a:lnTo>
                <a:lnTo>
                  <a:pt x="289959" y="111691"/>
                </a:lnTo>
                <a:lnTo>
                  <a:pt x="362449" y="139315"/>
                </a:lnTo>
                <a:lnTo>
                  <a:pt x="434939" y="166804"/>
                </a:lnTo>
                <a:lnTo>
                  <a:pt x="507429" y="194147"/>
                </a:lnTo>
                <a:lnTo>
                  <a:pt x="579919" y="221335"/>
                </a:lnTo>
                <a:lnTo>
                  <a:pt x="652408" y="248358"/>
                </a:lnTo>
                <a:lnTo>
                  <a:pt x="724898" y="275202"/>
                </a:lnTo>
                <a:lnTo>
                  <a:pt x="797388" y="301857"/>
                </a:lnTo>
                <a:lnTo>
                  <a:pt x="869878" y="328309"/>
                </a:lnTo>
                <a:lnTo>
                  <a:pt x="942368" y="354543"/>
                </a:lnTo>
                <a:lnTo>
                  <a:pt x="1014858" y="380544"/>
                </a:lnTo>
                <a:lnTo>
                  <a:pt x="1087348" y="406297"/>
                </a:lnTo>
                <a:lnTo>
                  <a:pt x="1159838" y="431783"/>
                </a:lnTo>
                <a:lnTo>
                  <a:pt x="1232328" y="456984"/>
                </a:lnTo>
                <a:lnTo>
                  <a:pt x="1304817" y="481882"/>
                </a:lnTo>
                <a:lnTo>
                  <a:pt x="1377307" y="506457"/>
                </a:lnTo>
                <a:lnTo>
                  <a:pt x="1449797" y="530687"/>
                </a:lnTo>
                <a:lnTo>
                  <a:pt x="1522287" y="554551"/>
                </a:lnTo>
                <a:lnTo>
                  <a:pt x="1594777" y="578028"/>
                </a:lnTo>
                <a:lnTo>
                  <a:pt x="1667267" y="601094"/>
                </a:lnTo>
                <a:lnTo>
                  <a:pt x="1739757" y="623728"/>
                </a:lnTo>
                <a:lnTo>
                  <a:pt x="1812247" y="645908"/>
                </a:lnTo>
                <a:lnTo>
                  <a:pt x="1884737" y="667613"/>
                </a:lnTo>
                <a:lnTo>
                  <a:pt x="1957226" y="688822"/>
                </a:lnTo>
                <a:lnTo>
                  <a:pt x="2029716" y="709517"/>
                </a:lnTo>
                <a:lnTo>
                  <a:pt x="2102206" y="729681"/>
                </a:lnTo>
                <a:lnTo>
                  <a:pt x="2174696" y="749300"/>
                </a:lnTo>
                <a:lnTo>
                  <a:pt x="2247186" y="768362"/>
                </a:lnTo>
                <a:lnTo>
                  <a:pt x="2319676" y="786858"/>
                </a:lnTo>
                <a:lnTo>
                  <a:pt x="2392166" y="804782"/>
                </a:lnTo>
                <a:lnTo>
                  <a:pt x="2464656" y="822134"/>
                </a:lnTo>
                <a:lnTo>
                  <a:pt x="2537145" y="838914"/>
                </a:lnTo>
                <a:lnTo>
                  <a:pt x="2609635" y="855128"/>
                </a:lnTo>
                <a:lnTo>
                  <a:pt x="2682125" y="870783"/>
                </a:lnTo>
                <a:lnTo>
                  <a:pt x="2754615" y="885892"/>
                </a:lnTo>
                <a:lnTo>
                  <a:pt x="2827105" y="900468"/>
                </a:lnTo>
                <a:lnTo>
                  <a:pt x="2899595" y="914528"/>
                </a:lnTo>
                <a:lnTo>
                  <a:pt x="2972085" y="928090"/>
                </a:lnTo>
                <a:lnTo>
                  <a:pt x="3044575" y="941174"/>
                </a:lnTo>
                <a:lnTo>
                  <a:pt x="3117065" y="953802"/>
                </a:lnTo>
                <a:lnTo>
                  <a:pt x="3189554" y="965995"/>
                </a:lnTo>
                <a:lnTo>
                  <a:pt x="3262044" y="977776"/>
                </a:lnTo>
                <a:lnTo>
                  <a:pt x="3334534" y="989166"/>
                </a:lnTo>
                <a:lnTo>
                  <a:pt x="3407024" y="1000188"/>
                </a:lnTo>
                <a:lnTo>
                  <a:pt x="3479514" y="1010863"/>
                </a:lnTo>
                <a:lnTo>
                  <a:pt x="3552004" y="1021212"/>
                </a:lnTo>
                <a:lnTo>
                  <a:pt x="3624494" y="1031255"/>
                </a:lnTo>
                <a:lnTo>
                  <a:pt x="3696984" y="1041012"/>
                </a:lnTo>
                <a:lnTo>
                  <a:pt x="3769474" y="1050500"/>
                </a:lnTo>
                <a:lnTo>
                  <a:pt x="3841963" y="1059738"/>
                </a:lnTo>
                <a:lnTo>
                  <a:pt x="3914453" y="1068741"/>
                </a:lnTo>
                <a:lnTo>
                  <a:pt x="3986943" y="1077524"/>
                </a:lnTo>
                <a:lnTo>
                  <a:pt x="4059433" y="1086103"/>
                </a:lnTo>
                <a:lnTo>
                  <a:pt x="4131923" y="1094491"/>
                </a:lnTo>
                <a:lnTo>
                  <a:pt x="4204413" y="1102699"/>
                </a:lnTo>
                <a:lnTo>
                  <a:pt x="4276903" y="1110741"/>
                </a:lnTo>
                <a:lnTo>
                  <a:pt x="4349393" y="1118626"/>
                </a:lnTo>
                <a:lnTo>
                  <a:pt x="4421883" y="1126365"/>
                </a:lnTo>
                <a:lnTo>
                  <a:pt x="4494372" y="1133967"/>
                </a:lnTo>
                <a:lnTo>
                  <a:pt x="4566862" y="1141441"/>
                </a:lnTo>
                <a:lnTo>
                  <a:pt x="4639352" y="1148795"/>
                </a:lnTo>
                <a:lnTo>
                  <a:pt x="4711842" y="1156036"/>
                </a:lnTo>
                <a:lnTo>
                  <a:pt x="4784332" y="1163172"/>
                </a:lnTo>
                <a:lnTo>
                  <a:pt x="4856822" y="1170209"/>
                </a:lnTo>
                <a:lnTo>
                  <a:pt x="4929312" y="1177152"/>
                </a:lnTo>
                <a:lnTo>
                  <a:pt x="5001802" y="1184008"/>
                </a:lnTo>
                <a:lnTo>
                  <a:pt x="5074291" y="1190782"/>
                </a:lnTo>
                <a:lnTo>
                  <a:pt x="5146781" y="1197478"/>
                </a:lnTo>
                <a:lnTo>
                  <a:pt x="5219271" y="1204101"/>
                </a:lnTo>
                <a:lnTo>
                  <a:pt x="5291761" y="1210656"/>
                </a:lnTo>
                <a:lnTo>
                  <a:pt x="5364251" y="1217145"/>
                </a:lnTo>
                <a:lnTo>
                  <a:pt x="5436741" y="1223573"/>
                </a:lnTo>
                <a:lnTo>
                  <a:pt x="5509231" y="1229942"/>
                </a:lnTo>
                <a:lnTo>
                  <a:pt x="5581721" y="1236257"/>
                </a:lnTo>
                <a:lnTo>
                  <a:pt x="5654211" y="1242520"/>
                </a:lnTo>
                <a:lnTo>
                  <a:pt x="5726700" y="1248734"/>
                </a:lnTo>
                <a:lnTo>
                  <a:pt x="5726700" y="2540211"/>
                </a:lnTo>
                <a:lnTo>
                  <a:pt x="5654211" y="2511214"/>
                </a:lnTo>
                <a:lnTo>
                  <a:pt x="5581721" y="2482265"/>
                </a:lnTo>
                <a:lnTo>
                  <a:pt x="5509231" y="2453369"/>
                </a:lnTo>
                <a:lnTo>
                  <a:pt x="5436741" y="2424527"/>
                </a:lnTo>
                <a:lnTo>
                  <a:pt x="5364251" y="2395743"/>
                </a:lnTo>
                <a:lnTo>
                  <a:pt x="5291761" y="2367021"/>
                </a:lnTo>
                <a:lnTo>
                  <a:pt x="5219271" y="2338364"/>
                </a:lnTo>
                <a:lnTo>
                  <a:pt x="5146781" y="2309776"/>
                </a:lnTo>
                <a:lnTo>
                  <a:pt x="5074291" y="2281261"/>
                </a:lnTo>
                <a:lnTo>
                  <a:pt x="5001802" y="2252823"/>
                </a:lnTo>
                <a:lnTo>
                  <a:pt x="4929312" y="2224468"/>
                </a:lnTo>
                <a:lnTo>
                  <a:pt x="4856822" y="2196200"/>
                </a:lnTo>
                <a:lnTo>
                  <a:pt x="4784332" y="2168026"/>
                </a:lnTo>
                <a:lnTo>
                  <a:pt x="4711842" y="2139950"/>
                </a:lnTo>
                <a:lnTo>
                  <a:pt x="4639352" y="2111980"/>
                </a:lnTo>
                <a:lnTo>
                  <a:pt x="4566862" y="2084123"/>
                </a:lnTo>
                <a:lnTo>
                  <a:pt x="4494372" y="2056386"/>
                </a:lnTo>
                <a:lnTo>
                  <a:pt x="4421883" y="2028776"/>
                </a:lnTo>
                <a:lnTo>
                  <a:pt x="4349393" y="2001304"/>
                </a:lnTo>
                <a:lnTo>
                  <a:pt x="4276903" y="1973978"/>
                </a:lnTo>
                <a:lnTo>
                  <a:pt x="4204413" y="1946808"/>
                </a:lnTo>
                <a:lnTo>
                  <a:pt x="4131923" y="1919805"/>
                </a:lnTo>
                <a:lnTo>
                  <a:pt x="4059433" y="1892981"/>
                </a:lnTo>
                <a:lnTo>
                  <a:pt x="3986943" y="1866349"/>
                </a:lnTo>
                <a:lnTo>
                  <a:pt x="3914453" y="1839921"/>
                </a:lnTo>
                <a:lnTo>
                  <a:pt x="3841963" y="1813713"/>
                </a:lnTo>
                <a:lnTo>
                  <a:pt x="3769474" y="1787739"/>
                </a:lnTo>
                <a:lnTo>
                  <a:pt x="3696984" y="1762016"/>
                </a:lnTo>
                <a:lnTo>
                  <a:pt x="3624494" y="1736562"/>
                </a:lnTo>
                <a:lnTo>
                  <a:pt x="3552004" y="1711394"/>
                </a:lnTo>
                <a:lnTo>
                  <a:pt x="3479514" y="1686531"/>
                </a:lnTo>
                <a:lnTo>
                  <a:pt x="3407024" y="1661995"/>
                </a:lnTo>
                <a:lnTo>
                  <a:pt x="3334534" y="1637805"/>
                </a:lnTo>
                <a:lnTo>
                  <a:pt x="3262044" y="1613984"/>
                </a:lnTo>
                <a:lnTo>
                  <a:pt x="3189554" y="1590553"/>
                </a:lnTo>
                <a:lnTo>
                  <a:pt x="3117065" y="1567535"/>
                </a:lnTo>
                <a:lnTo>
                  <a:pt x="3044575" y="1544952"/>
                </a:lnTo>
                <a:lnTo>
                  <a:pt x="2972085" y="1522825"/>
                </a:lnTo>
                <a:lnTo>
                  <a:pt x="2899595" y="1501175"/>
                </a:lnTo>
                <a:lnTo>
                  <a:pt x="2827105" y="1480024"/>
                </a:lnTo>
                <a:lnTo>
                  <a:pt x="2754615" y="1459389"/>
                </a:lnTo>
                <a:lnTo>
                  <a:pt x="2682125" y="1439286"/>
                </a:lnTo>
                <a:lnTo>
                  <a:pt x="2609635" y="1419730"/>
                </a:lnTo>
                <a:lnTo>
                  <a:pt x="2537145" y="1400732"/>
                </a:lnTo>
                <a:lnTo>
                  <a:pt x="2464656" y="1382301"/>
                </a:lnTo>
                <a:lnTo>
                  <a:pt x="2392166" y="1364442"/>
                </a:lnTo>
                <a:lnTo>
                  <a:pt x="2319676" y="1347155"/>
                </a:lnTo>
                <a:lnTo>
                  <a:pt x="2247186" y="1330440"/>
                </a:lnTo>
                <a:lnTo>
                  <a:pt x="2174696" y="1314290"/>
                </a:lnTo>
                <a:lnTo>
                  <a:pt x="2102206" y="1298698"/>
                </a:lnTo>
                <a:lnTo>
                  <a:pt x="2029716" y="1283650"/>
                </a:lnTo>
                <a:lnTo>
                  <a:pt x="1957226" y="1269134"/>
                </a:lnTo>
                <a:lnTo>
                  <a:pt x="1884737" y="1255132"/>
                </a:lnTo>
                <a:lnTo>
                  <a:pt x="1812247" y="1241625"/>
                </a:lnTo>
                <a:lnTo>
                  <a:pt x="1739757" y="1228594"/>
                </a:lnTo>
                <a:lnTo>
                  <a:pt x="1667267" y="1216017"/>
                </a:lnTo>
                <a:lnTo>
                  <a:pt x="1594777" y="1203872"/>
                </a:lnTo>
                <a:lnTo>
                  <a:pt x="1522287" y="1192137"/>
                </a:lnTo>
                <a:lnTo>
                  <a:pt x="1449797" y="1180790"/>
                </a:lnTo>
                <a:lnTo>
                  <a:pt x="1377307" y="1169809"/>
                </a:lnTo>
                <a:lnTo>
                  <a:pt x="1304817" y="1159172"/>
                </a:lnTo>
                <a:lnTo>
                  <a:pt x="1232328" y="1148859"/>
                </a:lnTo>
                <a:lnTo>
                  <a:pt x="1159838" y="1138849"/>
                </a:lnTo>
                <a:lnTo>
                  <a:pt x="1087348" y="1129124"/>
                </a:lnTo>
                <a:lnTo>
                  <a:pt x="1014858" y="1119665"/>
                </a:lnTo>
                <a:lnTo>
                  <a:pt x="942368" y="1110455"/>
                </a:lnTo>
                <a:lnTo>
                  <a:pt x="869878" y="1101477"/>
                </a:lnTo>
                <a:lnTo>
                  <a:pt x="797388" y="1092718"/>
                </a:lnTo>
                <a:lnTo>
                  <a:pt x="724898" y="1084161"/>
                </a:lnTo>
                <a:lnTo>
                  <a:pt x="652408" y="1075795"/>
                </a:lnTo>
                <a:lnTo>
                  <a:pt x="579919" y="1067606"/>
                </a:lnTo>
                <a:lnTo>
                  <a:pt x="507429" y="1059583"/>
                </a:lnTo>
                <a:lnTo>
                  <a:pt x="434939" y="1051715"/>
                </a:lnTo>
                <a:lnTo>
                  <a:pt x="362449" y="1043992"/>
                </a:lnTo>
                <a:lnTo>
                  <a:pt x="289959" y="1036405"/>
                </a:lnTo>
                <a:lnTo>
                  <a:pt x="217469" y="1028945"/>
                </a:lnTo>
                <a:lnTo>
                  <a:pt x="144979" y="1021604"/>
                </a:lnTo>
                <a:lnTo>
                  <a:pt x="72489" y="1014375"/>
                </a:lnTo>
                <a:lnTo>
                  <a:pt x="0" y="1007251"/>
                </a:lnTo>
                <a:close/>
              </a:path>
            </a:pathLst>
          </a:custGeom>
          <a:solidFill>
            <a:srgbClr val="B4EEB4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6" name="pt6"/>
          <p:cNvSpPr/>
          <p:nvPr/>
        </p:nvSpPr>
        <p:spPr>
          <a:xfrm>
            <a:off x="1172177" y="287783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t7"/>
          <p:cNvSpPr/>
          <p:nvPr/>
        </p:nvSpPr>
        <p:spPr>
          <a:xfrm>
            <a:off x="1172177" y="226606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t8"/>
          <p:cNvSpPr/>
          <p:nvPr/>
        </p:nvSpPr>
        <p:spPr>
          <a:xfrm>
            <a:off x="1172177" y="237203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" name="pt9"/>
          <p:cNvSpPr/>
          <p:nvPr/>
        </p:nvSpPr>
        <p:spPr>
          <a:xfrm>
            <a:off x="3502864" y="266179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" name="pt10"/>
          <p:cNvSpPr/>
          <p:nvPr/>
        </p:nvSpPr>
        <p:spPr>
          <a:xfrm>
            <a:off x="3502864" y="284095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t11"/>
          <p:cNvSpPr/>
          <p:nvPr/>
        </p:nvSpPr>
        <p:spPr>
          <a:xfrm>
            <a:off x="3502864" y="263555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t12"/>
          <p:cNvSpPr/>
          <p:nvPr/>
        </p:nvSpPr>
        <p:spPr>
          <a:xfrm>
            <a:off x="1921212" y="300954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t13"/>
          <p:cNvSpPr/>
          <p:nvPr/>
        </p:nvSpPr>
        <p:spPr>
          <a:xfrm>
            <a:off x="1921212" y="295195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t14"/>
          <p:cNvSpPr/>
          <p:nvPr/>
        </p:nvSpPr>
        <p:spPr>
          <a:xfrm>
            <a:off x="1921212" y="311189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t15"/>
          <p:cNvSpPr/>
          <p:nvPr/>
        </p:nvSpPr>
        <p:spPr>
          <a:xfrm>
            <a:off x="3257276" y="201179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t16"/>
          <p:cNvSpPr/>
          <p:nvPr/>
        </p:nvSpPr>
        <p:spPr>
          <a:xfrm>
            <a:off x="3257276" y="287166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" name="pt17"/>
          <p:cNvSpPr/>
          <p:nvPr/>
        </p:nvSpPr>
        <p:spPr>
          <a:xfrm>
            <a:off x="3257276" y="291655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" name="pt18"/>
          <p:cNvSpPr/>
          <p:nvPr/>
        </p:nvSpPr>
        <p:spPr>
          <a:xfrm>
            <a:off x="3901521" y="320442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t19"/>
          <p:cNvSpPr/>
          <p:nvPr/>
        </p:nvSpPr>
        <p:spPr>
          <a:xfrm>
            <a:off x="3901521" y="317914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t20"/>
          <p:cNvSpPr/>
          <p:nvPr/>
        </p:nvSpPr>
        <p:spPr>
          <a:xfrm>
            <a:off x="3901521" y="340046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t21"/>
          <p:cNvSpPr/>
          <p:nvPr/>
        </p:nvSpPr>
        <p:spPr>
          <a:xfrm>
            <a:off x="3462194" y="303949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2" name="pt22"/>
          <p:cNvSpPr/>
          <p:nvPr/>
        </p:nvSpPr>
        <p:spPr>
          <a:xfrm>
            <a:off x="3462194" y="305955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pt23"/>
          <p:cNvSpPr/>
          <p:nvPr/>
        </p:nvSpPr>
        <p:spPr>
          <a:xfrm>
            <a:off x="3462194" y="285360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4" name="pt24"/>
          <p:cNvSpPr/>
          <p:nvPr/>
        </p:nvSpPr>
        <p:spPr>
          <a:xfrm>
            <a:off x="4431643" y="549050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5" name="pt25"/>
          <p:cNvSpPr/>
          <p:nvPr/>
        </p:nvSpPr>
        <p:spPr>
          <a:xfrm>
            <a:off x="4431643" y="456026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t26"/>
          <p:cNvSpPr/>
          <p:nvPr/>
        </p:nvSpPr>
        <p:spPr>
          <a:xfrm>
            <a:off x="4431643" y="434852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t27"/>
          <p:cNvSpPr/>
          <p:nvPr/>
        </p:nvSpPr>
        <p:spPr>
          <a:xfrm>
            <a:off x="6898878" y="359662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t28"/>
          <p:cNvSpPr/>
          <p:nvPr/>
        </p:nvSpPr>
        <p:spPr>
          <a:xfrm>
            <a:off x="6898878" y="364104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9" name="pt29"/>
          <p:cNvSpPr/>
          <p:nvPr/>
        </p:nvSpPr>
        <p:spPr>
          <a:xfrm>
            <a:off x="6898878" y="361075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1" name="pl31"/>
          <p:cNvSpPr/>
          <p:nvPr/>
        </p:nvSpPr>
        <p:spPr>
          <a:xfrm>
            <a:off x="1230880" y="2161090"/>
            <a:ext cx="5726700" cy="1248734"/>
          </a:xfrm>
          <a:custGeom>
            <a:avLst/>
            <a:gdLst/>
            <a:ahLst/>
            <a:cxnLst/>
            <a:rect l="0" t="0" r="0" b="0"/>
            <a:pathLst>
              <a:path w="5726700" h="1248734">
                <a:moveTo>
                  <a:pt x="0" y="0"/>
                </a:moveTo>
                <a:lnTo>
                  <a:pt x="72489" y="28087"/>
                </a:lnTo>
                <a:lnTo>
                  <a:pt x="144979" y="56069"/>
                </a:lnTo>
                <a:lnTo>
                  <a:pt x="217469" y="83940"/>
                </a:lnTo>
                <a:lnTo>
                  <a:pt x="289959" y="111691"/>
                </a:lnTo>
                <a:lnTo>
                  <a:pt x="362449" y="139315"/>
                </a:lnTo>
                <a:lnTo>
                  <a:pt x="434939" y="166804"/>
                </a:lnTo>
                <a:lnTo>
                  <a:pt x="507429" y="194147"/>
                </a:lnTo>
                <a:lnTo>
                  <a:pt x="579919" y="221335"/>
                </a:lnTo>
                <a:lnTo>
                  <a:pt x="652408" y="248358"/>
                </a:lnTo>
                <a:lnTo>
                  <a:pt x="724898" y="275202"/>
                </a:lnTo>
                <a:lnTo>
                  <a:pt x="797388" y="301857"/>
                </a:lnTo>
                <a:lnTo>
                  <a:pt x="869878" y="328309"/>
                </a:lnTo>
                <a:lnTo>
                  <a:pt x="942368" y="354543"/>
                </a:lnTo>
                <a:lnTo>
                  <a:pt x="1014858" y="380544"/>
                </a:lnTo>
                <a:lnTo>
                  <a:pt x="1087348" y="406297"/>
                </a:lnTo>
                <a:lnTo>
                  <a:pt x="1159838" y="431783"/>
                </a:lnTo>
                <a:lnTo>
                  <a:pt x="1232328" y="456984"/>
                </a:lnTo>
                <a:lnTo>
                  <a:pt x="1304817" y="481882"/>
                </a:lnTo>
                <a:lnTo>
                  <a:pt x="1377307" y="506457"/>
                </a:lnTo>
                <a:lnTo>
                  <a:pt x="1449797" y="530687"/>
                </a:lnTo>
                <a:lnTo>
                  <a:pt x="1522287" y="554551"/>
                </a:lnTo>
                <a:lnTo>
                  <a:pt x="1594777" y="578028"/>
                </a:lnTo>
                <a:lnTo>
                  <a:pt x="1667267" y="601094"/>
                </a:lnTo>
                <a:lnTo>
                  <a:pt x="1739757" y="623728"/>
                </a:lnTo>
                <a:lnTo>
                  <a:pt x="1812247" y="645908"/>
                </a:lnTo>
                <a:lnTo>
                  <a:pt x="1884737" y="667613"/>
                </a:lnTo>
                <a:lnTo>
                  <a:pt x="1957226" y="688822"/>
                </a:lnTo>
                <a:lnTo>
                  <a:pt x="2029716" y="709517"/>
                </a:lnTo>
                <a:lnTo>
                  <a:pt x="2102206" y="729681"/>
                </a:lnTo>
                <a:lnTo>
                  <a:pt x="2174696" y="749300"/>
                </a:lnTo>
                <a:lnTo>
                  <a:pt x="2247186" y="768362"/>
                </a:lnTo>
                <a:lnTo>
                  <a:pt x="2319676" y="786858"/>
                </a:lnTo>
                <a:lnTo>
                  <a:pt x="2392166" y="804782"/>
                </a:lnTo>
                <a:lnTo>
                  <a:pt x="2464656" y="822134"/>
                </a:lnTo>
                <a:lnTo>
                  <a:pt x="2537145" y="838914"/>
                </a:lnTo>
                <a:lnTo>
                  <a:pt x="2609635" y="855128"/>
                </a:lnTo>
                <a:lnTo>
                  <a:pt x="2682125" y="870783"/>
                </a:lnTo>
                <a:lnTo>
                  <a:pt x="2754615" y="885892"/>
                </a:lnTo>
                <a:lnTo>
                  <a:pt x="2827105" y="900468"/>
                </a:lnTo>
                <a:lnTo>
                  <a:pt x="2899595" y="914528"/>
                </a:lnTo>
                <a:lnTo>
                  <a:pt x="2972085" y="928090"/>
                </a:lnTo>
                <a:lnTo>
                  <a:pt x="3044575" y="941174"/>
                </a:lnTo>
                <a:lnTo>
                  <a:pt x="3117065" y="953802"/>
                </a:lnTo>
                <a:lnTo>
                  <a:pt x="3189554" y="965995"/>
                </a:lnTo>
                <a:lnTo>
                  <a:pt x="3262044" y="977776"/>
                </a:lnTo>
                <a:lnTo>
                  <a:pt x="3334534" y="989166"/>
                </a:lnTo>
                <a:lnTo>
                  <a:pt x="3407024" y="1000188"/>
                </a:lnTo>
                <a:lnTo>
                  <a:pt x="3479514" y="1010863"/>
                </a:lnTo>
                <a:lnTo>
                  <a:pt x="3552004" y="1021212"/>
                </a:lnTo>
                <a:lnTo>
                  <a:pt x="3624494" y="1031255"/>
                </a:lnTo>
                <a:lnTo>
                  <a:pt x="3696984" y="1041012"/>
                </a:lnTo>
                <a:lnTo>
                  <a:pt x="3769474" y="1050500"/>
                </a:lnTo>
                <a:lnTo>
                  <a:pt x="3841963" y="1059738"/>
                </a:lnTo>
                <a:lnTo>
                  <a:pt x="3914453" y="1068741"/>
                </a:lnTo>
                <a:lnTo>
                  <a:pt x="3986943" y="1077524"/>
                </a:lnTo>
                <a:lnTo>
                  <a:pt x="4059433" y="1086103"/>
                </a:lnTo>
                <a:lnTo>
                  <a:pt x="4131923" y="1094491"/>
                </a:lnTo>
                <a:lnTo>
                  <a:pt x="4204413" y="1102699"/>
                </a:lnTo>
                <a:lnTo>
                  <a:pt x="4276903" y="1110741"/>
                </a:lnTo>
                <a:lnTo>
                  <a:pt x="4349393" y="1118626"/>
                </a:lnTo>
                <a:lnTo>
                  <a:pt x="4421883" y="1126365"/>
                </a:lnTo>
                <a:lnTo>
                  <a:pt x="4494372" y="1133967"/>
                </a:lnTo>
                <a:lnTo>
                  <a:pt x="4566862" y="1141441"/>
                </a:lnTo>
                <a:lnTo>
                  <a:pt x="4639352" y="1148795"/>
                </a:lnTo>
                <a:lnTo>
                  <a:pt x="4711842" y="1156036"/>
                </a:lnTo>
                <a:lnTo>
                  <a:pt x="4784332" y="1163172"/>
                </a:lnTo>
                <a:lnTo>
                  <a:pt x="4856822" y="1170209"/>
                </a:lnTo>
                <a:lnTo>
                  <a:pt x="4929312" y="1177152"/>
                </a:lnTo>
                <a:lnTo>
                  <a:pt x="5001802" y="1184008"/>
                </a:lnTo>
                <a:lnTo>
                  <a:pt x="5074291" y="1190782"/>
                </a:lnTo>
                <a:lnTo>
                  <a:pt x="5146781" y="1197478"/>
                </a:lnTo>
                <a:lnTo>
                  <a:pt x="5219271" y="1204101"/>
                </a:lnTo>
                <a:lnTo>
                  <a:pt x="5291761" y="1210656"/>
                </a:lnTo>
                <a:lnTo>
                  <a:pt x="5364251" y="1217145"/>
                </a:lnTo>
                <a:lnTo>
                  <a:pt x="5436741" y="1223573"/>
                </a:lnTo>
                <a:lnTo>
                  <a:pt x="5509231" y="1229942"/>
                </a:lnTo>
                <a:lnTo>
                  <a:pt x="5581721" y="1236257"/>
                </a:lnTo>
                <a:lnTo>
                  <a:pt x="5654211" y="1242520"/>
                </a:lnTo>
                <a:lnTo>
                  <a:pt x="5726700" y="1248734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" name="pl32"/>
          <p:cNvSpPr/>
          <p:nvPr/>
        </p:nvSpPr>
        <p:spPr>
          <a:xfrm>
            <a:off x="1230880" y="3168342"/>
            <a:ext cx="5726700" cy="1532960"/>
          </a:xfrm>
          <a:custGeom>
            <a:avLst/>
            <a:gdLst/>
            <a:ahLst/>
            <a:cxnLst/>
            <a:rect l="0" t="0" r="0" b="0"/>
            <a:pathLst>
              <a:path w="5726700" h="1532960">
                <a:moveTo>
                  <a:pt x="5726700" y="1532960"/>
                </a:moveTo>
                <a:lnTo>
                  <a:pt x="5654211" y="1503962"/>
                </a:lnTo>
                <a:lnTo>
                  <a:pt x="5581721" y="1475014"/>
                </a:lnTo>
                <a:lnTo>
                  <a:pt x="5509231" y="1446117"/>
                </a:lnTo>
                <a:lnTo>
                  <a:pt x="5436741" y="1417276"/>
                </a:lnTo>
                <a:lnTo>
                  <a:pt x="5364251" y="1388492"/>
                </a:lnTo>
                <a:lnTo>
                  <a:pt x="5291761" y="1359770"/>
                </a:lnTo>
                <a:lnTo>
                  <a:pt x="5219271" y="1331113"/>
                </a:lnTo>
                <a:lnTo>
                  <a:pt x="5146781" y="1302525"/>
                </a:lnTo>
                <a:lnTo>
                  <a:pt x="5074291" y="1274010"/>
                </a:lnTo>
                <a:lnTo>
                  <a:pt x="5001802" y="1245572"/>
                </a:lnTo>
                <a:lnTo>
                  <a:pt x="4929312" y="1217217"/>
                </a:lnTo>
                <a:lnTo>
                  <a:pt x="4856822" y="1188949"/>
                </a:lnTo>
                <a:lnTo>
                  <a:pt x="4784332" y="1160774"/>
                </a:lnTo>
                <a:lnTo>
                  <a:pt x="4711842" y="1132699"/>
                </a:lnTo>
                <a:lnTo>
                  <a:pt x="4639352" y="1104729"/>
                </a:lnTo>
                <a:lnTo>
                  <a:pt x="4566862" y="1076872"/>
                </a:lnTo>
                <a:lnTo>
                  <a:pt x="4494372" y="1049134"/>
                </a:lnTo>
                <a:lnTo>
                  <a:pt x="4421883" y="1021525"/>
                </a:lnTo>
                <a:lnTo>
                  <a:pt x="4349393" y="994052"/>
                </a:lnTo>
                <a:lnTo>
                  <a:pt x="4276903" y="966726"/>
                </a:lnTo>
                <a:lnTo>
                  <a:pt x="4204413" y="939556"/>
                </a:lnTo>
                <a:lnTo>
                  <a:pt x="4131923" y="912554"/>
                </a:lnTo>
                <a:lnTo>
                  <a:pt x="4059433" y="885730"/>
                </a:lnTo>
                <a:lnTo>
                  <a:pt x="3986943" y="859097"/>
                </a:lnTo>
                <a:lnTo>
                  <a:pt x="3914453" y="832670"/>
                </a:lnTo>
                <a:lnTo>
                  <a:pt x="3841963" y="806461"/>
                </a:lnTo>
                <a:lnTo>
                  <a:pt x="3769474" y="780488"/>
                </a:lnTo>
                <a:lnTo>
                  <a:pt x="3696984" y="754765"/>
                </a:lnTo>
                <a:lnTo>
                  <a:pt x="3624494" y="729310"/>
                </a:lnTo>
                <a:lnTo>
                  <a:pt x="3552004" y="704142"/>
                </a:lnTo>
                <a:lnTo>
                  <a:pt x="3479514" y="679280"/>
                </a:lnTo>
                <a:lnTo>
                  <a:pt x="3407024" y="654744"/>
                </a:lnTo>
                <a:lnTo>
                  <a:pt x="3334534" y="630554"/>
                </a:lnTo>
                <a:lnTo>
                  <a:pt x="3262044" y="606733"/>
                </a:lnTo>
                <a:lnTo>
                  <a:pt x="3189554" y="583302"/>
                </a:lnTo>
                <a:lnTo>
                  <a:pt x="3117065" y="560284"/>
                </a:lnTo>
                <a:lnTo>
                  <a:pt x="3044575" y="537700"/>
                </a:lnTo>
                <a:lnTo>
                  <a:pt x="2972085" y="515573"/>
                </a:lnTo>
                <a:lnTo>
                  <a:pt x="2899595" y="493924"/>
                </a:lnTo>
                <a:lnTo>
                  <a:pt x="2827105" y="472773"/>
                </a:lnTo>
                <a:lnTo>
                  <a:pt x="2754615" y="452137"/>
                </a:lnTo>
                <a:lnTo>
                  <a:pt x="2682125" y="432035"/>
                </a:lnTo>
                <a:lnTo>
                  <a:pt x="2609635" y="412479"/>
                </a:lnTo>
                <a:lnTo>
                  <a:pt x="2537145" y="393481"/>
                </a:lnTo>
                <a:lnTo>
                  <a:pt x="2464656" y="375050"/>
                </a:lnTo>
                <a:lnTo>
                  <a:pt x="2392166" y="357190"/>
                </a:lnTo>
                <a:lnTo>
                  <a:pt x="2319676" y="339904"/>
                </a:lnTo>
                <a:lnTo>
                  <a:pt x="2247186" y="323188"/>
                </a:lnTo>
                <a:lnTo>
                  <a:pt x="2174696" y="307039"/>
                </a:lnTo>
                <a:lnTo>
                  <a:pt x="2102206" y="291446"/>
                </a:lnTo>
                <a:lnTo>
                  <a:pt x="2029716" y="276399"/>
                </a:lnTo>
                <a:lnTo>
                  <a:pt x="1957226" y="261883"/>
                </a:lnTo>
                <a:lnTo>
                  <a:pt x="1884737" y="247881"/>
                </a:lnTo>
                <a:lnTo>
                  <a:pt x="1812247" y="234374"/>
                </a:lnTo>
                <a:lnTo>
                  <a:pt x="1739757" y="221343"/>
                </a:lnTo>
                <a:lnTo>
                  <a:pt x="1667267" y="208765"/>
                </a:lnTo>
                <a:lnTo>
                  <a:pt x="1594777" y="196620"/>
                </a:lnTo>
                <a:lnTo>
                  <a:pt x="1522287" y="184886"/>
                </a:lnTo>
                <a:lnTo>
                  <a:pt x="1449797" y="173538"/>
                </a:lnTo>
                <a:lnTo>
                  <a:pt x="1377307" y="162557"/>
                </a:lnTo>
                <a:lnTo>
                  <a:pt x="1304817" y="151920"/>
                </a:lnTo>
                <a:lnTo>
                  <a:pt x="1232328" y="141607"/>
                </a:lnTo>
                <a:lnTo>
                  <a:pt x="1159838" y="131597"/>
                </a:lnTo>
                <a:lnTo>
                  <a:pt x="1087348" y="121872"/>
                </a:lnTo>
                <a:lnTo>
                  <a:pt x="1014858" y="112413"/>
                </a:lnTo>
                <a:lnTo>
                  <a:pt x="942368" y="103203"/>
                </a:lnTo>
                <a:lnTo>
                  <a:pt x="869878" y="94226"/>
                </a:lnTo>
                <a:lnTo>
                  <a:pt x="797388" y="85466"/>
                </a:lnTo>
                <a:lnTo>
                  <a:pt x="724898" y="76910"/>
                </a:lnTo>
                <a:lnTo>
                  <a:pt x="652408" y="68543"/>
                </a:lnTo>
                <a:lnTo>
                  <a:pt x="579919" y="60354"/>
                </a:lnTo>
                <a:lnTo>
                  <a:pt x="507429" y="52331"/>
                </a:lnTo>
                <a:lnTo>
                  <a:pt x="434939" y="44463"/>
                </a:lnTo>
                <a:lnTo>
                  <a:pt x="362449" y="36740"/>
                </a:lnTo>
                <a:lnTo>
                  <a:pt x="289959" y="29153"/>
                </a:lnTo>
                <a:lnTo>
                  <a:pt x="217469" y="21693"/>
                </a:lnTo>
                <a:lnTo>
                  <a:pt x="144979" y="14353"/>
                </a:lnTo>
                <a:lnTo>
                  <a:pt x="72489" y="7124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4" name="pt34"/>
          <p:cNvSpPr/>
          <p:nvPr/>
        </p:nvSpPr>
        <p:spPr>
          <a:xfrm>
            <a:off x="3509890" y="376057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t35"/>
          <p:cNvSpPr/>
          <p:nvPr/>
        </p:nvSpPr>
        <p:spPr>
          <a:xfrm>
            <a:off x="3509890" y="375337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t36"/>
          <p:cNvSpPr/>
          <p:nvPr/>
        </p:nvSpPr>
        <p:spPr>
          <a:xfrm>
            <a:off x="3509890" y="388494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t37"/>
          <p:cNvSpPr/>
          <p:nvPr/>
        </p:nvSpPr>
        <p:spPr>
          <a:xfrm>
            <a:off x="1169634" y="370403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t38"/>
          <p:cNvSpPr/>
          <p:nvPr/>
        </p:nvSpPr>
        <p:spPr>
          <a:xfrm>
            <a:off x="1169634" y="397163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t39"/>
          <p:cNvSpPr/>
          <p:nvPr/>
        </p:nvSpPr>
        <p:spPr>
          <a:xfrm>
            <a:off x="1169634" y="345528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t40"/>
          <p:cNvSpPr/>
          <p:nvPr/>
        </p:nvSpPr>
        <p:spPr>
          <a:xfrm>
            <a:off x="4386355" y="468287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t41"/>
          <p:cNvSpPr/>
          <p:nvPr/>
        </p:nvSpPr>
        <p:spPr>
          <a:xfrm>
            <a:off x="4386355" y="441636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t42"/>
          <p:cNvSpPr/>
          <p:nvPr/>
        </p:nvSpPr>
        <p:spPr>
          <a:xfrm>
            <a:off x="4386355" y="448420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t43"/>
          <p:cNvSpPr/>
          <p:nvPr/>
        </p:nvSpPr>
        <p:spPr>
          <a:xfrm>
            <a:off x="6015248" y="443897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t44"/>
          <p:cNvSpPr/>
          <p:nvPr/>
        </p:nvSpPr>
        <p:spPr>
          <a:xfrm>
            <a:off x="6015248" y="452943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t45"/>
          <p:cNvSpPr/>
          <p:nvPr/>
        </p:nvSpPr>
        <p:spPr>
          <a:xfrm>
            <a:off x="6015248" y="411956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6" name="pt46"/>
          <p:cNvSpPr/>
          <p:nvPr/>
        </p:nvSpPr>
        <p:spPr>
          <a:xfrm>
            <a:off x="1822877" y="410542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" name="pt47"/>
          <p:cNvSpPr/>
          <p:nvPr/>
        </p:nvSpPr>
        <p:spPr>
          <a:xfrm>
            <a:off x="1822877" y="422253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t48"/>
          <p:cNvSpPr/>
          <p:nvPr/>
        </p:nvSpPr>
        <p:spPr>
          <a:xfrm>
            <a:off x="1822877" y="418669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t49"/>
          <p:cNvSpPr/>
          <p:nvPr/>
        </p:nvSpPr>
        <p:spPr>
          <a:xfrm>
            <a:off x="1206291" y="410856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t50"/>
          <p:cNvSpPr/>
          <p:nvPr/>
        </p:nvSpPr>
        <p:spPr>
          <a:xfrm>
            <a:off x="1206291" y="414076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t51"/>
          <p:cNvSpPr/>
          <p:nvPr/>
        </p:nvSpPr>
        <p:spPr>
          <a:xfrm>
            <a:off x="1206291" y="458001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t52"/>
          <p:cNvSpPr/>
          <p:nvPr/>
        </p:nvSpPr>
        <p:spPr>
          <a:xfrm>
            <a:off x="1621131" y="537743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t53"/>
          <p:cNvSpPr/>
          <p:nvPr/>
        </p:nvSpPr>
        <p:spPr>
          <a:xfrm>
            <a:off x="1621131" y="468018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t54"/>
          <p:cNvSpPr/>
          <p:nvPr/>
        </p:nvSpPr>
        <p:spPr>
          <a:xfrm>
            <a:off x="4097286" y="455769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t55"/>
          <p:cNvSpPr/>
          <p:nvPr/>
        </p:nvSpPr>
        <p:spPr>
          <a:xfrm>
            <a:off x="4097286" y="419022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7" name="pl57"/>
          <p:cNvSpPr/>
          <p:nvPr/>
        </p:nvSpPr>
        <p:spPr>
          <a:xfrm>
            <a:off x="1228338" y="3947543"/>
            <a:ext cx="4845613" cy="179129"/>
          </a:xfrm>
          <a:custGeom>
            <a:avLst/>
            <a:gdLst/>
            <a:ahLst/>
            <a:cxnLst/>
            <a:rect l="0" t="0" r="0" b="0"/>
            <a:pathLst>
              <a:path w="4845613" h="179129">
                <a:moveTo>
                  <a:pt x="0" y="0"/>
                </a:moveTo>
                <a:lnTo>
                  <a:pt x="61336" y="7537"/>
                </a:lnTo>
                <a:lnTo>
                  <a:pt x="122673" y="14993"/>
                </a:lnTo>
                <a:lnTo>
                  <a:pt x="184010" y="22360"/>
                </a:lnTo>
                <a:lnTo>
                  <a:pt x="245347" y="29636"/>
                </a:lnTo>
                <a:lnTo>
                  <a:pt x="306684" y="36814"/>
                </a:lnTo>
                <a:lnTo>
                  <a:pt x="368021" y="43890"/>
                </a:lnTo>
                <a:lnTo>
                  <a:pt x="429358" y="50857"/>
                </a:lnTo>
                <a:lnTo>
                  <a:pt x="490695" y="57710"/>
                </a:lnTo>
                <a:lnTo>
                  <a:pt x="552031" y="64442"/>
                </a:lnTo>
                <a:lnTo>
                  <a:pt x="613368" y="71048"/>
                </a:lnTo>
                <a:lnTo>
                  <a:pt x="674705" y="77520"/>
                </a:lnTo>
                <a:lnTo>
                  <a:pt x="736042" y="83852"/>
                </a:lnTo>
                <a:lnTo>
                  <a:pt x="797379" y="90036"/>
                </a:lnTo>
                <a:lnTo>
                  <a:pt x="858716" y="96066"/>
                </a:lnTo>
                <a:lnTo>
                  <a:pt x="920053" y="101933"/>
                </a:lnTo>
                <a:lnTo>
                  <a:pt x="981390" y="107630"/>
                </a:lnTo>
                <a:lnTo>
                  <a:pt x="1042726" y="113150"/>
                </a:lnTo>
                <a:lnTo>
                  <a:pt x="1104063" y="118485"/>
                </a:lnTo>
                <a:lnTo>
                  <a:pt x="1165400" y="123628"/>
                </a:lnTo>
                <a:lnTo>
                  <a:pt x="1226737" y="128571"/>
                </a:lnTo>
                <a:lnTo>
                  <a:pt x="1288074" y="133307"/>
                </a:lnTo>
                <a:lnTo>
                  <a:pt x="1349411" y="137829"/>
                </a:lnTo>
                <a:lnTo>
                  <a:pt x="1410748" y="142132"/>
                </a:lnTo>
                <a:lnTo>
                  <a:pt x="1472085" y="146209"/>
                </a:lnTo>
                <a:lnTo>
                  <a:pt x="1533422" y="150055"/>
                </a:lnTo>
                <a:lnTo>
                  <a:pt x="1594758" y="153665"/>
                </a:lnTo>
                <a:lnTo>
                  <a:pt x="1656095" y="157037"/>
                </a:lnTo>
                <a:lnTo>
                  <a:pt x="1717432" y="160166"/>
                </a:lnTo>
                <a:lnTo>
                  <a:pt x="1778769" y="163051"/>
                </a:lnTo>
                <a:lnTo>
                  <a:pt x="1840106" y="165691"/>
                </a:lnTo>
                <a:lnTo>
                  <a:pt x="1901443" y="168085"/>
                </a:lnTo>
                <a:lnTo>
                  <a:pt x="1962780" y="170235"/>
                </a:lnTo>
                <a:lnTo>
                  <a:pt x="2024117" y="172142"/>
                </a:lnTo>
                <a:lnTo>
                  <a:pt x="2085453" y="173809"/>
                </a:lnTo>
                <a:lnTo>
                  <a:pt x="2146790" y="175239"/>
                </a:lnTo>
                <a:lnTo>
                  <a:pt x="2208127" y="176436"/>
                </a:lnTo>
                <a:lnTo>
                  <a:pt x="2269464" y="177406"/>
                </a:lnTo>
                <a:lnTo>
                  <a:pt x="2330801" y="178154"/>
                </a:lnTo>
                <a:lnTo>
                  <a:pt x="2392138" y="178686"/>
                </a:lnTo>
                <a:lnTo>
                  <a:pt x="2453475" y="179009"/>
                </a:lnTo>
                <a:lnTo>
                  <a:pt x="2514812" y="179129"/>
                </a:lnTo>
                <a:lnTo>
                  <a:pt x="2576149" y="179055"/>
                </a:lnTo>
                <a:lnTo>
                  <a:pt x="2637485" y="178794"/>
                </a:lnTo>
                <a:lnTo>
                  <a:pt x="2698822" y="178352"/>
                </a:lnTo>
                <a:lnTo>
                  <a:pt x="2760159" y="177738"/>
                </a:lnTo>
                <a:lnTo>
                  <a:pt x="2821496" y="176960"/>
                </a:lnTo>
                <a:lnTo>
                  <a:pt x="2882833" y="176024"/>
                </a:lnTo>
                <a:lnTo>
                  <a:pt x="2944170" y="174938"/>
                </a:lnTo>
                <a:lnTo>
                  <a:pt x="3005507" y="173709"/>
                </a:lnTo>
                <a:lnTo>
                  <a:pt x="3066844" y="172344"/>
                </a:lnTo>
                <a:lnTo>
                  <a:pt x="3128180" y="170850"/>
                </a:lnTo>
                <a:lnTo>
                  <a:pt x="3189517" y="169234"/>
                </a:lnTo>
                <a:lnTo>
                  <a:pt x="3250854" y="167501"/>
                </a:lnTo>
                <a:lnTo>
                  <a:pt x="3312191" y="165659"/>
                </a:lnTo>
                <a:lnTo>
                  <a:pt x="3373528" y="163711"/>
                </a:lnTo>
                <a:lnTo>
                  <a:pt x="3434865" y="161665"/>
                </a:lnTo>
                <a:lnTo>
                  <a:pt x="3496202" y="159524"/>
                </a:lnTo>
                <a:lnTo>
                  <a:pt x="3557539" y="157295"/>
                </a:lnTo>
                <a:lnTo>
                  <a:pt x="3618876" y="154981"/>
                </a:lnTo>
                <a:lnTo>
                  <a:pt x="3680212" y="152587"/>
                </a:lnTo>
                <a:lnTo>
                  <a:pt x="3741549" y="150118"/>
                </a:lnTo>
                <a:lnTo>
                  <a:pt x="3802886" y="147577"/>
                </a:lnTo>
                <a:lnTo>
                  <a:pt x="3864223" y="144968"/>
                </a:lnTo>
                <a:lnTo>
                  <a:pt x="3925560" y="142294"/>
                </a:lnTo>
                <a:lnTo>
                  <a:pt x="3986897" y="139560"/>
                </a:lnTo>
                <a:lnTo>
                  <a:pt x="4048234" y="136767"/>
                </a:lnTo>
                <a:lnTo>
                  <a:pt x="4109571" y="133919"/>
                </a:lnTo>
                <a:lnTo>
                  <a:pt x="4170907" y="131019"/>
                </a:lnTo>
                <a:lnTo>
                  <a:pt x="4232244" y="128070"/>
                </a:lnTo>
                <a:lnTo>
                  <a:pt x="4293581" y="125073"/>
                </a:lnTo>
                <a:lnTo>
                  <a:pt x="4354918" y="122031"/>
                </a:lnTo>
                <a:lnTo>
                  <a:pt x="4416255" y="118947"/>
                </a:lnTo>
                <a:lnTo>
                  <a:pt x="4477592" y="115822"/>
                </a:lnTo>
                <a:lnTo>
                  <a:pt x="4538929" y="112659"/>
                </a:lnTo>
                <a:lnTo>
                  <a:pt x="4600266" y="109458"/>
                </a:lnTo>
                <a:lnTo>
                  <a:pt x="4661603" y="106223"/>
                </a:lnTo>
                <a:lnTo>
                  <a:pt x="4722939" y="102954"/>
                </a:lnTo>
                <a:lnTo>
                  <a:pt x="4784276" y="99654"/>
                </a:lnTo>
                <a:lnTo>
                  <a:pt x="4845613" y="96323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8" name="pl58"/>
          <p:cNvSpPr/>
          <p:nvPr/>
        </p:nvSpPr>
        <p:spPr>
          <a:xfrm>
            <a:off x="1228338" y="4477174"/>
            <a:ext cx="4845613" cy="339160"/>
          </a:xfrm>
          <a:custGeom>
            <a:avLst/>
            <a:gdLst/>
            <a:ahLst/>
            <a:cxnLst/>
            <a:rect l="0" t="0" r="0" b="0"/>
            <a:pathLst>
              <a:path w="4845613" h="339160">
                <a:moveTo>
                  <a:pt x="4845613" y="339160"/>
                </a:moveTo>
                <a:lnTo>
                  <a:pt x="4784276" y="330632"/>
                </a:lnTo>
                <a:lnTo>
                  <a:pt x="4722939" y="322135"/>
                </a:lnTo>
                <a:lnTo>
                  <a:pt x="4661603" y="313670"/>
                </a:lnTo>
                <a:lnTo>
                  <a:pt x="4600266" y="305238"/>
                </a:lnTo>
                <a:lnTo>
                  <a:pt x="4538929" y="296841"/>
                </a:lnTo>
                <a:lnTo>
                  <a:pt x="4477592" y="288480"/>
                </a:lnTo>
                <a:lnTo>
                  <a:pt x="4416255" y="280159"/>
                </a:lnTo>
                <a:lnTo>
                  <a:pt x="4354918" y="271878"/>
                </a:lnTo>
                <a:lnTo>
                  <a:pt x="4293581" y="263640"/>
                </a:lnTo>
                <a:lnTo>
                  <a:pt x="4232244" y="255446"/>
                </a:lnTo>
                <a:lnTo>
                  <a:pt x="4170907" y="247300"/>
                </a:lnTo>
                <a:lnTo>
                  <a:pt x="4109571" y="239203"/>
                </a:lnTo>
                <a:lnTo>
                  <a:pt x="4048234" y="231159"/>
                </a:lnTo>
                <a:lnTo>
                  <a:pt x="3986897" y="223169"/>
                </a:lnTo>
                <a:lnTo>
                  <a:pt x="3925560" y="215238"/>
                </a:lnTo>
                <a:lnTo>
                  <a:pt x="3864223" y="207368"/>
                </a:lnTo>
                <a:lnTo>
                  <a:pt x="3802886" y="199562"/>
                </a:lnTo>
                <a:lnTo>
                  <a:pt x="3741549" y="191824"/>
                </a:lnTo>
                <a:lnTo>
                  <a:pt x="3680212" y="184158"/>
                </a:lnTo>
                <a:lnTo>
                  <a:pt x="3618876" y="176568"/>
                </a:lnTo>
                <a:lnTo>
                  <a:pt x="3557539" y="169058"/>
                </a:lnTo>
                <a:lnTo>
                  <a:pt x="3496202" y="161632"/>
                </a:lnTo>
                <a:lnTo>
                  <a:pt x="3434865" y="154294"/>
                </a:lnTo>
                <a:lnTo>
                  <a:pt x="3373528" y="147051"/>
                </a:lnTo>
                <a:lnTo>
                  <a:pt x="3312191" y="139907"/>
                </a:lnTo>
                <a:lnTo>
                  <a:pt x="3250854" y="132868"/>
                </a:lnTo>
                <a:lnTo>
                  <a:pt x="3189517" y="125938"/>
                </a:lnTo>
                <a:lnTo>
                  <a:pt x="3128180" y="119125"/>
                </a:lnTo>
                <a:lnTo>
                  <a:pt x="3066844" y="112435"/>
                </a:lnTo>
                <a:lnTo>
                  <a:pt x="3005507" y="105873"/>
                </a:lnTo>
                <a:lnTo>
                  <a:pt x="2944170" y="99448"/>
                </a:lnTo>
                <a:lnTo>
                  <a:pt x="2882833" y="93165"/>
                </a:lnTo>
                <a:lnTo>
                  <a:pt x="2821496" y="87033"/>
                </a:lnTo>
                <a:lnTo>
                  <a:pt x="2760159" y="81057"/>
                </a:lnTo>
                <a:lnTo>
                  <a:pt x="2698822" y="75247"/>
                </a:lnTo>
                <a:lnTo>
                  <a:pt x="2637485" y="69608"/>
                </a:lnTo>
                <a:lnTo>
                  <a:pt x="2576149" y="64150"/>
                </a:lnTo>
                <a:lnTo>
                  <a:pt x="2514812" y="58879"/>
                </a:lnTo>
                <a:lnTo>
                  <a:pt x="2453475" y="53803"/>
                </a:lnTo>
                <a:lnTo>
                  <a:pt x="2392138" y="48930"/>
                </a:lnTo>
                <a:lnTo>
                  <a:pt x="2330801" y="44265"/>
                </a:lnTo>
                <a:lnTo>
                  <a:pt x="2269464" y="39816"/>
                </a:lnTo>
                <a:lnTo>
                  <a:pt x="2208127" y="35589"/>
                </a:lnTo>
                <a:lnTo>
                  <a:pt x="2146790" y="31590"/>
                </a:lnTo>
                <a:lnTo>
                  <a:pt x="2085453" y="27823"/>
                </a:lnTo>
                <a:lnTo>
                  <a:pt x="2024117" y="24293"/>
                </a:lnTo>
                <a:lnTo>
                  <a:pt x="1962780" y="21003"/>
                </a:lnTo>
                <a:lnTo>
                  <a:pt x="1901443" y="17957"/>
                </a:lnTo>
                <a:lnTo>
                  <a:pt x="1840106" y="15154"/>
                </a:lnTo>
                <a:lnTo>
                  <a:pt x="1778769" y="12597"/>
                </a:lnTo>
                <a:lnTo>
                  <a:pt x="1717432" y="10286"/>
                </a:lnTo>
                <a:lnTo>
                  <a:pt x="1656095" y="8218"/>
                </a:lnTo>
                <a:lnTo>
                  <a:pt x="1594758" y="6393"/>
                </a:lnTo>
                <a:lnTo>
                  <a:pt x="1533422" y="4807"/>
                </a:lnTo>
                <a:lnTo>
                  <a:pt x="1472085" y="3456"/>
                </a:lnTo>
                <a:lnTo>
                  <a:pt x="1410748" y="2336"/>
                </a:lnTo>
                <a:lnTo>
                  <a:pt x="1349411" y="1442"/>
                </a:lnTo>
                <a:lnTo>
                  <a:pt x="1288074" y="768"/>
                </a:lnTo>
                <a:lnTo>
                  <a:pt x="1226737" y="307"/>
                </a:lnTo>
                <a:lnTo>
                  <a:pt x="1165400" y="54"/>
                </a:lnTo>
                <a:lnTo>
                  <a:pt x="1104063" y="0"/>
                </a:lnTo>
                <a:lnTo>
                  <a:pt x="1042726" y="138"/>
                </a:lnTo>
                <a:lnTo>
                  <a:pt x="981390" y="461"/>
                </a:lnTo>
                <a:lnTo>
                  <a:pt x="920053" y="962"/>
                </a:lnTo>
                <a:lnTo>
                  <a:pt x="858716" y="1632"/>
                </a:lnTo>
                <a:lnTo>
                  <a:pt x="797379" y="2465"/>
                </a:lnTo>
                <a:lnTo>
                  <a:pt x="736042" y="3453"/>
                </a:lnTo>
                <a:lnTo>
                  <a:pt x="674705" y="4588"/>
                </a:lnTo>
                <a:lnTo>
                  <a:pt x="613368" y="5863"/>
                </a:lnTo>
                <a:lnTo>
                  <a:pt x="552031" y="7272"/>
                </a:lnTo>
                <a:lnTo>
                  <a:pt x="490695" y="8808"/>
                </a:lnTo>
                <a:lnTo>
                  <a:pt x="429358" y="10464"/>
                </a:lnTo>
                <a:lnTo>
                  <a:pt x="368021" y="12235"/>
                </a:lnTo>
                <a:lnTo>
                  <a:pt x="306684" y="14114"/>
                </a:lnTo>
                <a:lnTo>
                  <a:pt x="245347" y="16095"/>
                </a:lnTo>
                <a:lnTo>
                  <a:pt x="184010" y="18174"/>
                </a:lnTo>
                <a:lnTo>
                  <a:pt x="122673" y="20345"/>
                </a:lnTo>
                <a:lnTo>
                  <a:pt x="61336" y="22604"/>
                </a:lnTo>
                <a:lnTo>
                  <a:pt x="0" y="24945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C3D6F6C5-9BC1-E9CC-712A-F146394AF682}"/>
              </a:ext>
            </a:extLst>
          </p:cNvPr>
          <p:cNvGrpSpPr/>
          <p:nvPr/>
        </p:nvGrpSpPr>
        <p:grpSpPr>
          <a:xfrm>
            <a:off x="6971242" y="1916833"/>
            <a:ext cx="1633206" cy="989733"/>
            <a:chOff x="7254012" y="3466204"/>
            <a:chExt cx="1094811" cy="663462"/>
          </a:xfrm>
        </p:grpSpPr>
        <p:sp>
          <p:nvSpPr>
            <p:cNvPr id="90" name="tx83">
              <a:extLst>
                <a:ext uri="{FF2B5EF4-FFF2-40B4-BE49-F238E27FC236}">
                  <a16:creationId xmlns:a16="http://schemas.microsoft.com/office/drawing/2014/main" id="{C7102DD7-F8A5-F9CC-F108-2FBA3FC73871}"/>
                </a:ext>
              </a:extLst>
            </p:cNvPr>
            <p:cNvSpPr/>
            <p:nvPr/>
          </p:nvSpPr>
          <p:spPr>
            <a:xfrm>
              <a:off x="7254012" y="3466204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76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76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91" name="rc84">
              <a:extLst>
                <a:ext uri="{FF2B5EF4-FFF2-40B4-BE49-F238E27FC236}">
                  <a16:creationId xmlns:a16="http://schemas.microsoft.com/office/drawing/2014/main" id="{265A46C8-8556-8EA6-39EA-AEE21EFFA035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2" name="pt85">
              <a:extLst>
                <a:ext uri="{FF2B5EF4-FFF2-40B4-BE49-F238E27FC236}">
                  <a16:creationId xmlns:a16="http://schemas.microsoft.com/office/drawing/2014/main" id="{01C5288F-DE78-7931-A266-6112CA74E17E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rc86">
              <a:extLst>
                <a:ext uri="{FF2B5EF4-FFF2-40B4-BE49-F238E27FC236}">
                  <a16:creationId xmlns:a16="http://schemas.microsoft.com/office/drawing/2014/main" id="{1542946D-8156-D5B9-9244-9B2CABF09F8B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4" name="pt87">
              <a:extLst>
                <a:ext uri="{FF2B5EF4-FFF2-40B4-BE49-F238E27FC236}">
                  <a16:creationId xmlns:a16="http://schemas.microsoft.com/office/drawing/2014/main" id="{8689B8D0-376E-67A6-4783-427B1D6E12A3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tx88">
              <a:extLst>
                <a:ext uri="{FF2B5EF4-FFF2-40B4-BE49-F238E27FC236}">
                  <a16:creationId xmlns:a16="http://schemas.microsoft.com/office/drawing/2014/main" id="{50847023-0E29-E7BD-64C8-977E77D615C9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6" name="tx89">
              <a:extLst>
                <a:ext uri="{FF2B5EF4-FFF2-40B4-BE49-F238E27FC236}">
                  <a16:creationId xmlns:a16="http://schemas.microsoft.com/office/drawing/2014/main" id="{EB8847A0-C1DE-0D70-AE8D-943BAF9884B2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  <p:sp>
        <p:nvSpPr>
          <p:cNvPr id="97" name="tx90">
            <a:extLst>
              <a:ext uri="{FF2B5EF4-FFF2-40B4-BE49-F238E27FC236}">
                <a16:creationId xmlns:a16="http://schemas.microsoft.com/office/drawing/2014/main" id="{1B5E1956-0F1C-FFF4-74A0-B9C66357D2DB}"/>
              </a:ext>
            </a:extLst>
          </p:cNvPr>
          <p:cNvSpPr/>
          <p:nvPr/>
        </p:nvSpPr>
        <p:spPr>
          <a:xfrm>
            <a:off x="1284875" y="1480092"/>
            <a:ext cx="3798783" cy="50874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(B) Predicted RDA</a:t>
            </a:r>
            <a:r>
              <a:rPr lang="en-US" sz="2400" baseline="-25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offset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vs 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</a:t>
            </a:r>
            <a:endParaRPr sz="24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98" name="pl60">
            <a:extLst>
              <a:ext uri="{FF2B5EF4-FFF2-40B4-BE49-F238E27FC236}">
                <a16:creationId xmlns:a16="http://schemas.microsoft.com/office/drawing/2014/main" id="{446481F5-BACD-3DC3-BABD-28566D3A8165}"/>
              </a:ext>
            </a:extLst>
          </p:cNvPr>
          <p:cNvSpPr/>
          <p:nvPr/>
        </p:nvSpPr>
        <p:spPr>
          <a:xfrm>
            <a:off x="941876" y="1896563"/>
            <a:ext cx="0" cy="3826579"/>
          </a:xfrm>
          <a:custGeom>
            <a:avLst/>
            <a:gdLst/>
            <a:ahLst/>
            <a:cxnLst/>
            <a:rect l="0" t="0" r="0" b="0"/>
            <a:pathLst>
              <a:path h="3826579">
                <a:moveTo>
                  <a:pt x="0" y="3826579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9" name="tx61">
            <a:extLst>
              <a:ext uri="{FF2B5EF4-FFF2-40B4-BE49-F238E27FC236}">
                <a16:creationId xmlns:a16="http://schemas.microsoft.com/office/drawing/2014/main" id="{B43EFA3F-2F1E-31C9-1692-126431C3F248}"/>
              </a:ext>
            </a:extLst>
          </p:cNvPr>
          <p:cNvSpPr/>
          <p:nvPr/>
        </p:nvSpPr>
        <p:spPr>
          <a:xfrm>
            <a:off x="683568" y="5349815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40</a:t>
            </a:r>
          </a:p>
        </p:txBody>
      </p:sp>
      <p:sp>
        <p:nvSpPr>
          <p:cNvPr id="100" name="tx62">
            <a:extLst>
              <a:ext uri="{FF2B5EF4-FFF2-40B4-BE49-F238E27FC236}">
                <a16:creationId xmlns:a16="http://schemas.microsoft.com/office/drawing/2014/main" id="{754C392D-E0A5-1B2B-373F-39AC63DA6B39}"/>
              </a:ext>
            </a:extLst>
          </p:cNvPr>
          <p:cNvSpPr/>
          <p:nvPr/>
        </p:nvSpPr>
        <p:spPr>
          <a:xfrm>
            <a:off x="683568" y="4287541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60</a:t>
            </a:r>
          </a:p>
        </p:txBody>
      </p:sp>
      <p:sp>
        <p:nvSpPr>
          <p:cNvPr id="101" name="tx63">
            <a:extLst>
              <a:ext uri="{FF2B5EF4-FFF2-40B4-BE49-F238E27FC236}">
                <a16:creationId xmlns:a16="http://schemas.microsoft.com/office/drawing/2014/main" id="{257940DB-818D-C30C-95B0-E677022D0344}"/>
              </a:ext>
            </a:extLst>
          </p:cNvPr>
          <p:cNvSpPr/>
          <p:nvPr/>
        </p:nvSpPr>
        <p:spPr>
          <a:xfrm>
            <a:off x="683568" y="3225268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80</a:t>
            </a:r>
          </a:p>
        </p:txBody>
      </p:sp>
      <p:sp>
        <p:nvSpPr>
          <p:cNvPr id="102" name="tx64">
            <a:extLst>
              <a:ext uri="{FF2B5EF4-FFF2-40B4-BE49-F238E27FC236}">
                <a16:creationId xmlns:a16="http://schemas.microsoft.com/office/drawing/2014/main" id="{8A6A0C67-4825-B5D9-3911-62A699BC48E7}"/>
              </a:ext>
            </a:extLst>
          </p:cNvPr>
          <p:cNvSpPr/>
          <p:nvPr/>
        </p:nvSpPr>
        <p:spPr>
          <a:xfrm>
            <a:off x="611560" y="2162994"/>
            <a:ext cx="186537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100</a:t>
            </a:r>
          </a:p>
        </p:txBody>
      </p:sp>
      <p:sp>
        <p:nvSpPr>
          <p:cNvPr id="103" name="pl65">
            <a:extLst>
              <a:ext uri="{FF2B5EF4-FFF2-40B4-BE49-F238E27FC236}">
                <a16:creationId xmlns:a16="http://schemas.microsoft.com/office/drawing/2014/main" id="{B994B2D1-D598-E705-67A7-32E77A7C3E45}"/>
              </a:ext>
            </a:extLst>
          </p:cNvPr>
          <p:cNvSpPr/>
          <p:nvPr/>
        </p:nvSpPr>
        <p:spPr>
          <a:xfrm>
            <a:off x="907081" y="538986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4" name="pl66">
            <a:extLst>
              <a:ext uri="{FF2B5EF4-FFF2-40B4-BE49-F238E27FC236}">
                <a16:creationId xmlns:a16="http://schemas.microsoft.com/office/drawing/2014/main" id="{3367F35F-A88C-7496-2E03-11838BD2EE27}"/>
              </a:ext>
            </a:extLst>
          </p:cNvPr>
          <p:cNvSpPr/>
          <p:nvPr/>
        </p:nvSpPr>
        <p:spPr>
          <a:xfrm>
            <a:off x="907081" y="432759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5" name="pl67">
            <a:extLst>
              <a:ext uri="{FF2B5EF4-FFF2-40B4-BE49-F238E27FC236}">
                <a16:creationId xmlns:a16="http://schemas.microsoft.com/office/drawing/2014/main" id="{43AE7802-DD89-3221-C3D6-576B7D140FC4}"/>
              </a:ext>
            </a:extLst>
          </p:cNvPr>
          <p:cNvSpPr/>
          <p:nvPr/>
        </p:nvSpPr>
        <p:spPr>
          <a:xfrm>
            <a:off x="907081" y="3265318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6" name="pl68">
            <a:extLst>
              <a:ext uri="{FF2B5EF4-FFF2-40B4-BE49-F238E27FC236}">
                <a16:creationId xmlns:a16="http://schemas.microsoft.com/office/drawing/2014/main" id="{AD83D317-327B-398F-B85D-01F4983E4C69}"/>
              </a:ext>
            </a:extLst>
          </p:cNvPr>
          <p:cNvSpPr/>
          <p:nvPr/>
        </p:nvSpPr>
        <p:spPr>
          <a:xfrm>
            <a:off x="907081" y="220304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7" name="tx81">
            <a:extLst>
              <a:ext uri="{FF2B5EF4-FFF2-40B4-BE49-F238E27FC236}">
                <a16:creationId xmlns:a16="http://schemas.microsoft.com/office/drawing/2014/main" id="{4E0D1D75-0E90-E5D2-E127-F565F0C8E7C6}"/>
              </a:ext>
            </a:extLst>
          </p:cNvPr>
          <p:cNvSpPr/>
          <p:nvPr/>
        </p:nvSpPr>
        <p:spPr>
          <a:xfrm rot="16200000">
            <a:off x="197203" y="3759743"/>
            <a:ext cx="4968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 (mm)</a:t>
            </a:r>
            <a:endParaRPr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20" name="pl71">
            <a:extLst>
              <a:ext uri="{FF2B5EF4-FFF2-40B4-BE49-F238E27FC236}">
                <a16:creationId xmlns:a16="http://schemas.microsoft.com/office/drawing/2014/main" id="{7A09B14B-9A44-7D96-7AA9-27FCDD888476}"/>
              </a:ext>
            </a:extLst>
          </p:cNvPr>
          <p:cNvSpPr/>
          <p:nvPr/>
        </p:nvSpPr>
        <p:spPr>
          <a:xfrm>
            <a:off x="972874" y="5723142"/>
            <a:ext cx="6271169" cy="0"/>
          </a:xfrm>
          <a:custGeom>
            <a:avLst/>
            <a:gdLst/>
            <a:ahLst/>
            <a:cxnLst/>
            <a:rect l="0" t="0" r="0" b="0"/>
            <a:pathLst>
              <a:path w="6271169">
                <a:moveTo>
                  <a:pt x="0" y="0"/>
                </a:moveTo>
                <a:lnTo>
                  <a:pt x="6271169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1" name="pl73">
            <a:extLst>
              <a:ext uri="{FF2B5EF4-FFF2-40B4-BE49-F238E27FC236}">
                <a16:creationId xmlns:a16="http://schemas.microsoft.com/office/drawing/2014/main" id="{07DC4AC9-83D5-2C92-F91A-DEAAD7B6BFBC}"/>
              </a:ext>
            </a:extLst>
          </p:cNvPr>
          <p:cNvSpPr/>
          <p:nvPr/>
        </p:nvSpPr>
        <p:spPr>
          <a:xfrm>
            <a:off x="2744514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2" name="pl74">
            <a:extLst>
              <a:ext uri="{FF2B5EF4-FFF2-40B4-BE49-F238E27FC236}">
                <a16:creationId xmlns:a16="http://schemas.microsoft.com/office/drawing/2014/main" id="{E8505F3F-9672-50A3-5E08-D9986B347BA2}"/>
              </a:ext>
            </a:extLst>
          </p:cNvPr>
          <p:cNvSpPr/>
          <p:nvPr/>
        </p:nvSpPr>
        <p:spPr>
          <a:xfrm>
            <a:off x="4474167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3" name="pl75">
            <a:extLst>
              <a:ext uri="{FF2B5EF4-FFF2-40B4-BE49-F238E27FC236}">
                <a16:creationId xmlns:a16="http://schemas.microsoft.com/office/drawing/2014/main" id="{04F7B4CE-D8AF-AC37-3B70-760BB74E1321}"/>
              </a:ext>
            </a:extLst>
          </p:cNvPr>
          <p:cNvSpPr/>
          <p:nvPr/>
        </p:nvSpPr>
        <p:spPr>
          <a:xfrm>
            <a:off x="6203820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4" name="tx77">
            <a:extLst>
              <a:ext uri="{FF2B5EF4-FFF2-40B4-BE49-F238E27FC236}">
                <a16:creationId xmlns:a16="http://schemas.microsoft.com/office/drawing/2014/main" id="{AEBBA918-E42C-9FAE-97BA-4D419D0004F5}"/>
              </a:ext>
            </a:extLst>
          </p:cNvPr>
          <p:cNvSpPr/>
          <p:nvPr/>
        </p:nvSpPr>
        <p:spPr>
          <a:xfrm>
            <a:off x="2713424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25" name="tx78">
            <a:extLst>
              <a:ext uri="{FF2B5EF4-FFF2-40B4-BE49-F238E27FC236}">
                <a16:creationId xmlns:a16="http://schemas.microsoft.com/office/drawing/2014/main" id="{815DAEDC-A8F1-1C4E-3FC4-AB0A5DAE9C34}"/>
              </a:ext>
            </a:extLst>
          </p:cNvPr>
          <p:cNvSpPr/>
          <p:nvPr/>
        </p:nvSpPr>
        <p:spPr>
          <a:xfrm>
            <a:off x="4443077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</a:t>
            </a: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26" name="tx79">
            <a:extLst>
              <a:ext uri="{FF2B5EF4-FFF2-40B4-BE49-F238E27FC236}">
                <a16:creationId xmlns:a16="http://schemas.microsoft.com/office/drawing/2014/main" id="{705D5059-C71A-9943-5880-F07EB8E53A7D}"/>
              </a:ext>
            </a:extLst>
          </p:cNvPr>
          <p:cNvSpPr/>
          <p:nvPr/>
        </p:nvSpPr>
        <p:spPr>
          <a:xfrm>
            <a:off x="6172730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3.00</a:t>
            </a:r>
          </a:p>
        </p:txBody>
      </p:sp>
      <p:sp>
        <p:nvSpPr>
          <p:cNvPr id="127" name="tx80">
            <a:extLst>
              <a:ext uri="{FF2B5EF4-FFF2-40B4-BE49-F238E27FC236}">
                <a16:creationId xmlns:a16="http://schemas.microsoft.com/office/drawing/2014/main" id="{F2CFC479-74F0-917D-1526-04E31B64E91E}"/>
              </a:ext>
            </a:extLst>
          </p:cNvPr>
          <p:cNvSpPr/>
          <p:nvPr/>
        </p:nvSpPr>
        <p:spPr>
          <a:xfrm>
            <a:off x="3755363" y="6137094"/>
            <a:ext cx="70619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RDA Offset</a:t>
            </a:r>
          </a:p>
        </p:txBody>
      </p:sp>
      <p:sp>
        <p:nvSpPr>
          <p:cNvPr id="128" name="pl72">
            <a:extLst>
              <a:ext uri="{FF2B5EF4-FFF2-40B4-BE49-F238E27FC236}">
                <a16:creationId xmlns:a16="http://schemas.microsoft.com/office/drawing/2014/main" id="{0190AF74-A88B-0DA3-1FFF-BC1739B880CD}"/>
              </a:ext>
            </a:extLst>
          </p:cNvPr>
          <p:cNvSpPr/>
          <p:nvPr/>
        </p:nvSpPr>
        <p:spPr>
          <a:xfrm>
            <a:off x="1234765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9" name="tx76">
            <a:extLst>
              <a:ext uri="{FF2B5EF4-FFF2-40B4-BE49-F238E27FC236}">
                <a16:creationId xmlns:a16="http://schemas.microsoft.com/office/drawing/2014/main" id="{14C1BD8C-9563-3AC7-FA06-9349523628C5}"/>
              </a:ext>
            </a:extLst>
          </p:cNvPr>
          <p:cNvSpPr/>
          <p:nvPr/>
        </p:nvSpPr>
        <p:spPr>
          <a:xfrm>
            <a:off x="1125998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30" name="pl65">
            <a:extLst>
              <a:ext uri="{FF2B5EF4-FFF2-40B4-BE49-F238E27FC236}">
                <a16:creationId xmlns:a16="http://schemas.microsoft.com/office/drawing/2014/main" id="{2FA23965-BF4E-3DEA-D56F-FD6B5CEE3650}"/>
              </a:ext>
            </a:extLst>
          </p:cNvPr>
          <p:cNvSpPr/>
          <p:nvPr/>
        </p:nvSpPr>
        <p:spPr>
          <a:xfrm>
            <a:off x="936806" y="572314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55D1B0C1-3E73-3E2F-0DE3-C1A690316A84}"/>
              </a:ext>
            </a:extLst>
          </p:cNvPr>
          <p:cNvSpPr/>
          <p:nvPr/>
        </p:nvSpPr>
        <p:spPr>
          <a:xfrm>
            <a:off x="2729933" y="4204142"/>
            <a:ext cx="1042416" cy="57607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bg1"/>
                </a:solidFill>
              </a:rPr>
              <a:t>τ</a:t>
            </a:r>
            <a:r>
              <a:rPr lang="en-US" sz="1500" b="1" i="1" dirty="0">
                <a:solidFill>
                  <a:schemeClr val="bg1"/>
                </a:solidFill>
              </a:rPr>
              <a:t> = -0.268</a:t>
            </a:r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8B89F7F6-6F4B-069E-E9F3-F253A21F873D}"/>
              </a:ext>
            </a:extLst>
          </p:cNvPr>
          <p:cNvSpPr/>
          <p:nvPr/>
        </p:nvSpPr>
        <p:spPr>
          <a:xfrm>
            <a:off x="4779188" y="3235768"/>
            <a:ext cx="1042416" cy="57607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tx1"/>
                </a:solidFill>
              </a:rPr>
              <a:t>τ</a:t>
            </a:r>
            <a:r>
              <a:rPr lang="en-US" sz="1500" b="1" i="1" dirty="0">
                <a:solidFill>
                  <a:schemeClr val="tx1"/>
                </a:solidFill>
              </a:rPr>
              <a:t> = -0.523</a:t>
            </a:r>
          </a:p>
          <a:p>
            <a:pPr algn="ctr"/>
            <a:r>
              <a:rPr lang="en-US" sz="1500" b="1" i="1" dirty="0">
                <a:solidFill>
                  <a:schemeClr val="tx1"/>
                </a:solidFill>
              </a:rPr>
              <a:t>**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roup 86">
            <a:extLst>
              <a:ext uri="{FF2B5EF4-FFF2-40B4-BE49-F238E27FC236}">
                <a16:creationId xmlns:a16="http://schemas.microsoft.com/office/drawing/2014/main" id="{8E30193C-0380-3F6D-3F90-A5E096524537}"/>
              </a:ext>
            </a:extLst>
          </p:cNvPr>
          <p:cNvGrpSpPr/>
          <p:nvPr/>
        </p:nvGrpSpPr>
        <p:grpSpPr>
          <a:xfrm>
            <a:off x="6971242" y="1916833"/>
            <a:ext cx="1633206" cy="989733"/>
            <a:chOff x="7254012" y="3466204"/>
            <a:chExt cx="1094811" cy="663462"/>
          </a:xfrm>
        </p:grpSpPr>
        <p:sp>
          <p:nvSpPr>
            <p:cNvPr id="88" name="tx83">
              <a:extLst>
                <a:ext uri="{FF2B5EF4-FFF2-40B4-BE49-F238E27FC236}">
                  <a16:creationId xmlns:a16="http://schemas.microsoft.com/office/drawing/2014/main" id="{17555B2C-C07A-AC1E-4061-5D7F21FDF9DD}"/>
                </a:ext>
              </a:extLst>
            </p:cNvPr>
            <p:cNvSpPr/>
            <p:nvPr/>
          </p:nvSpPr>
          <p:spPr>
            <a:xfrm>
              <a:off x="7254012" y="3466204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76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76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89" name="rc84">
              <a:extLst>
                <a:ext uri="{FF2B5EF4-FFF2-40B4-BE49-F238E27FC236}">
                  <a16:creationId xmlns:a16="http://schemas.microsoft.com/office/drawing/2014/main" id="{0432A92B-4C9E-98D1-A252-86FE8E6DA2AF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0" name="pt85">
              <a:extLst>
                <a:ext uri="{FF2B5EF4-FFF2-40B4-BE49-F238E27FC236}">
                  <a16:creationId xmlns:a16="http://schemas.microsoft.com/office/drawing/2014/main" id="{50E6DB4C-32B5-835E-1F47-B12F339A0FBA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rc86">
              <a:extLst>
                <a:ext uri="{FF2B5EF4-FFF2-40B4-BE49-F238E27FC236}">
                  <a16:creationId xmlns:a16="http://schemas.microsoft.com/office/drawing/2014/main" id="{E6CE125C-C7B4-9003-8C6A-7ED224C26F9A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2" name="pt87">
              <a:extLst>
                <a:ext uri="{FF2B5EF4-FFF2-40B4-BE49-F238E27FC236}">
                  <a16:creationId xmlns:a16="http://schemas.microsoft.com/office/drawing/2014/main" id="{A34DF536-0277-1FEB-217F-5AC9E16A5DB4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tx88">
              <a:extLst>
                <a:ext uri="{FF2B5EF4-FFF2-40B4-BE49-F238E27FC236}">
                  <a16:creationId xmlns:a16="http://schemas.microsoft.com/office/drawing/2014/main" id="{755E3D54-D84F-A124-D3CE-A8E695DC9CA3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4" name="tx89">
              <a:extLst>
                <a:ext uri="{FF2B5EF4-FFF2-40B4-BE49-F238E27FC236}">
                  <a16:creationId xmlns:a16="http://schemas.microsoft.com/office/drawing/2014/main" id="{A1D71D59-9D86-A774-8358-FAC5392D5AA1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0697B1C0-6543-1EE7-9BB3-476B8AF072A6}"/>
              </a:ext>
            </a:extLst>
          </p:cNvPr>
          <p:cNvGrpSpPr/>
          <p:nvPr/>
        </p:nvGrpSpPr>
        <p:grpSpPr>
          <a:xfrm>
            <a:off x="395536" y="1648938"/>
            <a:ext cx="6848507" cy="4588374"/>
            <a:chOff x="395536" y="1648938"/>
            <a:chExt cx="6848507" cy="4588374"/>
          </a:xfrm>
        </p:grpSpPr>
        <p:sp>
          <p:nvSpPr>
            <p:cNvPr id="33" name="pl33"/>
            <p:cNvSpPr/>
            <p:nvPr/>
          </p:nvSpPr>
          <p:spPr>
            <a:xfrm>
              <a:off x="1477263" y="2710204"/>
              <a:ext cx="5480318" cy="1004755"/>
            </a:xfrm>
            <a:custGeom>
              <a:avLst/>
              <a:gdLst/>
              <a:ahLst/>
              <a:cxnLst/>
              <a:rect l="0" t="0" r="0" b="0"/>
              <a:pathLst>
                <a:path w="5480318" h="1004755">
                  <a:moveTo>
                    <a:pt x="0" y="0"/>
                  </a:moveTo>
                  <a:lnTo>
                    <a:pt x="69371" y="12718"/>
                  </a:lnTo>
                  <a:lnTo>
                    <a:pt x="138742" y="25436"/>
                  </a:lnTo>
                  <a:lnTo>
                    <a:pt x="208113" y="38155"/>
                  </a:lnTo>
                  <a:lnTo>
                    <a:pt x="277484" y="50873"/>
                  </a:lnTo>
                  <a:lnTo>
                    <a:pt x="346855" y="63592"/>
                  </a:lnTo>
                  <a:lnTo>
                    <a:pt x="416226" y="76310"/>
                  </a:lnTo>
                  <a:lnTo>
                    <a:pt x="485597" y="89028"/>
                  </a:lnTo>
                  <a:lnTo>
                    <a:pt x="554968" y="101747"/>
                  </a:lnTo>
                  <a:lnTo>
                    <a:pt x="624340" y="114465"/>
                  </a:lnTo>
                  <a:lnTo>
                    <a:pt x="693711" y="127184"/>
                  </a:lnTo>
                  <a:lnTo>
                    <a:pt x="763082" y="139902"/>
                  </a:lnTo>
                  <a:lnTo>
                    <a:pt x="832453" y="152621"/>
                  </a:lnTo>
                  <a:lnTo>
                    <a:pt x="901824" y="165339"/>
                  </a:lnTo>
                  <a:lnTo>
                    <a:pt x="971195" y="178057"/>
                  </a:lnTo>
                  <a:lnTo>
                    <a:pt x="1040566" y="190776"/>
                  </a:lnTo>
                  <a:lnTo>
                    <a:pt x="1109937" y="203494"/>
                  </a:lnTo>
                  <a:lnTo>
                    <a:pt x="1179308" y="216213"/>
                  </a:lnTo>
                  <a:lnTo>
                    <a:pt x="1248680" y="228931"/>
                  </a:lnTo>
                  <a:lnTo>
                    <a:pt x="1318051" y="241650"/>
                  </a:lnTo>
                  <a:lnTo>
                    <a:pt x="1387422" y="254368"/>
                  </a:lnTo>
                  <a:lnTo>
                    <a:pt x="1456793" y="267086"/>
                  </a:lnTo>
                  <a:lnTo>
                    <a:pt x="1526164" y="279805"/>
                  </a:lnTo>
                  <a:lnTo>
                    <a:pt x="1595535" y="292523"/>
                  </a:lnTo>
                  <a:lnTo>
                    <a:pt x="1664906" y="305242"/>
                  </a:lnTo>
                  <a:lnTo>
                    <a:pt x="1734277" y="317960"/>
                  </a:lnTo>
                  <a:lnTo>
                    <a:pt x="1803649" y="330678"/>
                  </a:lnTo>
                  <a:lnTo>
                    <a:pt x="1873020" y="343397"/>
                  </a:lnTo>
                  <a:lnTo>
                    <a:pt x="1942391" y="356115"/>
                  </a:lnTo>
                  <a:lnTo>
                    <a:pt x="2011762" y="368834"/>
                  </a:lnTo>
                  <a:lnTo>
                    <a:pt x="2081133" y="381552"/>
                  </a:lnTo>
                  <a:lnTo>
                    <a:pt x="2150504" y="394271"/>
                  </a:lnTo>
                  <a:lnTo>
                    <a:pt x="2219875" y="406989"/>
                  </a:lnTo>
                  <a:lnTo>
                    <a:pt x="2289246" y="419707"/>
                  </a:lnTo>
                  <a:lnTo>
                    <a:pt x="2358617" y="432426"/>
                  </a:lnTo>
                  <a:lnTo>
                    <a:pt x="2427989" y="445144"/>
                  </a:lnTo>
                  <a:lnTo>
                    <a:pt x="2497360" y="457863"/>
                  </a:lnTo>
                  <a:lnTo>
                    <a:pt x="2566731" y="470581"/>
                  </a:lnTo>
                  <a:lnTo>
                    <a:pt x="2636102" y="483300"/>
                  </a:lnTo>
                  <a:lnTo>
                    <a:pt x="2705473" y="496018"/>
                  </a:lnTo>
                  <a:lnTo>
                    <a:pt x="2774844" y="508736"/>
                  </a:lnTo>
                  <a:lnTo>
                    <a:pt x="2844215" y="521455"/>
                  </a:lnTo>
                  <a:lnTo>
                    <a:pt x="2913586" y="534173"/>
                  </a:lnTo>
                  <a:lnTo>
                    <a:pt x="2982958" y="546892"/>
                  </a:lnTo>
                  <a:lnTo>
                    <a:pt x="3052329" y="559610"/>
                  </a:lnTo>
                  <a:lnTo>
                    <a:pt x="3121700" y="572329"/>
                  </a:lnTo>
                  <a:lnTo>
                    <a:pt x="3191071" y="585047"/>
                  </a:lnTo>
                  <a:lnTo>
                    <a:pt x="3260442" y="597765"/>
                  </a:lnTo>
                  <a:lnTo>
                    <a:pt x="3329813" y="610484"/>
                  </a:lnTo>
                  <a:lnTo>
                    <a:pt x="3399184" y="623202"/>
                  </a:lnTo>
                  <a:lnTo>
                    <a:pt x="3468555" y="635921"/>
                  </a:lnTo>
                  <a:lnTo>
                    <a:pt x="3537926" y="648639"/>
                  </a:lnTo>
                  <a:lnTo>
                    <a:pt x="3607298" y="661357"/>
                  </a:lnTo>
                  <a:lnTo>
                    <a:pt x="3676669" y="674076"/>
                  </a:lnTo>
                  <a:lnTo>
                    <a:pt x="3746040" y="686794"/>
                  </a:lnTo>
                  <a:lnTo>
                    <a:pt x="3815411" y="699513"/>
                  </a:lnTo>
                  <a:lnTo>
                    <a:pt x="3884782" y="712231"/>
                  </a:lnTo>
                  <a:lnTo>
                    <a:pt x="3954153" y="724950"/>
                  </a:lnTo>
                  <a:lnTo>
                    <a:pt x="4023524" y="737668"/>
                  </a:lnTo>
                  <a:lnTo>
                    <a:pt x="4092895" y="750386"/>
                  </a:lnTo>
                  <a:lnTo>
                    <a:pt x="4162267" y="763105"/>
                  </a:lnTo>
                  <a:lnTo>
                    <a:pt x="4231638" y="775823"/>
                  </a:lnTo>
                  <a:lnTo>
                    <a:pt x="4301009" y="788542"/>
                  </a:lnTo>
                  <a:lnTo>
                    <a:pt x="4370380" y="801260"/>
                  </a:lnTo>
                  <a:lnTo>
                    <a:pt x="4439751" y="813979"/>
                  </a:lnTo>
                  <a:lnTo>
                    <a:pt x="4509122" y="826697"/>
                  </a:lnTo>
                  <a:lnTo>
                    <a:pt x="4578493" y="839415"/>
                  </a:lnTo>
                  <a:lnTo>
                    <a:pt x="4647864" y="852134"/>
                  </a:lnTo>
                  <a:lnTo>
                    <a:pt x="4717235" y="864852"/>
                  </a:lnTo>
                  <a:lnTo>
                    <a:pt x="4786607" y="877571"/>
                  </a:lnTo>
                  <a:lnTo>
                    <a:pt x="4855978" y="890289"/>
                  </a:lnTo>
                  <a:lnTo>
                    <a:pt x="4925349" y="903007"/>
                  </a:lnTo>
                  <a:lnTo>
                    <a:pt x="4994720" y="915726"/>
                  </a:lnTo>
                  <a:lnTo>
                    <a:pt x="5064091" y="928444"/>
                  </a:lnTo>
                  <a:lnTo>
                    <a:pt x="5133462" y="941163"/>
                  </a:lnTo>
                  <a:lnTo>
                    <a:pt x="5202833" y="953881"/>
                  </a:lnTo>
                  <a:lnTo>
                    <a:pt x="5272204" y="966600"/>
                  </a:lnTo>
                  <a:lnTo>
                    <a:pt x="5341576" y="979318"/>
                  </a:lnTo>
                  <a:lnTo>
                    <a:pt x="5410947" y="992036"/>
                  </a:lnTo>
                  <a:lnTo>
                    <a:pt x="5480318" y="1004755"/>
                  </a:lnTo>
                </a:path>
              </a:pathLst>
            </a:custGeom>
            <a:ln w="38100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28338" y="3948942"/>
              <a:ext cx="5464350" cy="658742"/>
            </a:xfrm>
            <a:custGeom>
              <a:avLst/>
              <a:gdLst/>
              <a:ahLst/>
              <a:cxnLst/>
              <a:rect l="0" t="0" r="0" b="0"/>
              <a:pathLst>
                <a:path w="5464350" h="658742">
                  <a:moveTo>
                    <a:pt x="0" y="0"/>
                  </a:moveTo>
                  <a:lnTo>
                    <a:pt x="69168" y="8338"/>
                  </a:lnTo>
                  <a:lnTo>
                    <a:pt x="138337" y="16677"/>
                  </a:lnTo>
                  <a:lnTo>
                    <a:pt x="207506" y="25015"/>
                  </a:lnTo>
                  <a:lnTo>
                    <a:pt x="276675" y="33354"/>
                  </a:lnTo>
                  <a:lnTo>
                    <a:pt x="345844" y="41692"/>
                  </a:lnTo>
                  <a:lnTo>
                    <a:pt x="415013" y="50031"/>
                  </a:lnTo>
                  <a:lnTo>
                    <a:pt x="484182" y="58369"/>
                  </a:lnTo>
                  <a:lnTo>
                    <a:pt x="553351" y="66708"/>
                  </a:lnTo>
                  <a:lnTo>
                    <a:pt x="622520" y="75046"/>
                  </a:lnTo>
                  <a:lnTo>
                    <a:pt x="691689" y="83385"/>
                  </a:lnTo>
                  <a:lnTo>
                    <a:pt x="760858" y="91723"/>
                  </a:lnTo>
                  <a:lnTo>
                    <a:pt x="830027" y="100062"/>
                  </a:lnTo>
                  <a:lnTo>
                    <a:pt x="899196" y="108400"/>
                  </a:lnTo>
                  <a:lnTo>
                    <a:pt x="968365" y="116739"/>
                  </a:lnTo>
                  <a:lnTo>
                    <a:pt x="1037534" y="125077"/>
                  </a:lnTo>
                  <a:lnTo>
                    <a:pt x="1106703" y="133416"/>
                  </a:lnTo>
                  <a:lnTo>
                    <a:pt x="1175872" y="141754"/>
                  </a:lnTo>
                  <a:lnTo>
                    <a:pt x="1245041" y="150093"/>
                  </a:lnTo>
                  <a:lnTo>
                    <a:pt x="1314210" y="158431"/>
                  </a:lnTo>
                  <a:lnTo>
                    <a:pt x="1383379" y="166770"/>
                  </a:lnTo>
                  <a:lnTo>
                    <a:pt x="1452548" y="175108"/>
                  </a:lnTo>
                  <a:lnTo>
                    <a:pt x="1521717" y="183447"/>
                  </a:lnTo>
                  <a:lnTo>
                    <a:pt x="1590886" y="191785"/>
                  </a:lnTo>
                  <a:lnTo>
                    <a:pt x="1660055" y="200124"/>
                  </a:lnTo>
                  <a:lnTo>
                    <a:pt x="1729224" y="208462"/>
                  </a:lnTo>
                  <a:lnTo>
                    <a:pt x="1798393" y="216801"/>
                  </a:lnTo>
                  <a:lnTo>
                    <a:pt x="1867562" y="225139"/>
                  </a:lnTo>
                  <a:lnTo>
                    <a:pt x="1936731" y="233478"/>
                  </a:lnTo>
                  <a:lnTo>
                    <a:pt x="2005900" y="241816"/>
                  </a:lnTo>
                  <a:lnTo>
                    <a:pt x="2075069" y="250155"/>
                  </a:lnTo>
                  <a:lnTo>
                    <a:pt x="2144238" y="258493"/>
                  </a:lnTo>
                  <a:lnTo>
                    <a:pt x="2213407" y="266832"/>
                  </a:lnTo>
                  <a:lnTo>
                    <a:pt x="2282576" y="275170"/>
                  </a:lnTo>
                  <a:lnTo>
                    <a:pt x="2351745" y="283509"/>
                  </a:lnTo>
                  <a:lnTo>
                    <a:pt x="2420914" y="291847"/>
                  </a:lnTo>
                  <a:lnTo>
                    <a:pt x="2490083" y="300186"/>
                  </a:lnTo>
                  <a:lnTo>
                    <a:pt x="2559252" y="308524"/>
                  </a:lnTo>
                  <a:lnTo>
                    <a:pt x="2628421" y="316863"/>
                  </a:lnTo>
                  <a:lnTo>
                    <a:pt x="2697590" y="325201"/>
                  </a:lnTo>
                  <a:lnTo>
                    <a:pt x="2766759" y="333540"/>
                  </a:lnTo>
                  <a:lnTo>
                    <a:pt x="2835928" y="341878"/>
                  </a:lnTo>
                  <a:lnTo>
                    <a:pt x="2905097" y="350217"/>
                  </a:lnTo>
                  <a:lnTo>
                    <a:pt x="2974266" y="358555"/>
                  </a:lnTo>
                  <a:lnTo>
                    <a:pt x="3043435" y="366894"/>
                  </a:lnTo>
                  <a:lnTo>
                    <a:pt x="3112604" y="375232"/>
                  </a:lnTo>
                  <a:lnTo>
                    <a:pt x="3181773" y="383571"/>
                  </a:lnTo>
                  <a:lnTo>
                    <a:pt x="3250942" y="391909"/>
                  </a:lnTo>
                  <a:lnTo>
                    <a:pt x="3320111" y="400248"/>
                  </a:lnTo>
                  <a:lnTo>
                    <a:pt x="3389280" y="408586"/>
                  </a:lnTo>
                  <a:lnTo>
                    <a:pt x="3458449" y="416925"/>
                  </a:lnTo>
                  <a:lnTo>
                    <a:pt x="3527618" y="425263"/>
                  </a:lnTo>
                  <a:lnTo>
                    <a:pt x="3596787" y="433602"/>
                  </a:lnTo>
                  <a:lnTo>
                    <a:pt x="3665956" y="441940"/>
                  </a:lnTo>
                  <a:lnTo>
                    <a:pt x="3735125" y="450279"/>
                  </a:lnTo>
                  <a:lnTo>
                    <a:pt x="3804294" y="458617"/>
                  </a:lnTo>
                  <a:lnTo>
                    <a:pt x="3873463" y="466956"/>
                  </a:lnTo>
                  <a:lnTo>
                    <a:pt x="3942632" y="475294"/>
                  </a:lnTo>
                  <a:lnTo>
                    <a:pt x="4011801" y="483633"/>
                  </a:lnTo>
                  <a:lnTo>
                    <a:pt x="4080970" y="491971"/>
                  </a:lnTo>
                  <a:lnTo>
                    <a:pt x="4150139" y="500310"/>
                  </a:lnTo>
                  <a:lnTo>
                    <a:pt x="4219308" y="508648"/>
                  </a:lnTo>
                  <a:lnTo>
                    <a:pt x="4288477" y="516987"/>
                  </a:lnTo>
                  <a:lnTo>
                    <a:pt x="4357646" y="525326"/>
                  </a:lnTo>
                  <a:lnTo>
                    <a:pt x="4426815" y="533664"/>
                  </a:lnTo>
                  <a:lnTo>
                    <a:pt x="4495984" y="542003"/>
                  </a:lnTo>
                  <a:lnTo>
                    <a:pt x="4565153" y="550341"/>
                  </a:lnTo>
                  <a:lnTo>
                    <a:pt x="4634322" y="558680"/>
                  </a:lnTo>
                  <a:lnTo>
                    <a:pt x="4703491" y="567018"/>
                  </a:lnTo>
                  <a:lnTo>
                    <a:pt x="4772660" y="575357"/>
                  </a:lnTo>
                  <a:lnTo>
                    <a:pt x="4841829" y="583695"/>
                  </a:lnTo>
                  <a:lnTo>
                    <a:pt x="4910998" y="592034"/>
                  </a:lnTo>
                  <a:lnTo>
                    <a:pt x="4980167" y="600372"/>
                  </a:lnTo>
                  <a:lnTo>
                    <a:pt x="5049336" y="608711"/>
                  </a:lnTo>
                  <a:lnTo>
                    <a:pt x="5118505" y="617049"/>
                  </a:lnTo>
                  <a:lnTo>
                    <a:pt x="5187674" y="625388"/>
                  </a:lnTo>
                  <a:lnTo>
                    <a:pt x="5256843" y="633726"/>
                  </a:lnTo>
                  <a:lnTo>
                    <a:pt x="5326012" y="642065"/>
                  </a:lnTo>
                  <a:lnTo>
                    <a:pt x="5395181" y="650403"/>
                  </a:lnTo>
                  <a:lnTo>
                    <a:pt x="5464350" y="658742"/>
                  </a:lnTo>
                </a:path>
              </a:pathLst>
            </a:custGeom>
            <a:ln w="38100" cap="flat">
              <a:solidFill>
                <a:srgbClr val="1E90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1228338" y="3636881"/>
              <a:ext cx="5464350" cy="1218429"/>
            </a:xfrm>
            <a:custGeom>
              <a:avLst/>
              <a:gdLst/>
              <a:ahLst/>
              <a:cxnLst/>
              <a:rect l="0" t="0" r="0" b="0"/>
              <a:pathLst>
                <a:path w="5464350" h="1218429">
                  <a:moveTo>
                    <a:pt x="0" y="0"/>
                  </a:moveTo>
                  <a:lnTo>
                    <a:pt x="69168" y="13390"/>
                  </a:lnTo>
                  <a:lnTo>
                    <a:pt x="138337" y="26751"/>
                  </a:lnTo>
                  <a:lnTo>
                    <a:pt x="207506" y="40082"/>
                  </a:lnTo>
                  <a:lnTo>
                    <a:pt x="276675" y="53382"/>
                  </a:lnTo>
                  <a:lnTo>
                    <a:pt x="345844" y="66647"/>
                  </a:lnTo>
                  <a:lnTo>
                    <a:pt x="415013" y="79878"/>
                  </a:lnTo>
                  <a:lnTo>
                    <a:pt x="484182" y="93071"/>
                  </a:lnTo>
                  <a:lnTo>
                    <a:pt x="553351" y="106225"/>
                  </a:lnTo>
                  <a:lnTo>
                    <a:pt x="622520" y="119337"/>
                  </a:lnTo>
                  <a:lnTo>
                    <a:pt x="691689" y="132407"/>
                  </a:lnTo>
                  <a:lnTo>
                    <a:pt x="760858" y="145430"/>
                  </a:lnTo>
                  <a:lnTo>
                    <a:pt x="830027" y="158405"/>
                  </a:lnTo>
                  <a:lnTo>
                    <a:pt x="899196" y="171328"/>
                  </a:lnTo>
                  <a:lnTo>
                    <a:pt x="968365" y="184198"/>
                  </a:lnTo>
                  <a:lnTo>
                    <a:pt x="1037534" y="197010"/>
                  </a:lnTo>
                  <a:lnTo>
                    <a:pt x="1106703" y="209762"/>
                  </a:lnTo>
                  <a:lnTo>
                    <a:pt x="1175872" y="222451"/>
                  </a:lnTo>
                  <a:lnTo>
                    <a:pt x="1245041" y="235071"/>
                  </a:lnTo>
                  <a:lnTo>
                    <a:pt x="1314210" y="247621"/>
                  </a:lnTo>
                  <a:lnTo>
                    <a:pt x="1383379" y="260095"/>
                  </a:lnTo>
                  <a:lnTo>
                    <a:pt x="1452548" y="272489"/>
                  </a:lnTo>
                  <a:lnTo>
                    <a:pt x="1521717" y="284798"/>
                  </a:lnTo>
                  <a:lnTo>
                    <a:pt x="1590886" y="297018"/>
                  </a:lnTo>
                  <a:lnTo>
                    <a:pt x="1660055" y="309144"/>
                  </a:lnTo>
                  <a:lnTo>
                    <a:pt x="1729224" y="321170"/>
                  </a:lnTo>
                  <a:lnTo>
                    <a:pt x="1798393" y="333091"/>
                  </a:lnTo>
                  <a:lnTo>
                    <a:pt x="1867562" y="344900"/>
                  </a:lnTo>
                  <a:lnTo>
                    <a:pt x="1936731" y="356591"/>
                  </a:lnTo>
                  <a:lnTo>
                    <a:pt x="2005900" y="368159"/>
                  </a:lnTo>
                  <a:lnTo>
                    <a:pt x="2075069" y="379596"/>
                  </a:lnTo>
                  <a:lnTo>
                    <a:pt x="2144238" y="390896"/>
                  </a:lnTo>
                  <a:lnTo>
                    <a:pt x="2213407" y="402052"/>
                  </a:lnTo>
                  <a:lnTo>
                    <a:pt x="2282576" y="413057"/>
                  </a:lnTo>
                  <a:lnTo>
                    <a:pt x="2351745" y="423903"/>
                  </a:lnTo>
                  <a:lnTo>
                    <a:pt x="2420914" y="434585"/>
                  </a:lnTo>
                  <a:lnTo>
                    <a:pt x="2490083" y="445094"/>
                  </a:lnTo>
                  <a:lnTo>
                    <a:pt x="2559252" y="455425"/>
                  </a:lnTo>
                  <a:lnTo>
                    <a:pt x="2628421" y="465570"/>
                  </a:lnTo>
                  <a:lnTo>
                    <a:pt x="2697590" y="475523"/>
                  </a:lnTo>
                  <a:lnTo>
                    <a:pt x="2766759" y="485279"/>
                  </a:lnTo>
                  <a:lnTo>
                    <a:pt x="2835928" y="494832"/>
                  </a:lnTo>
                  <a:lnTo>
                    <a:pt x="2905097" y="504178"/>
                  </a:lnTo>
                  <a:lnTo>
                    <a:pt x="2974266" y="513313"/>
                  </a:lnTo>
                  <a:lnTo>
                    <a:pt x="3043435" y="522233"/>
                  </a:lnTo>
                  <a:lnTo>
                    <a:pt x="3112604" y="530935"/>
                  </a:lnTo>
                  <a:lnTo>
                    <a:pt x="3181773" y="539420"/>
                  </a:lnTo>
                  <a:lnTo>
                    <a:pt x="3250942" y="547685"/>
                  </a:lnTo>
                  <a:lnTo>
                    <a:pt x="3320111" y="555732"/>
                  </a:lnTo>
                  <a:lnTo>
                    <a:pt x="3389280" y="563560"/>
                  </a:lnTo>
                  <a:lnTo>
                    <a:pt x="3458449" y="571174"/>
                  </a:lnTo>
                  <a:lnTo>
                    <a:pt x="3527618" y="578575"/>
                  </a:lnTo>
                  <a:lnTo>
                    <a:pt x="3596787" y="585767"/>
                  </a:lnTo>
                  <a:lnTo>
                    <a:pt x="3665956" y="592754"/>
                  </a:lnTo>
                  <a:lnTo>
                    <a:pt x="3735125" y="599543"/>
                  </a:lnTo>
                  <a:lnTo>
                    <a:pt x="3804294" y="606138"/>
                  </a:lnTo>
                  <a:lnTo>
                    <a:pt x="3873463" y="612545"/>
                  </a:lnTo>
                  <a:lnTo>
                    <a:pt x="3942632" y="618771"/>
                  </a:lnTo>
                  <a:lnTo>
                    <a:pt x="4011801" y="624823"/>
                  </a:lnTo>
                  <a:lnTo>
                    <a:pt x="4080970" y="630707"/>
                  </a:lnTo>
                  <a:lnTo>
                    <a:pt x="4150139" y="636431"/>
                  </a:lnTo>
                  <a:lnTo>
                    <a:pt x="4219308" y="642002"/>
                  </a:lnTo>
                  <a:lnTo>
                    <a:pt x="4288477" y="647426"/>
                  </a:lnTo>
                  <a:lnTo>
                    <a:pt x="4357646" y="652710"/>
                  </a:lnTo>
                  <a:lnTo>
                    <a:pt x="4426815" y="657862"/>
                  </a:lnTo>
                  <a:lnTo>
                    <a:pt x="4495984" y="662888"/>
                  </a:lnTo>
                  <a:lnTo>
                    <a:pt x="4565153" y="667794"/>
                  </a:lnTo>
                  <a:lnTo>
                    <a:pt x="4634322" y="672587"/>
                  </a:lnTo>
                  <a:lnTo>
                    <a:pt x="4703491" y="677273"/>
                  </a:lnTo>
                  <a:lnTo>
                    <a:pt x="4772660" y="681856"/>
                  </a:lnTo>
                  <a:lnTo>
                    <a:pt x="4841829" y="686344"/>
                  </a:lnTo>
                  <a:lnTo>
                    <a:pt x="4910998" y="690740"/>
                  </a:lnTo>
                  <a:lnTo>
                    <a:pt x="4980167" y="695051"/>
                  </a:lnTo>
                  <a:lnTo>
                    <a:pt x="5049336" y="699280"/>
                  </a:lnTo>
                  <a:lnTo>
                    <a:pt x="5118505" y="703432"/>
                  </a:lnTo>
                  <a:lnTo>
                    <a:pt x="5187674" y="707512"/>
                  </a:lnTo>
                  <a:lnTo>
                    <a:pt x="5256843" y="711522"/>
                  </a:lnTo>
                  <a:lnTo>
                    <a:pt x="5326012" y="715468"/>
                  </a:lnTo>
                  <a:lnTo>
                    <a:pt x="5395181" y="719352"/>
                  </a:lnTo>
                  <a:lnTo>
                    <a:pt x="5464350" y="723178"/>
                  </a:lnTo>
                  <a:lnTo>
                    <a:pt x="5464350" y="1218429"/>
                  </a:lnTo>
                  <a:lnTo>
                    <a:pt x="5395181" y="1205578"/>
                  </a:lnTo>
                  <a:lnTo>
                    <a:pt x="5326012" y="1192785"/>
                  </a:lnTo>
                  <a:lnTo>
                    <a:pt x="5256843" y="1180054"/>
                  </a:lnTo>
                  <a:lnTo>
                    <a:pt x="5187674" y="1167387"/>
                  </a:lnTo>
                  <a:lnTo>
                    <a:pt x="5118505" y="1154790"/>
                  </a:lnTo>
                  <a:lnTo>
                    <a:pt x="5049336" y="1142265"/>
                  </a:lnTo>
                  <a:lnTo>
                    <a:pt x="4980167" y="1129817"/>
                  </a:lnTo>
                  <a:lnTo>
                    <a:pt x="4910998" y="1117451"/>
                  </a:lnTo>
                  <a:lnTo>
                    <a:pt x="4841829" y="1105170"/>
                  </a:lnTo>
                  <a:lnTo>
                    <a:pt x="4772660" y="1092981"/>
                  </a:lnTo>
                  <a:lnTo>
                    <a:pt x="4703491" y="1080887"/>
                  </a:lnTo>
                  <a:lnTo>
                    <a:pt x="4634322" y="1068896"/>
                  </a:lnTo>
                  <a:lnTo>
                    <a:pt x="4565153" y="1057012"/>
                  </a:lnTo>
                  <a:lnTo>
                    <a:pt x="4495984" y="1045241"/>
                  </a:lnTo>
                  <a:lnTo>
                    <a:pt x="4426815" y="1033590"/>
                  </a:lnTo>
                  <a:lnTo>
                    <a:pt x="4357646" y="1022065"/>
                  </a:lnTo>
                  <a:lnTo>
                    <a:pt x="4288477" y="1010672"/>
                  </a:lnTo>
                  <a:lnTo>
                    <a:pt x="4219308" y="999419"/>
                  </a:lnTo>
                  <a:lnTo>
                    <a:pt x="4150139" y="988313"/>
                  </a:lnTo>
                  <a:lnTo>
                    <a:pt x="4080970" y="977359"/>
                  </a:lnTo>
                  <a:lnTo>
                    <a:pt x="4011801" y="966567"/>
                  </a:lnTo>
                  <a:lnTo>
                    <a:pt x="3942632" y="955942"/>
                  </a:lnTo>
                  <a:lnTo>
                    <a:pt x="3873463" y="945491"/>
                  </a:lnTo>
                  <a:lnTo>
                    <a:pt x="3804294" y="935221"/>
                  </a:lnTo>
                  <a:lnTo>
                    <a:pt x="3735125" y="925139"/>
                  </a:lnTo>
                  <a:lnTo>
                    <a:pt x="3665956" y="915250"/>
                  </a:lnTo>
                  <a:lnTo>
                    <a:pt x="3596787" y="905561"/>
                  </a:lnTo>
                  <a:lnTo>
                    <a:pt x="3527618" y="896076"/>
                  </a:lnTo>
                  <a:lnTo>
                    <a:pt x="3458449" y="886800"/>
                  </a:lnTo>
                  <a:lnTo>
                    <a:pt x="3389280" y="877736"/>
                  </a:lnTo>
                  <a:lnTo>
                    <a:pt x="3320111" y="868888"/>
                  </a:lnTo>
                  <a:lnTo>
                    <a:pt x="3250942" y="860258"/>
                  </a:lnTo>
                  <a:lnTo>
                    <a:pt x="3181773" y="851846"/>
                  </a:lnTo>
                  <a:lnTo>
                    <a:pt x="3112604" y="843653"/>
                  </a:lnTo>
                  <a:lnTo>
                    <a:pt x="3043435" y="835679"/>
                  </a:lnTo>
                  <a:lnTo>
                    <a:pt x="2974266" y="827922"/>
                  </a:lnTo>
                  <a:lnTo>
                    <a:pt x="2905097" y="820379"/>
                  </a:lnTo>
                  <a:lnTo>
                    <a:pt x="2835928" y="813048"/>
                  </a:lnTo>
                  <a:lnTo>
                    <a:pt x="2766759" y="805924"/>
                  </a:lnTo>
                  <a:lnTo>
                    <a:pt x="2697590" y="799003"/>
                  </a:lnTo>
                  <a:lnTo>
                    <a:pt x="2628421" y="792280"/>
                  </a:lnTo>
                  <a:lnTo>
                    <a:pt x="2559252" y="785748"/>
                  </a:lnTo>
                  <a:lnTo>
                    <a:pt x="2490083" y="779401"/>
                  </a:lnTo>
                  <a:lnTo>
                    <a:pt x="2420914" y="773234"/>
                  </a:lnTo>
                  <a:lnTo>
                    <a:pt x="2351745" y="767238"/>
                  </a:lnTo>
                  <a:lnTo>
                    <a:pt x="2282576" y="761408"/>
                  </a:lnTo>
                  <a:lnTo>
                    <a:pt x="2213407" y="755736"/>
                  </a:lnTo>
                  <a:lnTo>
                    <a:pt x="2144238" y="750214"/>
                  </a:lnTo>
                  <a:lnTo>
                    <a:pt x="2075069" y="744837"/>
                  </a:lnTo>
                  <a:lnTo>
                    <a:pt x="2005900" y="739598"/>
                  </a:lnTo>
                  <a:lnTo>
                    <a:pt x="1936731" y="734488"/>
                  </a:lnTo>
                  <a:lnTo>
                    <a:pt x="1867562" y="729503"/>
                  </a:lnTo>
                  <a:lnTo>
                    <a:pt x="1798393" y="724635"/>
                  </a:lnTo>
                  <a:lnTo>
                    <a:pt x="1729224" y="719878"/>
                  </a:lnTo>
                  <a:lnTo>
                    <a:pt x="1660055" y="715227"/>
                  </a:lnTo>
                  <a:lnTo>
                    <a:pt x="1590886" y="710676"/>
                  </a:lnTo>
                  <a:lnTo>
                    <a:pt x="1521717" y="706219"/>
                  </a:lnTo>
                  <a:lnTo>
                    <a:pt x="1452548" y="701852"/>
                  </a:lnTo>
                  <a:lnTo>
                    <a:pt x="1383379" y="697569"/>
                  </a:lnTo>
                  <a:lnTo>
                    <a:pt x="1314210" y="693365"/>
                  </a:lnTo>
                  <a:lnTo>
                    <a:pt x="1245041" y="689238"/>
                  </a:lnTo>
                  <a:lnTo>
                    <a:pt x="1175872" y="685182"/>
                  </a:lnTo>
                  <a:lnTo>
                    <a:pt x="1106703" y="681193"/>
                  </a:lnTo>
                  <a:lnTo>
                    <a:pt x="1037534" y="677268"/>
                  </a:lnTo>
                  <a:lnTo>
                    <a:pt x="968365" y="673403"/>
                  </a:lnTo>
                  <a:lnTo>
                    <a:pt x="899196" y="669596"/>
                  </a:lnTo>
                  <a:lnTo>
                    <a:pt x="830027" y="665842"/>
                  </a:lnTo>
                  <a:lnTo>
                    <a:pt x="760858" y="662140"/>
                  </a:lnTo>
                  <a:lnTo>
                    <a:pt x="691689" y="658486"/>
                  </a:lnTo>
                  <a:lnTo>
                    <a:pt x="622520" y="654879"/>
                  </a:lnTo>
                  <a:lnTo>
                    <a:pt x="553351" y="651314"/>
                  </a:lnTo>
                  <a:lnTo>
                    <a:pt x="484182" y="647791"/>
                  </a:lnTo>
                  <a:lnTo>
                    <a:pt x="415013" y="644307"/>
                  </a:lnTo>
                  <a:lnTo>
                    <a:pt x="345844" y="640861"/>
                  </a:lnTo>
                  <a:lnTo>
                    <a:pt x="276675" y="637449"/>
                  </a:lnTo>
                  <a:lnTo>
                    <a:pt x="207506" y="634071"/>
                  </a:lnTo>
                  <a:lnTo>
                    <a:pt x="138337" y="630726"/>
                  </a:lnTo>
                  <a:lnTo>
                    <a:pt x="69168" y="627410"/>
                  </a:lnTo>
                  <a:lnTo>
                    <a:pt x="0" y="624123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477263" y="2070498"/>
              <a:ext cx="5480318" cy="2132092"/>
            </a:xfrm>
            <a:custGeom>
              <a:avLst/>
              <a:gdLst/>
              <a:ahLst/>
              <a:cxnLst/>
              <a:rect l="0" t="0" r="0" b="0"/>
              <a:pathLst>
                <a:path w="5480318" h="2132092">
                  <a:moveTo>
                    <a:pt x="0" y="0"/>
                  </a:moveTo>
                  <a:lnTo>
                    <a:pt x="69371" y="23538"/>
                  </a:lnTo>
                  <a:lnTo>
                    <a:pt x="138742" y="47026"/>
                  </a:lnTo>
                  <a:lnTo>
                    <a:pt x="208113" y="70461"/>
                  </a:lnTo>
                  <a:lnTo>
                    <a:pt x="277484" y="93840"/>
                  </a:lnTo>
                  <a:lnTo>
                    <a:pt x="346855" y="117161"/>
                  </a:lnTo>
                  <a:lnTo>
                    <a:pt x="416226" y="140419"/>
                  </a:lnTo>
                  <a:lnTo>
                    <a:pt x="485597" y="163612"/>
                  </a:lnTo>
                  <a:lnTo>
                    <a:pt x="554968" y="186735"/>
                  </a:lnTo>
                  <a:lnTo>
                    <a:pt x="624340" y="209785"/>
                  </a:lnTo>
                  <a:lnTo>
                    <a:pt x="693711" y="232758"/>
                  </a:lnTo>
                  <a:lnTo>
                    <a:pt x="763082" y="255648"/>
                  </a:lnTo>
                  <a:lnTo>
                    <a:pt x="832453" y="278452"/>
                  </a:lnTo>
                  <a:lnTo>
                    <a:pt x="901824" y="301163"/>
                  </a:lnTo>
                  <a:lnTo>
                    <a:pt x="971195" y="323777"/>
                  </a:lnTo>
                  <a:lnTo>
                    <a:pt x="1040566" y="346287"/>
                  </a:lnTo>
                  <a:lnTo>
                    <a:pt x="1109937" y="368686"/>
                  </a:lnTo>
                  <a:lnTo>
                    <a:pt x="1179308" y="390969"/>
                  </a:lnTo>
                  <a:lnTo>
                    <a:pt x="1248680" y="413127"/>
                  </a:lnTo>
                  <a:lnTo>
                    <a:pt x="1318051" y="435153"/>
                  </a:lnTo>
                  <a:lnTo>
                    <a:pt x="1387422" y="457038"/>
                  </a:lnTo>
                  <a:lnTo>
                    <a:pt x="1456793" y="478773"/>
                  </a:lnTo>
                  <a:lnTo>
                    <a:pt x="1526164" y="500348"/>
                  </a:lnTo>
                  <a:lnTo>
                    <a:pt x="1595535" y="521754"/>
                  </a:lnTo>
                  <a:lnTo>
                    <a:pt x="1664906" y="542979"/>
                  </a:lnTo>
                  <a:lnTo>
                    <a:pt x="1734277" y="564011"/>
                  </a:lnTo>
                  <a:lnTo>
                    <a:pt x="1803649" y="584839"/>
                  </a:lnTo>
                  <a:lnTo>
                    <a:pt x="1873020" y="605448"/>
                  </a:lnTo>
                  <a:lnTo>
                    <a:pt x="1942391" y="625824"/>
                  </a:lnTo>
                  <a:lnTo>
                    <a:pt x="2011762" y="645954"/>
                  </a:lnTo>
                  <a:lnTo>
                    <a:pt x="2081133" y="665822"/>
                  </a:lnTo>
                  <a:lnTo>
                    <a:pt x="2150504" y="685411"/>
                  </a:lnTo>
                  <a:lnTo>
                    <a:pt x="2219875" y="704704"/>
                  </a:lnTo>
                  <a:lnTo>
                    <a:pt x="2289246" y="723685"/>
                  </a:lnTo>
                  <a:lnTo>
                    <a:pt x="2358617" y="742336"/>
                  </a:lnTo>
                  <a:lnTo>
                    <a:pt x="2427989" y="760638"/>
                  </a:lnTo>
                  <a:lnTo>
                    <a:pt x="2497360" y="778573"/>
                  </a:lnTo>
                  <a:lnTo>
                    <a:pt x="2566731" y="796123"/>
                  </a:lnTo>
                  <a:lnTo>
                    <a:pt x="2636102" y="813269"/>
                  </a:lnTo>
                  <a:lnTo>
                    <a:pt x="2705473" y="829995"/>
                  </a:lnTo>
                  <a:lnTo>
                    <a:pt x="2774844" y="846283"/>
                  </a:lnTo>
                  <a:lnTo>
                    <a:pt x="2844215" y="862119"/>
                  </a:lnTo>
                  <a:lnTo>
                    <a:pt x="2913586" y="877486"/>
                  </a:lnTo>
                  <a:lnTo>
                    <a:pt x="2982958" y="892374"/>
                  </a:lnTo>
                  <a:lnTo>
                    <a:pt x="3052329" y="906771"/>
                  </a:lnTo>
                  <a:lnTo>
                    <a:pt x="3121700" y="920669"/>
                  </a:lnTo>
                  <a:lnTo>
                    <a:pt x="3191071" y="934061"/>
                  </a:lnTo>
                  <a:lnTo>
                    <a:pt x="3260442" y="946945"/>
                  </a:lnTo>
                  <a:lnTo>
                    <a:pt x="3329813" y="959319"/>
                  </a:lnTo>
                  <a:lnTo>
                    <a:pt x="3399184" y="971184"/>
                  </a:lnTo>
                  <a:lnTo>
                    <a:pt x="3468555" y="982547"/>
                  </a:lnTo>
                  <a:lnTo>
                    <a:pt x="3537926" y="993413"/>
                  </a:lnTo>
                  <a:lnTo>
                    <a:pt x="3607298" y="1003792"/>
                  </a:lnTo>
                  <a:lnTo>
                    <a:pt x="3676669" y="1013695"/>
                  </a:lnTo>
                  <a:lnTo>
                    <a:pt x="3746040" y="1023135"/>
                  </a:lnTo>
                  <a:lnTo>
                    <a:pt x="3815411" y="1032128"/>
                  </a:lnTo>
                  <a:lnTo>
                    <a:pt x="3884782" y="1040688"/>
                  </a:lnTo>
                  <a:lnTo>
                    <a:pt x="3954153" y="1048835"/>
                  </a:lnTo>
                  <a:lnTo>
                    <a:pt x="4023524" y="1056584"/>
                  </a:lnTo>
                  <a:lnTo>
                    <a:pt x="4092895" y="1063955"/>
                  </a:lnTo>
                  <a:lnTo>
                    <a:pt x="4162267" y="1070965"/>
                  </a:lnTo>
                  <a:lnTo>
                    <a:pt x="4231638" y="1077633"/>
                  </a:lnTo>
                  <a:lnTo>
                    <a:pt x="4301009" y="1083976"/>
                  </a:lnTo>
                  <a:lnTo>
                    <a:pt x="4370380" y="1090013"/>
                  </a:lnTo>
                  <a:lnTo>
                    <a:pt x="4439751" y="1095761"/>
                  </a:lnTo>
                  <a:lnTo>
                    <a:pt x="4509122" y="1101237"/>
                  </a:lnTo>
                  <a:lnTo>
                    <a:pt x="4578493" y="1106455"/>
                  </a:lnTo>
                  <a:lnTo>
                    <a:pt x="4647864" y="1111431"/>
                  </a:lnTo>
                  <a:lnTo>
                    <a:pt x="4717235" y="1116181"/>
                  </a:lnTo>
                  <a:lnTo>
                    <a:pt x="4786607" y="1120717"/>
                  </a:lnTo>
                  <a:lnTo>
                    <a:pt x="4855978" y="1125052"/>
                  </a:lnTo>
                  <a:lnTo>
                    <a:pt x="4925349" y="1129199"/>
                  </a:lnTo>
                  <a:lnTo>
                    <a:pt x="4994720" y="1133169"/>
                  </a:lnTo>
                  <a:lnTo>
                    <a:pt x="5064091" y="1136973"/>
                  </a:lnTo>
                  <a:lnTo>
                    <a:pt x="5133462" y="1140621"/>
                  </a:lnTo>
                  <a:lnTo>
                    <a:pt x="5202833" y="1144122"/>
                  </a:lnTo>
                  <a:lnTo>
                    <a:pt x="5272204" y="1147486"/>
                  </a:lnTo>
                  <a:lnTo>
                    <a:pt x="5341576" y="1150720"/>
                  </a:lnTo>
                  <a:lnTo>
                    <a:pt x="5410947" y="1153832"/>
                  </a:lnTo>
                  <a:lnTo>
                    <a:pt x="5480318" y="1156830"/>
                  </a:lnTo>
                  <a:lnTo>
                    <a:pt x="5480318" y="2132092"/>
                  </a:lnTo>
                  <a:lnTo>
                    <a:pt x="5410947" y="2109653"/>
                  </a:lnTo>
                  <a:lnTo>
                    <a:pt x="5341576" y="2087328"/>
                  </a:lnTo>
                  <a:lnTo>
                    <a:pt x="5272204" y="2065125"/>
                  </a:lnTo>
                  <a:lnTo>
                    <a:pt x="5202833" y="2043052"/>
                  </a:lnTo>
                  <a:lnTo>
                    <a:pt x="5133462" y="2021117"/>
                  </a:lnTo>
                  <a:lnTo>
                    <a:pt x="5064091" y="1999328"/>
                  </a:lnTo>
                  <a:lnTo>
                    <a:pt x="4994720" y="1977695"/>
                  </a:lnTo>
                  <a:lnTo>
                    <a:pt x="4925349" y="1956228"/>
                  </a:lnTo>
                  <a:lnTo>
                    <a:pt x="4855978" y="1934938"/>
                  </a:lnTo>
                  <a:lnTo>
                    <a:pt x="4786607" y="1913837"/>
                  </a:lnTo>
                  <a:lnTo>
                    <a:pt x="4717235" y="1892936"/>
                  </a:lnTo>
                  <a:lnTo>
                    <a:pt x="4647864" y="1872248"/>
                  </a:lnTo>
                  <a:lnTo>
                    <a:pt x="4578493" y="1851788"/>
                  </a:lnTo>
                  <a:lnTo>
                    <a:pt x="4509122" y="1831569"/>
                  </a:lnTo>
                  <a:lnTo>
                    <a:pt x="4439751" y="1811608"/>
                  </a:lnTo>
                  <a:lnTo>
                    <a:pt x="4370380" y="1791919"/>
                  </a:lnTo>
                  <a:lnTo>
                    <a:pt x="4301009" y="1772519"/>
                  </a:lnTo>
                  <a:lnTo>
                    <a:pt x="4231638" y="1753426"/>
                  </a:lnTo>
                  <a:lnTo>
                    <a:pt x="4162267" y="1734657"/>
                  </a:lnTo>
                  <a:lnTo>
                    <a:pt x="4092895" y="1716230"/>
                  </a:lnTo>
                  <a:lnTo>
                    <a:pt x="4023524" y="1698164"/>
                  </a:lnTo>
                  <a:lnTo>
                    <a:pt x="3954153" y="1680476"/>
                  </a:lnTo>
                  <a:lnTo>
                    <a:pt x="3884782" y="1663186"/>
                  </a:lnTo>
                  <a:lnTo>
                    <a:pt x="3815411" y="1646310"/>
                  </a:lnTo>
                  <a:lnTo>
                    <a:pt x="3746040" y="1629866"/>
                  </a:lnTo>
                  <a:lnTo>
                    <a:pt x="3676669" y="1613869"/>
                  </a:lnTo>
                  <a:lnTo>
                    <a:pt x="3607298" y="1598335"/>
                  </a:lnTo>
                  <a:lnTo>
                    <a:pt x="3537926" y="1583277"/>
                  </a:lnTo>
                  <a:lnTo>
                    <a:pt x="3468555" y="1568706"/>
                  </a:lnTo>
                  <a:lnTo>
                    <a:pt x="3399184" y="1554632"/>
                  </a:lnTo>
                  <a:lnTo>
                    <a:pt x="3329813" y="1541061"/>
                  </a:lnTo>
                  <a:lnTo>
                    <a:pt x="3260442" y="1527998"/>
                  </a:lnTo>
                  <a:lnTo>
                    <a:pt x="3191071" y="1515445"/>
                  </a:lnTo>
                  <a:lnTo>
                    <a:pt x="3121700" y="1503400"/>
                  </a:lnTo>
                  <a:lnTo>
                    <a:pt x="3052329" y="1491861"/>
                  </a:lnTo>
                  <a:lnTo>
                    <a:pt x="2982958" y="1480821"/>
                  </a:lnTo>
                  <a:lnTo>
                    <a:pt x="2913586" y="1470272"/>
                  </a:lnTo>
                  <a:lnTo>
                    <a:pt x="2844215" y="1460203"/>
                  </a:lnTo>
                  <a:lnTo>
                    <a:pt x="2774844" y="1450601"/>
                  </a:lnTo>
                  <a:lnTo>
                    <a:pt x="2705473" y="1441453"/>
                  </a:lnTo>
                  <a:lnTo>
                    <a:pt x="2636102" y="1432742"/>
                  </a:lnTo>
                  <a:lnTo>
                    <a:pt x="2566731" y="1424452"/>
                  </a:lnTo>
                  <a:lnTo>
                    <a:pt x="2497360" y="1416565"/>
                  </a:lnTo>
                  <a:lnTo>
                    <a:pt x="2427989" y="1409063"/>
                  </a:lnTo>
                  <a:lnTo>
                    <a:pt x="2358617" y="1401928"/>
                  </a:lnTo>
                  <a:lnTo>
                    <a:pt x="2289246" y="1395142"/>
                  </a:lnTo>
                  <a:lnTo>
                    <a:pt x="2219875" y="1388686"/>
                  </a:lnTo>
                  <a:lnTo>
                    <a:pt x="2150504" y="1382542"/>
                  </a:lnTo>
                  <a:lnTo>
                    <a:pt x="2081133" y="1376695"/>
                  </a:lnTo>
                  <a:lnTo>
                    <a:pt x="2011762" y="1371125"/>
                  </a:lnTo>
                  <a:lnTo>
                    <a:pt x="1942391" y="1365818"/>
                  </a:lnTo>
                  <a:lnTo>
                    <a:pt x="1873020" y="1360758"/>
                  </a:lnTo>
                  <a:lnTo>
                    <a:pt x="1803649" y="1355930"/>
                  </a:lnTo>
                  <a:lnTo>
                    <a:pt x="1734277" y="1351321"/>
                  </a:lnTo>
                  <a:lnTo>
                    <a:pt x="1664906" y="1346916"/>
                  </a:lnTo>
                  <a:lnTo>
                    <a:pt x="1595535" y="1342704"/>
                  </a:lnTo>
                  <a:lnTo>
                    <a:pt x="1526164" y="1338673"/>
                  </a:lnTo>
                  <a:lnTo>
                    <a:pt x="1456793" y="1334812"/>
                  </a:lnTo>
                  <a:lnTo>
                    <a:pt x="1387422" y="1331110"/>
                  </a:lnTo>
                  <a:lnTo>
                    <a:pt x="1318051" y="1327558"/>
                  </a:lnTo>
                  <a:lnTo>
                    <a:pt x="1248680" y="1324147"/>
                  </a:lnTo>
                  <a:lnTo>
                    <a:pt x="1179308" y="1320868"/>
                  </a:lnTo>
                  <a:lnTo>
                    <a:pt x="1109937" y="1317714"/>
                  </a:lnTo>
                  <a:lnTo>
                    <a:pt x="1040566" y="1314677"/>
                  </a:lnTo>
                  <a:lnTo>
                    <a:pt x="971195" y="1311750"/>
                  </a:lnTo>
                  <a:lnTo>
                    <a:pt x="901824" y="1308927"/>
                  </a:lnTo>
                  <a:lnTo>
                    <a:pt x="832453" y="1306201"/>
                  </a:lnTo>
                  <a:lnTo>
                    <a:pt x="763082" y="1303568"/>
                  </a:lnTo>
                  <a:lnTo>
                    <a:pt x="693711" y="1301022"/>
                  </a:lnTo>
                  <a:lnTo>
                    <a:pt x="624340" y="1298557"/>
                  </a:lnTo>
                  <a:lnTo>
                    <a:pt x="554968" y="1296171"/>
                  </a:lnTo>
                  <a:lnTo>
                    <a:pt x="485597" y="1293857"/>
                  </a:lnTo>
                  <a:lnTo>
                    <a:pt x="416226" y="1291613"/>
                  </a:lnTo>
                  <a:lnTo>
                    <a:pt x="346855" y="1289435"/>
                  </a:lnTo>
                  <a:lnTo>
                    <a:pt x="277484" y="1287318"/>
                  </a:lnTo>
                  <a:lnTo>
                    <a:pt x="208113" y="1285261"/>
                  </a:lnTo>
                  <a:lnTo>
                    <a:pt x="138742" y="1283259"/>
                  </a:lnTo>
                  <a:lnTo>
                    <a:pt x="69371" y="1281310"/>
                  </a:lnTo>
                  <a:lnTo>
                    <a:pt x="0" y="1279412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418559" y="2944814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418559" y="2348721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418559" y="245197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3828198" y="273431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3828198" y="2908878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3828198" y="2708738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5344473" y="307314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5344473" y="301703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5344473" y="3172875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5124076" y="2100972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5124076" y="2938796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5124076" y="2982540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6418654" y="3263025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6418654" y="3238396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6418654" y="3454047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3306377" y="3102325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3306377" y="3121871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3306377" y="2921206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4995079" y="549050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4995079" y="458411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4995079" y="4377797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898878" y="3645174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898878" y="3688454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898878" y="3658945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477263" y="2070498"/>
              <a:ext cx="5480318" cy="1156830"/>
            </a:xfrm>
            <a:custGeom>
              <a:avLst/>
              <a:gdLst/>
              <a:ahLst/>
              <a:cxnLst/>
              <a:rect l="0" t="0" r="0" b="0"/>
              <a:pathLst>
                <a:path w="5480318" h="1156830">
                  <a:moveTo>
                    <a:pt x="0" y="0"/>
                  </a:moveTo>
                  <a:lnTo>
                    <a:pt x="69371" y="23538"/>
                  </a:lnTo>
                  <a:lnTo>
                    <a:pt x="138742" y="47026"/>
                  </a:lnTo>
                  <a:lnTo>
                    <a:pt x="208113" y="70461"/>
                  </a:lnTo>
                  <a:lnTo>
                    <a:pt x="277484" y="93840"/>
                  </a:lnTo>
                  <a:lnTo>
                    <a:pt x="346855" y="117161"/>
                  </a:lnTo>
                  <a:lnTo>
                    <a:pt x="416226" y="140419"/>
                  </a:lnTo>
                  <a:lnTo>
                    <a:pt x="485597" y="163612"/>
                  </a:lnTo>
                  <a:lnTo>
                    <a:pt x="554968" y="186735"/>
                  </a:lnTo>
                  <a:lnTo>
                    <a:pt x="624340" y="209785"/>
                  </a:lnTo>
                  <a:lnTo>
                    <a:pt x="693711" y="232758"/>
                  </a:lnTo>
                  <a:lnTo>
                    <a:pt x="763082" y="255648"/>
                  </a:lnTo>
                  <a:lnTo>
                    <a:pt x="832453" y="278452"/>
                  </a:lnTo>
                  <a:lnTo>
                    <a:pt x="901824" y="301163"/>
                  </a:lnTo>
                  <a:lnTo>
                    <a:pt x="971195" y="323777"/>
                  </a:lnTo>
                  <a:lnTo>
                    <a:pt x="1040566" y="346287"/>
                  </a:lnTo>
                  <a:lnTo>
                    <a:pt x="1109937" y="368686"/>
                  </a:lnTo>
                  <a:lnTo>
                    <a:pt x="1179308" y="390969"/>
                  </a:lnTo>
                  <a:lnTo>
                    <a:pt x="1248680" y="413127"/>
                  </a:lnTo>
                  <a:lnTo>
                    <a:pt x="1318051" y="435153"/>
                  </a:lnTo>
                  <a:lnTo>
                    <a:pt x="1387422" y="457038"/>
                  </a:lnTo>
                  <a:lnTo>
                    <a:pt x="1456793" y="478773"/>
                  </a:lnTo>
                  <a:lnTo>
                    <a:pt x="1526164" y="500348"/>
                  </a:lnTo>
                  <a:lnTo>
                    <a:pt x="1595535" y="521754"/>
                  </a:lnTo>
                  <a:lnTo>
                    <a:pt x="1664906" y="542979"/>
                  </a:lnTo>
                  <a:lnTo>
                    <a:pt x="1734277" y="564011"/>
                  </a:lnTo>
                  <a:lnTo>
                    <a:pt x="1803649" y="584839"/>
                  </a:lnTo>
                  <a:lnTo>
                    <a:pt x="1873020" y="605448"/>
                  </a:lnTo>
                  <a:lnTo>
                    <a:pt x="1942391" y="625824"/>
                  </a:lnTo>
                  <a:lnTo>
                    <a:pt x="2011762" y="645954"/>
                  </a:lnTo>
                  <a:lnTo>
                    <a:pt x="2081133" y="665822"/>
                  </a:lnTo>
                  <a:lnTo>
                    <a:pt x="2150504" y="685411"/>
                  </a:lnTo>
                  <a:lnTo>
                    <a:pt x="2219875" y="704704"/>
                  </a:lnTo>
                  <a:lnTo>
                    <a:pt x="2289246" y="723685"/>
                  </a:lnTo>
                  <a:lnTo>
                    <a:pt x="2358617" y="742336"/>
                  </a:lnTo>
                  <a:lnTo>
                    <a:pt x="2427989" y="760638"/>
                  </a:lnTo>
                  <a:lnTo>
                    <a:pt x="2497360" y="778573"/>
                  </a:lnTo>
                  <a:lnTo>
                    <a:pt x="2566731" y="796123"/>
                  </a:lnTo>
                  <a:lnTo>
                    <a:pt x="2636102" y="813269"/>
                  </a:lnTo>
                  <a:lnTo>
                    <a:pt x="2705473" y="829995"/>
                  </a:lnTo>
                  <a:lnTo>
                    <a:pt x="2774844" y="846283"/>
                  </a:lnTo>
                  <a:lnTo>
                    <a:pt x="2844215" y="862119"/>
                  </a:lnTo>
                  <a:lnTo>
                    <a:pt x="2913586" y="877486"/>
                  </a:lnTo>
                  <a:lnTo>
                    <a:pt x="2982958" y="892374"/>
                  </a:lnTo>
                  <a:lnTo>
                    <a:pt x="3052329" y="906771"/>
                  </a:lnTo>
                  <a:lnTo>
                    <a:pt x="3121700" y="920669"/>
                  </a:lnTo>
                  <a:lnTo>
                    <a:pt x="3191071" y="934061"/>
                  </a:lnTo>
                  <a:lnTo>
                    <a:pt x="3260442" y="946945"/>
                  </a:lnTo>
                  <a:lnTo>
                    <a:pt x="3329813" y="959319"/>
                  </a:lnTo>
                  <a:lnTo>
                    <a:pt x="3399184" y="971184"/>
                  </a:lnTo>
                  <a:lnTo>
                    <a:pt x="3468555" y="982547"/>
                  </a:lnTo>
                  <a:lnTo>
                    <a:pt x="3537926" y="993413"/>
                  </a:lnTo>
                  <a:lnTo>
                    <a:pt x="3607298" y="1003792"/>
                  </a:lnTo>
                  <a:lnTo>
                    <a:pt x="3676669" y="1013695"/>
                  </a:lnTo>
                  <a:lnTo>
                    <a:pt x="3746040" y="1023135"/>
                  </a:lnTo>
                  <a:lnTo>
                    <a:pt x="3815411" y="1032128"/>
                  </a:lnTo>
                  <a:lnTo>
                    <a:pt x="3884782" y="1040688"/>
                  </a:lnTo>
                  <a:lnTo>
                    <a:pt x="3954153" y="1048835"/>
                  </a:lnTo>
                  <a:lnTo>
                    <a:pt x="4023524" y="1056584"/>
                  </a:lnTo>
                  <a:lnTo>
                    <a:pt x="4092895" y="1063955"/>
                  </a:lnTo>
                  <a:lnTo>
                    <a:pt x="4162267" y="1070965"/>
                  </a:lnTo>
                  <a:lnTo>
                    <a:pt x="4231638" y="1077633"/>
                  </a:lnTo>
                  <a:lnTo>
                    <a:pt x="4301009" y="1083976"/>
                  </a:lnTo>
                  <a:lnTo>
                    <a:pt x="4370380" y="1090013"/>
                  </a:lnTo>
                  <a:lnTo>
                    <a:pt x="4439751" y="1095761"/>
                  </a:lnTo>
                  <a:lnTo>
                    <a:pt x="4509122" y="1101237"/>
                  </a:lnTo>
                  <a:lnTo>
                    <a:pt x="4578493" y="1106455"/>
                  </a:lnTo>
                  <a:lnTo>
                    <a:pt x="4647864" y="1111431"/>
                  </a:lnTo>
                  <a:lnTo>
                    <a:pt x="4717235" y="1116181"/>
                  </a:lnTo>
                  <a:lnTo>
                    <a:pt x="4786607" y="1120717"/>
                  </a:lnTo>
                  <a:lnTo>
                    <a:pt x="4855978" y="1125052"/>
                  </a:lnTo>
                  <a:lnTo>
                    <a:pt x="4925349" y="1129199"/>
                  </a:lnTo>
                  <a:lnTo>
                    <a:pt x="4994720" y="1133169"/>
                  </a:lnTo>
                  <a:lnTo>
                    <a:pt x="5064091" y="1136973"/>
                  </a:lnTo>
                  <a:lnTo>
                    <a:pt x="5133462" y="1140621"/>
                  </a:lnTo>
                  <a:lnTo>
                    <a:pt x="5202833" y="1144122"/>
                  </a:lnTo>
                  <a:lnTo>
                    <a:pt x="5272204" y="1147486"/>
                  </a:lnTo>
                  <a:lnTo>
                    <a:pt x="5341576" y="1150720"/>
                  </a:lnTo>
                  <a:lnTo>
                    <a:pt x="5410947" y="1153832"/>
                  </a:lnTo>
                  <a:lnTo>
                    <a:pt x="5480318" y="115683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477263" y="3349910"/>
              <a:ext cx="5480318" cy="852680"/>
            </a:xfrm>
            <a:custGeom>
              <a:avLst/>
              <a:gdLst/>
              <a:ahLst/>
              <a:cxnLst/>
              <a:rect l="0" t="0" r="0" b="0"/>
              <a:pathLst>
                <a:path w="5480318" h="852680">
                  <a:moveTo>
                    <a:pt x="5480318" y="852680"/>
                  </a:moveTo>
                  <a:lnTo>
                    <a:pt x="5410947" y="830241"/>
                  </a:lnTo>
                  <a:lnTo>
                    <a:pt x="5341576" y="807916"/>
                  </a:lnTo>
                  <a:lnTo>
                    <a:pt x="5272204" y="785713"/>
                  </a:lnTo>
                  <a:lnTo>
                    <a:pt x="5202833" y="763640"/>
                  </a:lnTo>
                  <a:lnTo>
                    <a:pt x="5133462" y="741705"/>
                  </a:lnTo>
                  <a:lnTo>
                    <a:pt x="5064091" y="719916"/>
                  </a:lnTo>
                  <a:lnTo>
                    <a:pt x="4994720" y="698283"/>
                  </a:lnTo>
                  <a:lnTo>
                    <a:pt x="4925349" y="676816"/>
                  </a:lnTo>
                  <a:lnTo>
                    <a:pt x="4855978" y="655526"/>
                  </a:lnTo>
                  <a:lnTo>
                    <a:pt x="4786607" y="634424"/>
                  </a:lnTo>
                  <a:lnTo>
                    <a:pt x="4717235" y="613524"/>
                  </a:lnTo>
                  <a:lnTo>
                    <a:pt x="4647864" y="592836"/>
                  </a:lnTo>
                  <a:lnTo>
                    <a:pt x="4578493" y="572376"/>
                  </a:lnTo>
                  <a:lnTo>
                    <a:pt x="4509122" y="552157"/>
                  </a:lnTo>
                  <a:lnTo>
                    <a:pt x="4439751" y="532196"/>
                  </a:lnTo>
                  <a:lnTo>
                    <a:pt x="4370380" y="512507"/>
                  </a:lnTo>
                  <a:lnTo>
                    <a:pt x="4301009" y="493107"/>
                  </a:lnTo>
                  <a:lnTo>
                    <a:pt x="4231638" y="474014"/>
                  </a:lnTo>
                  <a:lnTo>
                    <a:pt x="4162267" y="455245"/>
                  </a:lnTo>
                  <a:lnTo>
                    <a:pt x="4092895" y="436818"/>
                  </a:lnTo>
                  <a:lnTo>
                    <a:pt x="4023524" y="418752"/>
                  </a:lnTo>
                  <a:lnTo>
                    <a:pt x="3954153" y="401064"/>
                  </a:lnTo>
                  <a:lnTo>
                    <a:pt x="3884782" y="383774"/>
                  </a:lnTo>
                  <a:lnTo>
                    <a:pt x="3815411" y="366898"/>
                  </a:lnTo>
                  <a:lnTo>
                    <a:pt x="3746040" y="350454"/>
                  </a:lnTo>
                  <a:lnTo>
                    <a:pt x="3676669" y="334457"/>
                  </a:lnTo>
                  <a:lnTo>
                    <a:pt x="3607298" y="318923"/>
                  </a:lnTo>
                  <a:lnTo>
                    <a:pt x="3537926" y="303865"/>
                  </a:lnTo>
                  <a:lnTo>
                    <a:pt x="3468555" y="289294"/>
                  </a:lnTo>
                  <a:lnTo>
                    <a:pt x="3399184" y="275220"/>
                  </a:lnTo>
                  <a:lnTo>
                    <a:pt x="3329813" y="261649"/>
                  </a:lnTo>
                  <a:lnTo>
                    <a:pt x="3260442" y="248586"/>
                  </a:lnTo>
                  <a:lnTo>
                    <a:pt x="3191071" y="236033"/>
                  </a:lnTo>
                  <a:lnTo>
                    <a:pt x="3121700" y="223988"/>
                  </a:lnTo>
                  <a:lnTo>
                    <a:pt x="3052329" y="212449"/>
                  </a:lnTo>
                  <a:lnTo>
                    <a:pt x="2982958" y="201409"/>
                  </a:lnTo>
                  <a:lnTo>
                    <a:pt x="2913586" y="190860"/>
                  </a:lnTo>
                  <a:lnTo>
                    <a:pt x="2844215" y="180791"/>
                  </a:lnTo>
                  <a:lnTo>
                    <a:pt x="2774844" y="171189"/>
                  </a:lnTo>
                  <a:lnTo>
                    <a:pt x="2705473" y="162041"/>
                  </a:lnTo>
                  <a:lnTo>
                    <a:pt x="2636102" y="153330"/>
                  </a:lnTo>
                  <a:lnTo>
                    <a:pt x="2566731" y="145040"/>
                  </a:lnTo>
                  <a:lnTo>
                    <a:pt x="2497360" y="137153"/>
                  </a:lnTo>
                  <a:lnTo>
                    <a:pt x="2427989" y="129651"/>
                  </a:lnTo>
                  <a:lnTo>
                    <a:pt x="2358617" y="122516"/>
                  </a:lnTo>
                  <a:lnTo>
                    <a:pt x="2289246" y="115729"/>
                  </a:lnTo>
                  <a:lnTo>
                    <a:pt x="2219875" y="109274"/>
                  </a:lnTo>
                  <a:lnTo>
                    <a:pt x="2150504" y="103130"/>
                  </a:lnTo>
                  <a:lnTo>
                    <a:pt x="2081133" y="97283"/>
                  </a:lnTo>
                  <a:lnTo>
                    <a:pt x="2011762" y="91713"/>
                  </a:lnTo>
                  <a:lnTo>
                    <a:pt x="1942391" y="86406"/>
                  </a:lnTo>
                  <a:lnTo>
                    <a:pt x="1873020" y="81346"/>
                  </a:lnTo>
                  <a:lnTo>
                    <a:pt x="1803649" y="76518"/>
                  </a:lnTo>
                  <a:lnTo>
                    <a:pt x="1734277" y="71909"/>
                  </a:lnTo>
                  <a:lnTo>
                    <a:pt x="1664906" y="67504"/>
                  </a:lnTo>
                  <a:lnTo>
                    <a:pt x="1595535" y="63292"/>
                  </a:lnTo>
                  <a:lnTo>
                    <a:pt x="1526164" y="59261"/>
                  </a:lnTo>
                  <a:lnTo>
                    <a:pt x="1456793" y="55400"/>
                  </a:lnTo>
                  <a:lnTo>
                    <a:pt x="1387422" y="51698"/>
                  </a:lnTo>
                  <a:lnTo>
                    <a:pt x="1318051" y="48146"/>
                  </a:lnTo>
                  <a:lnTo>
                    <a:pt x="1248680" y="44735"/>
                  </a:lnTo>
                  <a:lnTo>
                    <a:pt x="1179308" y="41456"/>
                  </a:lnTo>
                  <a:lnTo>
                    <a:pt x="1109937" y="38302"/>
                  </a:lnTo>
                  <a:lnTo>
                    <a:pt x="1040566" y="35265"/>
                  </a:lnTo>
                  <a:lnTo>
                    <a:pt x="971195" y="32338"/>
                  </a:lnTo>
                  <a:lnTo>
                    <a:pt x="901824" y="29515"/>
                  </a:lnTo>
                  <a:lnTo>
                    <a:pt x="832453" y="26789"/>
                  </a:lnTo>
                  <a:lnTo>
                    <a:pt x="763082" y="24156"/>
                  </a:lnTo>
                  <a:lnTo>
                    <a:pt x="693711" y="21610"/>
                  </a:lnTo>
                  <a:lnTo>
                    <a:pt x="624340" y="19145"/>
                  </a:lnTo>
                  <a:lnTo>
                    <a:pt x="554968" y="16759"/>
                  </a:lnTo>
                  <a:lnTo>
                    <a:pt x="485597" y="14445"/>
                  </a:lnTo>
                  <a:lnTo>
                    <a:pt x="416226" y="12201"/>
                  </a:lnTo>
                  <a:lnTo>
                    <a:pt x="346855" y="10023"/>
                  </a:lnTo>
                  <a:lnTo>
                    <a:pt x="277484" y="7906"/>
                  </a:lnTo>
                  <a:lnTo>
                    <a:pt x="208113" y="5849"/>
                  </a:lnTo>
                  <a:lnTo>
                    <a:pt x="138742" y="3847"/>
                  </a:lnTo>
                  <a:lnTo>
                    <a:pt x="69371" y="18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3863545" y="3804919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3863545" y="3797908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3863545" y="3926104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169634" y="3749834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169634" y="4010567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169634" y="3507462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6629082" y="4703582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6629082" y="4443898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6629082" y="4510000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6633985" y="4465932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6633985" y="4554067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6633985" y="4154705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4773060" y="4140934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4773060" y="4255037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4773060" y="4220118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2429237" y="4143994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2429237" y="4175362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2429237" y="4603353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4955840" y="5380334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4955840" y="4700959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4787976" y="4581610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4787976" y="4223561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1228338" y="3636881"/>
              <a:ext cx="5464350" cy="723178"/>
            </a:xfrm>
            <a:custGeom>
              <a:avLst/>
              <a:gdLst/>
              <a:ahLst/>
              <a:cxnLst/>
              <a:rect l="0" t="0" r="0" b="0"/>
              <a:pathLst>
                <a:path w="5464350" h="723178">
                  <a:moveTo>
                    <a:pt x="0" y="0"/>
                  </a:moveTo>
                  <a:lnTo>
                    <a:pt x="69168" y="13390"/>
                  </a:lnTo>
                  <a:lnTo>
                    <a:pt x="138337" y="26751"/>
                  </a:lnTo>
                  <a:lnTo>
                    <a:pt x="207506" y="40082"/>
                  </a:lnTo>
                  <a:lnTo>
                    <a:pt x="276675" y="53382"/>
                  </a:lnTo>
                  <a:lnTo>
                    <a:pt x="345844" y="66647"/>
                  </a:lnTo>
                  <a:lnTo>
                    <a:pt x="415013" y="79878"/>
                  </a:lnTo>
                  <a:lnTo>
                    <a:pt x="484182" y="93071"/>
                  </a:lnTo>
                  <a:lnTo>
                    <a:pt x="553351" y="106225"/>
                  </a:lnTo>
                  <a:lnTo>
                    <a:pt x="622520" y="119337"/>
                  </a:lnTo>
                  <a:lnTo>
                    <a:pt x="691689" y="132407"/>
                  </a:lnTo>
                  <a:lnTo>
                    <a:pt x="760858" y="145430"/>
                  </a:lnTo>
                  <a:lnTo>
                    <a:pt x="830027" y="158405"/>
                  </a:lnTo>
                  <a:lnTo>
                    <a:pt x="899196" y="171328"/>
                  </a:lnTo>
                  <a:lnTo>
                    <a:pt x="968365" y="184198"/>
                  </a:lnTo>
                  <a:lnTo>
                    <a:pt x="1037534" y="197010"/>
                  </a:lnTo>
                  <a:lnTo>
                    <a:pt x="1106703" y="209762"/>
                  </a:lnTo>
                  <a:lnTo>
                    <a:pt x="1175872" y="222451"/>
                  </a:lnTo>
                  <a:lnTo>
                    <a:pt x="1245041" y="235071"/>
                  </a:lnTo>
                  <a:lnTo>
                    <a:pt x="1314210" y="247621"/>
                  </a:lnTo>
                  <a:lnTo>
                    <a:pt x="1383379" y="260095"/>
                  </a:lnTo>
                  <a:lnTo>
                    <a:pt x="1452548" y="272489"/>
                  </a:lnTo>
                  <a:lnTo>
                    <a:pt x="1521717" y="284798"/>
                  </a:lnTo>
                  <a:lnTo>
                    <a:pt x="1590886" y="297018"/>
                  </a:lnTo>
                  <a:lnTo>
                    <a:pt x="1660055" y="309144"/>
                  </a:lnTo>
                  <a:lnTo>
                    <a:pt x="1729224" y="321170"/>
                  </a:lnTo>
                  <a:lnTo>
                    <a:pt x="1798393" y="333091"/>
                  </a:lnTo>
                  <a:lnTo>
                    <a:pt x="1867562" y="344900"/>
                  </a:lnTo>
                  <a:lnTo>
                    <a:pt x="1936731" y="356591"/>
                  </a:lnTo>
                  <a:lnTo>
                    <a:pt x="2005900" y="368159"/>
                  </a:lnTo>
                  <a:lnTo>
                    <a:pt x="2075069" y="379596"/>
                  </a:lnTo>
                  <a:lnTo>
                    <a:pt x="2144238" y="390896"/>
                  </a:lnTo>
                  <a:lnTo>
                    <a:pt x="2213407" y="402052"/>
                  </a:lnTo>
                  <a:lnTo>
                    <a:pt x="2282576" y="413057"/>
                  </a:lnTo>
                  <a:lnTo>
                    <a:pt x="2351745" y="423903"/>
                  </a:lnTo>
                  <a:lnTo>
                    <a:pt x="2420914" y="434585"/>
                  </a:lnTo>
                  <a:lnTo>
                    <a:pt x="2490083" y="445094"/>
                  </a:lnTo>
                  <a:lnTo>
                    <a:pt x="2559252" y="455425"/>
                  </a:lnTo>
                  <a:lnTo>
                    <a:pt x="2628421" y="465570"/>
                  </a:lnTo>
                  <a:lnTo>
                    <a:pt x="2697590" y="475523"/>
                  </a:lnTo>
                  <a:lnTo>
                    <a:pt x="2766759" y="485279"/>
                  </a:lnTo>
                  <a:lnTo>
                    <a:pt x="2835928" y="494832"/>
                  </a:lnTo>
                  <a:lnTo>
                    <a:pt x="2905097" y="504178"/>
                  </a:lnTo>
                  <a:lnTo>
                    <a:pt x="2974266" y="513313"/>
                  </a:lnTo>
                  <a:lnTo>
                    <a:pt x="3043435" y="522233"/>
                  </a:lnTo>
                  <a:lnTo>
                    <a:pt x="3112604" y="530935"/>
                  </a:lnTo>
                  <a:lnTo>
                    <a:pt x="3181773" y="539420"/>
                  </a:lnTo>
                  <a:lnTo>
                    <a:pt x="3250942" y="547685"/>
                  </a:lnTo>
                  <a:lnTo>
                    <a:pt x="3320111" y="555732"/>
                  </a:lnTo>
                  <a:lnTo>
                    <a:pt x="3389280" y="563560"/>
                  </a:lnTo>
                  <a:lnTo>
                    <a:pt x="3458449" y="571174"/>
                  </a:lnTo>
                  <a:lnTo>
                    <a:pt x="3527618" y="578575"/>
                  </a:lnTo>
                  <a:lnTo>
                    <a:pt x="3596787" y="585767"/>
                  </a:lnTo>
                  <a:lnTo>
                    <a:pt x="3665956" y="592754"/>
                  </a:lnTo>
                  <a:lnTo>
                    <a:pt x="3735125" y="599543"/>
                  </a:lnTo>
                  <a:lnTo>
                    <a:pt x="3804294" y="606138"/>
                  </a:lnTo>
                  <a:lnTo>
                    <a:pt x="3873463" y="612545"/>
                  </a:lnTo>
                  <a:lnTo>
                    <a:pt x="3942632" y="618771"/>
                  </a:lnTo>
                  <a:lnTo>
                    <a:pt x="4011801" y="624823"/>
                  </a:lnTo>
                  <a:lnTo>
                    <a:pt x="4080970" y="630707"/>
                  </a:lnTo>
                  <a:lnTo>
                    <a:pt x="4150139" y="636431"/>
                  </a:lnTo>
                  <a:lnTo>
                    <a:pt x="4219308" y="642002"/>
                  </a:lnTo>
                  <a:lnTo>
                    <a:pt x="4288477" y="647426"/>
                  </a:lnTo>
                  <a:lnTo>
                    <a:pt x="4357646" y="652710"/>
                  </a:lnTo>
                  <a:lnTo>
                    <a:pt x="4426815" y="657862"/>
                  </a:lnTo>
                  <a:lnTo>
                    <a:pt x="4495984" y="662888"/>
                  </a:lnTo>
                  <a:lnTo>
                    <a:pt x="4565153" y="667794"/>
                  </a:lnTo>
                  <a:lnTo>
                    <a:pt x="4634322" y="672587"/>
                  </a:lnTo>
                  <a:lnTo>
                    <a:pt x="4703491" y="677273"/>
                  </a:lnTo>
                  <a:lnTo>
                    <a:pt x="4772660" y="681856"/>
                  </a:lnTo>
                  <a:lnTo>
                    <a:pt x="4841829" y="686344"/>
                  </a:lnTo>
                  <a:lnTo>
                    <a:pt x="4910998" y="690740"/>
                  </a:lnTo>
                  <a:lnTo>
                    <a:pt x="4980167" y="695051"/>
                  </a:lnTo>
                  <a:lnTo>
                    <a:pt x="5049336" y="699280"/>
                  </a:lnTo>
                  <a:lnTo>
                    <a:pt x="5118505" y="703432"/>
                  </a:lnTo>
                  <a:lnTo>
                    <a:pt x="5187674" y="707512"/>
                  </a:lnTo>
                  <a:lnTo>
                    <a:pt x="5256843" y="711522"/>
                  </a:lnTo>
                  <a:lnTo>
                    <a:pt x="5326012" y="715468"/>
                  </a:lnTo>
                  <a:lnTo>
                    <a:pt x="5395181" y="719352"/>
                  </a:lnTo>
                  <a:lnTo>
                    <a:pt x="5464350" y="723178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1228338" y="4261004"/>
              <a:ext cx="5464350" cy="594305"/>
            </a:xfrm>
            <a:custGeom>
              <a:avLst/>
              <a:gdLst/>
              <a:ahLst/>
              <a:cxnLst/>
              <a:rect l="0" t="0" r="0" b="0"/>
              <a:pathLst>
                <a:path w="5464350" h="594305">
                  <a:moveTo>
                    <a:pt x="5464350" y="594305"/>
                  </a:moveTo>
                  <a:lnTo>
                    <a:pt x="5395181" y="581454"/>
                  </a:lnTo>
                  <a:lnTo>
                    <a:pt x="5326012" y="568661"/>
                  </a:lnTo>
                  <a:lnTo>
                    <a:pt x="5256843" y="555930"/>
                  </a:lnTo>
                  <a:lnTo>
                    <a:pt x="5187674" y="543264"/>
                  </a:lnTo>
                  <a:lnTo>
                    <a:pt x="5118505" y="530666"/>
                  </a:lnTo>
                  <a:lnTo>
                    <a:pt x="5049336" y="518141"/>
                  </a:lnTo>
                  <a:lnTo>
                    <a:pt x="4980167" y="505693"/>
                  </a:lnTo>
                  <a:lnTo>
                    <a:pt x="4910998" y="493327"/>
                  </a:lnTo>
                  <a:lnTo>
                    <a:pt x="4841829" y="481046"/>
                  </a:lnTo>
                  <a:lnTo>
                    <a:pt x="4772660" y="468857"/>
                  </a:lnTo>
                  <a:lnTo>
                    <a:pt x="4703491" y="456764"/>
                  </a:lnTo>
                  <a:lnTo>
                    <a:pt x="4634322" y="444772"/>
                  </a:lnTo>
                  <a:lnTo>
                    <a:pt x="4565153" y="432888"/>
                  </a:lnTo>
                  <a:lnTo>
                    <a:pt x="4495984" y="421117"/>
                  </a:lnTo>
                  <a:lnTo>
                    <a:pt x="4426815" y="409466"/>
                  </a:lnTo>
                  <a:lnTo>
                    <a:pt x="4357646" y="397941"/>
                  </a:lnTo>
                  <a:lnTo>
                    <a:pt x="4288477" y="386548"/>
                  </a:lnTo>
                  <a:lnTo>
                    <a:pt x="4219308" y="375295"/>
                  </a:lnTo>
                  <a:lnTo>
                    <a:pt x="4150139" y="364189"/>
                  </a:lnTo>
                  <a:lnTo>
                    <a:pt x="4080970" y="353236"/>
                  </a:lnTo>
                  <a:lnTo>
                    <a:pt x="4011801" y="342443"/>
                  </a:lnTo>
                  <a:lnTo>
                    <a:pt x="3942632" y="331818"/>
                  </a:lnTo>
                  <a:lnTo>
                    <a:pt x="3873463" y="321367"/>
                  </a:lnTo>
                  <a:lnTo>
                    <a:pt x="3804294" y="311097"/>
                  </a:lnTo>
                  <a:lnTo>
                    <a:pt x="3735125" y="301015"/>
                  </a:lnTo>
                  <a:lnTo>
                    <a:pt x="3665956" y="291126"/>
                  </a:lnTo>
                  <a:lnTo>
                    <a:pt x="3596787" y="281437"/>
                  </a:lnTo>
                  <a:lnTo>
                    <a:pt x="3527618" y="271952"/>
                  </a:lnTo>
                  <a:lnTo>
                    <a:pt x="3458449" y="262676"/>
                  </a:lnTo>
                  <a:lnTo>
                    <a:pt x="3389280" y="253612"/>
                  </a:lnTo>
                  <a:lnTo>
                    <a:pt x="3320111" y="244764"/>
                  </a:lnTo>
                  <a:lnTo>
                    <a:pt x="3250942" y="236134"/>
                  </a:lnTo>
                  <a:lnTo>
                    <a:pt x="3181773" y="227722"/>
                  </a:lnTo>
                  <a:lnTo>
                    <a:pt x="3112604" y="219529"/>
                  </a:lnTo>
                  <a:lnTo>
                    <a:pt x="3043435" y="211555"/>
                  </a:lnTo>
                  <a:lnTo>
                    <a:pt x="2974266" y="203798"/>
                  </a:lnTo>
                  <a:lnTo>
                    <a:pt x="2905097" y="196255"/>
                  </a:lnTo>
                  <a:lnTo>
                    <a:pt x="2835928" y="188924"/>
                  </a:lnTo>
                  <a:lnTo>
                    <a:pt x="2766759" y="181801"/>
                  </a:lnTo>
                  <a:lnTo>
                    <a:pt x="2697590" y="174880"/>
                  </a:lnTo>
                  <a:lnTo>
                    <a:pt x="2628421" y="168156"/>
                  </a:lnTo>
                  <a:lnTo>
                    <a:pt x="2559252" y="161624"/>
                  </a:lnTo>
                  <a:lnTo>
                    <a:pt x="2490083" y="155277"/>
                  </a:lnTo>
                  <a:lnTo>
                    <a:pt x="2420914" y="149110"/>
                  </a:lnTo>
                  <a:lnTo>
                    <a:pt x="2351745" y="143114"/>
                  </a:lnTo>
                  <a:lnTo>
                    <a:pt x="2282576" y="137284"/>
                  </a:lnTo>
                  <a:lnTo>
                    <a:pt x="2213407" y="131612"/>
                  </a:lnTo>
                  <a:lnTo>
                    <a:pt x="2144238" y="126091"/>
                  </a:lnTo>
                  <a:lnTo>
                    <a:pt x="2075069" y="120714"/>
                  </a:lnTo>
                  <a:lnTo>
                    <a:pt x="2005900" y="115474"/>
                  </a:lnTo>
                  <a:lnTo>
                    <a:pt x="1936731" y="110364"/>
                  </a:lnTo>
                  <a:lnTo>
                    <a:pt x="1867562" y="105379"/>
                  </a:lnTo>
                  <a:lnTo>
                    <a:pt x="1798393" y="100511"/>
                  </a:lnTo>
                  <a:lnTo>
                    <a:pt x="1729224" y="95754"/>
                  </a:lnTo>
                  <a:lnTo>
                    <a:pt x="1660055" y="91103"/>
                  </a:lnTo>
                  <a:lnTo>
                    <a:pt x="1590886" y="86552"/>
                  </a:lnTo>
                  <a:lnTo>
                    <a:pt x="1521717" y="82095"/>
                  </a:lnTo>
                  <a:lnTo>
                    <a:pt x="1452548" y="77728"/>
                  </a:lnTo>
                  <a:lnTo>
                    <a:pt x="1383379" y="73445"/>
                  </a:lnTo>
                  <a:lnTo>
                    <a:pt x="1314210" y="69242"/>
                  </a:lnTo>
                  <a:lnTo>
                    <a:pt x="1245041" y="65114"/>
                  </a:lnTo>
                  <a:lnTo>
                    <a:pt x="1175872" y="61058"/>
                  </a:lnTo>
                  <a:lnTo>
                    <a:pt x="1106703" y="57069"/>
                  </a:lnTo>
                  <a:lnTo>
                    <a:pt x="1037534" y="53144"/>
                  </a:lnTo>
                  <a:lnTo>
                    <a:pt x="968365" y="49279"/>
                  </a:lnTo>
                  <a:lnTo>
                    <a:pt x="899196" y="45472"/>
                  </a:lnTo>
                  <a:lnTo>
                    <a:pt x="830027" y="41719"/>
                  </a:lnTo>
                  <a:lnTo>
                    <a:pt x="760858" y="38016"/>
                  </a:lnTo>
                  <a:lnTo>
                    <a:pt x="691689" y="34363"/>
                  </a:lnTo>
                  <a:lnTo>
                    <a:pt x="622520" y="30755"/>
                  </a:lnTo>
                  <a:lnTo>
                    <a:pt x="553351" y="27190"/>
                  </a:lnTo>
                  <a:lnTo>
                    <a:pt x="484182" y="23667"/>
                  </a:lnTo>
                  <a:lnTo>
                    <a:pt x="415013" y="20183"/>
                  </a:lnTo>
                  <a:lnTo>
                    <a:pt x="345844" y="16737"/>
                  </a:lnTo>
                  <a:lnTo>
                    <a:pt x="276675" y="13325"/>
                  </a:lnTo>
                  <a:lnTo>
                    <a:pt x="207506" y="9948"/>
                  </a:lnTo>
                  <a:lnTo>
                    <a:pt x="138337" y="6602"/>
                  </a:lnTo>
                  <a:lnTo>
                    <a:pt x="69168" y="32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95" name="tx90">
              <a:extLst>
                <a:ext uri="{FF2B5EF4-FFF2-40B4-BE49-F238E27FC236}">
                  <a16:creationId xmlns:a16="http://schemas.microsoft.com/office/drawing/2014/main" id="{0934B4E3-A614-EA4C-6FC7-CCC44625AF77}"/>
                </a:ext>
              </a:extLst>
            </p:cNvPr>
            <p:cNvSpPr/>
            <p:nvPr/>
          </p:nvSpPr>
          <p:spPr>
            <a:xfrm>
              <a:off x="1547664" y="1648938"/>
              <a:ext cx="3003729" cy="16956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Predicted GF</a:t>
              </a:r>
              <a:r>
                <a:rPr lang="en-US" sz="2400" baseline="-25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  <a:r>
                <a:rPr lang="en-US"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vs </a:t>
              </a:r>
              <a:r>
                <a:rPr lang="en-US"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</a:t>
              </a:r>
              <a:endPara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96" name="pl60">
              <a:extLst>
                <a:ext uri="{FF2B5EF4-FFF2-40B4-BE49-F238E27FC236}">
                  <a16:creationId xmlns:a16="http://schemas.microsoft.com/office/drawing/2014/main" id="{C147AF85-CB3A-089F-6442-352D74597095}"/>
                </a:ext>
              </a:extLst>
            </p:cNvPr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tx61">
              <a:extLst>
                <a:ext uri="{FF2B5EF4-FFF2-40B4-BE49-F238E27FC236}">
                  <a16:creationId xmlns:a16="http://schemas.microsoft.com/office/drawing/2014/main" id="{DBEF645E-6904-6A9C-FBE8-4B76F3342EE9}"/>
                </a:ext>
              </a:extLst>
            </p:cNvPr>
            <p:cNvSpPr/>
            <p:nvPr/>
          </p:nvSpPr>
          <p:spPr>
            <a:xfrm>
              <a:off x="683568" y="5349815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98" name="tx62">
              <a:extLst>
                <a:ext uri="{FF2B5EF4-FFF2-40B4-BE49-F238E27FC236}">
                  <a16:creationId xmlns:a16="http://schemas.microsoft.com/office/drawing/2014/main" id="{DAFF09DA-63A4-323A-0337-51CF3089F590}"/>
                </a:ext>
              </a:extLst>
            </p:cNvPr>
            <p:cNvSpPr/>
            <p:nvPr/>
          </p:nvSpPr>
          <p:spPr>
            <a:xfrm>
              <a:off x="683568" y="4287541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99" name="tx63">
              <a:extLst>
                <a:ext uri="{FF2B5EF4-FFF2-40B4-BE49-F238E27FC236}">
                  <a16:creationId xmlns:a16="http://schemas.microsoft.com/office/drawing/2014/main" id="{DBC7B1FE-9D8A-A6A2-07FC-1B1FD0AD84C3}"/>
                </a:ext>
              </a:extLst>
            </p:cNvPr>
            <p:cNvSpPr/>
            <p:nvPr/>
          </p:nvSpPr>
          <p:spPr>
            <a:xfrm>
              <a:off x="683568" y="322526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100" name="tx64">
              <a:extLst>
                <a:ext uri="{FF2B5EF4-FFF2-40B4-BE49-F238E27FC236}">
                  <a16:creationId xmlns:a16="http://schemas.microsoft.com/office/drawing/2014/main" id="{3BE6F1F5-30FE-0861-3DA7-361629F69805}"/>
                </a:ext>
              </a:extLst>
            </p:cNvPr>
            <p:cNvSpPr/>
            <p:nvPr/>
          </p:nvSpPr>
          <p:spPr>
            <a:xfrm>
              <a:off x="611560" y="2162994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01" name="pl65">
              <a:extLst>
                <a:ext uri="{FF2B5EF4-FFF2-40B4-BE49-F238E27FC236}">
                  <a16:creationId xmlns:a16="http://schemas.microsoft.com/office/drawing/2014/main" id="{8AD12F8F-BEE8-DEAF-2824-CCAA586D5BB1}"/>
                </a:ext>
              </a:extLst>
            </p:cNvPr>
            <p:cNvSpPr/>
            <p:nvPr/>
          </p:nvSpPr>
          <p:spPr>
            <a:xfrm>
              <a:off x="907081" y="538986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l66">
              <a:extLst>
                <a:ext uri="{FF2B5EF4-FFF2-40B4-BE49-F238E27FC236}">
                  <a16:creationId xmlns:a16="http://schemas.microsoft.com/office/drawing/2014/main" id="{054A34DB-3DE5-1303-E1FF-6873A7913F65}"/>
                </a:ext>
              </a:extLst>
            </p:cNvPr>
            <p:cNvSpPr/>
            <p:nvPr/>
          </p:nvSpPr>
          <p:spPr>
            <a:xfrm>
              <a:off x="907081" y="432759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l67">
              <a:extLst>
                <a:ext uri="{FF2B5EF4-FFF2-40B4-BE49-F238E27FC236}">
                  <a16:creationId xmlns:a16="http://schemas.microsoft.com/office/drawing/2014/main" id="{A0935F8B-62E7-134A-63CD-515D967AFC7C}"/>
                </a:ext>
              </a:extLst>
            </p:cNvPr>
            <p:cNvSpPr/>
            <p:nvPr/>
          </p:nvSpPr>
          <p:spPr>
            <a:xfrm>
              <a:off x="907081" y="326531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l68">
              <a:extLst>
                <a:ext uri="{FF2B5EF4-FFF2-40B4-BE49-F238E27FC236}">
                  <a16:creationId xmlns:a16="http://schemas.microsoft.com/office/drawing/2014/main" id="{90444F9B-D758-1033-90C7-D22BCFE0C19B}"/>
                </a:ext>
              </a:extLst>
            </p:cNvPr>
            <p:cNvSpPr/>
            <p:nvPr/>
          </p:nvSpPr>
          <p:spPr>
            <a:xfrm>
              <a:off x="907081" y="220304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tx81">
              <a:extLst>
                <a:ext uri="{FF2B5EF4-FFF2-40B4-BE49-F238E27FC236}">
                  <a16:creationId xmlns:a16="http://schemas.microsoft.com/office/drawing/2014/main" id="{7064C43D-F1BC-EE55-D81F-C57DAAF0F206}"/>
                </a:ext>
              </a:extLst>
            </p:cNvPr>
            <p:cNvSpPr/>
            <p:nvPr/>
          </p:nvSpPr>
          <p:spPr>
            <a:xfrm rot="16200000">
              <a:off x="197203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07" name="pl71">
              <a:extLst>
                <a:ext uri="{FF2B5EF4-FFF2-40B4-BE49-F238E27FC236}">
                  <a16:creationId xmlns:a16="http://schemas.microsoft.com/office/drawing/2014/main" id="{CDD67AAD-403C-888C-1161-6CC1E52D0E14}"/>
                </a:ext>
              </a:extLst>
            </p:cNvPr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l73">
              <a:extLst>
                <a:ext uri="{FF2B5EF4-FFF2-40B4-BE49-F238E27FC236}">
                  <a16:creationId xmlns:a16="http://schemas.microsoft.com/office/drawing/2014/main" id="{C68E076E-32A5-98DA-710E-29E3F002C2A5}"/>
                </a:ext>
              </a:extLst>
            </p:cNvPr>
            <p:cNvSpPr/>
            <p:nvPr/>
          </p:nvSpPr>
          <p:spPr>
            <a:xfrm>
              <a:off x="274451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l74">
              <a:extLst>
                <a:ext uri="{FF2B5EF4-FFF2-40B4-BE49-F238E27FC236}">
                  <a16:creationId xmlns:a16="http://schemas.microsoft.com/office/drawing/2014/main" id="{6A1A11DE-BDD2-293F-2C12-EB79464844A5}"/>
                </a:ext>
              </a:extLst>
            </p:cNvPr>
            <p:cNvSpPr/>
            <p:nvPr/>
          </p:nvSpPr>
          <p:spPr>
            <a:xfrm>
              <a:off x="447416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l75">
              <a:extLst>
                <a:ext uri="{FF2B5EF4-FFF2-40B4-BE49-F238E27FC236}">
                  <a16:creationId xmlns:a16="http://schemas.microsoft.com/office/drawing/2014/main" id="{4CB64B5E-332C-2D7A-786E-03F3E0CC31F6}"/>
                </a:ext>
              </a:extLst>
            </p:cNvPr>
            <p:cNvSpPr/>
            <p:nvPr/>
          </p:nvSpPr>
          <p:spPr>
            <a:xfrm>
              <a:off x="620382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tx77">
              <a:extLst>
                <a:ext uri="{FF2B5EF4-FFF2-40B4-BE49-F238E27FC236}">
                  <a16:creationId xmlns:a16="http://schemas.microsoft.com/office/drawing/2014/main" id="{AA7D66C4-9507-C439-C470-B0FF5144D907}"/>
                </a:ext>
              </a:extLst>
            </p:cNvPr>
            <p:cNvSpPr/>
            <p:nvPr/>
          </p:nvSpPr>
          <p:spPr>
            <a:xfrm>
              <a:off x="2713424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  <a:endPara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12" name="tx78">
              <a:extLst>
                <a:ext uri="{FF2B5EF4-FFF2-40B4-BE49-F238E27FC236}">
                  <a16:creationId xmlns:a16="http://schemas.microsoft.com/office/drawing/2014/main" id="{CC87A346-2C9E-5DE7-1AF7-0BA2D1BD1FB9}"/>
                </a:ext>
              </a:extLst>
            </p:cNvPr>
            <p:cNvSpPr/>
            <p:nvPr/>
          </p:nvSpPr>
          <p:spPr>
            <a:xfrm>
              <a:off x="4443077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  <a:endPara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13" name="tx79">
              <a:extLst>
                <a:ext uri="{FF2B5EF4-FFF2-40B4-BE49-F238E27FC236}">
                  <a16:creationId xmlns:a16="http://schemas.microsoft.com/office/drawing/2014/main" id="{9D7FDF61-43EE-71C6-9546-B89E8A6DCA2A}"/>
                </a:ext>
              </a:extLst>
            </p:cNvPr>
            <p:cNvSpPr/>
            <p:nvPr/>
          </p:nvSpPr>
          <p:spPr>
            <a:xfrm>
              <a:off x="6172730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14" name="tx80">
              <a:extLst>
                <a:ext uri="{FF2B5EF4-FFF2-40B4-BE49-F238E27FC236}">
                  <a16:creationId xmlns:a16="http://schemas.microsoft.com/office/drawing/2014/main" id="{51AC9BBF-60BC-AE30-513D-66445135B990}"/>
                </a:ext>
              </a:extLst>
            </p:cNvPr>
            <p:cNvSpPr/>
            <p:nvPr/>
          </p:nvSpPr>
          <p:spPr>
            <a:xfrm>
              <a:off x="3755363" y="6137094"/>
              <a:ext cx="70619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</a:t>
              </a:r>
              <a:r>
                <a:rPr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Offset</a:t>
              </a:r>
            </a:p>
          </p:txBody>
        </p:sp>
        <p:sp>
          <p:nvSpPr>
            <p:cNvPr id="115" name="pl72">
              <a:extLst>
                <a:ext uri="{FF2B5EF4-FFF2-40B4-BE49-F238E27FC236}">
                  <a16:creationId xmlns:a16="http://schemas.microsoft.com/office/drawing/2014/main" id="{2F2B96D5-90C6-9B27-3C71-14743209FF71}"/>
                </a:ext>
              </a:extLst>
            </p:cNvPr>
            <p:cNvSpPr/>
            <p:nvPr/>
          </p:nvSpPr>
          <p:spPr>
            <a:xfrm>
              <a:off x="123476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tx76">
              <a:extLst>
                <a:ext uri="{FF2B5EF4-FFF2-40B4-BE49-F238E27FC236}">
                  <a16:creationId xmlns:a16="http://schemas.microsoft.com/office/drawing/2014/main" id="{8EE9206F-2F76-CF53-BD9F-CD89DB8F25A8}"/>
                </a:ext>
              </a:extLst>
            </p:cNvPr>
            <p:cNvSpPr/>
            <p:nvPr/>
          </p:nvSpPr>
          <p:spPr>
            <a:xfrm>
              <a:off x="1125998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7" name="pl65">
              <a:extLst>
                <a:ext uri="{FF2B5EF4-FFF2-40B4-BE49-F238E27FC236}">
                  <a16:creationId xmlns:a16="http://schemas.microsoft.com/office/drawing/2014/main" id="{0FE952FB-AC08-5284-5DCA-1AC3D9AFBAEB}"/>
                </a:ext>
              </a:extLst>
            </p:cNvPr>
            <p:cNvSpPr/>
            <p:nvPr/>
          </p:nvSpPr>
          <p:spPr>
            <a:xfrm>
              <a:off x="936806" y="572314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119" name="Rounded Rectangle 118">
            <a:extLst>
              <a:ext uri="{FF2B5EF4-FFF2-40B4-BE49-F238E27FC236}">
                <a16:creationId xmlns:a16="http://schemas.microsoft.com/office/drawing/2014/main" id="{BDF84841-2A14-2DB3-2E1C-83BB74BFD004}"/>
              </a:ext>
            </a:extLst>
          </p:cNvPr>
          <p:cNvSpPr/>
          <p:nvPr/>
        </p:nvSpPr>
        <p:spPr>
          <a:xfrm>
            <a:off x="1934164" y="2510101"/>
            <a:ext cx="1042416" cy="57607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tx1"/>
                </a:solidFill>
              </a:rPr>
              <a:t>τ</a:t>
            </a:r>
            <a:r>
              <a:rPr lang="en-US" sz="1500" b="1" i="1" dirty="0">
                <a:solidFill>
                  <a:schemeClr val="tx1"/>
                </a:solidFill>
              </a:rPr>
              <a:t> = -0.447</a:t>
            </a:r>
          </a:p>
          <a:p>
            <a:pPr algn="ctr"/>
            <a:r>
              <a:rPr lang="en-US" sz="1500" b="1" i="1" dirty="0">
                <a:solidFill>
                  <a:schemeClr val="tx1"/>
                </a:solidFill>
              </a:rPr>
              <a:t>*</a:t>
            </a:r>
          </a:p>
        </p:txBody>
      </p:sp>
      <p:sp>
        <p:nvSpPr>
          <p:cNvPr id="120" name="Rounded Rectangle 119">
            <a:extLst>
              <a:ext uri="{FF2B5EF4-FFF2-40B4-BE49-F238E27FC236}">
                <a16:creationId xmlns:a16="http://schemas.microsoft.com/office/drawing/2014/main" id="{B92B9C01-32F7-38A9-6590-2E668A87D1DB}"/>
              </a:ext>
            </a:extLst>
          </p:cNvPr>
          <p:cNvSpPr/>
          <p:nvPr/>
        </p:nvSpPr>
        <p:spPr>
          <a:xfrm>
            <a:off x="3480585" y="4259837"/>
            <a:ext cx="1042416" cy="57607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bg1"/>
                </a:solidFill>
              </a:rPr>
              <a:t>τ</a:t>
            </a:r>
            <a:r>
              <a:rPr lang="en-US" sz="1500" b="1" i="1" dirty="0">
                <a:solidFill>
                  <a:schemeClr val="bg1"/>
                </a:solidFill>
              </a:rPr>
              <a:t> = -0.494</a:t>
            </a:r>
          </a:p>
          <a:p>
            <a:pPr algn="ctr"/>
            <a:r>
              <a:rPr lang="en-US" sz="1500" b="1" i="1" dirty="0">
                <a:solidFill>
                  <a:schemeClr val="bg1"/>
                </a:solidFill>
              </a:rPr>
              <a:t>*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8586F63B-04A2-DA02-D85D-E4CF64CC0D61}"/>
              </a:ext>
            </a:extLst>
          </p:cNvPr>
          <p:cNvGrpSpPr/>
          <p:nvPr/>
        </p:nvGrpSpPr>
        <p:grpSpPr>
          <a:xfrm>
            <a:off x="6971242" y="1916833"/>
            <a:ext cx="1633206" cy="989733"/>
            <a:chOff x="7254012" y="3466204"/>
            <a:chExt cx="1094811" cy="663462"/>
          </a:xfrm>
        </p:grpSpPr>
        <p:sp>
          <p:nvSpPr>
            <p:cNvPr id="92" name="tx83">
              <a:extLst>
                <a:ext uri="{FF2B5EF4-FFF2-40B4-BE49-F238E27FC236}">
                  <a16:creationId xmlns:a16="http://schemas.microsoft.com/office/drawing/2014/main" id="{0041D77B-6FD7-BDC1-9653-463847477BF6}"/>
                </a:ext>
              </a:extLst>
            </p:cNvPr>
            <p:cNvSpPr/>
            <p:nvPr/>
          </p:nvSpPr>
          <p:spPr>
            <a:xfrm>
              <a:off x="7254012" y="3466204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76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76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93" name="rc84">
              <a:extLst>
                <a:ext uri="{FF2B5EF4-FFF2-40B4-BE49-F238E27FC236}">
                  <a16:creationId xmlns:a16="http://schemas.microsoft.com/office/drawing/2014/main" id="{9AEDC789-A369-4B6A-64D0-3183AB31405A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4" name="pt85">
              <a:extLst>
                <a:ext uri="{FF2B5EF4-FFF2-40B4-BE49-F238E27FC236}">
                  <a16:creationId xmlns:a16="http://schemas.microsoft.com/office/drawing/2014/main" id="{27E73F06-C338-38EA-95FE-A08B15810AC2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rc86">
              <a:extLst>
                <a:ext uri="{FF2B5EF4-FFF2-40B4-BE49-F238E27FC236}">
                  <a16:creationId xmlns:a16="http://schemas.microsoft.com/office/drawing/2014/main" id="{C1913120-9229-9C1B-A927-F4F6A89F38B2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6" name="pt87">
              <a:extLst>
                <a:ext uri="{FF2B5EF4-FFF2-40B4-BE49-F238E27FC236}">
                  <a16:creationId xmlns:a16="http://schemas.microsoft.com/office/drawing/2014/main" id="{BC4F13F2-1857-1D56-0547-1CC1C447D04B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tx88">
              <a:extLst>
                <a:ext uri="{FF2B5EF4-FFF2-40B4-BE49-F238E27FC236}">
                  <a16:creationId xmlns:a16="http://schemas.microsoft.com/office/drawing/2014/main" id="{96E04E54-957B-02AB-1757-B41EAAC3DF9E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8" name="tx89">
              <a:extLst>
                <a:ext uri="{FF2B5EF4-FFF2-40B4-BE49-F238E27FC236}">
                  <a16:creationId xmlns:a16="http://schemas.microsoft.com/office/drawing/2014/main" id="{60F5F884-E291-64A8-E7BE-7442B02C9460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A58E3CE4-2888-D0F5-761A-B548F19D7101}"/>
              </a:ext>
            </a:extLst>
          </p:cNvPr>
          <p:cNvGrpSpPr/>
          <p:nvPr/>
        </p:nvGrpSpPr>
        <p:grpSpPr>
          <a:xfrm>
            <a:off x="395536" y="1633958"/>
            <a:ext cx="6840760" cy="4603354"/>
            <a:chOff x="395536" y="1633958"/>
            <a:chExt cx="6840760" cy="4603354"/>
          </a:xfrm>
        </p:grpSpPr>
        <p:sp>
          <p:nvSpPr>
            <p:cNvPr id="59" name="pl59"/>
            <p:cNvSpPr/>
            <p:nvPr/>
          </p:nvSpPr>
          <p:spPr>
            <a:xfrm>
              <a:off x="1518059" y="3986514"/>
              <a:ext cx="5248779" cy="595016"/>
            </a:xfrm>
            <a:custGeom>
              <a:avLst/>
              <a:gdLst/>
              <a:ahLst/>
              <a:cxnLst/>
              <a:rect l="0" t="0" r="0" b="0"/>
              <a:pathLst>
                <a:path w="5248779" h="595016">
                  <a:moveTo>
                    <a:pt x="0" y="0"/>
                  </a:moveTo>
                  <a:lnTo>
                    <a:pt x="66440" y="7531"/>
                  </a:lnTo>
                  <a:lnTo>
                    <a:pt x="132880" y="15063"/>
                  </a:lnTo>
                  <a:lnTo>
                    <a:pt x="199320" y="22595"/>
                  </a:lnTo>
                  <a:lnTo>
                    <a:pt x="265760" y="30127"/>
                  </a:lnTo>
                  <a:lnTo>
                    <a:pt x="332201" y="37659"/>
                  </a:lnTo>
                  <a:lnTo>
                    <a:pt x="398641" y="45191"/>
                  </a:lnTo>
                  <a:lnTo>
                    <a:pt x="465081" y="52722"/>
                  </a:lnTo>
                  <a:lnTo>
                    <a:pt x="531521" y="60254"/>
                  </a:lnTo>
                  <a:lnTo>
                    <a:pt x="597962" y="67786"/>
                  </a:lnTo>
                  <a:lnTo>
                    <a:pt x="664402" y="75318"/>
                  </a:lnTo>
                  <a:lnTo>
                    <a:pt x="730842" y="82850"/>
                  </a:lnTo>
                  <a:lnTo>
                    <a:pt x="797282" y="90382"/>
                  </a:lnTo>
                  <a:lnTo>
                    <a:pt x="863723" y="97914"/>
                  </a:lnTo>
                  <a:lnTo>
                    <a:pt x="930163" y="105445"/>
                  </a:lnTo>
                  <a:lnTo>
                    <a:pt x="996603" y="112977"/>
                  </a:lnTo>
                  <a:lnTo>
                    <a:pt x="1063043" y="120509"/>
                  </a:lnTo>
                  <a:lnTo>
                    <a:pt x="1129484" y="128041"/>
                  </a:lnTo>
                  <a:lnTo>
                    <a:pt x="1195924" y="135573"/>
                  </a:lnTo>
                  <a:lnTo>
                    <a:pt x="1262364" y="143105"/>
                  </a:lnTo>
                  <a:lnTo>
                    <a:pt x="1328804" y="150637"/>
                  </a:lnTo>
                  <a:lnTo>
                    <a:pt x="1395245" y="158168"/>
                  </a:lnTo>
                  <a:lnTo>
                    <a:pt x="1461685" y="165700"/>
                  </a:lnTo>
                  <a:lnTo>
                    <a:pt x="1528125" y="173232"/>
                  </a:lnTo>
                  <a:lnTo>
                    <a:pt x="1594565" y="180764"/>
                  </a:lnTo>
                  <a:lnTo>
                    <a:pt x="1661006" y="188296"/>
                  </a:lnTo>
                  <a:lnTo>
                    <a:pt x="1727446" y="195828"/>
                  </a:lnTo>
                  <a:lnTo>
                    <a:pt x="1793886" y="203360"/>
                  </a:lnTo>
                  <a:lnTo>
                    <a:pt x="1860326" y="210891"/>
                  </a:lnTo>
                  <a:lnTo>
                    <a:pt x="1926767" y="218423"/>
                  </a:lnTo>
                  <a:lnTo>
                    <a:pt x="1993207" y="225955"/>
                  </a:lnTo>
                  <a:lnTo>
                    <a:pt x="2059647" y="233487"/>
                  </a:lnTo>
                  <a:lnTo>
                    <a:pt x="2126087" y="241019"/>
                  </a:lnTo>
                  <a:lnTo>
                    <a:pt x="2192528" y="248551"/>
                  </a:lnTo>
                  <a:lnTo>
                    <a:pt x="2258968" y="256082"/>
                  </a:lnTo>
                  <a:lnTo>
                    <a:pt x="2325408" y="263614"/>
                  </a:lnTo>
                  <a:lnTo>
                    <a:pt x="2391848" y="271146"/>
                  </a:lnTo>
                  <a:lnTo>
                    <a:pt x="2458289" y="278678"/>
                  </a:lnTo>
                  <a:lnTo>
                    <a:pt x="2524729" y="286210"/>
                  </a:lnTo>
                  <a:lnTo>
                    <a:pt x="2591169" y="293742"/>
                  </a:lnTo>
                  <a:lnTo>
                    <a:pt x="2657609" y="301274"/>
                  </a:lnTo>
                  <a:lnTo>
                    <a:pt x="2724050" y="308805"/>
                  </a:lnTo>
                  <a:lnTo>
                    <a:pt x="2790490" y="316337"/>
                  </a:lnTo>
                  <a:lnTo>
                    <a:pt x="2856930" y="323869"/>
                  </a:lnTo>
                  <a:lnTo>
                    <a:pt x="2923370" y="331401"/>
                  </a:lnTo>
                  <a:lnTo>
                    <a:pt x="2989811" y="338933"/>
                  </a:lnTo>
                  <a:lnTo>
                    <a:pt x="3056251" y="346465"/>
                  </a:lnTo>
                  <a:lnTo>
                    <a:pt x="3122691" y="353997"/>
                  </a:lnTo>
                  <a:lnTo>
                    <a:pt x="3189131" y="361528"/>
                  </a:lnTo>
                  <a:lnTo>
                    <a:pt x="3255572" y="369060"/>
                  </a:lnTo>
                  <a:lnTo>
                    <a:pt x="3322012" y="376592"/>
                  </a:lnTo>
                  <a:lnTo>
                    <a:pt x="3388452" y="384124"/>
                  </a:lnTo>
                  <a:lnTo>
                    <a:pt x="3454892" y="391656"/>
                  </a:lnTo>
                  <a:lnTo>
                    <a:pt x="3521333" y="399188"/>
                  </a:lnTo>
                  <a:lnTo>
                    <a:pt x="3587773" y="406720"/>
                  </a:lnTo>
                  <a:lnTo>
                    <a:pt x="3654213" y="414251"/>
                  </a:lnTo>
                  <a:lnTo>
                    <a:pt x="3720653" y="421783"/>
                  </a:lnTo>
                  <a:lnTo>
                    <a:pt x="3787094" y="429315"/>
                  </a:lnTo>
                  <a:lnTo>
                    <a:pt x="3853534" y="436847"/>
                  </a:lnTo>
                  <a:lnTo>
                    <a:pt x="3919974" y="444379"/>
                  </a:lnTo>
                  <a:lnTo>
                    <a:pt x="3986414" y="451911"/>
                  </a:lnTo>
                  <a:lnTo>
                    <a:pt x="4052855" y="459443"/>
                  </a:lnTo>
                  <a:lnTo>
                    <a:pt x="4119295" y="466974"/>
                  </a:lnTo>
                  <a:lnTo>
                    <a:pt x="4185735" y="474506"/>
                  </a:lnTo>
                  <a:lnTo>
                    <a:pt x="4252175" y="482038"/>
                  </a:lnTo>
                  <a:lnTo>
                    <a:pt x="4318616" y="489570"/>
                  </a:lnTo>
                  <a:lnTo>
                    <a:pt x="4385056" y="497102"/>
                  </a:lnTo>
                  <a:lnTo>
                    <a:pt x="4451496" y="504634"/>
                  </a:lnTo>
                  <a:lnTo>
                    <a:pt x="4517936" y="512165"/>
                  </a:lnTo>
                  <a:lnTo>
                    <a:pt x="4584377" y="519697"/>
                  </a:lnTo>
                  <a:lnTo>
                    <a:pt x="4650817" y="527229"/>
                  </a:lnTo>
                  <a:lnTo>
                    <a:pt x="4717257" y="534761"/>
                  </a:lnTo>
                  <a:lnTo>
                    <a:pt x="4783697" y="542293"/>
                  </a:lnTo>
                  <a:lnTo>
                    <a:pt x="4850138" y="549825"/>
                  </a:lnTo>
                  <a:lnTo>
                    <a:pt x="4916578" y="557357"/>
                  </a:lnTo>
                  <a:lnTo>
                    <a:pt x="4983018" y="564888"/>
                  </a:lnTo>
                  <a:lnTo>
                    <a:pt x="5049458" y="572420"/>
                  </a:lnTo>
                  <a:lnTo>
                    <a:pt x="5115898" y="579952"/>
                  </a:lnTo>
                  <a:lnTo>
                    <a:pt x="5182339" y="587484"/>
                  </a:lnTo>
                  <a:lnTo>
                    <a:pt x="5248779" y="595016"/>
                  </a:lnTo>
                </a:path>
              </a:pathLst>
            </a:custGeom>
            <a:ln w="38100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1518059" y="3618796"/>
              <a:ext cx="5248779" cy="1197594"/>
            </a:xfrm>
            <a:custGeom>
              <a:avLst/>
              <a:gdLst/>
              <a:ahLst/>
              <a:cxnLst/>
              <a:rect l="0" t="0" r="0" b="0"/>
              <a:pathLst>
                <a:path w="5248779" h="1197594">
                  <a:moveTo>
                    <a:pt x="0" y="0"/>
                  </a:moveTo>
                  <a:lnTo>
                    <a:pt x="66440" y="13290"/>
                  </a:lnTo>
                  <a:lnTo>
                    <a:pt x="132880" y="26559"/>
                  </a:lnTo>
                  <a:lnTo>
                    <a:pt x="199320" y="39805"/>
                  </a:lnTo>
                  <a:lnTo>
                    <a:pt x="265760" y="53028"/>
                  </a:lnTo>
                  <a:lnTo>
                    <a:pt x="332201" y="66225"/>
                  </a:lnTo>
                  <a:lnTo>
                    <a:pt x="398641" y="79396"/>
                  </a:lnTo>
                  <a:lnTo>
                    <a:pt x="465081" y="92539"/>
                  </a:lnTo>
                  <a:lnTo>
                    <a:pt x="531521" y="105654"/>
                  </a:lnTo>
                  <a:lnTo>
                    <a:pt x="597962" y="118737"/>
                  </a:lnTo>
                  <a:lnTo>
                    <a:pt x="664402" y="131788"/>
                  </a:lnTo>
                  <a:lnTo>
                    <a:pt x="730842" y="144805"/>
                  </a:lnTo>
                  <a:lnTo>
                    <a:pt x="797282" y="157787"/>
                  </a:lnTo>
                  <a:lnTo>
                    <a:pt x="863723" y="170730"/>
                  </a:lnTo>
                  <a:lnTo>
                    <a:pt x="930163" y="183633"/>
                  </a:lnTo>
                  <a:lnTo>
                    <a:pt x="996603" y="196494"/>
                  </a:lnTo>
                  <a:lnTo>
                    <a:pt x="1063043" y="209310"/>
                  </a:lnTo>
                  <a:lnTo>
                    <a:pt x="1129484" y="222079"/>
                  </a:lnTo>
                  <a:lnTo>
                    <a:pt x="1195924" y="234797"/>
                  </a:lnTo>
                  <a:lnTo>
                    <a:pt x="1262364" y="247463"/>
                  </a:lnTo>
                  <a:lnTo>
                    <a:pt x="1328804" y="260072"/>
                  </a:lnTo>
                  <a:lnTo>
                    <a:pt x="1395245" y="272622"/>
                  </a:lnTo>
                  <a:lnTo>
                    <a:pt x="1461685" y="285108"/>
                  </a:lnTo>
                  <a:lnTo>
                    <a:pt x="1528125" y="297528"/>
                  </a:lnTo>
                  <a:lnTo>
                    <a:pt x="1594565" y="309876"/>
                  </a:lnTo>
                  <a:lnTo>
                    <a:pt x="1661006" y="322148"/>
                  </a:lnTo>
                  <a:lnTo>
                    <a:pt x="1727446" y="334340"/>
                  </a:lnTo>
                  <a:lnTo>
                    <a:pt x="1793886" y="346447"/>
                  </a:lnTo>
                  <a:lnTo>
                    <a:pt x="1860326" y="358463"/>
                  </a:lnTo>
                  <a:lnTo>
                    <a:pt x="1926767" y="370383"/>
                  </a:lnTo>
                  <a:lnTo>
                    <a:pt x="1993207" y="382201"/>
                  </a:lnTo>
                  <a:lnTo>
                    <a:pt x="2059647" y="393910"/>
                  </a:lnTo>
                  <a:lnTo>
                    <a:pt x="2126087" y="405503"/>
                  </a:lnTo>
                  <a:lnTo>
                    <a:pt x="2192528" y="416975"/>
                  </a:lnTo>
                  <a:lnTo>
                    <a:pt x="2258968" y="428316"/>
                  </a:lnTo>
                  <a:lnTo>
                    <a:pt x="2325408" y="439520"/>
                  </a:lnTo>
                  <a:lnTo>
                    <a:pt x="2391848" y="450578"/>
                  </a:lnTo>
                  <a:lnTo>
                    <a:pt x="2458289" y="461483"/>
                  </a:lnTo>
                  <a:lnTo>
                    <a:pt x="2524729" y="472225"/>
                  </a:lnTo>
                  <a:lnTo>
                    <a:pt x="2591169" y="482796"/>
                  </a:lnTo>
                  <a:lnTo>
                    <a:pt x="2657609" y="493186"/>
                  </a:lnTo>
                  <a:lnTo>
                    <a:pt x="2724050" y="503388"/>
                  </a:lnTo>
                  <a:lnTo>
                    <a:pt x="2790490" y="513392"/>
                  </a:lnTo>
                  <a:lnTo>
                    <a:pt x="2856930" y="523189"/>
                  </a:lnTo>
                  <a:lnTo>
                    <a:pt x="2923370" y="532772"/>
                  </a:lnTo>
                  <a:lnTo>
                    <a:pt x="2989811" y="542131"/>
                  </a:lnTo>
                  <a:lnTo>
                    <a:pt x="3056251" y="551259"/>
                  </a:lnTo>
                  <a:lnTo>
                    <a:pt x="3122691" y="560150"/>
                  </a:lnTo>
                  <a:lnTo>
                    <a:pt x="3189131" y="568798"/>
                  </a:lnTo>
                  <a:lnTo>
                    <a:pt x="3255572" y="577197"/>
                  </a:lnTo>
                  <a:lnTo>
                    <a:pt x="3322012" y="585344"/>
                  </a:lnTo>
                  <a:lnTo>
                    <a:pt x="3388452" y="593234"/>
                  </a:lnTo>
                  <a:lnTo>
                    <a:pt x="3454892" y="600868"/>
                  </a:lnTo>
                  <a:lnTo>
                    <a:pt x="3521333" y="608244"/>
                  </a:lnTo>
                  <a:lnTo>
                    <a:pt x="3587773" y="615363"/>
                  </a:lnTo>
                  <a:lnTo>
                    <a:pt x="3654213" y="622226"/>
                  </a:lnTo>
                  <a:lnTo>
                    <a:pt x="3720653" y="628838"/>
                  </a:lnTo>
                  <a:lnTo>
                    <a:pt x="3787094" y="635202"/>
                  </a:lnTo>
                  <a:lnTo>
                    <a:pt x="3853534" y="641324"/>
                  </a:lnTo>
                  <a:lnTo>
                    <a:pt x="3919974" y="647210"/>
                  </a:lnTo>
                  <a:lnTo>
                    <a:pt x="3986414" y="652867"/>
                  </a:lnTo>
                  <a:lnTo>
                    <a:pt x="4052855" y="658303"/>
                  </a:lnTo>
                  <a:lnTo>
                    <a:pt x="4119295" y="663525"/>
                  </a:lnTo>
                  <a:lnTo>
                    <a:pt x="4185735" y="668542"/>
                  </a:lnTo>
                  <a:lnTo>
                    <a:pt x="4252175" y="673364"/>
                  </a:lnTo>
                  <a:lnTo>
                    <a:pt x="4318616" y="677998"/>
                  </a:lnTo>
                  <a:lnTo>
                    <a:pt x="4385056" y="682454"/>
                  </a:lnTo>
                  <a:lnTo>
                    <a:pt x="4451496" y="686741"/>
                  </a:lnTo>
                  <a:lnTo>
                    <a:pt x="4517936" y="690867"/>
                  </a:lnTo>
                  <a:lnTo>
                    <a:pt x="4584377" y="694841"/>
                  </a:lnTo>
                  <a:lnTo>
                    <a:pt x="4650817" y="698671"/>
                  </a:lnTo>
                  <a:lnTo>
                    <a:pt x="4717257" y="702365"/>
                  </a:lnTo>
                  <a:lnTo>
                    <a:pt x="4783697" y="705931"/>
                  </a:lnTo>
                  <a:lnTo>
                    <a:pt x="4850138" y="709376"/>
                  </a:lnTo>
                  <a:lnTo>
                    <a:pt x="4916578" y="712708"/>
                  </a:lnTo>
                  <a:lnTo>
                    <a:pt x="4983018" y="715932"/>
                  </a:lnTo>
                  <a:lnTo>
                    <a:pt x="5049458" y="719055"/>
                  </a:lnTo>
                  <a:lnTo>
                    <a:pt x="5115898" y="722083"/>
                  </a:lnTo>
                  <a:lnTo>
                    <a:pt x="5182339" y="725021"/>
                  </a:lnTo>
                  <a:lnTo>
                    <a:pt x="5248779" y="727875"/>
                  </a:lnTo>
                  <a:lnTo>
                    <a:pt x="5248779" y="1197594"/>
                  </a:lnTo>
                  <a:lnTo>
                    <a:pt x="5182339" y="1185384"/>
                  </a:lnTo>
                  <a:lnTo>
                    <a:pt x="5115898" y="1173259"/>
                  </a:lnTo>
                  <a:lnTo>
                    <a:pt x="5049458" y="1161223"/>
                  </a:lnTo>
                  <a:lnTo>
                    <a:pt x="4983018" y="1149283"/>
                  </a:lnTo>
                  <a:lnTo>
                    <a:pt x="4916578" y="1137443"/>
                  </a:lnTo>
                  <a:lnTo>
                    <a:pt x="4850138" y="1125711"/>
                  </a:lnTo>
                  <a:lnTo>
                    <a:pt x="4783697" y="1114092"/>
                  </a:lnTo>
                  <a:lnTo>
                    <a:pt x="4717257" y="1102595"/>
                  </a:lnTo>
                  <a:lnTo>
                    <a:pt x="4650817" y="1091225"/>
                  </a:lnTo>
                  <a:lnTo>
                    <a:pt x="4584377" y="1079992"/>
                  </a:lnTo>
                  <a:lnTo>
                    <a:pt x="4517936" y="1068902"/>
                  </a:lnTo>
                  <a:lnTo>
                    <a:pt x="4451496" y="1057964"/>
                  </a:lnTo>
                  <a:lnTo>
                    <a:pt x="4385056" y="1047187"/>
                  </a:lnTo>
                  <a:lnTo>
                    <a:pt x="4318616" y="1036579"/>
                  </a:lnTo>
                  <a:lnTo>
                    <a:pt x="4252175" y="1026150"/>
                  </a:lnTo>
                  <a:lnTo>
                    <a:pt x="4185735" y="1015908"/>
                  </a:lnTo>
                  <a:lnTo>
                    <a:pt x="4119295" y="1005861"/>
                  </a:lnTo>
                  <a:lnTo>
                    <a:pt x="4052855" y="996020"/>
                  </a:lnTo>
                  <a:lnTo>
                    <a:pt x="3986414" y="986392"/>
                  </a:lnTo>
                  <a:lnTo>
                    <a:pt x="3919974" y="976985"/>
                  </a:lnTo>
                  <a:lnTo>
                    <a:pt x="3853534" y="967807"/>
                  </a:lnTo>
                  <a:lnTo>
                    <a:pt x="3787094" y="958865"/>
                  </a:lnTo>
                  <a:lnTo>
                    <a:pt x="3720653" y="950166"/>
                  </a:lnTo>
                  <a:lnTo>
                    <a:pt x="3654213" y="941714"/>
                  </a:lnTo>
                  <a:lnTo>
                    <a:pt x="3587773" y="933514"/>
                  </a:lnTo>
                  <a:lnTo>
                    <a:pt x="3521333" y="925569"/>
                  </a:lnTo>
                  <a:lnTo>
                    <a:pt x="3454892" y="917881"/>
                  </a:lnTo>
                  <a:lnTo>
                    <a:pt x="3388452" y="910451"/>
                  </a:lnTo>
                  <a:lnTo>
                    <a:pt x="3322012" y="903278"/>
                  </a:lnTo>
                  <a:lnTo>
                    <a:pt x="3255572" y="896361"/>
                  </a:lnTo>
                  <a:lnTo>
                    <a:pt x="3189131" y="889696"/>
                  </a:lnTo>
                  <a:lnTo>
                    <a:pt x="3122691" y="883280"/>
                  </a:lnTo>
                  <a:lnTo>
                    <a:pt x="3056251" y="877108"/>
                  </a:lnTo>
                  <a:lnTo>
                    <a:pt x="2989811" y="871173"/>
                  </a:lnTo>
                  <a:lnTo>
                    <a:pt x="2923370" y="865468"/>
                  </a:lnTo>
                  <a:lnTo>
                    <a:pt x="2856930" y="859987"/>
                  </a:lnTo>
                  <a:lnTo>
                    <a:pt x="2790490" y="854720"/>
                  </a:lnTo>
                  <a:lnTo>
                    <a:pt x="2724050" y="849660"/>
                  </a:lnTo>
                  <a:lnTo>
                    <a:pt x="2657609" y="844798"/>
                  </a:lnTo>
                  <a:lnTo>
                    <a:pt x="2591169" y="840125"/>
                  </a:lnTo>
                  <a:lnTo>
                    <a:pt x="2524729" y="835633"/>
                  </a:lnTo>
                  <a:lnTo>
                    <a:pt x="2458289" y="831311"/>
                  </a:lnTo>
                  <a:lnTo>
                    <a:pt x="2391848" y="827152"/>
                  </a:lnTo>
                  <a:lnTo>
                    <a:pt x="2325408" y="823146"/>
                  </a:lnTo>
                  <a:lnTo>
                    <a:pt x="2258968" y="819287"/>
                  </a:lnTo>
                  <a:lnTo>
                    <a:pt x="2192528" y="815564"/>
                  </a:lnTo>
                  <a:lnTo>
                    <a:pt x="2126087" y="811972"/>
                  </a:lnTo>
                  <a:lnTo>
                    <a:pt x="2059647" y="808502"/>
                  </a:lnTo>
                  <a:lnTo>
                    <a:pt x="1993207" y="805147"/>
                  </a:lnTo>
                  <a:lnTo>
                    <a:pt x="1926767" y="801901"/>
                  </a:lnTo>
                  <a:lnTo>
                    <a:pt x="1860326" y="798757"/>
                  </a:lnTo>
                  <a:lnTo>
                    <a:pt x="1793886" y="795710"/>
                  </a:lnTo>
                  <a:lnTo>
                    <a:pt x="1727446" y="792753"/>
                  </a:lnTo>
                  <a:lnTo>
                    <a:pt x="1661006" y="789881"/>
                  </a:lnTo>
                  <a:lnTo>
                    <a:pt x="1594565" y="787090"/>
                  </a:lnTo>
                  <a:lnTo>
                    <a:pt x="1528125" y="784374"/>
                  </a:lnTo>
                  <a:lnTo>
                    <a:pt x="1461685" y="781730"/>
                  </a:lnTo>
                  <a:lnTo>
                    <a:pt x="1395245" y="779153"/>
                  </a:lnTo>
                  <a:lnTo>
                    <a:pt x="1328804" y="776639"/>
                  </a:lnTo>
                  <a:lnTo>
                    <a:pt x="1262364" y="774184"/>
                  </a:lnTo>
                  <a:lnTo>
                    <a:pt x="1195924" y="771786"/>
                  </a:lnTo>
                  <a:lnTo>
                    <a:pt x="1129484" y="769441"/>
                  </a:lnTo>
                  <a:lnTo>
                    <a:pt x="1063043" y="767146"/>
                  </a:lnTo>
                  <a:lnTo>
                    <a:pt x="996603" y="764898"/>
                  </a:lnTo>
                  <a:lnTo>
                    <a:pt x="930163" y="762696"/>
                  </a:lnTo>
                  <a:lnTo>
                    <a:pt x="863723" y="760535"/>
                  </a:lnTo>
                  <a:lnTo>
                    <a:pt x="797282" y="758415"/>
                  </a:lnTo>
                  <a:lnTo>
                    <a:pt x="730842" y="756332"/>
                  </a:lnTo>
                  <a:lnTo>
                    <a:pt x="664402" y="754285"/>
                  </a:lnTo>
                  <a:lnTo>
                    <a:pt x="597962" y="752273"/>
                  </a:lnTo>
                  <a:lnTo>
                    <a:pt x="531521" y="750293"/>
                  </a:lnTo>
                  <a:lnTo>
                    <a:pt x="465081" y="748343"/>
                  </a:lnTo>
                  <a:lnTo>
                    <a:pt x="398641" y="746423"/>
                  </a:lnTo>
                  <a:lnTo>
                    <a:pt x="332201" y="744530"/>
                  </a:lnTo>
                  <a:lnTo>
                    <a:pt x="265760" y="742664"/>
                  </a:lnTo>
                  <a:lnTo>
                    <a:pt x="199320" y="740822"/>
                  </a:lnTo>
                  <a:lnTo>
                    <a:pt x="132880" y="739005"/>
                  </a:lnTo>
                  <a:lnTo>
                    <a:pt x="66440" y="737210"/>
                  </a:lnTo>
                  <a:lnTo>
                    <a:pt x="0" y="735437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28338" y="2070498"/>
              <a:ext cx="5729243" cy="1987540"/>
            </a:xfrm>
            <a:custGeom>
              <a:avLst/>
              <a:gdLst/>
              <a:ahLst/>
              <a:cxnLst/>
              <a:rect l="0" t="0" r="0" b="0"/>
              <a:pathLst>
                <a:path w="5729243" h="1987540">
                  <a:moveTo>
                    <a:pt x="0" y="0"/>
                  </a:moveTo>
                  <a:lnTo>
                    <a:pt x="72522" y="21862"/>
                  </a:lnTo>
                  <a:lnTo>
                    <a:pt x="145044" y="43691"/>
                  </a:lnTo>
                  <a:lnTo>
                    <a:pt x="217566" y="65485"/>
                  </a:lnTo>
                  <a:lnTo>
                    <a:pt x="290088" y="87242"/>
                  </a:lnTo>
                  <a:lnTo>
                    <a:pt x="362610" y="108961"/>
                  </a:lnTo>
                  <a:lnTo>
                    <a:pt x="435132" y="130639"/>
                  </a:lnTo>
                  <a:lnTo>
                    <a:pt x="507654" y="152274"/>
                  </a:lnTo>
                  <a:lnTo>
                    <a:pt x="580176" y="173865"/>
                  </a:lnTo>
                  <a:lnTo>
                    <a:pt x="652698" y="195409"/>
                  </a:lnTo>
                  <a:lnTo>
                    <a:pt x="725220" y="216904"/>
                  </a:lnTo>
                  <a:lnTo>
                    <a:pt x="797742" y="238346"/>
                  </a:lnTo>
                  <a:lnTo>
                    <a:pt x="870264" y="259734"/>
                  </a:lnTo>
                  <a:lnTo>
                    <a:pt x="942786" y="281065"/>
                  </a:lnTo>
                  <a:lnTo>
                    <a:pt x="1015308" y="302334"/>
                  </a:lnTo>
                  <a:lnTo>
                    <a:pt x="1087830" y="323540"/>
                  </a:lnTo>
                  <a:lnTo>
                    <a:pt x="1160353" y="344678"/>
                  </a:lnTo>
                  <a:lnTo>
                    <a:pt x="1232875" y="365745"/>
                  </a:lnTo>
                  <a:lnTo>
                    <a:pt x="1305397" y="386736"/>
                  </a:lnTo>
                  <a:lnTo>
                    <a:pt x="1377919" y="407647"/>
                  </a:lnTo>
                  <a:lnTo>
                    <a:pt x="1450441" y="428474"/>
                  </a:lnTo>
                  <a:lnTo>
                    <a:pt x="1522963" y="449212"/>
                  </a:lnTo>
                  <a:lnTo>
                    <a:pt x="1595485" y="469855"/>
                  </a:lnTo>
                  <a:lnTo>
                    <a:pt x="1668007" y="490398"/>
                  </a:lnTo>
                  <a:lnTo>
                    <a:pt x="1740529" y="510834"/>
                  </a:lnTo>
                  <a:lnTo>
                    <a:pt x="1813051" y="531158"/>
                  </a:lnTo>
                  <a:lnTo>
                    <a:pt x="1885573" y="551363"/>
                  </a:lnTo>
                  <a:lnTo>
                    <a:pt x="1958095" y="571440"/>
                  </a:lnTo>
                  <a:lnTo>
                    <a:pt x="2030617" y="591383"/>
                  </a:lnTo>
                  <a:lnTo>
                    <a:pt x="2103139" y="611182"/>
                  </a:lnTo>
                  <a:lnTo>
                    <a:pt x="2175661" y="630830"/>
                  </a:lnTo>
                  <a:lnTo>
                    <a:pt x="2248184" y="650315"/>
                  </a:lnTo>
                  <a:lnTo>
                    <a:pt x="2320706" y="669630"/>
                  </a:lnTo>
                  <a:lnTo>
                    <a:pt x="2393228" y="688762"/>
                  </a:lnTo>
                  <a:lnTo>
                    <a:pt x="2465750" y="707701"/>
                  </a:lnTo>
                  <a:lnTo>
                    <a:pt x="2538272" y="726434"/>
                  </a:lnTo>
                  <a:lnTo>
                    <a:pt x="2610794" y="744949"/>
                  </a:lnTo>
                  <a:lnTo>
                    <a:pt x="2683316" y="763234"/>
                  </a:lnTo>
                  <a:lnTo>
                    <a:pt x="2755838" y="781273"/>
                  </a:lnTo>
                  <a:lnTo>
                    <a:pt x="2828360" y="799053"/>
                  </a:lnTo>
                  <a:lnTo>
                    <a:pt x="2900882" y="816560"/>
                  </a:lnTo>
                  <a:lnTo>
                    <a:pt x="2973404" y="833777"/>
                  </a:lnTo>
                  <a:lnTo>
                    <a:pt x="3045926" y="850690"/>
                  </a:lnTo>
                  <a:lnTo>
                    <a:pt x="3118448" y="867282"/>
                  </a:lnTo>
                  <a:lnTo>
                    <a:pt x="3190970" y="883539"/>
                  </a:lnTo>
                  <a:lnTo>
                    <a:pt x="3263492" y="899443"/>
                  </a:lnTo>
                  <a:lnTo>
                    <a:pt x="3336014" y="914980"/>
                  </a:lnTo>
                  <a:lnTo>
                    <a:pt x="3408537" y="930136"/>
                  </a:lnTo>
                  <a:lnTo>
                    <a:pt x="3481059" y="944895"/>
                  </a:lnTo>
                  <a:lnTo>
                    <a:pt x="3553581" y="959244"/>
                  </a:lnTo>
                  <a:lnTo>
                    <a:pt x="3626103" y="973173"/>
                  </a:lnTo>
                  <a:lnTo>
                    <a:pt x="3698625" y="986669"/>
                  </a:lnTo>
                  <a:lnTo>
                    <a:pt x="3771147" y="999724"/>
                  </a:lnTo>
                  <a:lnTo>
                    <a:pt x="3843669" y="1012332"/>
                  </a:lnTo>
                  <a:lnTo>
                    <a:pt x="3916191" y="1024486"/>
                  </a:lnTo>
                  <a:lnTo>
                    <a:pt x="3988713" y="1036185"/>
                  </a:lnTo>
                  <a:lnTo>
                    <a:pt x="4061235" y="1047427"/>
                  </a:lnTo>
                  <a:lnTo>
                    <a:pt x="4133757" y="1058214"/>
                  </a:lnTo>
                  <a:lnTo>
                    <a:pt x="4206279" y="1068550"/>
                  </a:lnTo>
                  <a:lnTo>
                    <a:pt x="4278801" y="1078440"/>
                  </a:lnTo>
                  <a:lnTo>
                    <a:pt x="4351323" y="1087892"/>
                  </a:lnTo>
                  <a:lnTo>
                    <a:pt x="4423845" y="1096915"/>
                  </a:lnTo>
                  <a:lnTo>
                    <a:pt x="4496368" y="1105521"/>
                  </a:lnTo>
                  <a:lnTo>
                    <a:pt x="4568890" y="1113723"/>
                  </a:lnTo>
                  <a:lnTo>
                    <a:pt x="4641412" y="1121533"/>
                  </a:lnTo>
                  <a:lnTo>
                    <a:pt x="4713934" y="1128966"/>
                  </a:lnTo>
                  <a:lnTo>
                    <a:pt x="4786456" y="1136037"/>
                  </a:lnTo>
                  <a:lnTo>
                    <a:pt x="4858978" y="1142762"/>
                  </a:lnTo>
                  <a:lnTo>
                    <a:pt x="4931500" y="1149157"/>
                  </a:lnTo>
                  <a:lnTo>
                    <a:pt x="5004022" y="1155237"/>
                  </a:lnTo>
                  <a:lnTo>
                    <a:pt x="5076544" y="1161017"/>
                  </a:lnTo>
                  <a:lnTo>
                    <a:pt x="5149066" y="1166514"/>
                  </a:lnTo>
                  <a:lnTo>
                    <a:pt x="5221588" y="1171743"/>
                  </a:lnTo>
                  <a:lnTo>
                    <a:pt x="5294110" y="1176717"/>
                  </a:lnTo>
                  <a:lnTo>
                    <a:pt x="5366632" y="1181452"/>
                  </a:lnTo>
                  <a:lnTo>
                    <a:pt x="5439154" y="1185960"/>
                  </a:lnTo>
                  <a:lnTo>
                    <a:pt x="5511676" y="1190254"/>
                  </a:lnTo>
                  <a:lnTo>
                    <a:pt x="5584198" y="1194348"/>
                  </a:lnTo>
                  <a:lnTo>
                    <a:pt x="5656721" y="1198252"/>
                  </a:lnTo>
                  <a:lnTo>
                    <a:pt x="5729243" y="1201978"/>
                  </a:lnTo>
                  <a:lnTo>
                    <a:pt x="5729243" y="1987540"/>
                  </a:lnTo>
                  <a:lnTo>
                    <a:pt x="5656721" y="1968164"/>
                  </a:lnTo>
                  <a:lnTo>
                    <a:pt x="5584198" y="1948966"/>
                  </a:lnTo>
                  <a:lnTo>
                    <a:pt x="5511676" y="1929958"/>
                  </a:lnTo>
                  <a:lnTo>
                    <a:pt x="5439154" y="1911151"/>
                  </a:lnTo>
                  <a:lnTo>
                    <a:pt x="5366632" y="1892557"/>
                  </a:lnTo>
                  <a:lnTo>
                    <a:pt x="5294110" y="1874190"/>
                  </a:lnTo>
                  <a:lnTo>
                    <a:pt x="5221588" y="1856062"/>
                  </a:lnTo>
                  <a:lnTo>
                    <a:pt x="5149066" y="1838189"/>
                  </a:lnTo>
                  <a:lnTo>
                    <a:pt x="5076544" y="1820584"/>
                  </a:lnTo>
                  <a:lnTo>
                    <a:pt x="5004022" y="1803263"/>
                  </a:lnTo>
                  <a:lnTo>
                    <a:pt x="4931500" y="1786241"/>
                  </a:lnTo>
                  <a:lnTo>
                    <a:pt x="4858978" y="1769534"/>
                  </a:lnTo>
                  <a:lnTo>
                    <a:pt x="4786456" y="1753157"/>
                  </a:lnTo>
                  <a:lnTo>
                    <a:pt x="4713934" y="1737126"/>
                  </a:lnTo>
                  <a:lnTo>
                    <a:pt x="4641412" y="1721458"/>
                  </a:lnTo>
                  <a:lnTo>
                    <a:pt x="4568890" y="1706166"/>
                  </a:lnTo>
                  <a:lnTo>
                    <a:pt x="4496368" y="1691265"/>
                  </a:lnTo>
                  <a:lnTo>
                    <a:pt x="4423845" y="1676770"/>
                  </a:lnTo>
                  <a:lnTo>
                    <a:pt x="4351323" y="1662691"/>
                  </a:lnTo>
                  <a:lnTo>
                    <a:pt x="4278801" y="1649041"/>
                  </a:lnTo>
                  <a:lnTo>
                    <a:pt x="4206279" y="1635829"/>
                  </a:lnTo>
                  <a:lnTo>
                    <a:pt x="4133757" y="1623063"/>
                  </a:lnTo>
                  <a:lnTo>
                    <a:pt x="4061235" y="1610748"/>
                  </a:lnTo>
                  <a:lnTo>
                    <a:pt x="3988713" y="1598888"/>
                  </a:lnTo>
                  <a:lnTo>
                    <a:pt x="3916191" y="1587485"/>
                  </a:lnTo>
                  <a:lnTo>
                    <a:pt x="3843669" y="1576538"/>
                  </a:lnTo>
                  <a:lnTo>
                    <a:pt x="3771147" y="1566043"/>
                  </a:lnTo>
                  <a:lnTo>
                    <a:pt x="3698625" y="1555997"/>
                  </a:lnTo>
                  <a:lnTo>
                    <a:pt x="3626103" y="1546391"/>
                  </a:lnTo>
                  <a:lnTo>
                    <a:pt x="3553581" y="1537218"/>
                  </a:lnTo>
                  <a:lnTo>
                    <a:pt x="3481059" y="1528466"/>
                  </a:lnTo>
                  <a:lnTo>
                    <a:pt x="3408537" y="1520123"/>
                  </a:lnTo>
                  <a:lnTo>
                    <a:pt x="3336014" y="1512176"/>
                  </a:lnTo>
                  <a:lnTo>
                    <a:pt x="3263492" y="1504612"/>
                  </a:lnTo>
                  <a:lnTo>
                    <a:pt x="3190970" y="1497414"/>
                  </a:lnTo>
                  <a:lnTo>
                    <a:pt x="3118448" y="1490569"/>
                  </a:lnTo>
                  <a:lnTo>
                    <a:pt x="3045926" y="1484059"/>
                  </a:lnTo>
                  <a:lnTo>
                    <a:pt x="2973404" y="1477870"/>
                  </a:lnTo>
                  <a:lnTo>
                    <a:pt x="2900882" y="1471986"/>
                  </a:lnTo>
                  <a:lnTo>
                    <a:pt x="2828360" y="1466390"/>
                  </a:lnTo>
                  <a:lnTo>
                    <a:pt x="2755838" y="1461069"/>
                  </a:lnTo>
                  <a:lnTo>
                    <a:pt x="2683316" y="1456006"/>
                  </a:lnTo>
                  <a:lnTo>
                    <a:pt x="2610794" y="1451189"/>
                  </a:lnTo>
                  <a:lnTo>
                    <a:pt x="2538272" y="1446602"/>
                  </a:lnTo>
                  <a:lnTo>
                    <a:pt x="2465750" y="1442234"/>
                  </a:lnTo>
                  <a:lnTo>
                    <a:pt x="2393228" y="1438070"/>
                  </a:lnTo>
                  <a:lnTo>
                    <a:pt x="2320706" y="1434101"/>
                  </a:lnTo>
                  <a:lnTo>
                    <a:pt x="2248184" y="1430313"/>
                  </a:lnTo>
                  <a:lnTo>
                    <a:pt x="2175661" y="1426697"/>
                  </a:lnTo>
                  <a:lnTo>
                    <a:pt x="2103139" y="1423243"/>
                  </a:lnTo>
                  <a:lnTo>
                    <a:pt x="2030617" y="1419941"/>
                  </a:lnTo>
                  <a:lnTo>
                    <a:pt x="1958095" y="1416781"/>
                  </a:lnTo>
                  <a:lnTo>
                    <a:pt x="1885573" y="1413757"/>
                  </a:lnTo>
                  <a:lnTo>
                    <a:pt x="1813051" y="1410859"/>
                  </a:lnTo>
                  <a:lnTo>
                    <a:pt x="1740529" y="1408081"/>
                  </a:lnTo>
                  <a:lnTo>
                    <a:pt x="1668007" y="1405416"/>
                  </a:lnTo>
                  <a:lnTo>
                    <a:pt x="1595485" y="1402857"/>
                  </a:lnTo>
                  <a:lnTo>
                    <a:pt x="1522963" y="1400398"/>
                  </a:lnTo>
                  <a:lnTo>
                    <a:pt x="1450441" y="1398034"/>
                  </a:lnTo>
                  <a:lnTo>
                    <a:pt x="1377919" y="1395759"/>
                  </a:lnTo>
                  <a:lnTo>
                    <a:pt x="1305397" y="1393569"/>
                  </a:lnTo>
                  <a:lnTo>
                    <a:pt x="1232875" y="1391458"/>
                  </a:lnTo>
                  <a:lnTo>
                    <a:pt x="1160353" y="1389423"/>
                  </a:lnTo>
                  <a:lnTo>
                    <a:pt x="1087830" y="1387459"/>
                  </a:lnTo>
                  <a:lnTo>
                    <a:pt x="1015308" y="1385563"/>
                  </a:lnTo>
                  <a:lnTo>
                    <a:pt x="942786" y="1383731"/>
                  </a:lnTo>
                  <a:lnTo>
                    <a:pt x="870264" y="1381959"/>
                  </a:lnTo>
                  <a:lnTo>
                    <a:pt x="797742" y="1380245"/>
                  </a:lnTo>
                  <a:lnTo>
                    <a:pt x="725220" y="1378586"/>
                  </a:lnTo>
                  <a:lnTo>
                    <a:pt x="652698" y="1376979"/>
                  </a:lnTo>
                  <a:lnTo>
                    <a:pt x="580176" y="1375421"/>
                  </a:lnTo>
                  <a:lnTo>
                    <a:pt x="507654" y="1373910"/>
                  </a:lnTo>
                  <a:lnTo>
                    <a:pt x="435132" y="1372443"/>
                  </a:lnTo>
                  <a:lnTo>
                    <a:pt x="362610" y="1371020"/>
                  </a:lnTo>
                  <a:lnTo>
                    <a:pt x="290088" y="1369636"/>
                  </a:lnTo>
                  <a:lnTo>
                    <a:pt x="217566" y="1368291"/>
                  </a:lnTo>
                  <a:lnTo>
                    <a:pt x="145044" y="1366984"/>
                  </a:lnTo>
                  <a:lnTo>
                    <a:pt x="72522" y="1365711"/>
                  </a:lnTo>
                  <a:lnTo>
                    <a:pt x="0" y="1364471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69634" y="3035892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69634" y="2461126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69634" y="2560684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4929037" y="2832922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4929037" y="3001242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4929037" y="2808262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5455322" y="3159630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5455322" y="3105527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5455322" y="3255794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3823670" y="2222241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3823670" y="3030090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3823670" y="3072268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6898878" y="3342719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6898878" y="3318971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6898878" y="3526906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6871697" y="3187768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6871697" y="3206615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6871697" y="3013129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5427661" y="549050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5427661" y="4616542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5427661" y="4417607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588470" y="3711195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588470" y="3752927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588470" y="3724473"/>
              <a:ext cx="164592" cy="164592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28338" y="2070498"/>
              <a:ext cx="5729243" cy="1201978"/>
            </a:xfrm>
            <a:custGeom>
              <a:avLst/>
              <a:gdLst/>
              <a:ahLst/>
              <a:cxnLst/>
              <a:rect l="0" t="0" r="0" b="0"/>
              <a:pathLst>
                <a:path w="5729243" h="1201978">
                  <a:moveTo>
                    <a:pt x="0" y="0"/>
                  </a:moveTo>
                  <a:lnTo>
                    <a:pt x="72522" y="21862"/>
                  </a:lnTo>
                  <a:lnTo>
                    <a:pt x="145044" y="43691"/>
                  </a:lnTo>
                  <a:lnTo>
                    <a:pt x="217566" y="65485"/>
                  </a:lnTo>
                  <a:lnTo>
                    <a:pt x="290088" y="87242"/>
                  </a:lnTo>
                  <a:lnTo>
                    <a:pt x="362610" y="108961"/>
                  </a:lnTo>
                  <a:lnTo>
                    <a:pt x="435132" y="130639"/>
                  </a:lnTo>
                  <a:lnTo>
                    <a:pt x="507654" y="152274"/>
                  </a:lnTo>
                  <a:lnTo>
                    <a:pt x="580176" y="173865"/>
                  </a:lnTo>
                  <a:lnTo>
                    <a:pt x="652698" y="195409"/>
                  </a:lnTo>
                  <a:lnTo>
                    <a:pt x="725220" y="216904"/>
                  </a:lnTo>
                  <a:lnTo>
                    <a:pt x="797742" y="238346"/>
                  </a:lnTo>
                  <a:lnTo>
                    <a:pt x="870264" y="259734"/>
                  </a:lnTo>
                  <a:lnTo>
                    <a:pt x="942786" y="281065"/>
                  </a:lnTo>
                  <a:lnTo>
                    <a:pt x="1015308" y="302334"/>
                  </a:lnTo>
                  <a:lnTo>
                    <a:pt x="1087830" y="323540"/>
                  </a:lnTo>
                  <a:lnTo>
                    <a:pt x="1160353" y="344678"/>
                  </a:lnTo>
                  <a:lnTo>
                    <a:pt x="1232875" y="365745"/>
                  </a:lnTo>
                  <a:lnTo>
                    <a:pt x="1305397" y="386736"/>
                  </a:lnTo>
                  <a:lnTo>
                    <a:pt x="1377919" y="407647"/>
                  </a:lnTo>
                  <a:lnTo>
                    <a:pt x="1450441" y="428474"/>
                  </a:lnTo>
                  <a:lnTo>
                    <a:pt x="1522963" y="449212"/>
                  </a:lnTo>
                  <a:lnTo>
                    <a:pt x="1595485" y="469855"/>
                  </a:lnTo>
                  <a:lnTo>
                    <a:pt x="1668007" y="490398"/>
                  </a:lnTo>
                  <a:lnTo>
                    <a:pt x="1740529" y="510834"/>
                  </a:lnTo>
                  <a:lnTo>
                    <a:pt x="1813051" y="531158"/>
                  </a:lnTo>
                  <a:lnTo>
                    <a:pt x="1885573" y="551363"/>
                  </a:lnTo>
                  <a:lnTo>
                    <a:pt x="1958095" y="571440"/>
                  </a:lnTo>
                  <a:lnTo>
                    <a:pt x="2030617" y="591383"/>
                  </a:lnTo>
                  <a:lnTo>
                    <a:pt x="2103139" y="611182"/>
                  </a:lnTo>
                  <a:lnTo>
                    <a:pt x="2175661" y="630830"/>
                  </a:lnTo>
                  <a:lnTo>
                    <a:pt x="2248184" y="650315"/>
                  </a:lnTo>
                  <a:lnTo>
                    <a:pt x="2320706" y="669630"/>
                  </a:lnTo>
                  <a:lnTo>
                    <a:pt x="2393228" y="688762"/>
                  </a:lnTo>
                  <a:lnTo>
                    <a:pt x="2465750" y="707701"/>
                  </a:lnTo>
                  <a:lnTo>
                    <a:pt x="2538272" y="726434"/>
                  </a:lnTo>
                  <a:lnTo>
                    <a:pt x="2610794" y="744949"/>
                  </a:lnTo>
                  <a:lnTo>
                    <a:pt x="2683316" y="763234"/>
                  </a:lnTo>
                  <a:lnTo>
                    <a:pt x="2755838" y="781273"/>
                  </a:lnTo>
                  <a:lnTo>
                    <a:pt x="2828360" y="799053"/>
                  </a:lnTo>
                  <a:lnTo>
                    <a:pt x="2900882" y="816560"/>
                  </a:lnTo>
                  <a:lnTo>
                    <a:pt x="2973404" y="833777"/>
                  </a:lnTo>
                  <a:lnTo>
                    <a:pt x="3045926" y="850690"/>
                  </a:lnTo>
                  <a:lnTo>
                    <a:pt x="3118448" y="867282"/>
                  </a:lnTo>
                  <a:lnTo>
                    <a:pt x="3190970" y="883539"/>
                  </a:lnTo>
                  <a:lnTo>
                    <a:pt x="3263492" y="899443"/>
                  </a:lnTo>
                  <a:lnTo>
                    <a:pt x="3336014" y="914980"/>
                  </a:lnTo>
                  <a:lnTo>
                    <a:pt x="3408537" y="930136"/>
                  </a:lnTo>
                  <a:lnTo>
                    <a:pt x="3481059" y="944895"/>
                  </a:lnTo>
                  <a:lnTo>
                    <a:pt x="3553581" y="959244"/>
                  </a:lnTo>
                  <a:lnTo>
                    <a:pt x="3626103" y="973173"/>
                  </a:lnTo>
                  <a:lnTo>
                    <a:pt x="3698625" y="986669"/>
                  </a:lnTo>
                  <a:lnTo>
                    <a:pt x="3771147" y="999724"/>
                  </a:lnTo>
                  <a:lnTo>
                    <a:pt x="3843669" y="1012332"/>
                  </a:lnTo>
                  <a:lnTo>
                    <a:pt x="3916191" y="1024486"/>
                  </a:lnTo>
                  <a:lnTo>
                    <a:pt x="3988713" y="1036185"/>
                  </a:lnTo>
                  <a:lnTo>
                    <a:pt x="4061235" y="1047427"/>
                  </a:lnTo>
                  <a:lnTo>
                    <a:pt x="4133757" y="1058214"/>
                  </a:lnTo>
                  <a:lnTo>
                    <a:pt x="4206279" y="1068550"/>
                  </a:lnTo>
                  <a:lnTo>
                    <a:pt x="4278801" y="1078440"/>
                  </a:lnTo>
                  <a:lnTo>
                    <a:pt x="4351323" y="1087892"/>
                  </a:lnTo>
                  <a:lnTo>
                    <a:pt x="4423845" y="1096915"/>
                  </a:lnTo>
                  <a:lnTo>
                    <a:pt x="4496368" y="1105521"/>
                  </a:lnTo>
                  <a:lnTo>
                    <a:pt x="4568890" y="1113723"/>
                  </a:lnTo>
                  <a:lnTo>
                    <a:pt x="4641412" y="1121533"/>
                  </a:lnTo>
                  <a:lnTo>
                    <a:pt x="4713934" y="1128966"/>
                  </a:lnTo>
                  <a:lnTo>
                    <a:pt x="4786456" y="1136037"/>
                  </a:lnTo>
                  <a:lnTo>
                    <a:pt x="4858978" y="1142762"/>
                  </a:lnTo>
                  <a:lnTo>
                    <a:pt x="4931500" y="1149157"/>
                  </a:lnTo>
                  <a:lnTo>
                    <a:pt x="5004022" y="1155237"/>
                  </a:lnTo>
                  <a:lnTo>
                    <a:pt x="5076544" y="1161017"/>
                  </a:lnTo>
                  <a:lnTo>
                    <a:pt x="5149066" y="1166514"/>
                  </a:lnTo>
                  <a:lnTo>
                    <a:pt x="5221588" y="1171743"/>
                  </a:lnTo>
                  <a:lnTo>
                    <a:pt x="5294110" y="1176717"/>
                  </a:lnTo>
                  <a:lnTo>
                    <a:pt x="5366632" y="1181452"/>
                  </a:lnTo>
                  <a:lnTo>
                    <a:pt x="5439154" y="1185960"/>
                  </a:lnTo>
                  <a:lnTo>
                    <a:pt x="5511676" y="1190254"/>
                  </a:lnTo>
                  <a:lnTo>
                    <a:pt x="5584198" y="1194348"/>
                  </a:lnTo>
                  <a:lnTo>
                    <a:pt x="5656721" y="1198252"/>
                  </a:lnTo>
                  <a:lnTo>
                    <a:pt x="5729243" y="1201978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28338" y="3434970"/>
              <a:ext cx="5729243" cy="623068"/>
            </a:xfrm>
            <a:custGeom>
              <a:avLst/>
              <a:gdLst/>
              <a:ahLst/>
              <a:cxnLst/>
              <a:rect l="0" t="0" r="0" b="0"/>
              <a:pathLst>
                <a:path w="5729243" h="623068">
                  <a:moveTo>
                    <a:pt x="5729243" y="623068"/>
                  </a:moveTo>
                  <a:lnTo>
                    <a:pt x="5656721" y="603692"/>
                  </a:lnTo>
                  <a:lnTo>
                    <a:pt x="5584198" y="584494"/>
                  </a:lnTo>
                  <a:lnTo>
                    <a:pt x="5511676" y="565486"/>
                  </a:lnTo>
                  <a:lnTo>
                    <a:pt x="5439154" y="546679"/>
                  </a:lnTo>
                  <a:lnTo>
                    <a:pt x="5366632" y="528085"/>
                  </a:lnTo>
                  <a:lnTo>
                    <a:pt x="5294110" y="509718"/>
                  </a:lnTo>
                  <a:lnTo>
                    <a:pt x="5221588" y="491590"/>
                  </a:lnTo>
                  <a:lnTo>
                    <a:pt x="5149066" y="473717"/>
                  </a:lnTo>
                  <a:lnTo>
                    <a:pt x="5076544" y="456112"/>
                  </a:lnTo>
                  <a:lnTo>
                    <a:pt x="5004022" y="438791"/>
                  </a:lnTo>
                  <a:lnTo>
                    <a:pt x="4931500" y="421769"/>
                  </a:lnTo>
                  <a:lnTo>
                    <a:pt x="4858978" y="405062"/>
                  </a:lnTo>
                  <a:lnTo>
                    <a:pt x="4786456" y="388685"/>
                  </a:lnTo>
                  <a:lnTo>
                    <a:pt x="4713934" y="372654"/>
                  </a:lnTo>
                  <a:lnTo>
                    <a:pt x="4641412" y="356986"/>
                  </a:lnTo>
                  <a:lnTo>
                    <a:pt x="4568890" y="341694"/>
                  </a:lnTo>
                  <a:lnTo>
                    <a:pt x="4496368" y="326793"/>
                  </a:lnTo>
                  <a:lnTo>
                    <a:pt x="4423845" y="312298"/>
                  </a:lnTo>
                  <a:lnTo>
                    <a:pt x="4351323" y="298219"/>
                  </a:lnTo>
                  <a:lnTo>
                    <a:pt x="4278801" y="284569"/>
                  </a:lnTo>
                  <a:lnTo>
                    <a:pt x="4206279" y="271357"/>
                  </a:lnTo>
                  <a:lnTo>
                    <a:pt x="4133757" y="258591"/>
                  </a:lnTo>
                  <a:lnTo>
                    <a:pt x="4061235" y="246276"/>
                  </a:lnTo>
                  <a:lnTo>
                    <a:pt x="3988713" y="234416"/>
                  </a:lnTo>
                  <a:lnTo>
                    <a:pt x="3916191" y="223013"/>
                  </a:lnTo>
                  <a:lnTo>
                    <a:pt x="3843669" y="212066"/>
                  </a:lnTo>
                  <a:lnTo>
                    <a:pt x="3771147" y="201571"/>
                  </a:lnTo>
                  <a:lnTo>
                    <a:pt x="3698625" y="191525"/>
                  </a:lnTo>
                  <a:lnTo>
                    <a:pt x="3626103" y="181919"/>
                  </a:lnTo>
                  <a:lnTo>
                    <a:pt x="3553581" y="172746"/>
                  </a:lnTo>
                  <a:lnTo>
                    <a:pt x="3481059" y="163994"/>
                  </a:lnTo>
                  <a:lnTo>
                    <a:pt x="3408537" y="155651"/>
                  </a:lnTo>
                  <a:lnTo>
                    <a:pt x="3336014" y="147704"/>
                  </a:lnTo>
                  <a:lnTo>
                    <a:pt x="3263492" y="140140"/>
                  </a:lnTo>
                  <a:lnTo>
                    <a:pt x="3190970" y="132942"/>
                  </a:lnTo>
                  <a:lnTo>
                    <a:pt x="3118448" y="126097"/>
                  </a:lnTo>
                  <a:lnTo>
                    <a:pt x="3045926" y="119587"/>
                  </a:lnTo>
                  <a:lnTo>
                    <a:pt x="2973404" y="113398"/>
                  </a:lnTo>
                  <a:lnTo>
                    <a:pt x="2900882" y="107514"/>
                  </a:lnTo>
                  <a:lnTo>
                    <a:pt x="2828360" y="101918"/>
                  </a:lnTo>
                  <a:lnTo>
                    <a:pt x="2755838" y="96597"/>
                  </a:lnTo>
                  <a:lnTo>
                    <a:pt x="2683316" y="91534"/>
                  </a:lnTo>
                  <a:lnTo>
                    <a:pt x="2610794" y="86717"/>
                  </a:lnTo>
                  <a:lnTo>
                    <a:pt x="2538272" y="82130"/>
                  </a:lnTo>
                  <a:lnTo>
                    <a:pt x="2465750" y="77762"/>
                  </a:lnTo>
                  <a:lnTo>
                    <a:pt x="2393228" y="73598"/>
                  </a:lnTo>
                  <a:lnTo>
                    <a:pt x="2320706" y="69629"/>
                  </a:lnTo>
                  <a:lnTo>
                    <a:pt x="2248184" y="65841"/>
                  </a:lnTo>
                  <a:lnTo>
                    <a:pt x="2175661" y="62225"/>
                  </a:lnTo>
                  <a:lnTo>
                    <a:pt x="2103139" y="58771"/>
                  </a:lnTo>
                  <a:lnTo>
                    <a:pt x="2030617" y="55469"/>
                  </a:lnTo>
                  <a:lnTo>
                    <a:pt x="1958095" y="52309"/>
                  </a:lnTo>
                  <a:lnTo>
                    <a:pt x="1885573" y="49285"/>
                  </a:lnTo>
                  <a:lnTo>
                    <a:pt x="1813051" y="46387"/>
                  </a:lnTo>
                  <a:lnTo>
                    <a:pt x="1740529" y="43609"/>
                  </a:lnTo>
                  <a:lnTo>
                    <a:pt x="1668007" y="40944"/>
                  </a:lnTo>
                  <a:lnTo>
                    <a:pt x="1595485" y="38385"/>
                  </a:lnTo>
                  <a:lnTo>
                    <a:pt x="1522963" y="35926"/>
                  </a:lnTo>
                  <a:lnTo>
                    <a:pt x="1450441" y="33562"/>
                  </a:lnTo>
                  <a:lnTo>
                    <a:pt x="1377919" y="31287"/>
                  </a:lnTo>
                  <a:lnTo>
                    <a:pt x="1305397" y="29097"/>
                  </a:lnTo>
                  <a:lnTo>
                    <a:pt x="1232875" y="26986"/>
                  </a:lnTo>
                  <a:lnTo>
                    <a:pt x="1160353" y="24951"/>
                  </a:lnTo>
                  <a:lnTo>
                    <a:pt x="1087830" y="22987"/>
                  </a:lnTo>
                  <a:lnTo>
                    <a:pt x="1015308" y="21091"/>
                  </a:lnTo>
                  <a:lnTo>
                    <a:pt x="942786" y="19259"/>
                  </a:lnTo>
                  <a:lnTo>
                    <a:pt x="870264" y="17487"/>
                  </a:lnTo>
                  <a:lnTo>
                    <a:pt x="797742" y="15773"/>
                  </a:lnTo>
                  <a:lnTo>
                    <a:pt x="725220" y="14114"/>
                  </a:lnTo>
                  <a:lnTo>
                    <a:pt x="652698" y="12507"/>
                  </a:lnTo>
                  <a:lnTo>
                    <a:pt x="580176" y="10949"/>
                  </a:lnTo>
                  <a:lnTo>
                    <a:pt x="507654" y="9438"/>
                  </a:lnTo>
                  <a:lnTo>
                    <a:pt x="435132" y="7971"/>
                  </a:lnTo>
                  <a:lnTo>
                    <a:pt x="362610" y="6548"/>
                  </a:lnTo>
                  <a:lnTo>
                    <a:pt x="290088" y="5164"/>
                  </a:lnTo>
                  <a:lnTo>
                    <a:pt x="217566" y="3819"/>
                  </a:lnTo>
                  <a:lnTo>
                    <a:pt x="145044" y="2512"/>
                  </a:lnTo>
                  <a:lnTo>
                    <a:pt x="72522" y="12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28338" y="2752734"/>
              <a:ext cx="5729243" cy="912523"/>
            </a:xfrm>
            <a:custGeom>
              <a:avLst/>
              <a:gdLst/>
              <a:ahLst/>
              <a:cxnLst/>
              <a:rect l="0" t="0" r="0" b="0"/>
              <a:pathLst>
                <a:path w="5729243" h="912523">
                  <a:moveTo>
                    <a:pt x="0" y="0"/>
                  </a:moveTo>
                  <a:lnTo>
                    <a:pt x="72522" y="11550"/>
                  </a:lnTo>
                  <a:lnTo>
                    <a:pt x="145044" y="23101"/>
                  </a:lnTo>
                  <a:lnTo>
                    <a:pt x="217566" y="34652"/>
                  </a:lnTo>
                  <a:lnTo>
                    <a:pt x="290088" y="46203"/>
                  </a:lnTo>
                  <a:lnTo>
                    <a:pt x="362610" y="57754"/>
                  </a:lnTo>
                  <a:lnTo>
                    <a:pt x="435132" y="69305"/>
                  </a:lnTo>
                  <a:lnTo>
                    <a:pt x="507654" y="80856"/>
                  </a:lnTo>
                  <a:lnTo>
                    <a:pt x="580176" y="92407"/>
                  </a:lnTo>
                  <a:lnTo>
                    <a:pt x="652698" y="103958"/>
                  </a:lnTo>
                  <a:lnTo>
                    <a:pt x="725220" y="115509"/>
                  </a:lnTo>
                  <a:lnTo>
                    <a:pt x="797742" y="127060"/>
                  </a:lnTo>
                  <a:lnTo>
                    <a:pt x="870264" y="138611"/>
                  </a:lnTo>
                  <a:lnTo>
                    <a:pt x="942786" y="150162"/>
                  </a:lnTo>
                  <a:lnTo>
                    <a:pt x="1015308" y="161713"/>
                  </a:lnTo>
                  <a:lnTo>
                    <a:pt x="1087830" y="173263"/>
                  </a:lnTo>
                  <a:lnTo>
                    <a:pt x="1160353" y="184814"/>
                  </a:lnTo>
                  <a:lnTo>
                    <a:pt x="1232875" y="196365"/>
                  </a:lnTo>
                  <a:lnTo>
                    <a:pt x="1305397" y="207916"/>
                  </a:lnTo>
                  <a:lnTo>
                    <a:pt x="1377919" y="219467"/>
                  </a:lnTo>
                  <a:lnTo>
                    <a:pt x="1450441" y="231018"/>
                  </a:lnTo>
                  <a:lnTo>
                    <a:pt x="1522963" y="242569"/>
                  </a:lnTo>
                  <a:lnTo>
                    <a:pt x="1595485" y="254120"/>
                  </a:lnTo>
                  <a:lnTo>
                    <a:pt x="1668007" y="265671"/>
                  </a:lnTo>
                  <a:lnTo>
                    <a:pt x="1740529" y="277222"/>
                  </a:lnTo>
                  <a:lnTo>
                    <a:pt x="1813051" y="288773"/>
                  </a:lnTo>
                  <a:lnTo>
                    <a:pt x="1885573" y="300324"/>
                  </a:lnTo>
                  <a:lnTo>
                    <a:pt x="1958095" y="311875"/>
                  </a:lnTo>
                  <a:lnTo>
                    <a:pt x="2030617" y="323426"/>
                  </a:lnTo>
                  <a:lnTo>
                    <a:pt x="2103139" y="334977"/>
                  </a:lnTo>
                  <a:lnTo>
                    <a:pt x="2175661" y="346527"/>
                  </a:lnTo>
                  <a:lnTo>
                    <a:pt x="2248184" y="358078"/>
                  </a:lnTo>
                  <a:lnTo>
                    <a:pt x="2320706" y="369629"/>
                  </a:lnTo>
                  <a:lnTo>
                    <a:pt x="2393228" y="381180"/>
                  </a:lnTo>
                  <a:lnTo>
                    <a:pt x="2465750" y="392731"/>
                  </a:lnTo>
                  <a:lnTo>
                    <a:pt x="2538272" y="404282"/>
                  </a:lnTo>
                  <a:lnTo>
                    <a:pt x="2610794" y="415833"/>
                  </a:lnTo>
                  <a:lnTo>
                    <a:pt x="2683316" y="427384"/>
                  </a:lnTo>
                  <a:lnTo>
                    <a:pt x="2755838" y="438935"/>
                  </a:lnTo>
                  <a:lnTo>
                    <a:pt x="2828360" y="450486"/>
                  </a:lnTo>
                  <a:lnTo>
                    <a:pt x="2900882" y="462037"/>
                  </a:lnTo>
                  <a:lnTo>
                    <a:pt x="2973404" y="473588"/>
                  </a:lnTo>
                  <a:lnTo>
                    <a:pt x="3045926" y="485139"/>
                  </a:lnTo>
                  <a:lnTo>
                    <a:pt x="3118448" y="496690"/>
                  </a:lnTo>
                  <a:lnTo>
                    <a:pt x="3190970" y="508240"/>
                  </a:lnTo>
                  <a:lnTo>
                    <a:pt x="3263492" y="519791"/>
                  </a:lnTo>
                  <a:lnTo>
                    <a:pt x="3336014" y="531342"/>
                  </a:lnTo>
                  <a:lnTo>
                    <a:pt x="3408537" y="542893"/>
                  </a:lnTo>
                  <a:lnTo>
                    <a:pt x="3481059" y="554444"/>
                  </a:lnTo>
                  <a:lnTo>
                    <a:pt x="3553581" y="565995"/>
                  </a:lnTo>
                  <a:lnTo>
                    <a:pt x="3626103" y="577546"/>
                  </a:lnTo>
                  <a:lnTo>
                    <a:pt x="3698625" y="589097"/>
                  </a:lnTo>
                  <a:lnTo>
                    <a:pt x="3771147" y="600648"/>
                  </a:lnTo>
                  <a:lnTo>
                    <a:pt x="3843669" y="612199"/>
                  </a:lnTo>
                  <a:lnTo>
                    <a:pt x="3916191" y="623750"/>
                  </a:lnTo>
                  <a:lnTo>
                    <a:pt x="3988713" y="635301"/>
                  </a:lnTo>
                  <a:lnTo>
                    <a:pt x="4061235" y="646852"/>
                  </a:lnTo>
                  <a:lnTo>
                    <a:pt x="4133757" y="658403"/>
                  </a:lnTo>
                  <a:lnTo>
                    <a:pt x="4206279" y="669954"/>
                  </a:lnTo>
                  <a:lnTo>
                    <a:pt x="4278801" y="681504"/>
                  </a:lnTo>
                  <a:lnTo>
                    <a:pt x="4351323" y="693055"/>
                  </a:lnTo>
                  <a:lnTo>
                    <a:pt x="4423845" y="704606"/>
                  </a:lnTo>
                  <a:lnTo>
                    <a:pt x="4496368" y="716157"/>
                  </a:lnTo>
                  <a:lnTo>
                    <a:pt x="4568890" y="727708"/>
                  </a:lnTo>
                  <a:lnTo>
                    <a:pt x="4641412" y="739259"/>
                  </a:lnTo>
                  <a:lnTo>
                    <a:pt x="4713934" y="750810"/>
                  </a:lnTo>
                  <a:lnTo>
                    <a:pt x="4786456" y="762361"/>
                  </a:lnTo>
                  <a:lnTo>
                    <a:pt x="4858978" y="773912"/>
                  </a:lnTo>
                  <a:lnTo>
                    <a:pt x="4931500" y="785463"/>
                  </a:lnTo>
                  <a:lnTo>
                    <a:pt x="5004022" y="797014"/>
                  </a:lnTo>
                  <a:lnTo>
                    <a:pt x="5076544" y="808565"/>
                  </a:lnTo>
                  <a:lnTo>
                    <a:pt x="5149066" y="820116"/>
                  </a:lnTo>
                  <a:lnTo>
                    <a:pt x="5221588" y="831667"/>
                  </a:lnTo>
                  <a:lnTo>
                    <a:pt x="5294110" y="843217"/>
                  </a:lnTo>
                  <a:lnTo>
                    <a:pt x="5366632" y="854768"/>
                  </a:lnTo>
                  <a:lnTo>
                    <a:pt x="5439154" y="866319"/>
                  </a:lnTo>
                  <a:lnTo>
                    <a:pt x="5511676" y="877870"/>
                  </a:lnTo>
                  <a:lnTo>
                    <a:pt x="5584198" y="889421"/>
                  </a:lnTo>
                  <a:lnTo>
                    <a:pt x="5656721" y="900972"/>
                  </a:lnTo>
                  <a:lnTo>
                    <a:pt x="5729243" y="912523"/>
                  </a:lnTo>
                </a:path>
              </a:pathLst>
            </a:custGeom>
            <a:ln w="38100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5126995" y="3865224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5126995" y="3858465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5126995" y="3982075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459356" y="3812111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459356" y="4063516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459356" y="3578411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5938912" y="4731736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5938912" y="4481343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5938912" y="4545080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5656287" y="4502589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5656287" y="4587571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5656287" y="4202496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6273734" y="4189218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6273734" y="4299239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6273734" y="4265569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3447718" y="4192169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3447718" y="4222414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3447718" y="4635093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5417077" y="5384276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5417077" y="4729207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6708135" y="4614127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6708135" y="4268888"/>
              <a:ext cx="164592" cy="164592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1518059" y="3618796"/>
              <a:ext cx="5248779" cy="727875"/>
            </a:xfrm>
            <a:custGeom>
              <a:avLst/>
              <a:gdLst/>
              <a:ahLst/>
              <a:cxnLst/>
              <a:rect l="0" t="0" r="0" b="0"/>
              <a:pathLst>
                <a:path w="5248779" h="727875">
                  <a:moveTo>
                    <a:pt x="0" y="0"/>
                  </a:moveTo>
                  <a:lnTo>
                    <a:pt x="66440" y="13290"/>
                  </a:lnTo>
                  <a:lnTo>
                    <a:pt x="132880" y="26559"/>
                  </a:lnTo>
                  <a:lnTo>
                    <a:pt x="199320" y="39805"/>
                  </a:lnTo>
                  <a:lnTo>
                    <a:pt x="265760" y="53028"/>
                  </a:lnTo>
                  <a:lnTo>
                    <a:pt x="332201" y="66225"/>
                  </a:lnTo>
                  <a:lnTo>
                    <a:pt x="398641" y="79396"/>
                  </a:lnTo>
                  <a:lnTo>
                    <a:pt x="465081" y="92539"/>
                  </a:lnTo>
                  <a:lnTo>
                    <a:pt x="531521" y="105654"/>
                  </a:lnTo>
                  <a:lnTo>
                    <a:pt x="597962" y="118737"/>
                  </a:lnTo>
                  <a:lnTo>
                    <a:pt x="664402" y="131788"/>
                  </a:lnTo>
                  <a:lnTo>
                    <a:pt x="730842" y="144805"/>
                  </a:lnTo>
                  <a:lnTo>
                    <a:pt x="797282" y="157787"/>
                  </a:lnTo>
                  <a:lnTo>
                    <a:pt x="863723" y="170730"/>
                  </a:lnTo>
                  <a:lnTo>
                    <a:pt x="930163" y="183633"/>
                  </a:lnTo>
                  <a:lnTo>
                    <a:pt x="996603" y="196494"/>
                  </a:lnTo>
                  <a:lnTo>
                    <a:pt x="1063043" y="209310"/>
                  </a:lnTo>
                  <a:lnTo>
                    <a:pt x="1129484" y="222079"/>
                  </a:lnTo>
                  <a:lnTo>
                    <a:pt x="1195924" y="234797"/>
                  </a:lnTo>
                  <a:lnTo>
                    <a:pt x="1262364" y="247463"/>
                  </a:lnTo>
                  <a:lnTo>
                    <a:pt x="1328804" y="260072"/>
                  </a:lnTo>
                  <a:lnTo>
                    <a:pt x="1395245" y="272622"/>
                  </a:lnTo>
                  <a:lnTo>
                    <a:pt x="1461685" y="285108"/>
                  </a:lnTo>
                  <a:lnTo>
                    <a:pt x="1528125" y="297528"/>
                  </a:lnTo>
                  <a:lnTo>
                    <a:pt x="1594565" y="309876"/>
                  </a:lnTo>
                  <a:lnTo>
                    <a:pt x="1661006" y="322148"/>
                  </a:lnTo>
                  <a:lnTo>
                    <a:pt x="1727446" y="334340"/>
                  </a:lnTo>
                  <a:lnTo>
                    <a:pt x="1793886" y="346447"/>
                  </a:lnTo>
                  <a:lnTo>
                    <a:pt x="1860326" y="358463"/>
                  </a:lnTo>
                  <a:lnTo>
                    <a:pt x="1926767" y="370383"/>
                  </a:lnTo>
                  <a:lnTo>
                    <a:pt x="1993207" y="382201"/>
                  </a:lnTo>
                  <a:lnTo>
                    <a:pt x="2059647" y="393910"/>
                  </a:lnTo>
                  <a:lnTo>
                    <a:pt x="2126087" y="405503"/>
                  </a:lnTo>
                  <a:lnTo>
                    <a:pt x="2192528" y="416975"/>
                  </a:lnTo>
                  <a:lnTo>
                    <a:pt x="2258968" y="428316"/>
                  </a:lnTo>
                  <a:lnTo>
                    <a:pt x="2325408" y="439520"/>
                  </a:lnTo>
                  <a:lnTo>
                    <a:pt x="2391848" y="450578"/>
                  </a:lnTo>
                  <a:lnTo>
                    <a:pt x="2458289" y="461483"/>
                  </a:lnTo>
                  <a:lnTo>
                    <a:pt x="2524729" y="472225"/>
                  </a:lnTo>
                  <a:lnTo>
                    <a:pt x="2591169" y="482796"/>
                  </a:lnTo>
                  <a:lnTo>
                    <a:pt x="2657609" y="493186"/>
                  </a:lnTo>
                  <a:lnTo>
                    <a:pt x="2724050" y="503388"/>
                  </a:lnTo>
                  <a:lnTo>
                    <a:pt x="2790490" y="513392"/>
                  </a:lnTo>
                  <a:lnTo>
                    <a:pt x="2856930" y="523189"/>
                  </a:lnTo>
                  <a:lnTo>
                    <a:pt x="2923370" y="532772"/>
                  </a:lnTo>
                  <a:lnTo>
                    <a:pt x="2989811" y="542131"/>
                  </a:lnTo>
                  <a:lnTo>
                    <a:pt x="3056251" y="551259"/>
                  </a:lnTo>
                  <a:lnTo>
                    <a:pt x="3122691" y="560150"/>
                  </a:lnTo>
                  <a:lnTo>
                    <a:pt x="3189131" y="568798"/>
                  </a:lnTo>
                  <a:lnTo>
                    <a:pt x="3255572" y="577197"/>
                  </a:lnTo>
                  <a:lnTo>
                    <a:pt x="3322012" y="585344"/>
                  </a:lnTo>
                  <a:lnTo>
                    <a:pt x="3388452" y="593234"/>
                  </a:lnTo>
                  <a:lnTo>
                    <a:pt x="3454892" y="600868"/>
                  </a:lnTo>
                  <a:lnTo>
                    <a:pt x="3521333" y="608244"/>
                  </a:lnTo>
                  <a:lnTo>
                    <a:pt x="3587773" y="615363"/>
                  </a:lnTo>
                  <a:lnTo>
                    <a:pt x="3654213" y="622226"/>
                  </a:lnTo>
                  <a:lnTo>
                    <a:pt x="3720653" y="628838"/>
                  </a:lnTo>
                  <a:lnTo>
                    <a:pt x="3787094" y="635202"/>
                  </a:lnTo>
                  <a:lnTo>
                    <a:pt x="3853534" y="641324"/>
                  </a:lnTo>
                  <a:lnTo>
                    <a:pt x="3919974" y="647210"/>
                  </a:lnTo>
                  <a:lnTo>
                    <a:pt x="3986414" y="652867"/>
                  </a:lnTo>
                  <a:lnTo>
                    <a:pt x="4052855" y="658303"/>
                  </a:lnTo>
                  <a:lnTo>
                    <a:pt x="4119295" y="663525"/>
                  </a:lnTo>
                  <a:lnTo>
                    <a:pt x="4185735" y="668542"/>
                  </a:lnTo>
                  <a:lnTo>
                    <a:pt x="4252175" y="673364"/>
                  </a:lnTo>
                  <a:lnTo>
                    <a:pt x="4318616" y="677998"/>
                  </a:lnTo>
                  <a:lnTo>
                    <a:pt x="4385056" y="682454"/>
                  </a:lnTo>
                  <a:lnTo>
                    <a:pt x="4451496" y="686741"/>
                  </a:lnTo>
                  <a:lnTo>
                    <a:pt x="4517936" y="690867"/>
                  </a:lnTo>
                  <a:lnTo>
                    <a:pt x="4584377" y="694841"/>
                  </a:lnTo>
                  <a:lnTo>
                    <a:pt x="4650817" y="698671"/>
                  </a:lnTo>
                  <a:lnTo>
                    <a:pt x="4717257" y="702365"/>
                  </a:lnTo>
                  <a:lnTo>
                    <a:pt x="4783697" y="705931"/>
                  </a:lnTo>
                  <a:lnTo>
                    <a:pt x="4850138" y="709376"/>
                  </a:lnTo>
                  <a:lnTo>
                    <a:pt x="4916578" y="712708"/>
                  </a:lnTo>
                  <a:lnTo>
                    <a:pt x="4983018" y="715932"/>
                  </a:lnTo>
                  <a:lnTo>
                    <a:pt x="5049458" y="719055"/>
                  </a:lnTo>
                  <a:lnTo>
                    <a:pt x="5115898" y="722083"/>
                  </a:lnTo>
                  <a:lnTo>
                    <a:pt x="5182339" y="725021"/>
                  </a:lnTo>
                  <a:lnTo>
                    <a:pt x="5248779" y="727875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1518059" y="4354233"/>
              <a:ext cx="5248779" cy="462156"/>
            </a:xfrm>
            <a:custGeom>
              <a:avLst/>
              <a:gdLst/>
              <a:ahLst/>
              <a:cxnLst/>
              <a:rect l="0" t="0" r="0" b="0"/>
              <a:pathLst>
                <a:path w="5248779" h="462156">
                  <a:moveTo>
                    <a:pt x="5248779" y="462156"/>
                  </a:moveTo>
                  <a:lnTo>
                    <a:pt x="5182339" y="449947"/>
                  </a:lnTo>
                  <a:lnTo>
                    <a:pt x="5115898" y="437822"/>
                  </a:lnTo>
                  <a:lnTo>
                    <a:pt x="5049458" y="425786"/>
                  </a:lnTo>
                  <a:lnTo>
                    <a:pt x="4983018" y="413845"/>
                  </a:lnTo>
                  <a:lnTo>
                    <a:pt x="4916578" y="402006"/>
                  </a:lnTo>
                  <a:lnTo>
                    <a:pt x="4850138" y="390273"/>
                  </a:lnTo>
                  <a:lnTo>
                    <a:pt x="4783697" y="378655"/>
                  </a:lnTo>
                  <a:lnTo>
                    <a:pt x="4717257" y="367157"/>
                  </a:lnTo>
                  <a:lnTo>
                    <a:pt x="4650817" y="355787"/>
                  </a:lnTo>
                  <a:lnTo>
                    <a:pt x="4584377" y="344554"/>
                  </a:lnTo>
                  <a:lnTo>
                    <a:pt x="4517936" y="333464"/>
                  </a:lnTo>
                  <a:lnTo>
                    <a:pt x="4451496" y="322526"/>
                  </a:lnTo>
                  <a:lnTo>
                    <a:pt x="4385056" y="311749"/>
                  </a:lnTo>
                  <a:lnTo>
                    <a:pt x="4318616" y="301142"/>
                  </a:lnTo>
                  <a:lnTo>
                    <a:pt x="4252175" y="290712"/>
                  </a:lnTo>
                  <a:lnTo>
                    <a:pt x="4185735" y="280470"/>
                  </a:lnTo>
                  <a:lnTo>
                    <a:pt x="4119295" y="270424"/>
                  </a:lnTo>
                  <a:lnTo>
                    <a:pt x="4052855" y="260582"/>
                  </a:lnTo>
                  <a:lnTo>
                    <a:pt x="3986414" y="250954"/>
                  </a:lnTo>
                  <a:lnTo>
                    <a:pt x="3919974" y="241547"/>
                  </a:lnTo>
                  <a:lnTo>
                    <a:pt x="3853534" y="232369"/>
                  </a:lnTo>
                  <a:lnTo>
                    <a:pt x="3787094" y="223428"/>
                  </a:lnTo>
                  <a:lnTo>
                    <a:pt x="3720653" y="214728"/>
                  </a:lnTo>
                  <a:lnTo>
                    <a:pt x="3654213" y="206276"/>
                  </a:lnTo>
                  <a:lnTo>
                    <a:pt x="3587773" y="198076"/>
                  </a:lnTo>
                  <a:lnTo>
                    <a:pt x="3521333" y="190131"/>
                  </a:lnTo>
                  <a:lnTo>
                    <a:pt x="3454892" y="182444"/>
                  </a:lnTo>
                  <a:lnTo>
                    <a:pt x="3388452" y="175013"/>
                  </a:lnTo>
                  <a:lnTo>
                    <a:pt x="3322012" y="167841"/>
                  </a:lnTo>
                  <a:lnTo>
                    <a:pt x="3255572" y="160923"/>
                  </a:lnTo>
                  <a:lnTo>
                    <a:pt x="3189131" y="154259"/>
                  </a:lnTo>
                  <a:lnTo>
                    <a:pt x="3122691" y="147843"/>
                  </a:lnTo>
                  <a:lnTo>
                    <a:pt x="3056251" y="141670"/>
                  </a:lnTo>
                  <a:lnTo>
                    <a:pt x="2989811" y="135735"/>
                  </a:lnTo>
                  <a:lnTo>
                    <a:pt x="2923370" y="130030"/>
                  </a:lnTo>
                  <a:lnTo>
                    <a:pt x="2856930" y="124549"/>
                  </a:lnTo>
                  <a:lnTo>
                    <a:pt x="2790490" y="119283"/>
                  </a:lnTo>
                  <a:lnTo>
                    <a:pt x="2724050" y="114223"/>
                  </a:lnTo>
                  <a:lnTo>
                    <a:pt x="2657609" y="109361"/>
                  </a:lnTo>
                  <a:lnTo>
                    <a:pt x="2591169" y="104688"/>
                  </a:lnTo>
                  <a:lnTo>
                    <a:pt x="2524729" y="100195"/>
                  </a:lnTo>
                  <a:lnTo>
                    <a:pt x="2458289" y="95873"/>
                  </a:lnTo>
                  <a:lnTo>
                    <a:pt x="2391848" y="91714"/>
                  </a:lnTo>
                  <a:lnTo>
                    <a:pt x="2325408" y="87709"/>
                  </a:lnTo>
                  <a:lnTo>
                    <a:pt x="2258968" y="83849"/>
                  </a:lnTo>
                  <a:lnTo>
                    <a:pt x="2192528" y="80127"/>
                  </a:lnTo>
                  <a:lnTo>
                    <a:pt x="2126087" y="76534"/>
                  </a:lnTo>
                  <a:lnTo>
                    <a:pt x="2059647" y="73064"/>
                  </a:lnTo>
                  <a:lnTo>
                    <a:pt x="1993207" y="69709"/>
                  </a:lnTo>
                  <a:lnTo>
                    <a:pt x="1926767" y="66463"/>
                  </a:lnTo>
                  <a:lnTo>
                    <a:pt x="1860326" y="63320"/>
                  </a:lnTo>
                  <a:lnTo>
                    <a:pt x="1793886" y="60272"/>
                  </a:lnTo>
                  <a:lnTo>
                    <a:pt x="1727446" y="57315"/>
                  </a:lnTo>
                  <a:lnTo>
                    <a:pt x="1661006" y="54444"/>
                  </a:lnTo>
                  <a:lnTo>
                    <a:pt x="1594565" y="51652"/>
                  </a:lnTo>
                  <a:lnTo>
                    <a:pt x="1528125" y="48937"/>
                  </a:lnTo>
                  <a:lnTo>
                    <a:pt x="1461685" y="46292"/>
                  </a:lnTo>
                  <a:lnTo>
                    <a:pt x="1395245" y="43715"/>
                  </a:lnTo>
                  <a:lnTo>
                    <a:pt x="1328804" y="41201"/>
                  </a:lnTo>
                  <a:lnTo>
                    <a:pt x="1262364" y="38747"/>
                  </a:lnTo>
                  <a:lnTo>
                    <a:pt x="1195924" y="36348"/>
                  </a:lnTo>
                  <a:lnTo>
                    <a:pt x="1129484" y="34003"/>
                  </a:lnTo>
                  <a:lnTo>
                    <a:pt x="1063043" y="31708"/>
                  </a:lnTo>
                  <a:lnTo>
                    <a:pt x="996603" y="29461"/>
                  </a:lnTo>
                  <a:lnTo>
                    <a:pt x="930163" y="27258"/>
                  </a:lnTo>
                  <a:lnTo>
                    <a:pt x="863723" y="25097"/>
                  </a:lnTo>
                  <a:lnTo>
                    <a:pt x="797282" y="22977"/>
                  </a:lnTo>
                  <a:lnTo>
                    <a:pt x="730842" y="20894"/>
                  </a:lnTo>
                  <a:lnTo>
                    <a:pt x="664402" y="18848"/>
                  </a:lnTo>
                  <a:lnTo>
                    <a:pt x="597962" y="16835"/>
                  </a:lnTo>
                  <a:lnTo>
                    <a:pt x="531521" y="14855"/>
                  </a:lnTo>
                  <a:lnTo>
                    <a:pt x="465081" y="12905"/>
                  </a:lnTo>
                  <a:lnTo>
                    <a:pt x="398641" y="10985"/>
                  </a:lnTo>
                  <a:lnTo>
                    <a:pt x="332201" y="9092"/>
                  </a:lnTo>
                  <a:lnTo>
                    <a:pt x="265760" y="7226"/>
                  </a:lnTo>
                  <a:lnTo>
                    <a:pt x="199320" y="5385"/>
                  </a:lnTo>
                  <a:lnTo>
                    <a:pt x="132880" y="3567"/>
                  </a:lnTo>
                  <a:lnTo>
                    <a:pt x="66440" y="1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99" name="tx90">
              <a:extLst>
                <a:ext uri="{FF2B5EF4-FFF2-40B4-BE49-F238E27FC236}">
                  <a16:creationId xmlns:a16="http://schemas.microsoft.com/office/drawing/2014/main" id="{CE96EFED-4BC2-C4AF-49C2-40922B643A2B}"/>
                </a:ext>
              </a:extLst>
            </p:cNvPr>
            <p:cNvSpPr/>
            <p:nvPr/>
          </p:nvSpPr>
          <p:spPr>
            <a:xfrm>
              <a:off x="965127" y="1633958"/>
              <a:ext cx="5138367" cy="25928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Environmental Distance </a:t>
              </a: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vs </a:t>
              </a:r>
              <a:r>
                <a:rPr lang="en-US"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</a:t>
              </a:r>
              <a:endPara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00" name="pl60">
              <a:extLst>
                <a:ext uri="{FF2B5EF4-FFF2-40B4-BE49-F238E27FC236}">
                  <a16:creationId xmlns:a16="http://schemas.microsoft.com/office/drawing/2014/main" id="{0E35B76D-DBC0-0781-82BB-12BDF92F6BF8}"/>
                </a:ext>
              </a:extLst>
            </p:cNvPr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tx61">
              <a:extLst>
                <a:ext uri="{FF2B5EF4-FFF2-40B4-BE49-F238E27FC236}">
                  <a16:creationId xmlns:a16="http://schemas.microsoft.com/office/drawing/2014/main" id="{6EE17A63-80BB-3334-797C-076F5EAD0B03}"/>
                </a:ext>
              </a:extLst>
            </p:cNvPr>
            <p:cNvSpPr/>
            <p:nvPr/>
          </p:nvSpPr>
          <p:spPr>
            <a:xfrm>
              <a:off x="683568" y="5349815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2" name="tx62">
              <a:extLst>
                <a:ext uri="{FF2B5EF4-FFF2-40B4-BE49-F238E27FC236}">
                  <a16:creationId xmlns:a16="http://schemas.microsoft.com/office/drawing/2014/main" id="{5DB9A9B5-B25E-BA45-5677-40DB12FAD04B}"/>
                </a:ext>
              </a:extLst>
            </p:cNvPr>
            <p:cNvSpPr/>
            <p:nvPr/>
          </p:nvSpPr>
          <p:spPr>
            <a:xfrm>
              <a:off x="683568" y="4287541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03" name="tx63">
              <a:extLst>
                <a:ext uri="{FF2B5EF4-FFF2-40B4-BE49-F238E27FC236}">
                  <a16:creationId xmlns:a16="http://schemas.microsoft.com/office/drawing/2014/main" id="{53328ABD-3165-89DA-1720-C93320E334D5}"/>
                </a:ext>
              </a:extLst>
            </p:cNvPr>
            <p:cNvSpPr/>
            <p:nvPr/>
          </p:nvSpPr>
          <p:spPr>
            <a:xfrm>
              <a:off x="683568" y="322526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104" name="tx64">
              <a:extLst>
                <a:ext uri="{FF2B5EF4-FFF2-40B4-BE49-F238E27FC236}">
                  <a16:creationId xmlns:a16="http://schemas.microsoft.com/office/drawing/2014/main" id="{7951C69E-42D9-24A8-8BAB-C1C107874322}"/>
                </a:ext>
              </a:extLst>
            </p:cNvPr>
            <p:cNvSpPr/>
            <p:nvPr/>
          </p:nvSpPr>
          <p:spPr>
            <a:xfrm>
              <a:off x="611560" y="2162994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05" name="pl65">
              <a:extLst>
                <a:ext uri="{FF2B5EF4-FFF2-40B4-BE49-F238E27FC236}">
                  <a16:creationId xmlns:a16="http://schemas.microsoft.com/office/drawing/2014/main" id="{D20C5D16-61EB-4DA7-0B30-52119AF8A133}"/>
                </a:ext>
              </a:extLst>
            </p:cNvPr>
            <p:cNvSpPr/>
            <p:nvPr/>
          </p:nvSpPr>
          <p:spPr>
            <a:xfrm>
              <a:off x="907081" y="538986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l66">
              <a:extLst>
                <a:ext uri="{FF2B5EF4-FFF2-40B4-BE49-F238E27FC236}">
                  <a16:creationId xmlns:a16="http://schemas.microsoft.com/office/drawing/2014/main" id="{ABD2DE7A-3062-ECA4-8840-432627B99E21}"/>
                </a:ext>
              </a:extLst>
            </p:cNvPr>
            <p:cNvSpPr/>
            <p:nvPr/>
          </p:nvSpPr>
          <p:spPr>
            <a:xfrm>
              <a:off x="907081" y="432759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l67">
              <a:extLst>
                <a:ext uri="{FF2B5EF4-FFF2-40B4-BE49-F238E27FC236}">
                  <a16:creationId xmlns:a16="http://schemas.microsoft.com/office/drawing/2014/main" id="{13B76E61-B4DA-C01B-FF8A-08F15491CC78}"/>
                </a:ext>
              </a:extLst>
            </p:cNvPr>
            <p:cNvSpPr/>
            <p:nvPr/>
          </p:nvSpPr>
          <p:spPr>
            <a:xfrm>
              <a:off x="907081" y="326531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l68">
              <a:extLst>
                <a:ext uri="{FF2B5EF4-FFF2-40B4-BE49-F238E27FC236}">
                  <a16:creationId xmlns:a16="http://schemas.microsoft.com/office/drawing/2014/main" id="{74322EB9-FD69-C12A-5B4D-22A7DCE778EA}"/>
                </a:ext>
              </a:extLst>
            </p:cNvPr>
            <p:cNvSpPr/>
            <p:nvPr/>
          </p:nvSpPr>
          <p:spPr>
            <a:xfrm>
              <a:off x="907081" y="220304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tx81">
              <a:extLst>
                <a:ext uri="{FF2B5EF4-FFF2-40B4-BE49-F238E27FC236}">
                  <a16:creationId xmlns:a16="http://schemas.microsoft.com/office/drawing/2014/main" id="{CC3F5C70-2E7A-4DF2-F5AF-12A2F7372465}"/>
                </a:ext>
              </a:extLst>
            </p:cNvPr>
            <p:cNvSpPr/>
            <p:nvPr/>
          </p:nvSpPr>
          <p:spPr>
            <a:xfrm rot="16200000">
              <a:off x="197203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11" name="pl71">
              <a:extLst>
                <a:ext uri="{FF2B5EF4-FFF2-40B4-BE49-F238E27FC236}">
                  <a16:creationId xmlns:a16="http://schemas.microsoft.com/office/drawing/2014/main" id="{AFA9B088-6875-D031-DC33-EF6B486E5393}"/>
                </a:ext>
              </a:extLst>
            </p:cNvPr>
            <p:cNvSpPr/>
            <p:nvPr/>
          </p:nvSpPr>
          <p:spPr>
            <a:xfrm>
              <a:off x="965127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l72">
              <a:extLst>
                <a:ext uri="{FF2B5EF4-FFF2-40B4-BE49-F238E27FC236}">
                  <a16:creationId xmlns:a16="http://schemas.microsoft.com/office/drawing/2014/main" id="{9065ED98-03AF-14F1-22E9-B0251BA3EEB8}"/>
                </a:ext>
              </a:extLst>
            </p:cNvPr>
            <p:cNvSpPr/>
            <p:nvPr/>
          </p:nvSpPr>
          <p:spPr>
            <a:xfrm>
              <a:off x="213669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l73">
              <a:extLst>
                <a:ext uri="{FF2B5EF4-FFF2-40B4-BE49-F238E27FC236}">
                  <a16:creationId xmlns:a16="http://schemas.microsoft.com/office/drawing/2014/main" id="{961E2A0E-2237-AD72-DA9B-CB06187A9173}"/>
                </a:ext>
              </a:extLst>
            </p:cNvPr>
            <p:cNvSpPr/>
            <p:nvPr/>
          </p:nvSpPr>
          <p:spPr>
            <a:xfrm>
              <a:off x="333344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l74">
              <a:extLst>
                <a:ext uri="{FF2B5EF4-FFF2-40B4-BE49-F238E27FC236}">
                  <a16:creationId xmlns:a16="http://schemas.microsoft.com/office/drawing/2014/main" id="{F6C43D57-DE25-DDBD-7505-75B6541760BF}"/>
                </a:ext>
              </a:extLst>
            </p:cNvPr>
            <p:cNvSpPr/>
            <p:nvPr/>
          </p:nvSpPr>
          <p:spPr>
            <a:xfrm>
              <a:off x="453019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l75">
              <a:extLst>
                <a:ext uri="{FF2B5EF4-FFF2-40B4-BE49-F238E27FC236}">
                  <a16:creationId xmlns:a16="http://schemas.microsoft.com/office/drawing/2014/main" id="{5F13DCCC-D6B6-D82F-F125-1DFEAE68C59C}"/>
                </a:ext>
              </a:extLst>
            </p:cNvPr>
            <p:cNvSpPr/>
            <p:nvPr/>
          </p:nvSpPr>
          <p:spPr>
            <a:xfrm>
              <a:off x="572693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l76">
              <a:extLst>
                <a:ext uri="{FF2B5EF4-FFF2-40B4-BE49-F238E27FC236}">
                  <a16:creationId xmlns:a16="http://schemas.microsoft.com/office/drawing/2014/main" id="{0F0DB0BA-1BE4-8E80-5351-087BC0A94159}"/>
                </a:ext>
              </a:extLst>
            </p:cNvPr>
            <p:cNvSpPr/>
            <p:nvPr/>
          </p:nvSpPr>
          <p:spPr>
            <a:xfrm>
              <a:off x="692368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tx77">
              <a:extLst>
                <a:ext uri="{FF2B5EF4-FFF2-40B4-BE49-F238E27FC236}">
                  <a16:creationId xmlns:a16="http://schemas.microsoft.com/office/drawing/2014/main" id="{06F524AE-F1A2-569C-AD2E-480CBF8E7F6B}"/>
                </a:ext>
              </a:extLst>
            </p:cNvPr>
            <p:cNvSpPr/>
            <p:nvPr/>
          </p:nvSpPr>
          <p:spPr>
            <a:xfrm>
              <a:off x="2105609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  <a:endPara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18" name="tx78">
              <a:extLst>
                <a:ext uri="{FF2B5EF4-FFF2-40B4-BE49-F238E27FC236}">
                  <a16:creationId xmlns:a16="http://schemas.microsoft.com/office/drawing/2014/main" id="{00448786-0B70-2CBA-C133-DF135ADDD9B6}"/>
                </a:ext>
              </a:extLst>
            </p:cNvPr>
            <p:cNvSpPr/>
            <p:nvPr/>
          </p:nvSpPr>
          <p:spPr>
            <a:xfrm>
              <a:off x="3302356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  <a:r>
                <a:rPr lang="en-US"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.00</a:t>
              </a:r>
              <a:endPara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19" name="tx79">
              <a:extLst>
                <a:ext uri="{FF2B5EF4-FFF2-40B4-BE49-F238E27FC236}">
                  <a16:creationId xmlns:a16="http://schemas.microsoft.com/office/drawing/2014/main" id="{B626819C-7206-1E6F-8E12-3CEEA2BD624D}"/>
                </a:ext>
              </a:extLst>
            </p:cNvPr>
            <p:cNvSpPr/>
            <p:nvPr/>
          </p:nvSpPr>
          <p:spPr>
            <a:xfrm>
              <a:off x="4499103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3.00</a:t>
              </a:r>
              <a:endPara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20" name="tx80">
              <a:extLst>
                <a:ext uri="{FF2B5EF4-FFF2-40B4-BE49-F238E27FC236}">
                  <a16:creationId xmlns:a16="http://schemas.microsoft.com/office/drawing/2014/main" id="{14AEF06F-0194-8AC3-91A8-49650A1831F6}"/>
                </a:ext>
              </a:extLst>
            </p:cNvPr>
            <p:cNvSpPr/>
            <p:nvPr/>
          </p:nvSpPr>
          <p:spPr>
            <a:xfrm>
              <a:off x="5695849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4.00</a:t>
              </a:r>
              <a:endPara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21" name="tx81">
              <a:extLst>
                <a:ext uri="{FF2B5EF4-FFF2-40B4-BE49-F238E27FC236}">
                  <a16:creationId xmlns:a16="http://schemas.microsoft.com/office/drawing/2014/main" id="{E881A6CA-44C4-365D-8A59-279209C2F483}"/>
                </a:ext>
              </a:extLst>
            </p:cNvPr>
            <p:cNvSpPr/>
            <p:nvPr/>
          </p:nvSpPr>
          <p:spPr>
            <a:xfrm>
              <a:off x="6892596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5.00</a:t>
              </a:r>
              <a:endPara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22" name="tx82">
              <a:extLst>
                <a:ext uri="{FF2B5EF4-FFF2-40B4-BE49-F238E27FC236}">
                  <a16:creationId xmlns:a16="http://schemas.microsoft.com/office/drawing/2014/main" id="{9DE280C9-E4E2-0111-4D05-424D595F7379}"/>
                </a:ext>
              </a:extLst>
            </p:cNvPr>
            <p:cNvSpPr/>
            <p:nvPr/>
          </p:nvSpPr>
          <p:spPr>
            <a:xfrm>
              <a:off x="3370766" y="6137094"/>
              <a:ext cx="14753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  <a:r>
                <a:rPr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123" name="pl72">
              <a:extLst>
                <a:ext uri="{FF2B5EF4-FFF2-40B4-BE49-F238E27FC236}">
                  <a16:creationId xmlns:a16="http://schemas.microsoft.com/office/drawing/2014/main" id="{47D8B071-81D2-0FA7-602F-C90E5D129C49}"/>
                </a:ext>
              </a:extLst>
            </p:cNvPr>
            <p:cNvSpPr/>
            <p:nvPr/>
          </p:nvSpPr>
          <p:spPr>
            <a:xfrm>
              <a:off x="1079808" y="5724243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tx76">
              <a:extLst>
                <a:ext uri="{FF2B5EF4-FFF2-40B4-BE49-F238E27FC236}">
                  <a16:creationId xmlns:a16="http://schemas.microsoft.com/office/drawing/2014/main" id="{EBDBAE74-2643-DE40-D20E-132338D2480B}"/>
                </a:ext>
              </a:extLst>
            </p:cNvPr>
            <p:cNvSpPr/>
            <p:nvPr/>
          </p:nvSpPr>
          <p:spPr>
            <a:xfrm>
              <a:off x="971041" y="587028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25" name="pl65">
              <a:extLst>
                <a:ext uri="{FF2B5EF4-FFF2-40B4-BE49-F238E27FC236}">
                  <a16:creationId xmlns:a16="http://schemas.microsoft.com/office/drawing/2014/main" id="{F92EBC05-3FA0-AF0F-655D-CAEDD1A06E94}"/>
                </a:ext>
              </a:extLst>
            </p:cNvPr>
            <p:cNvSpPr/>
            <p:nvPr/>
          </p:nvSpPr>
          <p:spPr>
            <a:xfrm>
              <a:off x="936806" y="572314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127" name="Rounded Rectangle 126">
            <a:extLst>
              <a:ext uri="{FF2B5EF4-FFF2-40B4-BE49-F238E27FC236}">
                <a16:creationId xmlns:a16="http://schemas.microsoft.com/office/drawing/2014/main" id="{745BF25A-4B9B-83C6-EFB9-34AC19AD3187}"/>
              </a:ext>
            </a:extLst>
          </p:cNvPr>
          <p:cNvSpPr/>
          <p:nvPr/>
        </p:nvSpPr>
        <p:spPr>
          <a:xfrm>
            <a:off x="2338299" y="2599197"/>
            <a:ext cx="1042416" cy="57607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tx1"/>
                </a:solidFill>
              </a:rPr>
              <a:t>τ</a:t>
            </a:r>
            <a:r>
              <a:rPr lang="en-US" sz="1500" b="1" i="1" dirty="0">
                <a:solidFill>
                  <a:schemeClr val="tx1"/>
                </a:solidFill>
              </a:rPr>
              <a:t> = -0.387</a:t>
            </a:r>
          </a:p>
          <a:p>
            <a:pPr algn="ctr"/>
            <a:r>
              <a:rPr lang="en-US" sz="1500" b="1" i="1" dirty="0">
                <a:solidFill>
                  <a:schemeClr val="tx1"/>
                </a:solidFill>
              </a:rPr>
              <a:t>*</a:t>
            </a:r>
          </a:p>
        </p:txBody>
      </p:sp>
      <p:sp>
        <p:nvSpPr>
          <p:cNvPr id="128" name="Rounded Rectangle 127">
            <a:extLst>
              <a:ext uri="{FF2B5EF4-FFF2-40B4-BE49-F238E27FC236}">
                <a16:creationId xmlns:a16="http://schemas.microsoft.com/office/drawing/2014/main" id="{9B4F7069-5F54-5458-856E-FBFF42A9E714}"/>
              </a:ext>
            </a:extLst>
          </p:cNvPr>
          <p:cNvSpPr/>
          <p:nvPr/>
        </p:nvSpPr>
        <p:spPr>
          <a:xfrm>
            <a:off x="2164491" y="3980718"/>
            <a:ext cx="1042416" cy="57607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bg1"/>
                </a:solidFill>
              </a:rPr>
              <a:t>τ</a:t>
            </a:r>
            <a:r>
              <a:rPr lang="en-US" sz="1500" b="1" i="1" dirty="0">
                <a:solidFill>
                  <a:schemeClr val="bg1"/>
                </a:solidFill>
              </a:rPr>
              <a:t> = -0.303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Picture 91" descr="A graph of a graph with green and blue dots&#10;&#10;AI-generated content may be incorrect.">
            <a:extLst>
              <a:ext uri="{FF2B5EF4-FFF2-40B4-BE49-F238E27FC236}">
                <a16:creationId xmlns:a16="http://schemas.microsoft.com/office/drawing/2014/main" id="{A4771168-B953-12E7-55E3-CA95DBA91A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67444"/>
            <a:ext cx="3667970" cy="2595898"/>
          </a:xfrm>
          <a:prstGeom prst="rect">
            <a:avLst/>
          </a:prstGeom>
        </p:spPr>
      </p:pic>
      <p:pic>
        <p:nvPicPr>
          <p:cNvPr id="94" name="Picture 93" descr="A graph of a comparison between a number of objects&#10;&#10;AI-generated content may be incorrect.">
            <a:extLst>
              <a:ext uri="{FF2B5EF4-FFF2-40B4-BE49-F238E27FC236}">
                <a16:creationId xmlns:a16="http://schemas.microsoft.com/office/drawing/2014/main" id="{9A7D71CF-9729-988C-B05B-D2EDD986E8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7970" y="555724"/>
            <a:ext cx="3667970" cy="2595898"/>
          </a:xfrm>
          <a:prstGeom prst="rect">
            <a:avLst/>
          </a:prstGeom>
        </p:spPr>
      </p:pic>
      <p:pic>
        <p:nvPicPr>
          <p:cNvPr id="96" name="Picture 95" descr="A graph of a comparison between a number of points&#10;&#10;AI-generated content may be incorrect.">
            <a:extLst>
              <a:ext uri="{FF2B5EF4-FFF2-40B4-BE49-F238E27FC236}">
                <a16:creationId xmlns:a16="http://schemas.microsoft.com/office/drawing/2014/main" id="{0B906F6A-B905-9016-C122-3616DE867F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5724"/>
            <a:ext cx="3667970" cy="2595898"/>
          </a:xfrm>
          <a:prstGeom prst="rect">
            <a:avLst/>
          </a:prstGeom>
        </p:spPr>
      </p:pic>
      <p:pic>
        <p:nvPicPr>
          <p:cNvPr id="98" name="Picture 97" descr="A graph of a graph of a number of numbers and a number of green dots&#10;&#10;AI-generated content may be incorrect.">
            <a:extLst>
              <a:ext uri="{FF2B5EF4-FFF2-40B4-BE49-F238E27FC236}">
                <a16:creationId xmlns:a16="http://schemas.microsoft.com/office/drawing/2014/main" id="{C9166BA5-3F6F-FF69-4373-6016BC4141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7970" y="3167444"/>
            <a:ext cx="3667970" cy="2595898"/>
          </a:xfrm>
          <a:prstGeom prst="rect">
            <a:avLst/>
          </a:prstGeom>
        </p:spPr>
      </p:pic>
      <p:pic>
        <p:nvPicPr>
          <p:cNvPr id="100" name="Picture 99" descr="A close-up of a sign&#10;&#10;AI-generated content may be incorrect.">
            <a:extLst>
              <a:ext uri="{FF2B5EF4-FFF2-40B4-BE49-F238E27FC236}">
                <a16:creationId xmlns:a16="http://schemas.microsoft.com/office/drawing/2014/main" id="{AD701B15-1689-28DF-B687-4CE1E01CF3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5940" y="768470"/>
            <a:ext cx="925838" cy="1085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4411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47760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98161" y="236842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98161" y="236671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98161" y="228793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2487239" y="235763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2487239" y="322949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2487239" y="280805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3261298" y="24605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3261298" y="223873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3261298" y="24867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2164676" y="250907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2164676" y="230561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2164676" y="224345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4307825" y="289448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4307825" y="233116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4307825" y="260938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3724249" y="250087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3724249" y="358290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3724249" y="31073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4033201" y="32941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4033201" y="348850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4033201" y="355574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877943" y="35586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877943" y="409737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877943" y="26300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56863" y="2070498"/>
              <a:ext cx="5679782" cy="1907196"/>
            </a:xfrm>
            <a:custGeom>
              <a:avLst/>
              <a:gdLst/>
              <a:ahLst/>
              <a:cxnLst/>
              <a:rect l="0" t="0" r="0" b="0"/>
              <a:pathLst>
                <a:path w="5679782" h="1907196">
                  <a:moveTo>
                    <a:pt x="0" y="0"/>
                  </a:moveTo>
                  <a:lnTo>
                    <a:pt x="71895" y="21318"/>
                  </a:lnTo>
                  <a:lnTo>
                    <a:pt x="143791" y="42561"/>
                  </a:lnTo>
                  <a:lnTo>
                    <a:pt x="215687" y="63725"/>
                  </a:lnTo>
                  <a:lnTo>
                    <a:pt x="287583" y="84804"/>
                  </a:lnTo>
                  <a:lnTo>
                    <a:pt x="359479" y="105792"/>
                  </a:lnTo>
                  <a:lnTo>
                    <a:pt x="431375" y="126683"/>
                  </a:lnTo>
                  <a:lnTo>
                    <a:pt x="503271" y="147470"/>
                  </a:lnTo>
                  <a:lnTo>
                    <a:pt x="575167" y="168147"/>
                  </a:lnTo>
                  <a:lnTo>
                    <a:pt x="647063" y="188706"/>
                  </a:lnTo>
                  <a:lnTo>
                    <a:pt x="718959" y="209138"/>
                  </a:lnTo>
                  <a:lnTo>
                    <a:pt x="790855" y="229434"/>
                  </a:lnTo>
                  <a:lnTo>
                    <a:pt x="862751" y="249586"/>
                  </a:lnTo>
                  <a:lnTo>
                    <a:pt x="934647" y="269582"/>
                  </a:lnTo>
                  <a:lnTo>
                    <a:pt x="1006543" y="289414"/>
                  </a:lnTo>
                  <a:lnTo>
                    <a:pt x="1078439" y="309068"/>
                  </a:lnTo>
                  <a:lnTo>
                    <a:pt x="1150335" y="328534"/>
                  </a:lnTo>
                  <a:lnTo>
                    <a:pt x="1222231" y="347798"/>
                  </a:lnTo>
                  <a:lnTo>
                    <a:pt x="1294127" y="366848"/>
                  </a:lnTo>
                  <a:lnTo>
                    <a:pt x="1366023" y="385669"/>
                  </a:lnTo>
                  <a:lnTo>
                    <a:pt x="1437919" y="404249"/>
                  </a:lnTo>
                  <a:lnTo>
                    <a:pt x="1509815" y="422572"/>
                  </a:lnTo>
                  <a:lnTo>
                    <a:pt x="1581711" y="440624"/>
                  </a:lnTo>
                  <a:lnTo>
                    <a:pt x="1653607" y="458390"/>
                  </a:lnTo>
                  <a:lnTo>
                    <a:pt x="1725503" y="475857"/>
                  </a:lnTo>
                  <a:lnTo>
                    <a:pt x="1797399" y="493009"/>
                  </a:lnTo>
                  <a:lnTo>
                    <a:pt x="1869295" y="509835"/>
                  </a:lnTo>
                  <a:lnTo>
                    <a:pt x="1941191" y="526323"/>
                  </a:lnTo>
                  <a:lnTo>
                    <a:pt x="2013087" y="542460"/>
                  </a:lnTo>
                  <a:lnTo>
                    <a:pt x="2084983" y="558237"/>
                  </a:lnTo>
                  <a:lnTo>
                    <a:pt x="2156879" y="573648"/>
                  </a:lnTo>
                  <a:lnTo>
                    <a:pt x="2228775" y="588686"/>
                  </a:lnTo>
                  <a:lnTo>
                    <a:pt x="2300671" y="603347"/>
                  </a:lnTo>
                  <a:lnTo>
                    <a:pt x="2372567" y="617631"/>
                  </a:lnTo>
                  <a:lnTo>
                    <a:pt x="2444463" y="631538"/>
                  </a:lnTo>
                  <a:lnTo>
                    <a:pt x="2516359" y="645070"/>
                  </a:lnTo>
                  <a:lnTo>
                    <a:pt x="2588255" y="658235"/>
                  </a:lnTo>
                  <a:lnTo>
                    <a:pt x="2660151" y="671038"/>
                  </a:lnTo>
                  <a:lnTo>
                    <a:pt x="2732047" y="683489"/>
                  </a:lnTo>
                  <a:lnTo>
                    <a:pt x="2803943" y="695598"/>
                  </a:lnTo>
                  <a:lnTo>
                    <a:pt x="2875839" y="707378"/>
                  </a:lnTo>
                  <a:lnTo>
                    <a:pt x="2947735" y="718841"/>
                  </a:lnTo>
                  <a:lnTo>
                    <a:pt x="3019631" y="730001"/>
                  </a:lnTo>
                  <a:lnTo>
                    <a:pt x="3091527" y="740873"/>
                  </a:lnTo>
                  <a:lnTo>
                    <a:pt x="3163423" y="751470"/>
                  </a:lnTo>
                  <a:lnTo>
                    <a:pt x="3235319" y="761807"/>
                  </a:lnTo>
                  <a:lnTo>
                    <a:pt x="3307215" y="771899"/>
                  </a:lnTo>
                  <a:lnTo>
                    <a:pt x="3379111" y="781760"/>
                  </a:lnTo>
                  <a:lnTo>
                    <a:pt x="3451007" y="791403"/>
                  </a:lnTo>
                  <a:lnTo>
                    <a:pt x="3522902" y="800842"/>
                  </a:lnTo>
                  <a:lnTo>
                    <a:pt x="3594798" y="810090"/>
                  </a:lnTo>
                  <a:lnTo>
                    <a:pt x="3666694" y="819158"/>
                  </a:lnTo>
                  <a:lnTo>
                    <a:pt x="3738590" y="828058"/>
                  </a:lnTo>
                  <a:lnTo>
                    <a:pt x="3810486" y="836801"/>
                  </a:lnTo>
                  <a:lnTo>
                    <a:pt x="3882382" y="845397"/>
                  </a:lnTo>
                  <a:lnTo>
                    <a:pt x="3954278" y="853856"/>
                  </a:lnTo>
                  <a:lnTo>
                    <a:pt x="4026174" y="862186"/>
                  </a:lnTo>
                  <a:lnTo>
                    <a:pt x="4098070" y="870396"/>
                  </a:lnTo>
                  <a:lnTo>
                    <a:pt x="4169966" y="878493"/>
                  </a:lnTo>
                  <a:lnTo>
                    <a:pt x="4241862" y="886486"/>
                  </a:lnTo>
                  <a:lnTo>
                    <a:pt x="4313758" y="894380"/>
                  </a:lnTo>
                  <a:lnTo>
                    <a:pt x="4385654" y="902182"/>
                  </a:lnTo>
                  <a:lnTo>
                    <a:pt x="4457550" y="909897"/>
                  </a:lnTo>
                  <a:lnTo>
                    <a:pt x="4529446" y="917532"/>
                  </a:lnTo>
                  <a:lnTo>
                    <a:pt x="4601342" y="925091"/>
                  </a:lnTo>
                  <a:lnTo>
                    <a:pt x="4673238" y="932579"/>
                  </a:lnTo>
                  <a:lnTo>
                    <a:pt x="4745134" y="940000"/>
                  </a:lnTo>
                  <a:lnTo>
                    <a:pt x="4817030" y="947358"/>
                  </a:lnTo>
                  <a:lnTo>
                    <a:pt x="4888926" y="954658"/>
                  </a:lnTo>
                  <a:lnTo>
                    <a:pt x="4960822" y="961901"/>
                  </a:lnTo>
                  <a:lnTo>
                    <a:pt x="5032718" y="969092"/>
                  </a:lnTo>
                  <a:lnTo>
                    <a:pt x="5104614" y="976234"/>
                  </a:lnTo>
                  <a:lnTo>
                    <a:pt x="5176510" y="983330"/>
                  </a:lnTo>
                  <a:lnTo>
                    <a:pt x="5248406" y="990381"/>
                  </a:lnTo>
                  <a:lnTo>
                    <a:pt x="5320302" y="997391"/>
                  </a:lnTo>
                  <a:lnTo>
                    <a:pt x="5392198" y="1004361"/>
                  </a:lnTo>
                  <a:lnTo>
                    <a:pt x="5464094" y="1011295"/>
                  </a:lnTo>
                  <a:lnTo>
                    <a:pt x="5535990" y="1018193"/>
                  </a:lnTo>
                  <a:lnTo>
                    <a:pt x="5607886" y="1025059"/>
                  </a:lnTo>
                  <a:lnTo>
                    <a:pt x="5679782" y="1031892"/>
                  </a:lnTo>
                  <a:lnTo>
                    <a:pt x="5679782" y="1907196"/>
                  </a:lnTo>
                  <a:lnTo>
                    <a:pt x="5607886" y="1885169"/>
                  </a:lnTo>
                  <a:lnTo>
                    <a:pt x="5535990" y="1863173"/>
                  </a:lnTo>
                  <a:lnTo>
                    <a:pt x="5464094" y="1841210"/>
                  </a:lnTo>
                  <a:lnTo>
                    <a:pt x="5392198" y="1819282"/>
                  </a:lnTo>
                  <a:lnTo>
                    <a:pt x="5320302" y="1797392"/>
                  </a:lnTo>
                  <a:lnTo>
                    <a:pt x="5248406" y="1775541"/>
                  </a:lnTo>
                  <a:lnTo>
                    <a:pt x="5176510" y="1753731"/>
                  </a:lnTo>
                  <a:lnTo>
                    <a:pt x="5104614" y="1731965"/>
                  </a:lnTo>
                  <a:lnTo>
                    <a:pt x="5032718" y="1710246"/>
                  </a:lnTo>
                  <a:lnTo>
                    <a:pt x="4960822" y="1688576"/>
                  </a:lnTo>
                  <a:lnTo>
                    <a:pt x="4888926" y="1666959"/>
                  </a:lnTo>
                  <a:lnTo>
                    <a:pt x="4817030" y="1645397"/>
                  </a:lnTo>
                  <a:lnTo>
                    <a:pt x="4745134" y="1623894"/>
                  </a:lnTo>
                  <a:lnTo>
                    <a:pt x="4673238" y="1602454"/>
                  </a:lnTo>
                  <a:lnTo>
                    <a:pt x="4601342" y="1581081"/>
                  </a:lnTo>
                  <a:lnTo>
                    <a:pt x="4529446" y="1559779"/>
                  </a:lnTo>
                  <a:lnTo>
                    <a:pt x="4457550" y="1538552"/>
                  </a:lnTo>
                  <a:lnTo>
                    <a:pt x="4385654" y="1517407"/>
                  </a:lnTo>
                  <a:lnTo>
                    <a:pt x="4313758" y="1496348"/>
                  </a:lnTo>
                  <a:lnTo>
                    <a:pt x="4241862" y="1475381"/>
                  </a:lnTo>
                  <a:lnTo>
                    <a:pt x="4169966" y="1454512"/>
                  </a:lnTo>
                  <a:lnTo>
                    <a:pt x="4098070" y="1433749"/>
                  </a:lnTo>
                  <a:lnTo>
                    <a:pt x="4026174" y="1413098"/>
                  </a:lnTo>
                  <a:lnTo>
                    <a:pt x="3954278" y="1392567"/>
                  </a:lnTo>
                  <a:lnTo>
                    <a:pt x="3882382" y="1372164"/>
                  </a:lnTo>
                  <a:lnTo>
                    <a:pt x="3810486" y="1351899"/>
                  </a:lnTo>
                  <a:lnTo>
                    <a:pt x="3738590" y="1331781"/>
                  </a:lnTo>
                  <a:lnTo>
                    <a:pt x="3666694" y="1311820"/>
                  </a:lnTo>
                  <a:lnTo>
                    <a:pt x="3594798" y="1292027"/>
                  </a:lnTo>
                  <a:lnTo>
                    <a:pt x="3522902" y="1272414"/>
                  </a:lnTo>
                  <a:lnTo>
                    <a:pt x="3451007" y="1252992"/>
                  </a:lnTo>
                  <a:lnTo>
                    <a:pt x="3379111" y="1233774"/>
                  </a:lnTo>
                  <a:lnTo>
                    <a:pt x="3307215" y="1214774"/>
                  </a:lnTo>
                  <a:lnTo>
                    <a:pt x="3235319" y="1196005"/>
                  </a:lnTo>
                  <a:lnTo>
                    <a:pt x="3163423" y="1177481"/>
                  </a:lnTo>
                  <a:lnTo>
                    <a:pt x="3091527" y="1159217"/>
                  </a:lnTo>
                  <a:lnTo>
                    <a:pt x="3019631" y="1141227"/>
                  </a:lnTo>
                  <a:lnTo>
                    <a:pt x="2947735" y="1123526"/>
                  </a:lnTo>
                  <a:lnTo>
                    <a:pt x="2875839" y="1106128"/>
                  </a:lnTo>
                  <a:lnTo>
                    <a:pt x="2803943" y="1089047"/>
                  </a:lnTo>
                  <a:lnTo>
                    <a:pt x="2732047" y="1072295"/>
                  </a:lnTo>
                  <a:lnTo>
                    <a:pt x="2660151" y="1055885"/>
                  </a:lnTo>
                  <a:lnTo>
                    <a:pt x="2588255" y="1039827"/>
                  </a:lnTo>
                  <a:lnTo>
                    <a:pt x="2516359" y="1024131"/>
                  </a:lnTo>
                  <a:lnTo>
                    <a:pt x="2444463" y="1008802"/>
                  </a:lnTo>
                  <a:lnTo>
                    <a:pt x="2372567" y="993848"/>
                  </a:lnTo>
                  <a:lnTo>
                    <a:pt x="2300671" y="979271"/>
                  </a:lnTo>
                  <a:lnTo>
                    <a:pt x="2228775" y="965071"/>
                  </a:lnTo>
                  <a:lnTo>
                    <a:pt x="2156879" y="951248"/>
                  </a:lnTo>
                  <a:lnTo>
                    <a:pt x="2084983" y="937797"/>
                  </a:lnTo>
                  <a:lnTo>
                    <a:pt x="2013087" y="924714"/>
                  </a:lnTo>
                  <a:lnTo>
                    <a:pt x="1941191" y="911990"/>
                  </a:lnTo>
                  <a:lnTo>
                    <a:pt x="1869295" y="899616"/>
                  </a:lnTo>
                  <a:lnTo>
                    <a:pt x="1797399" y="887581"/>
                  </a:lnTo>
                  <a:lnTo>
                    <a:pt x="1725503" y="875873"/>
                  </a:lnTo>
                  <a:lnTo>
                    <a:pt x="1653607" y="864478"/>
                  </a:lnTo>
                  <a:lnTo>
                    <a:pt x="1581711" y="853383"/>
                  </a:lnTo>
                  <a:lnTo>
                    <a:pt x="1509815" y="842574"/>
                  </a:lnTo>
                  <a:lnTo>
                    <a:pt x="1437919" y="832036"/>
                  </a:lnTo>
                  <a:lnTo>
                    <a:pt x="1366023" y="821755"/>
                  </a:lnTo>
                  <a:lnTo>
                    <a:pt x="1294127" y="811715"/>
                  </a:lnTo>
                  <a:lnTo>
                    <a:pt x="1222231" y="801904"/>
                  </a:lnTo>
                  <a:lnTo>
                    <a:pt x="1150335" y="792307"/>
                  </a:lnTo>
                  <a:lnTo>
                    <a:pt x="1078439" y="782912"/>
                  </a:lnTo>
                  <a:lnTo>
                    <a:pt x="1006543" y="773705"/>
                  </a:lnTo>
                  <a:lnTo>
                    <a:pt x="934647" y="764675"/>
                  </a:lnTo>
                  <a:lnTo>
                    <a:pt x="862751" y="755811"/>
                  </a:lnTo>
                  <a:lnTo>
                    <a:pt x="790855" y="747101"/>
                  </a:lnTo>
                  <a:lnTo>
                    <a:pt x="718959" y="738537"/>
                  </a:lnTo>
                  <a:lnTo>
                    <a:pt x="647063" y="730107"/>
                  </a:lnTo>
                  <a:lnTo>
                    <a:pt x="575167" y="721805"/>
                  </a:lnTo>
                  <a:lnTo>
                    <a:pt x="503271" y="713621"/>
                  </a:lnTo>
                  <a:lnTo>
                    <a:pt x="431375" y="705547"/>
                  </a:lnTo>
                  <a:lnTo>
                    <a:pt x="359479" y="697577"/>
                  </a:lnTo>
                  <a:lnTo>
                    <a:pt x="287583" y="689704"/>
                  </a:lnTo>
                  <a:lnTo>
                    <a:pt x="215687" y="681922"/>
                  </a:lnTo>
                  <a:lnTo>
                    <a:pt x="143791" y="674224"/>
                  </a:lnTo>
                  <a:lnTo>
                    <a:pt x="71895" y="666607"/>
                  </a:lnTo>
                  <a:lnTo>
                    <a:pt x="0" y="659064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56863" y="2070498"/>
              <a:ext cx="5679782" cy="1031892"/>
            </a:xfrm>
            <a:custGeom>
              <a:avLst/>
              <a:gdLst/>
              <a:ahLst/>
              <a:cxnLst/>
              <a:rect l="0" t="0" r="0" b="0"/>
              <a:pathLst>
                <a:path w="5679782" h="1031892">
                  <a:moveTo>
                    <a:pt x="0" y="0"/>
                  </a:moveTo>
                  <a:lnTo>
                    <a:pt x="71895" y="21318"/>
                  </a:lnTo>
                  <a:lnTo>
                    <a:pt x="143791" y="42561"/>
                  </a:lnTo>
                  <a:lnTo>
                    <a:pt x="215687" y="63725"/>
                  </a:lnTo>
                  <a:lnTo>
                    <a:pt x="287583" y="84804"/>
                  </a:lnTo>
                  <a:lnTo>
                    <a:pt x="359479" y="105792"/>
                  </a:lnTo>
                  <a:lnTo>
                    <a:pt x="431375" y="126683"/>
                  </a:lnTo>
                  <a:lnTo>
                    <a:pt x="503271" y="147470"/>
                  </a:lnTo>
                  <a:lnTo>
                    <a:pt x="575167" y="168147"/>
                  </a:lnTo>
                  <a:lnTo>
                    <a:pt x="647063" y="188706"/>
                  </a:lnTo>
                  <a:lnTo>
                    <a:pt x="718959" y="209138"/>
                  </a:lnTo>
                  <a:lnTo>
                    <a:pt x="790855" y="229434"/>
                  </a:lnTo>
                  <a:lnTo>
                    <a:pt x="862751" y="249586"/>
                  </a:lnTo>
                  <a:lnTo>
                    <a:pt x="934647" y="269582"/>
                  </a:lnTo>
                  <a:lnTo>
                    <a:pt x="1006543" y="289414"/>
                  </a:lnTo>
                  <a:lnTo>
                    <a:pt x="1078439" y="309068"/>
                  </a:lnTo>
                  <a:lnTo>
                    <a:pt x="1150335" y="328534"/>
                  </a:lnTo>
                  <a:lnTo>
                    <a:pt x="1222231" y="347798"/>
                  </a:lnTo>
                  <a:lnTo>
                    <a:pt x="1294127" y="366848"/>
                  </a:lnTo>
                  <a:lnTo>
                    <a:pt x="1366023" y="385669"/>
                  </a:lnTo>
                  <a:lnTo>
                    <a:pt x="1437919" y="404249"/>
                  </a:lnTo>
                  <a:lnTo>
                    <a:pt x="1509815" y="422572"/>
                  </a:lnTo>
                  <a:lnTo>
                    <a:pt x="1581711" y="440624"/>
                  </a:lnTo>
                  <a:lnTo>
                    <a:pt x="1653607" y="458390"/>
                  </a:lnTo>
                  <a:lnTo>
                    <a:pt x="1725503" y="475857"/>
                  </a:lnTo>
                  <a:lnTo>
                    <a:pt x="1797399" y="493009"/>
                  </a:lnTo>
                  <a:lnTo>
                    <a:pt x="1869295" y="509835"/>
                  </a:lnTo>
                  <a:lnTo>
                    <a:pt x="1941191" y="526323"/>
                  </a:lnTo>
                  <a:lnTo>
                    <a:pt x="2013087" y="542460"/>
                  </a:lnTo>
                  <a:lnTo>
                    <a:pt x="2084983" y="558237"/>
                  </a:lnTo>
                  <a:lnTo>
                    <a:pt x="2156879" y="573648"/>
                  </a:lnTo>
                  <a:lnTo>
                    <a:pt x="2228775" y="588686"/>
                  </a:lnTo>
                  <a:lnTo>
                    <a:pt x="2300671" y="603347"/>
                  </a:lnTo>
                  <a:lnTo>
                    <a:pt x="2372567" y="617631"/>
                  </a:lnTo>
                  <a:lnTo>
                    <a:pt x="2444463" y="631538"/>
                  </a:lnTo>
                  <a:lnTo>
                    <a:pt x="2516359" y="645070"/>
                  </a:lnTo>
                  <a:lnTo>
                    <a:pt x="2588255" y="658235"/>
                  </a:lnTo>
                  <a:lnTo>
                    <a:pt x="2660151" y="671038"/>
                  </a:lnTo>
                  <a:lnTo>
                    <a:pt x="2732047" y="683489"/>
                  </a:lnTo>
                  <a:lnTo>
                    <a:pt x="2803943" y="695598"/>
                  </a:lnTo>
                  <a:lnTo>
                    <a:pt x="2875839" y="707378"/>
                  </a:lnTo>
                  <a:lnTo>
                    <a:pt x="2947735" y="718841"/>
                  </a:lnTo>
                  <a:lnTo>
                    <a:pt x="3019631" y="730001"/>
                  </a:lnTo>
                  <a:lnTo>
                    <a:pt x="3091527" y="740873"/>
                  </a:lnTo>
                  <a:lnTo>
                    <a:pt x="3163423" y="751470"/>
                  </a:lnTo>
                  <a:lnTo>
                    <a:pt x="3235319" y="761807"/>
                  </a:lnTo>
                  <a:lnTo>
                    <a:pt x="3307215" y="771899"/>
                  </a:lnTo>
                  <a:lnTo>
                    <a:pt x="3379111" y="781760"/>
                  </a:lnTo>
                  <a:lnTo>
                    <a:pt x="3451007" y="791403"/>
                  </a:lnTo>
                  <a:lnTo>
                    <a:pt x="3522902" y="800842"/>
                  </a:lnTo>
                  <a:lnTo>
                    <a:pt x="3594798" y="810090"/>
                  </a:lnTo>
                  <a:lnTo>
                    <a:pt x="3666694" y="819158"/>
                  </a:lnTo>
                  <a:lnTo>
                    <a:pt x="3738590" y="828058"/>
                  </a:lnTo>
                  <a:lnTo>
                    <a:pt x="3810486" y="836801"/>
                  </a:lnTo>
                  <a:lnTo>
                    <a:pt x="3882382" y="845397"/>
                  </a:lnTo>
                  <a:lnTo>
                    <a:pt x="3954278" y="853856"/>
                  </a:lnTo>
                  <a:lnTo>
                    <a:pt x="4026174" y="862186"/>
                  </a:lnTo>
                  <a:lnTo>
                    <a:pt x="4098070" y="870396"/>
                  </a:lnTo>
                  <a:lnTo>
                    <a:pt x="4169966" y="878493"/>
                  </a:lnTo>
                  <a:lnTo>
                    <a:pt x="4241862" y="886486"/>
                  </a:lnTo>
                  <a:lnTo>
                    <a:pt x="4313758" y="894380"/>
                  </a:lnTo>
                  <a:lnTo>
                    <a:pt x="4385654" y="902182"/>
                  </a:lnTo>
                  <a:lnTo>
                    <a:pt x="4457550" y="909897"/>
                  </a:lnTo>
                  <a:lnTo>
                    <a:pt x="4529446" y="917532"/>
                  </a:lnTo>
                  <a:lnTo>
                    <a:pt x="4601342" y="925091"/>
                  </a:lnTo>
                  <a:lnTo>
                    <a:pt x="4673238" y="932579"/>
                  </a:lnTo>
                  <a:lnTo>
                    <a:pt x="4745134" y="940000"/>
                  </a:lnTo>
                  <a:lnTo>
                    <a:pt x="4817030" y="947358"/>
                  </a:lnTo>
                  <a:lnTo>
                    <a:pt x="4888926" y="954658"/>
                  </a:lnTo>
                  <a:lnTo>
                    <a:pt x="4960822" y="961901"/>
                  </a:lnTo>
                  <a:lnTo>
                    <a:pt x="5032718" y="969092"/>
                  </a:lnTo>
                  <a:lnTo>
                    <a:pt x="5104614" y="976234"/>
                  </a:lnTo>
                  <a:lnTo>
                    <a:pt x="5176510" y="983330"/>
                  </a:lnTo>
                  <a:lnTo>
                    <a:pt x="5248406" y="990381"/>
                  </a:lnTo>
                  <a:lnTo>
                    <a:pt x="5320302" y="997391"/>
                  </a:lnTo>
                  <a:lnTo>
                    <a:pt x="5392198" y="1004361"/>
                  </a:lnTo>
                  <a:lnTo>
                    <a:pt x="5464094" y="1011295"/>
                  </a:lnTo>
                  <a:lnTo>
                    <a:pt x="5535990" y="1018193"/>
                  </a:lnTo>
                  <a:lnTo>
                    <a:pt x="5607886" y="1025059"/>
                  </a:lnTo>
                  <a:lnTo>
                    <a:pt x="5679782" y="1031892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56863" y="2729563"/>
              <a:ext cx="5679782" cy="1248132"/>
            </a:xfrm>
            <a:custGeom>
              <a:avLst/>
              <a:gdLst/>
              <a:ahLst/>
              <a:cxnLst/>
              <a:rect l="0" t="0" r="0" b="0"/>
              <a:pathLst>
                <a:path w="5679782" h="1248132">
                  <a:moveTo>
                    <a:pt x="5679782" y="1248132"/>
                  </a:moveTo>
                  <a:lnTo>
                    <a:pt x="5607886" y="1226104"/>
                  </a:lnTo>
                  <a:lnTo>
                    <a:pt x="5535990" y="1204108"/>
                  </a:lnTo>
                  <a:lnTo>
                    <a:pt x="5464094" y="1182145"/>
                  </a:lnTo>
                  <a:lnTo>
                    <a:pt x="5392198" y="1160218"/>
                  </a:lnTo>
                  <a:lnTo>
                    <a:pt x="5320302" y="1138328"/>
                  </a:lnTo>
                  <a:lnTo>
                    <a:pt x="5248406" y="1116476"/>
                  </a:lnTo>
                  <a:lnTo>
                    <a:pt x="5176510" y="1094667"/>
                  </a:lnTo>
                  <a:lnTo>
                    <a:pt x="5104614" y="1072901"/>
                  </a:lnTo>
                  <a:lnTo>
                    <a:pt x="5032718" y="1051182"/>
                  </a:lnTo>
                  <a:lnTo>
                    <a:pt x="4960822" y="1029512"/>
                  </a:lnTo>
                  <a:lnTo>
                    <a:pt x="4888926" y="1007894"/>
                  </a:lnTo>
                  <a:lnTo>
                    <a:pt x="4817030" y="986332"/>
                  </a:lnTo>
                  <a:lnTo>
                    <a:pt x="4745134" y="964830"/>
                  </a:lnTo>
                  <a:lnTo>
                    <a:pt x="4673238" y="943390"/>
                  </a:lnTo>
                  <a:lnTo>
                    <a:pt x="4601342" y="922016"/>
                  </a:lnTo>
                  <a:lnTo>
                    <a:pt x="4529446" y="900714"/>
                  </a:lnTo>
                  <a:lnTo>
                    <a:pt x="4457550" y="879488"/>
                  </a:lnTo>
                  <a:lnTo>
                    <a:pt x="4385654" y="858343"/>
                  </a:lnTo>
                  <a:lnTo>
                    <a:pt x="4313758" y="837284"/>
                  </a:lnTo>
                  <a:lnTo>
                    <a:pt x="4241862" y="816317"/>
                  </a:lnTo>
                  <a:lnTo>
                    <a:pt x="4169966" y="795448"/>
                  </a:lnTo>
                  <a:lnTo>
                    <a:pt x="4098070" y="774684"/>
                  </a:lnTo>
                  <a:lnTo>
                    <a:pt x="4026174" y="754033"/>
                  </a:lnTo>
                  <a:lnTo>
                    <a:pt x="3954278" y="733502"/>
                  </a:lnTo>
                  <a:lnTo>
                    <a:pt x="3882382" y="713100"/>
                  </a:lnTo>
                  <a:lnTo>
                    <a:pt x="3810486" y="692835"/>
                  </a:lnTo>
                  <a:lnTo>
                    <a:pt x="3738590" y="672716"/>
                  </a:lnTo>
                  <a:lnTo>
                    <a:pt x="3666694" y="652756"/>
                  </a:lnTo>
                  <a:lnTo>
                    <a:pt x="3594798" y="632963"/>
                  </a:lnTo>
                  <a:lnTo>
                    <a:pt x="3522902" y="613349"/>
                  </a:lnTo>
                  <a:lnTo>
                    <a:pt x="3451007" y="593927"/>
                  </a:lnTo>
                  <a:lnTo>
                    <a:pt x="3379111" y="574709"/>
                  </a:lnTo>
                  <a:lnTo>
                    <a:pt x="3307215" y="555709"/>
                  </a:lnTo>
                  <a:lnTo>
                    <a:pt x="3235319" y="536940"/>
                  </a:lnTo>
                  <a:lnTo>
                    <a:pt x="3163423" y="518416"/>
                  </a:lnTo>
                  <a:lnTo>
                    <a:pt x="3091527" y="500152"/>
                  </a:lnTo>
                  <a:lnTo>
                    <a:pt x="3019631" y="482163"/>
                  </a:lnTo>
                  <a:lnTo>
                    <a:pt x="2947735" y="464462"/>
                  </a:lnTo>
                  <a:lnTo>
                    <a:pt x="2875839" y="447064"/>
                  </a:lnTo>
                  <a:lnTo>
                    <a:pt x="2803943" y="429983"/>
                  </a:lnTo>
                  <a:lnTo>
                    <a:pt x="2732047" y="413231"/>
                  </a:lnTo>
                  <a:lnTo>
                    <a:pt x="2660151" y="396821"/>
                  </a:lnTo>
                  <a:lnTo>
                    <a:pt x="2588255" y="380763"/>
                  </a:lnTo>
                  <a:lnTo>
                    <a:pt x="2516359" y="365066"/>
                  </a:lnTo>
                  <a:lnTo>
                    <a:pt x="2444463" y="349738"/>
                  </a:lnTo>
                  <a:lnTo>
                    <a:pt x="2372567" y="334783"/>
                  </a:lnTo>
                  <a:lnTo>
                    <a:pt x="2300671" y="320206"/>
                  </a:lnTo>
                  <a:lnTo>
                    <a:pt x="2228775" y="306006"/>
                  </a:lnTo>
                  <a:lnTo>
                    <a:pt x="2156879" y="292183"/>
                  </a:lnTo>
                  <a:lnTo>
                    <a:pt x="2084983" y="278733"/>
                  </a:lnTo>
                  <a:lnTo>
                    <a:pt x="2013087" y="265649"/>
                  </a:lnTo>
                  <a:lnTo>
                    <a:pt x="1941191" y="252925"/>
                  </a:lnTo>
                  <a:lnTo>
                    <a:pt x="1869295" y="240551"/>
                  </a:lnTo>
                  <a:lnTo>
                    <a:pt x="1797399" y="228516"/>
                  </a:lnTo>
                  <a:lnTo>
                    <a:pt x="1725503" y="216808"/>
                  </a:lnTo>
                  <a:lnTo>
                    <a:pt x="1653607" y="205414"/>
                  </a:lnTo>
                  <a:lnTo>
                    <a:pt x="1581711" y="194319"/>
                  </a:lnTo>
                  <a:lnTo>
                    <a:pt x="1509815" y="183510"/>
                  </a:lnTo>
                  <a:lnTo>
                    <a:pt x="1437919" y="172972"/>
                  </a:lnTo>
                  <a:lnTo>
                    <a:pt x="1366023" y="162690"/>
                  </a:lnTo>
                  <a:lnTo>
                    <a:pt x="1294127" y="152651"/>
                  </a:lnTo>
                  <a:lnTo>
                    <a:pt x="1222231" y="142839"/>
                  </a:lnTo>
                  <a:lnTo>
                    <a:pt x="1150335" y="133242"/>
                  </a:lnTo>
                  <a:lnTo>
                    <a:pt x="1078439" y="123847"/>
                  </a:lnTo>
                  <a:lnTo>
                    <a:pt x="1006543" y="114640"/>
                  </a:lnTo>
                  <a:lnTo>
                    <a:pt x="934647" y="105611"/>
                  </a:lnTo>
                  <a:lnTo>
                    <a:pt x="862751" y="96746"/>
                  </a:lnTo>
                  <a:lnTo>
                    <a:pt x="790855" y="88037"/>
                  </a:lnTo>
                  <a:lnTo>
                    <a:pt x="718959" y="79472"/>
                  </a:lnTo>
                  <a:lnTo>
                    <a:pt x="647063" y="71043"/>
                  </a:lnTo>
                  <a:lnTo>
                    <a:pt x="575167" y="62740"/>
                  </a:lnTo>
                  <a:lnTo>
                    <a:pt x="503271" y="54556"/>
                  </a:lnTo>
                  <a:lnTo>
                    <a:pt x="431375" y="46482"/>
                  </a:lnTo>
                  <a:lnTo>
                    <a:pt x="359479" y="38512"/>
                  </a:lnTo>
                  <a:lnTo>
                    <a:pt x="287583" y="30639"/>
                  </a:lnTo>
                  <a:lnTo>
                    <a:pt x="215687" y="22857"/>
                  </a:lnTo>
                  <a:lnTo>
                    <a:pt x="143791" y="15160"/>
                  </a:lnTo>
                  <a:lnTo>
                    <a:pt x="71895" y="75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56863" y="2400031"/>
              <a:ext cx="5679782" cy="1140012"/>
            </a:xfrm>
            <a:custGeom>
              <a:avLst/>
              <a:gdLst/>
              <a:ahLst/>
              <a:cxnLst/>
              <a:rect l="0" t="0" r="0" b="0"/>
              <a:pathLst>
                <a:path w="5679782" h="1140012">
                  <a:moveTo>
                    <a:pt x="0" y="0"/>
                  </a:moveTo>
                  <a:lnTo>
                    <a:pt x="71895" y="14430"/>
                  </a:lnTo>
                  <a:lnTo>
                    <a:pt x="143791" y="28861"/>
                  </a:lnTo>
                  <a:lnTo>
                    <a:pt x="215687" y="43291"/>
                  </a:lnTo>
                  <a:lnTo>
                    <a:pt x="287583" y="57722"/>
                  </a:lnTo>
                  <a:lnTo>
                    <a:pt x="359479" y="72152"/>
                  </a:lnTo>
                  <a:lnTo>
                    <a:pt x="431375" y="86583"/>
                  </a:lnTo>
                  <a:lnTo>
                    <a:pt x="503271" y="101013"/>
                  </a:lnTo>
                  <a:lnTo>
                    <a:pt x="575167" y="115444"/>
                  </a:lnTo>
                  <a:lnTo>
                    <a:pt x="647063" y="129874"/>
                  </a:lnTo>
                  <a:lnTo>
                    <a:pt x="718959" y="144305"/>
                  </a:lnTo>
                  <a:lnTo>
                    <a:pt x="790855" y="158735"/>
                  </a:lnTo>
                  <a:lnTo>
                    <a:pt x="862751" y="173166"/>
                  </a:lnTo>
                  <a:lnTo>
                    <a:pt x="934647" y="187596"/>
                  </a:lnTo>
                  <a:lnTo>
                    <a:pt x="1006543" y="202027"/>
                  </a:lnTo>
                  <a:lnTo>
                    <a:pt x="1078439" y="216458"/>
                  </a:lnTo>
                  <a:lnTo>
                    <a:pt x="1150335" y="230888"/>
                  </a:lnTo>
                  <a:lnTo>
                    <a:pt x="1222231" y="245319"/>
                  </a:lnTo>
                  <a:lnTo>
                    <a:pt x="1294127" y="259749"/>
                  </a:lnTo>
                  <a:lnTo>
                    <a:pt x="1366023" y="274180"/>
                  </a:lnTo>
                  <a:lnTo>
                    <a:pt x="1437919" y="288610"/>
                  </a:lnTo>
                  <a:lnTo>
                    <a:pt x="1509815" y="303041"/>
                  </a:lnTo>
                  <a:lnTo>
                    <a:pt x="1581711" y="317471"/>
                  </a:lnTo>
                  <a:lnTo>
                    <a:pt x="1653607" y="331902"/>
                  </a:lnTo>
                  <a:lnTo>
                    <a:pt x="1725503" y="346332"/>
                  </a:lnTo>
                  <a:lnTo>
                    <a:pt x="1797399" y="360763"/>
                  </a:lnTo>
                  <a:lnTo>
                    <a:pt x="1869295" y="375193"/>
                  </a:lnTo>
                  <a:lnTo>
                    <a:pt x="1941191" y="389624"/>
                  </a:lnTo>
                  <a:lnTo>
                    <a:pt x="2013087" y="404055"/>
                  </a:lnTo>
                  <a:lnTo>
                    <a:pt x="2084983" y="418485"/>
                  </a:lnTo>
                  <a:lnTo>
                    <a:pt x="2156879" y="432916"/>
                  </a:lnTo>
                  <a:lnTo>
                    <a:pt x="2228775" y="447346"/>
                  </a:lnTo>
                  <a:lnTo>
                    <a:pt x="2300671" y="461777"/>
                  </a:lnTo>
                  <a:lnTo>
                    <a:pt x="2372567" y="476207"/>
                  </a:lnTo>
                  <a:lnTo>
                    <a:pt x="2444463" y="490638"/>
                  </a:lnTo>
                  <a:lnTo>
                    <a:pt x="2516359" y="505068"/>
                  </a:lnTo>
                  <a:lnTo>
                    <a:pt x="2588255" y="519499"/>
                  </a:lnTo>
                  <a:lnTo>
                    <a:pt x="2660151" y="533929"/>
                  </a:lnTo>
                  <a:lnTo>
                    <a:pt x="2732047" y="548360"/>
                  </a:lnTo>
                  <a:lnTo>
                    <a:pt x="2803943" y="562790"/>
                  </a:lnTo>
                  <a:lnTo>
                    <a:pt x="2875839" y="577221"/>
                  </a:lnTo>
                  <a:lnTo>
                    <a:pt x="2947735" y="591651"/>
                  </a:lnTo>
                  <a:lnTo>
                    <a:pt x="3019631" y="606082"/>
                  </a:lnTo>
                  <a:lnTo>
                    <a:pt x="3091527" y="620513"/>
                  </a:lnTo>
                  <a:lnTo>
                    <a:pt x="3163423" y="634943"/>
                  </a:lnTo>
                  <a:lnTo>
                    <a:pt x="3235319" y="649374"/>
                  </a:lnTo>
                  <a:lnTo>
                    <a:pt x="3307215" y="663804"/>
                  </a:lnTo>
                  <a:lnTo>
                    <a:pt x="3379111" y="678235"/>
                  </a:lnTo>
                  <a:lnTo>
                    <a:pt x="3451007" y="692665"/>
                  </a:lnTo>
                  <a:lnTo>
                    <a:pt x="3522902" y="707096"/>
                  </a:lnTo>
                  <a:lnTo>
                    <a:pt x="3594798" y="721526"/>
                  </a:lnTo>
                  <a:lnTo>
                    <a:pt x="3666694" y="735957"/>
                  </a:lnTo>
                  <a:lnTo>
                    <a:pt x="3738590" y="750387"/>
                  </a:lnTo>
                  <a:lnTo>
                    <a:pt x="3810486" y="764818"/>
                  </a:lnTo>
                  <a:lnTo>
                    <a:pt x="3882382" y="779248"/>
                  </a:lnTo>
                  <a:lnTo>
                    <a:pt x="3954278" y="793679"/>
                  </a:lnTo>
                  <a:lnTo>
                    <a:pt x="4026174" y="808110"/>
                  </a:lnTo>
                  <a:lnTo>
                    <a:pt x="4098070" y="822540"/>
                  </a:lnTo>
                  <a:lnTo>
                    <a:pt x="4169966" y="836971"/>
                  </a:lnTo>
                  <a:lnTo>
                    <a:pt x="4241862" y="851401"/>
                  </a:lnTo>
                  <a:lnTo>
                    <a:pt x="4313758" y="865832"/>
                  </a:lnTo>
                  <a:lnTo>
                    <a:pt x="4385654" y="880262"/>
                  </a:lnTo>
                  <a:lnTo>
                    <a:pt x="4457550" y="894693"/>
                  </a:lnTo>
                  <a:lnTo>
                    <a:pt x="4529446" y="909123"/>
                  </a:lnTo>
                  <a:lnTo>
                    <a:pt x="4601342" y="923554"/>
                  </a:lnTo>
                  <a:lnTo>
                    <a:pt x="4673238" y="937984"/>
                  </a:lnTo>
                  <a:lnTo>
                    <a:pt x="4745134" y="952415"/>
                  </a:lnTo>
                  <a:lnTo>
                    <a:pt x="4817030" y="966845"/>
                  </a:lnTo>
                  <a:lnTo>
                    <a:pt x="4888926" y="981276"/>
                  </a:lnTo>
                  <a:lnTo>
                    <a:pt x="4960822" y="995706"/>
                  </a:lnTo>
                  <a:lnTo>
                    <a:pt x="5032718" y="1010137"/>
                  </a:lnTo>
                  <a:lnTo>
                    <a:pt x="5104614" y="1024568"/>
                  </a:lnTo>
                  <a:lnTo>
                    <a:pt x="5176510" y="1038998"/>
                  </a:lnTo>
                  <a:lnTo>
                    <a:pt x="5248406" y="1053429"/>
                  </a:lnTo>
                  <a:lnTo>
                    <a:pt x="5320302" y="1067859"/>
                  </a:lnTo>
                  <a:lnTo>
                    <a:pt x="5392198" y="1082290"/>
                  </a:lnTo>
                  <a:lnTo>
                    <a:pt x="5464094" y="1096720"/>
                  </a:lnTo>
                  <a:lnTo>
                    <a:pt x="5535990" y="1111151"/>
                  </a:lnTo>
                  <a:lnTo>
                    <a:pt x="5607886" y="1125581"/>
                  </a:lnTo>
                  <a:lnTo>
                    <a:pt x="5679782" y="1140012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1198161" y="253984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1198161" y="24939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1198161" y="255806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2487239" y="33023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2487239" y="27399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2487239" y="27750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3261298" y="249793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3261298" y="22785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3261298" y="254539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2164676" y="20522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2164676" y="238931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2164676" y="231521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4307825" y="292376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4307825" y="302860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4307825" y="25071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3724249" y="299982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3724249" y="368139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3724249" y="318685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4033201" y="370090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4033201" y="372006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4033201" y="376186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6877943" y="421488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t56"/>
            <p:cNvSpPr/>
            <p:nvPr/>
          </p:nvSpPr>
          <p:spPr>
            <a:xfrm>
              <a:off x="6877943" y="312657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t57"/>
            <p:cNvSpPr/>
            <p:nvPr/>
          </p:nvSpPr>
          <p:spPr>
            <a:xfrm>
              <a:off x="6877943" y="368297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1256863" y="2140059"/>
              <a:ext cx="5679782" cy="2116018"/>
            </a:xfrm>
            <a:custGeom>
              <a:avLst/>
              <a:gdLst/>
              <a:ahLst/>
              <a:cxnLst/>
              <a:rect l="0" t="0" r="0" b="0"/>
              <a:pathLst>
                <a:path w="5679782" h="2116018">
                  <a:moveTo>
                    <a:pt x="0" y="0"/>
                  </a:moveTo>
                  <a:lnTo>
                    <a:pt x="71895" y="23941"/>
                  </a:lnTo>
                  <a:lnTo>
                    <a:pt x="143791" y="47807"/>
                  </a:lnTo>
                  <a:lnTo>
                    <a:pt x="215687" y="71593"/>
                  </a:lnTo>
                  <a:lnTo>
                    <a:pt x="287583" y="95293"/>
                  </a:lnTo>
                  <a:lnTo>
                    <a:pt x="359479" y="118902"/>
                  </a:lnTo>
                  <a:lnTo>
                    <a:pt x="431375" y="142413"/>
                  </a:lnTo>
                  <a:lnTo>
                    <a:pt x="503271" y="165820"/>
                  </a:lnTo>
                  <a:lnTo>
                    <a:pt x="575167" y="189116"/>
                  </a:lnTo>
                  <a:lnTo>
                    <a:pt x="647063" y="212292"/>
                  </a:lnTo>
                  <a:lnTo>
                    <a:pt x="718959" y="235341"/>
                  </a:lnTo>
                  <a:lnTo>
                    <a:pt x="790855" y="258253"/>
                  </a:lnTo>
                  <a:lnTo>
                    <a:pt x="862751" y="281019"/>
                  </a:lnTo>
                  <a:lnTo>
                    <a:pt x="934647" y="303630"/>
                  </a:lnTo>
                  <a:lnTo>
                    <a:pt x="1006543" y="326074"/>
                  </a:lnTo>
                  <a:lnTo>
                    <a:pt x="1078439" y="348340"/>
                  </a:lnTo>
                  <a:lnTo>
                    <a:pt x="1150335" y="370415"/>
                  </a:lnTo>
                  <a:lnTo>
                    <a:pt x="1222231" y="392288"/>
                  </a:lnTo>
                  <a:lnTo>
                    <a:pt x="1294127" y="413945"/>
                  </a:lnTo>
                  <a:lnTo>
                    <a:pt x="1366023" y="435372"/>
                  </a:lnTo>
                  <a:lnTo>
                    <a:pt x="1437919" y="456555"/>
                  </a:lnTo>
                  <a:lnTo>
                    <a:pt x="1509815" y="477480"/>
                  </a:lnTo>
                  <a:lnTo>
                    <a:pt x="1581711" y="498132"/>
                  </a:lnTo>
                  <a:lnTo>
                    <a:pt x="1653607" y="518496"/>
                  </a:lnTo>
                  <a:lnTo>
                    <a:pt x="1725503" y="538558"/>
                  </a:lnTo>
                  <a:lnTo>
                    <a:pt x="1797399" y="558304"/>
                  </a:lnTo>
                  <a:lnTo>
                    <a:pt x="1869295" y="577722"/>
                  </a:lnTo>
                  <a:lnTo>
                    <a:pt x="1941191" y="596798"/>
                  </a:lnTo>
                  <a:lnTo>
                    <a:pt x="2013087" y="615521"/>
                  </a:lnTo>
                  <a:lnTo>
                    <a:pt x="2084983" y="633882"/>
                  </a:lnTo>
                  <a:lnTo>
                    <a:pt x="2156879" y="651874"/>
                  </a:lnTo>
                  <a:lnTo>
                    <a:pt x="2228775" y="669490"/>
                  </a:lnTo>
                  <a:lnTo>
                    <a:pt x="2300671" y="686727"/>
                  </a:lnTo>
                  <a:lnTo>
                    <a:pt x="2372567" y="703584"/>
                  </a:lnTo>
                  <a:lnTo>
                    <a:pt x="2444463" y="720061"/>
                  </a:lnTo>
                  <a:lnTo>
                    <a:pt x="2516359" y="736162"/>
                  </a:lnTo>
                  <a:lnTo>
                    <a:pt x="2588255" y="751891"/>
                  </a:lnTo>
                  <a:lnTo>
                    <a:pt x="2660151" y="767257"/>
                  </a:lnTo>
                  <a:lnTo>
                    <a:pt x="2732047" y="782268"/>
                  </a:lnTo>
                  <a:lnTo>
                    <a:pt x="2803943" y="796935"/>
                  </a:lnTo>
                  <a:lnTo>
                    <a:pt x="2875839" y="811270"/>
                  </a:lnTo>
                  <a:lnTo>
                    <a:pt x="2947735" y="825286"/>
                  </a:lnTo>
                  <a:lnTo>
                    <a:pt x="3019631" y="838997"/>
                  </a:lnTo>
                  <a:lnTo>
                    <a:pt x="3091527" y="852417"/>
                  </a:lnTo>
                  <a:lnTo>
                    <a:pt x="3163423" y="865561"/>
                  </a:lnTo>
                  <a:lnTo>
                    <a:pt x="3235319" y="878443"/>
                  </a:lnTo>
                  <a:lnTo>
                    <a:pt x="3307215" y="891078"/>
                  </a:lnTo>
                  <a:lnTo>
                    <a:pt x="3379111" y="903480"/>
                  </a:lnTo>
                  <a:lnTo>
                    <a:pt x="3451007" y="915664"/>
                  </a:lnTo>
                  <a:lnTo>
                    <a:pt x="3522902" y="927641"/>
                  </a:lnTo>
                  <a:lnTo>
                    <a:pt x="3594798" y="939426"/>
                  </a:lnTo>
                  <a:lnTo>
                    <a:pt x="3666694" y="951030"/>
                  </a:lnTo>
                  <a:lnTo>
                    <a:pt x="3738590" y="962465"/>
                  </a:lnTo>
                  <a:lnTo>
                    <a:pt x="3810486" y="973741"/>
                  </a:lnTo>
                  <a:lnTo>
                    <a:pt x="3882382" y="984870"/>
                  </a:lnTo>
                  <a:lnTo>
                    <a:pt x="3954278" y="995860"/>
                  </a:lnTo>
                  <a:lnTo>
                    <a:pt x="4026174" y="1006721"/>
                  </a:lnTo>
                  <a:lnTo>
                    <a:pt x="4098070" y="1017460"/>
                  </a:lnTo>
                  <a:lnTo>
                    <a:pt x="4169966" y="1028087"/>
                  </a:lnTo>
                  <a:lnTo>
                    <a:pt x="4241862" y="1038607"/>
                  </a:lnTo>
                  <a:lnTo>
                    <a:pt x="4313758" y="1049029"/>
                  </a:lnTo>
                  <a:lnTo>
                    <a:pt x="4385654" y="1059358"/>
                  </a:lnTo>
                  <a:lnTo>
                    <a:pt x="4457550" y="1069600"/>
                  </a:lnTo>
                  <a:lnTo>
                    <a:pt x="4529446" y="1079760"/>
                  </a:lnTo>
                  <a:lnTo>
                    <a:pt x="4601342" y="1089844"/>
                  </a:lnTo>
                  <a:lnTo>
                    <a:pt x="4673238" y="1099857"/>
                  </a:lnTo>
                  <a:lnTo>
                    <a:pt x="4745134" y="1109802"/>
                  </a:lnTo>
                  <a:lnTo>
                    <a:pt x="4817030" y="1119684"/>
                  </a:lnTo>
                  <a:lnTo>
                    <a:pt x="4888926" y="1129506"/>
                  </a:lnTo>
                  <a:lnTo>
                    <a:pt x="4960822" y="1139273"/>
                  </a:lnTo>
                  <a:lnTo>
                    <a:pt x="5032718" y="1148987"/>
                  </a:lnTo>
                  <a:lnTo>
                    <a:pt x="5104614" y="1158651"/>
                  </a:lnTo>
                  <a:lnTo>
                    <a:pt x="5176510" y="1168268"/>
                  </a:lnTo>
                  <a:lnTo>
                    <a:pt x="5248406" y="1177841"/>
                  </a:lnTo>
                  <a:lnTo>
                    <a:pt x="5320302" y="1187372"/>
                  </a:lnTo>
                  <a:lnTo>
                    <a:pt x="5392198" y="1196863"/>
                  </a:lnTo>
                  <a:lnTo>
                    <a:pt x="5464094" y="1206317"/>
                  </a:lnTo>
                  <a:lnTo>
                    <a:pt x="5535990" y="1215736"/>
                  </a:lnTo>
                  <a:lnTo>
                    <a:pt x="5607886" y="1225122"/>
                  </a:lnTo>
                  <a:lnTo>
                    <a:pt x="5679782" y="1234475"/>
                  </a:lnTo>
                  <a:lnTo>
                    <a:pt x="5679782" y="2116018"/>
                  </a:lnTo>
                  <a:lnTo>
                    <a:pt x="5607886" y="2091362"/>
                  </a:lnTo>
                  <a:lnTo>
                    <a:pt x="5535990" y="2066738"/>
                  </a:lnTo>
                  <a:lnTo>
                    <a:pt x="5464094" y="2042148"/>
                  </a:lnTo>
                  <a:lnTo>
                    <a:pt x="5392198" y="2017593"/>
                  </a:lnTo>
                  <a:lnTo>
                    <a:pt x="5320302" y="1993075"/>
                  </a:lnTo>
                  <a:lnTo>
                    <a:pt x="5248406" y="1968597"/>
                  </a:lnTo>
                  <a:lnTo>
                    <a:pt x="5176510" y="1944161"/>
                  </a:lnTo>
                  <a:lnTo>
                    <a:pt x="5104614" y="1919768"/>
                  </a:lnTo>
                  <a:lnTo>
                    <a:pt x="5032718" y="1895423"/>
                  </a:lnTo>
                  <a:lnTo>
                    <a:pt x="4960822" y="1871128"/>
                  </a:lnTo>
                  <a:lnTo>
                    <a:pt x="4888926" y="1846885"/>
                  </a:lnTo>
                  <a:lnTo>
                    <a:pt x="4817030" y="1822698"/>
                  </a:lnTo>
                  <a:lnTo>
                    <a:pt x="4745134" y="1798571"/>
                  </a:lnTo>
                  <a:lnTo>
                    <a:pt x="4673238" y="1774506"/>
                  </a:lnTo>
                  <a:lnTo>
                    <a:pt x="4601342" y="1750510"/>
                  </a:lnTo>
                  <a:lnTo>
                    <a:pt x="4529446" y="1726585"/>
                  </a:lnTo>
                  <a:lnTo>
                    <a:pt x="4457550" y="1702736"/>
                  </a:lnTo>
                  <a:lnTo>
                    <a:pt x="4385654" y="1678968"/>
                  </a:lnTo>
                  <a:lnTo>
                    <a:pt x="4313758" y="1655288"/>
                  </a:lnTo>
                  <a:lnTo>
                    <a:pt x="4241862" y="1631700"/>
                  </a:lnTo>
                  <a:lnTo>
                    <a:pt x="4169966" y="1608212"/>
                  </a:lnTo>
                  <a:lnTo>
                    <a:pt x="4098070" y="1584829"/>
                  </a:lnTo>
                  <a:lnTo>
                    <a:pt x="4026174" y="1561559"/>
                  </a:lnTo>
                  <a:lnTo>
                    <a:pt x="3954278" y="1538411"/>
                  </a:lnTo>
                  <a:lnTo>
                    <a:pt x="3882382" y="1515392"/>
                  </a:lnTo>
                  <a:lnTo>
                    <a:pt x="3810486" y="1492511"/>
                  </a:lnTo>
                  <a:lnTo>
                    <a:pt x="3738590" y="1469778"/>
                  </a:lnTo>
                  <a:lnTo>
                    <a:pt x="3666694" y="1447204"/>
                  </a:lnTo>
                  <a:lnTo>
                    <a:pt x="3594798" y="1424798"/>
                  </a:lnTo>
                  <a:lnTo>
                    <a:pt x="3522902" y="1402574"/>
                  </a:lnTo>
                  <a:lnTo>
                    <a:pt x="3451007" y="1380542"/>
                  </a:lnTo>
                  <a:lnTo>
                    <a:pt x="3379111" y="1358716"/>
                  </a:lnTo>
                  <a:lnTo>
                    <a:pt x="3307215" y="1337109"/>
                  </a:lnTo>
                  <a:lnTo>
                    <a:pt x="3235319" y="1315735"/>
                  </a:lnTo>
                  <a:lnTo>
                    <a:pt x="3163423" y="1294608"/>
                  </a:lnTo>
                  <a:lnTo>
                    <a:pt x="3091527" y="1273743"/>
                  </a:lnTo>
                  <a:lnTo>
                    <a:pt x="3019631" y="1253154"/>
                  </a:lnTo>
                  <a:lnTo>
                    <a:pt x="2947735" y="1232855"/>
                  </a:lnTo>
                  <a:lnTo>
                    <a:pt x="2875839" y="1212862"/>
                  </a:lnTo>
                  <a:lnTo>
                    <a:pt x="2803943" y="1193188"/>
                  </a:lnTo>
                  <a:lnTo>
                    <a:pt x="2732047" y="1173846"/>
                  </a:lnTo>
                  <a:lnTo>
                    <a:pt x="2660151" y="1154847"/>
                  </a:lnTo>
                  <a:lnTo>
                    <a:pt x="2588255" y="1136204"/>
                  </a:lnTo>
                  <a:lnTo>
                    <a:pt x="2516359" y="1117924"/>
                  </a:lnTo>
                  <a:lnTo>
                    <a:pt x="2444463" y="1100015"/>
                  </a:lnTo>
                  <a:lnTo>
                    <a:pt x="2372567" y="1082483"/>
                  </a:lnTo>
                  <a:lnTo>
                    <a:pt x="2300671" y="1065330"/>
                  </a:lnTo>
                  <a:lnTo>
                    <a:pt x="2228775" y="1048558"/>
                  </a:lnTo>
                  <a:lnTo>
                    <a:pt x="2156879" y="1032165"/>
                  </a:lnTo>
                  <a:lnTo>
                    <a:pt x="2084983" y="1016148"/>
                  </a:lnTo>
                  <a:lnTo>
                    <a:pt x="2013087" y="1000500"/>
                  </a:lnTo>
                  <a:lnTo>
                    <a:pt x="1941191" y="985214"/>
                  </a:lnTo>
                  <a:lnTo>
                    <a:pt x="1869295" y="970280"/>
                  </a:lnTo>
                  <a:lnTo>
                    <a:pt x="1797399" y="955688"/>
                  </a:lnTo>
                  <a:lnTo>
                    <a:pt x="1725503" y="941425"/>
                  </a:lnTo>
                  <a:lnTo>
                    <a:pt x="1653607" y="927478"/>
                  </a:lnTo>
                  <a:lnTo>
                    <a:pt x="1581711" y="913833"/>
                  </a:lnTo>
                  <a:lnTo>
                    <a:pt x="1509815" y="900476"/>
                  </a:lnTo>
                  <a:lnTo>
                    <a:pt x="1437919" y="887391"/>
                  </a:lnTo>
                  <a:lnTo>
                    <a:pt x="1366023" y="874565"/>
                  </a:lnTo>
                  <a:lnTo>
                    <a:pt x="1294127" y="861983"/>
                  </a:lnTo>
                  <a:lnTo>
                    <a:pt x="1222231" y="849631"/>
                  </a:lnTo>
                  <a:lnTo>
                    <a:pt x="1150335" y="837494"/>
                  </a:lnTo>
                  <a:lnTo>
                    <a:pt x="1078439" y="825561"/>
                  </a:lnTo>
                  <a:lnTo>
                    <a:pt x="1006543" y="813817"/>
                  </a:lnTo>
                  <a:lnTo>
                    <a:pt x="934647" y="802252"/>
                  </a:lnTo>
                  <a:lnTo>
                    <a:pt x="862751" y="790853"/>
                  </a:lnTo>
                  <a:lnTo>
                    <a:pt x="790855" y="779610"/>
                  </a:lnTo>
                  <a:lnTo>
                    <a:pt x="718959" y="768513"/>
                  </a:lnTo>
                  <a:lnTo>
                    <a:pt x="647063" y="757553"/>
                  </a:lnTo>
                  <a:lnTo>
                    <a:pt x="575167" y="746720"/>
                  </a:lnTo>
                  <a:lnTo>
                    <a:pt x="503271" y="736006"/>
                  </a:lnTo>
                  <a:lnTo>
                    <a:pt x="431375" y="725403"/>
                  </a:lnTo>
                  <a:lnTo>
                    <a:pt x="359479" y="714905"/>
                  </a:lnTo>
                  <a:lnTo>
                    <a:pt x="287583" y="704505"/>
                  </a:lnTo>
                  <a:lnTo>
                    <a:pt x="215687" y="694196"/>
                  </a:lnTo>
                  <a:lnTo>
                    <a:pt x="143791" y="683973"/>
                  </a:lnTo>
                  <a:lnTo>
                    <a:pt x="71895" y="673829"/>
                  </a:lnTo>
                  <a:lnTo>
                    <a:pt x="0" y="663762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56863" y="2140059"/>
              <a:ext cx="5679782" cy="1234475"/>
            </a:xfrm>
            <a:custGeom>
              <a:avLst/>
              <a:gdLst/>
              <a:ahLst/>
              <a:cxnLst/>
              <a:rect l="0" t="0" r="0" b="0"/>
              <a:pathLst>
                <a:path w="5679782" h="1234475">
                  <a:moveTo>
                    <a:pt x="0" y="0"/>
                  </a:moveTo>
                  <a:lnTo>
                    <a:pt x="71895" y="23941"/>
                  </a:lnTo>
                  <a:lnTo>
                    <a:pt x="143791" y="47807"/>
                  </a:lnTo>
                  <a:lnTo>
                    <a:pt x="215687" y="71593"/>
                  </a:lnTo>
                  <a:lnTo>
                    <a:pt x="287583" y="95293"/>
                  </a:lnTo>
                  <a:lnTo>
                    <a:pt x="359479" y="118902"/>
                  </a:lnTo>
                  <a:lnTo>
                    <a:pt x="431375" y="142413"/>
                  </a:lnTo>
                  <a:lnTo>
                    <a:pt x="503271" y="165820"/>
                  </a:lnTo>
                  <a:lnTo>
                    <a:pt x="575167" y="189116"/>
                  </a:lnTo>
                  <a:lnTo>
                    <a:pt x="647063" y="212292"/>
                  </a:lnTo>
                  <a:lnTo>
                    <a:pt x="718959" y="235341"/>
                  </a:lnTo>
                  <a:lnTo>
                    <a:pt x="790855" y="258253"/>
                  </a:lnTo>
                  <a:lnTo>
                    <a:pt x="862751" y="281019"/>
                  </a:lnTo>
                  <a:lnTo>
                    <a:pt x="934647" y="303630"/>
                  </a:lnTo>
                  <a:lnTo>
                    <a:pt x="1006543" y="326074"/>
                  </a:lnTo>
                  <a:lnTo>
                    <a:pt x="1078439" y="348340"/>
                  </a:lnTo>
                  <a:lnTo>
                    <a:pt x="1150335" y="370415"/>
                  </a:lnTo>
                  <a:lnTo>
                    <a:pt x="1222231" y="392288"/>
                  </a:lnTo>
                  <a:lnTo>
                    <a:pt x="1294127" y="413945"/>
                  </a:lnTo>
                  <a:lnTo>
                    <a:pt x="1366023" y="435372"/>
                  </a:lnTo>
                  <a:lnTo>
                    <a:pt x="1437919" y="456555"/>
                  </a:lnTo>
                  <a:lnTo>
                    <a:pt x="1509815" y="477480"/>
                  </a:lnTo>
                  <a:lnTo>
                    <a:pt x="1581711" y="498132"/>
                  </a:lnTo>
                  <a:lnTo>
                    <a:pt x="1653607" y="518496"/>
                  </a:lnTo>
                  <a:lnTo>
                    <a:pt x="1725503" y="538558"/>
                  </a:lnTo>
                  <a:lnTo>
                    <a:pt x="1797399" y="558304"/>
                  </a:lnTo>
                  <a:lnTo>
                    <a:pt x="1869295" y="577722"/>
                  </a:lnTo>
                  <a:lnTo>
                    <a:pt x="1941191" y="596798"/>
                  </a:lnTo>
                  <a:lnTo>
                    <a:pt x="2013087" y="615521"/>
                  </a:lnTo>
                  <a:lnTo>
                    <a:pt x="2084983" y="633882"/>
                  </a:lnTo>
                  <a:lnTo>
                    <a:pt x="2156879" y="651874"/>
                  </a:lnTo>
                  <a:lnTo>
                    <a:pt x="2228775" y="669490"/>
                  </a:lnTo>
                  <a:lnTo>
                    <a:pt x="2300671" y="686727"/>
                  </a:lnTo>
                  <a:lnTo>
                    <a:pt x="2372567" y="703584"/>
                  </a:lnTo>
                  <a:lnTo>
                    <a:pt x="2444463" y="720061"/>
                  </a:lnTo>
                  <a:lnTo>
                    <a:pt x="2516359" y="736162"/>
                  </a:lnTo>
                  <a:lnTo>
                    <a:pt x="2588255" y="751891"/>
                  </a:lnTo>
                  <a:lnTo>
                    <a:pt x="2660151" y="767257"/>
                  </a:lnTo>
                  <a:lnTo>
                    <a:pt x="2732047" y="782268"/>
                  </a:lnTo>
                  <a:lnTo>
                    <a:pt x="2803943" y="796935"/>
                  </a:lnTo>
                  <a:lnTo>
                    <a:pt x="2875839" y="811270"/>
                  </a:lnTo>
                  <a:lnTo>
                    <a:pt x="2947735" y="825286"/>
                  </a:lnTo>
                  <a:lnTo>
                    <a:pt x="3019631" y="838997"/>
                  </a:lnTo>
                  <a:lnTo>
                    <a:pt x="3091527" y="852417"/>
                  </a:lnTo>
                  <a:lnTo>
                    <a:pt x="3163423" y="865561"/>
                  </a:lnTo>
                  <a:lnTo>
                    <a:pt x="3235319" y="878443"/>
                  </a:lnTo>
                  <a:lnTo>
                    <a:pt x="3307215" y="891078"/>
                  </a:lnTo>
                  <a:lnTo>
                    <a:pt x="3379111" y="903480"/>
                  </a:lnTo>
                  <a:lnTo>
                    <a:pt x="3451007" y="915664"/>
                  </a:lnTo>
                  <a:lnTo>
                    <a:pt x="3522902" y="927641"/>
                  </a:lnTo>
                  <a:lnTo>
                    <a:pt x="3594798" y="939426"/>
                  </a:lnTo>
                  <a:lnTo>
                    <a:pt x="3666694" y="951030"/>
                  </a:lnTo>
                  <a:lnTo>
                    <a:pt x="3738590" y="962465"/>
                  </a:lnTo>
                  <a:lnTo>
                    <a:pt x="3810486" y="973741"/>
                  </a:lnTo>
                  <a:lnTo>
                    <a:pt x="3882382" y="984870"/>
                  </a:lnTo>
                  <a:lnTo>
                    <a:pt x="3954278" y="995860"/>
                  </a:lnTo>
                  <a:lnTo>
                    <a:pt x="4026174" y="1006721"/>
                  </a:lnTo>
                  <a:lnTo>
                    <a:pt x="4098070" y="1017460"/>
                  </a:lnTo>
                  <a:lnTo>
                    <a:pt x="4169966" y="1028087"/>
                  </a:lnTo>
                  <a:lnTo>
                    <a:pt x="4241862" y="1038607"/>
                  </a:lnTo>
                  <a:lnTo>
                    <a:pt x="4313758" y="1049029"/>
                  </a:lnTo>
                  <a:lnTo>
                    <a:pt x="4385654" y="1059358"/>
                  </a:lnTo>
                  <a:lnTo>
                    <a:pt x="4457550" y="1069600"/>
                  </a:lnTo>
                  <a:lnTo>
                    <a:pt x="4529446" y="1079760"/>
                  </a:lnTo>
                  <a:lnTo>
                    <a:pt x="4601342" y="1089844"/>
                  </a:lnTo>
                  <a:lnTo>
                    <a:pt x="4673238" y="1099857"/>
                  </a:lnTo>
                  <a:lnTo>
                    <a:pt x="4745134" y="1109802"/>
                  </a:lnTo>
                  <a:lnTo>
                    <a:pt x="4817030" y="1119684"/>
                  </a:lnTo>
                  <a:lnTo>
                    <a:pt x="4888926" y="1129506"/>
                  </a:lnTo>
                  <a:lnTo>
                    <a:pt x="4960822" y="1139273"/>
                  </a:lnTo>
                  <a:lnTo>
                    <a:pt x="5032718" y="1148987"/>
                  </a:lnTo>
                  <a:lnTo>
                    <a:pt x="5104614" y="1158651"/>
                  </a:lnTo>
                  <a:lnTo>
                    <a:pt x="5176510" y="1168268"/>
                  </a:lnTo>
                  <a:lnTo>
                    <a:pt x="5248406" y="1177841"/>
                  </a:lnTo>
                  <a:lnTo>
                    <a:pt x="5320302" y="1187372"/>
                  </a:lnTo>
                  <a:lnTo>
                    <a:pt x="5392198" y="1196863"/>
                  </a:lnTo>
                  <a:lnTo>
                    <a:pt x="5464094" y="1206317"/>
                  </a:lnTo>
                  <a:lnTo>
                    <a:pt x="5535990" y="1215736"/>
                  </a:lnTo>
                  <a:lnTo>
                    <a:pt x="5607886" y="1225122"/>
                  </a:lnTo>
                  <a:lnTo>
                    <a:pt x="5679782" y="1234475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1256863" y="2803821"/>
              <a:ext cx="5679782" cy="1452256"/>
            </a:xfrm>
            <a:custGeom>
              <a:avLst/>
              <a:gdLst/>
              <a:ahLst/>
              <a:cxnLst/>
              <a:rect l="0" t="0" r="0" b="0"/>
              <a:pathLst>
                <a:path w="5679782" h="1452256">
                  <a:moveTo>
                    <a:pt x="5679782" y="1452256"/>
                  </a:moveTo>
                  <a:lnTo>
                    <a:pt x="5607886" y="1427600"/>
                  </a:lnTo>
                  <a:lnTo>
                    <a:pt x="5535990" y="1402976"/>
                  </a:lnTo>
                  <a:lnTo>
                    <a:pt x="5464094" y="1378386"/>
                  </a:lnTo>
                  <a:lnTo>
                    <a:pt x="5392198" y="1353831"/>
                  </a:lnTo>
                  <a:lnTo>
                    <a:pt x="5320302" y="1329313"/>
                  </a:lnTo>
                  <a:lnTo>
                    <a:pt x="5248406" y="1304835"/>
                  </a:lnTo>
                  <a:lnTo>
                    <a:pt x="5176510" y="1280398"/>
                  </a:lnTo>
                  <a:lnTo>
                    <a:pt x="5104614" y="1256006"/>
                  </a:lnTo>
                  <a:lnTo>
                    <a:pt x="5032718" y="1231661"/>
                  </a:lnTo>
                  <a:lnTo>
                    <a:pt x="4960822" y="1207365"/>
                  </a:lnTo>
                  <a:lnTo>
                    <a:pt x="4888926" y="1183123"/>
                  </a:lnTo>
                  <a:lnTo>
                    <a:pt x="4817030" y="1158936"/>
                  </a:lnTo>
                  <a:lnTo>
                    <a:pt x="4745134" y="1134808"/>
                  </a:lnTo>
                  <a:lnTo>
                    <a:pt x="4673238" y="1110744"/>
                  </a:lnTo>
                  <a:lnTo>
                    <a:pt x="4601342" y="1086747"/>
                  </a:lnTo>
                  <a:lnTo>
                    <a:pt x="4529446" y="1062822"/>
                  </a:lnTo>
                  <a:lnTo>
                    <a:pt x="4457550" y="1038974"/>
                  </a:lnTo>
                  <a:lnTo>
                    <a:pt x="4385654" y="1015206"/>
                  </a:lnTo>
                  <a:lnTo>
                    <a:pt x="4313758" y="991526"/>
                  </a:lnTo>
                  <a:lnTo>
                    <a:pt x="4241862" y="967938"/>
                  </a:lnTo>
                  <a:lnTo>
                    <a:pt x="4169966" y="944449"/>
                  </a:lnTo>
                  <a:lnTo>
                    <a:pt x="4098070" y="921067"/>
                  </a:lnTo>
                  <a:lnTo>
                    <a:pt x="4026174" y="897797"/>
                  </a:lnTo>
                  <a:lnTo>
                    <a:pt x="3954278" y="874649"/>
                  </a:lnTo>
                  <a:lnTo>
                    <a:pt x="3882382" y="851629"/>
                  </a:lnTo>
                  <a:lnTo>
                    <a:pt x="3810486" y="828749"/>
                  </a:lnTo>
                  <a:lnTo>
                    <a:pt x="3738590" y="806016"/>
                  </a:lnTo>
                  <a:lnTo>
                    <a:pt x="3666694" y="783441"/>
                  </a:lnTo>
                  <a:lnTo>
                    <a:pt x="3594798" y="761036"/>
                  </a:lnTo>
                  <a:lnTo>
                    <a:pt x="3522902" y="738812"/>
                  </a:lnTo>
                  <a:lnTo>
                    <a:pt x="3451007" y="716780"/>
                  </a:lnTo>
                  <a:lnTo>
                    <a:pt x="3379111" y="694954"/>
                  </a:lnTo>
                  <a:lnTo>
                    <a:pt x="3307215" y="673347"/>
                  </a:lnTo>
                  <a:lnTo>
                    <a:pt x="3235319" y="651973"/>
                  </a:lnTo>
                  <a:lnTo>
                    <a:pt x="3163423" y="630846"/>
                  </a:lnTo>
                  <a:lnTo>
                    <a:pt x="3091527" y="609981"/>
                  </a:lnTo>
                  <a:lnTo>
                    <a:pt x="3019631" y="589392"/>
                  </a:lnTo>
                  <a:lnTo>
                    <a:pt x="2947735" y="569093"/>
                  </a:lnTo>
                  <a:lnTo>
                    <a:pt x="2875839" y="549100"/>
                  </a:lnTo>
                  <a:lnTo>
                    <a:pt x="2803943" y="529426"/>
                  </a:lnTo>
                  <a:lnTo>
                    <a:pt x="2732047" y="510083"/>
                  </a:lnTo>
                  <a:lnTo>
                    <a:pt x="2660151" y="491085"/>
                  </a:lnTo>
                  <a:lnTo>
                    <a:pt x="2588255" y="472441"/>
                  </a:lnTo>
                  <a:lnTo>
                    <a:pt x="2516359" y="454162"/>
                  </a:lnTo>
                  <a:lnTo>
                    <a:pt x="2444463" y="436253"/>
                  </a:lnTo>
                  <a:lnTo>
                    <a:pt x="2372567" y="418721"/>
                  </a:lnTo>
                  <a:lnTo>
                    <a:pt x="2300671" y="401568"/>
                  </a:lnTo>
                  <a:lnTo>
                    <a:pt x="2228775" y="384796"/>
                  </a:lnTo>
                  <a:lnTo>
                    <a:pt x="2156879" y="368403"/>
                  </a:lnTo>
                  <a:lnTo>
                    <a:pt x="2084983" y="352385"/>
                  </a:lnTo>
                  <a:lnTo>
                    <a:pt x="2013087" y="336738"/>
                  </a:lnTo>
                  <a:lnTo>
                    <a:pt x="1941191" y="321452"/>
                  </a:lnTo>
                  <a:lnTo>
                    <a:pt x="1869295" y="306518"/>
                  </a:lnTo>
                  <a:lnTo>
                    <a:pt x="1797399" y="291926"/>
                  </a:lnTo>
                  <a:lnTo>
                    <a:pt x="1725503" y="277663"/>
                  </a:lnTo>
                  <a:lnTo>
                    <a:pt x="1653607" y="263716"/>
                  </a:lnTo>
                  <a:lnTo>
                    <a:pt x="1581711" y="250071"/>
                  </a:lnTo>
                  <a:lnTo>
                    <a:pt x="1509815" y="236714"/>
                  </a:lnTo>
                  <a:lnTo>
                    <a:pt x="1437919" y="223629"/>
                  </a:lnTo>
                  <a:lnTo>
                    <a:pt x="1366023" y="210803"/>
                  </a:lnTo>
                  <a:lnTo>
                    <a:pt x="1294127" y="198221"/>
                  </a:lnTo>
                  <a:lnTo>
                    <a:pt x="1222231" y="185868"/>
                  </a:lnTo>
                  <a:lnTo>
                    <a:pt x="1150335" y="173732"/>
                  </a:lnTo>
                  <a:lnTo>
                    <a:pt x="1078439" y="161798"/>
                  </a:lnTo>
                  <a:lnTo>
                    <a:pt x="1006543" y="150055"/>
                  </a:lnTo>
                  <a:lnTo>
                    <a:pt x="934647" y="138489"/>
                  </a:lnTo>
                  <a:lnTo>
                    <a:pt x="862751" y="127091"/>
                  </a:lnTo>
                  <a:lnTo>
                    <a:pt x="790855" y="115848"/>
                  </a:lnTo>
                  <a:lnTo>
                    <a:pt x="718959" y="104751"/>
                  </a:lnTo>
                  <a:lnTo>
                    <a:pt x="647063" y="93791"/>
                  </a:lnTo>
                  <a:lnTo>
                    <a:pt x="575167" y="82957"/>
                  </a:lnTo>
                  <a:lnTo>
                    <a:pt x="503271" y="72244"/>
                  </a:lnTo>
                  <a:lnTo>
                    <a:pt x="431375" y="61641"/>
                  </a:lnTo>
                  <a:lnTo>
                    <a:pt x="359479" y="51143"/>
                  </a:lnTo>
                  <a:lnTo>
                    <a:pt x="287583" y="40743"/>
                  </a:lnTo>
                  <a:lnTo>
                    <a:pt x="215687" y="30434"/>
                  </a:lnTo>
                  <a:lnTo>
                    <a:pt x="143791" y="20210"/>
                  </a:lnTo>
                  <a:lnTo>
                    <a:pt x="71895" y="100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1256863" y="2471940"/>
              <a:ext cx="5679782" cy="1343365"/>
            </a:xfrm>
            <a:custGeom>
              <a:avLst/>
              <a:gdLst/>
              <a:ahLst/>
              <a:cxnLst/>
              <a:rect l="0" t="0" r="0" b="0"/>
              <a:pathLst>
                <a:path w="5679782" h="1343365">
                  <a:moveTo>
                    <a:pt x="0" y="0"/>
                  </a:moveTo>
                  <a:lnTo>
                    <a:pt x="71895" y="17004"/>
                  </a:lnTo>
                  <a:lnTo>
                    <a:pt x="143791" y="34009"/>
                  </a:lnTo>
                  <a:lnTo>
                    <a:pt x="215687" y="51013"/>
                  </a:lnTo>
                  <a:lnTo>
                    <a:pt x="287583" y="68018"/>
                  </a:lnTo>
                  <a:lnTo>
                    <a:pt x="359479" y="85023"/>
                  </a:lnTo>
                  <a:lnTo>
                    <a:pt x="431375" y="102027"/>
                  </a:lnTo>
                  <a:lnTo>
                    <a:pt x="503271" y="119032"/>
                  </a:lnTo>
                  <a:lnTo>
                    <a:pt x="575167" y="136037"/>
                  </a:lnTo>
                  <a:lnTo>
                    <a:pt x="647063" y="153041"/>
                  </a:lnTo>
                  <a:lnTo>
                    <a:pt x="718959" y="170046"/>
                  </a:lnTo>
                  <a:lnTo>
                    <a:pt x="790855" y="187050"/>
                  </a:lnTo>
                  <a:lnTo>
                    <a:pt x="862751" y="204055"/>
                  </a:lnTo>
                  <a:lnTo>
                    <a:pt x="934647" y="221060"/>
                  </a:lnTo>
                  <a:lnTo>
                    <a:pt x="1006543" y="238064"/>
                  </a:lnTo>
                  <a:lnTo>
                    <a:pt x="1078439" y="255069"/>
                  </a:lnTo>
                  <a:lnTo>
                    <a:pt x="1150335" y="272074"/>
                  </a:lnTo>
                  <a:lnTo>
                    <a:pt x="1222231" y="289078"/>
                  </a:lnTo>
                  <a:lnTo>
                    <a:pt x="1294127" y="306083"/>
                  </a:lnTo>
                  <a:lnTo>
                    <a:pt x="1366023" y="323088"/>
                  </a:lnTo>
                  <a:lnTo>
                    <a:pt x="1437919" y="340092"/>
                  </a:lnTo>
                  <a:lnTo>
                    <a:pt x="1509815" y="357097"/>
                  </a:lnTo>
                  <a:lnTo>
                    <a:pt x="1581711" y="374101"/>
                  </a:lnTo>
                  <a:lnTo>
                    <a:pt x="1653607" y="391106"/>
                  </a:lnTo>
                  <a:lnTo>
                    <a:pt x="1725503" y="408111"/>
                  </a:lnTo>
                  <a:lnTo>
                    <a:pt x="1797399" y="425115"/>
                  </a:lnTo>
                  <a:lnTo>
                    <a:pt x="1869295" y="442120"/>
                  </a:lnTo>
                  <a:lnTo>
                    <a:pt x="1941191" y="459125"/>
                  </a:lnTo>
                  <a:lnTo>
                    <a:pt x="2013087" y="476129"/>
                  </a:lnTo>
                  <a:lnTo>
                    <a:pt x="2084983" y="493134"/>
                  </a:lnTo>
                  <a:lnTo>
                    <a:pt x="2156879" y="510138"/>
                  </a:lnTo>
                  <a:lnTo>
                    <a:pt x="2228775" y="527143"/>
                  </a:lnTo>
                  <a:lnTo>
                    <a:pt x="2300671" y="544148"/>
                  </a:lnTo>
                  <a:lnTo>
                    <a:pt x="2372567" y="561152"/>
                  </a:lnTo>
                  <a:lnTo>
                    <a:pt x="2444463" y="578157"/>
                  </a:lnTo>
                  <a:lnTo>
                    <a:pt x="2516359" y="595162"/>
                  </a:lnTo>
                  <a:lnTo>
                    <a:pt x="2588255" y="612166"/>
                  </a:lnTo>
                  <a:lnTo>
                    <a:pt x="2660151" y="629171"/>
                  </a:lnTo>
                  <a:lnTo>
                    <a:pt x="2732047" y="646176"/>
                  </a:lnTo>
                  <a:lnTo>
                    <a:pt x="2803943" y="663180"/>
                  </a:lnTo>
                  <a:lnTo>
                    <a:pt x="2875839" y="680185"/>
                  </a:lnTo>
                  <a:lnTo>
                    <a:pt x="2947735" y="697189"/>
                  </a:lnTo>
                  <a:lnTo>
                    <a:pt x="3019631" y="714194"/>
                  </a:lnTo>
                  <a:lnTo>
                    <a:pt x="3091527" y="731199"/>
                  </a:lnTo>
                  <a:lnTo>
                    <a:pt x="3163423" y="748203"/>
                  </a:lnTo>
                  <a:lnTo>
                    <a:pt x="3235319" y="765208"/>
                  </a:lnTo>
                  <a:lnTo>
                    <a:pt x="3307215" y="782213"/>
                  </a:lnTo>
                  <a:lnTo>
                    <a:pt x="3379111" y="799217"/>
                  </a:lnTo>
                  <a:lnTo>
                    <a:pt x="3451007" y="816222"/>
                  </a:lnTo>
                  <a:lnTo>
                    <a:pt x="3522902" y="833226"/>
                  </a:lnTo>
                  <a:lnTo>
                    <a:pt x="3594798" y="850231"/>
                  </a:lnTo>
                  <a:lnTo>
                    <a:pt x="3666694" y="867236"/>
                  </a:lnTo>
                  <a:lnTo>
                    <a:pt x="3738590" y="884240"/>
                  </a:lnTo>
                  <a:lnTo>
                    <a:pt x="3810486" y="901245"/>
                  </a:lnTo>
                  <a:lnTo>
                    <a:pt x="3882382" y="918250"/>
                  </a:lnTo>
                  <a:lnTo>
                    <a:pt x="3954278" y="935254"/>
                  </a:lnTo>
                  <a:lnTo>
                    <a:pt x="4026174" y="952259"/>
                  </a:lnTo>
                  <a:lnTo>
                    <a:pt x="4098070" y="969264"/>
                  </a:lnTo>
                  <a:lnTo>
                    <a:pt x="4169966" y="986268"/>
                  </a:lnTo>
                  <a:lnTo>
                    <a:pt x="4241862" y="1003273"/>
                  </a:lnTo>
                  <a:lnTo>
                    <a:pt x="4313758" y="1020277"/>
                  </a:lnTo>
                  <a:lnTo>
                    <a:pt x="4385654" y="1037282"/>
                  </a:lnTo>
                  <a:lnTo>
                    <a:pt x="4457550" y="1054287"/>
                  </a:lnTo>
                  <a:lnTo>
                    <a:pt x="4529446" y="1071291"/>
                  </a:lnTo>
                  <a:lnTo>
                    <a:pt x="4601342" y="1088296"/>
                  </a:lnTo>
                  <a:lnTo>
                    <a:pt x="4673238" y="1105301"/>
                  </a:lnTo>
                  <a:lnTo>
                    <a:pt x="4745134" y="1122305"/>
                  </a:lnTo>
                  <a:lnTo>
                    <a:pt x="4817030" y="1139310"/>
                  </a:lnTo>
                  <a:lnTo>
                    <a:pt x="4888926" y="1156314"/>
                  </a:lnTo>
                  <a:lnTo>
                    <a:pt x="4960822" y="1173319"/>
                  </a:lnTo>
                  <a:lnTo>
                    <a:pt x="5032718" y="1190324"/>
                  </a:lnTo>
                  <a:lnTo>
                    <a:pt x="5104614" y="1207328"/>
                  </a:lnTo>
                  <a:lnTo>
                    <a:pt x="5176510" y="1224333"/>
                  </a:lnTo>
                  <a:lnTo>
                    <a:pt x="5248406" y="1241338"/>
                  </a:lnTo>
                  <a:lnTo>
                    <a:pt x="5320302" y="1258342"/>
                  </a:lnTo>
                  <a:lnTo>
                    <a:pt x="5392198" y="1275347"/>
                  </a:lnTo>
                  <a:lnTo>
                    <a:pt x="5464094" y="1292352"/>
                  </a:lnTo>
                  <a:lnTo>
                    <a:pt x="5535990" y="1309356"/>
                  </a:lnTo>
                  <a:lnTo>
                    <a:pt x="5607886" y="1326361"/>
                  </a:lnTo>
                  <a:lnTo>
                    <a:pt x="5679782" y="1343365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t62"/>
            <p:cNvSpPr/>
            <p:nvPr/>
          </p:nvSpPr>
          <p:spPr>
            <a:xfrm>
              <a:off x="1198161" y="28163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t63"/>
            <p:cNvSpPr/>
            <p:nvPr/>
          </p:nvSpPr>
          <p:spPr>
            <a:xfrm>
              <a:off x="1198161" y="292430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t64"/>
            <p:cNvSpPr/>
            <p:nvPr/>
          </p:nvSpPr>
          <p:spPr>
            <a:xfrm>
              <a:off x="1198161" y="282201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t65"/>
            <p:cNvSpPr/>
            <p:nvPr/>
          </p:nvSpPr>
          <p:spPr>
            <a:xfrm>
              <a:off x="2487239" y="35341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t66"/>
            <p:cNvSpPr/>
            <p:nvPr/>
          </p:nvSpPr>
          <p:spPr>
            <a:xfrm>
              <a:off x="2487239" y="29223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t67"/>
            <p:cNvSpPr/>
            <p:nvPr/>
          </p:nvSpPr>
          <p:spPr>
            <a:xfrm>
              <a:off x="2487239" y="31240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t68"/>
            <p:cNvSpPr/>
            <p:nvPr/>
          </p:nvSpPr>
          <p:spPr>
            <a:xfrm>
              <a:off x="3261298" y="321169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t69"/>
            <p:cNvSpPr/>
            <p:nvPr/>
          </p:nvSpPr>
          <p:spPr>
            <a:xfrm>
              <a:off x="3261298" y="264495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t70"/>
            <p:cNvSpPr/>
            <p:nvPr/>
          </p:nvSpPr>
          <p:spPr>
            <a:xfrm>
              <a:off x="3261298" y="283287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t71"/>
            <p:cNvSpPr/>
            <p:nvPr/>
          </p:nvSpPr>
          <p:spPr>
            <a:xfrm>
              <a:off x="2164676" y="2462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t72"/>
            <p:cNvSpPr/>
            <p:nvPr/>
          </p:nvSpPr>
          <p:spPr>
            <a:xfrm>
              <a:off x="2164676" y="23900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t73"/>
            <p:cNvSpPr/>
            <p:nvPr/>
          </p:nvSpPr>
          <p:spPr>
            <a:xfrm>
              <a:off x="2164676" y="224262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t74"/>
            <p:cNvSpPr/>
            <p:nvPr/>
          </p:nvSpPr>
          <p:spPr>
            <a:xfrm>
              <a:off x="4307825" y="33213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t75"/>
            <p:cNvSpPr/>
            <p:nvPr/>
          </p:nvSpPr>
          <p:spPr>
            <a:xfrm>
              <a:off x="4307825" y="260500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t76"/>
            <p:cNvSpPr/>
            <p:nvPr/>
          </p:nvSpPr>
          <p:spPr>
            <a:xfrm>
              <a:off x="4307825" y="313143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t77"/>
            <p:cNvSpPr/>
            <p:nvPr/>
          </p:nvSpPr>
          <p:spPr>
            <a:xfrm>
              <a:off x="3724249" y="345895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t78"/>
            <p:cNvSpPr/>
            <p:nvPr/>
          </p:nvSpPr>
          <p:spPr>
            <a:xfrm>
              <a:off x="3724249" y="337978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t79"/>
            <p:cNvSpPr/>
            <p:nvPr/>
          </p:nvSpPr>
          <p:spPr>
            <a:xfrm>
              <a:off x="3724249" y="381469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t80"/>
            <p:cNvSpPr/>
            <p:nvPr/>
          </p:nvSpPr>
          <p:spPr>
            <a:xfrm>
              <a:off x="4033201" y="468162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t81"/>
            <p:cNvSpPr/>
            <p:nvPr/>
          </p:nvSpPr>
          <p:spPr>
            <a:xfrm>
              <a:off x="4033201" y="47608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t82"/>
            <p:cNvSpPr/>
            <p:nvPr/>
          </p:nvSpPr>
          <p:spPr>
            <a:xfrm>
              <a:off x="4033201" y="503315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6877943" y="47510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t84"/>
            <p:cNvSpPr/>
            <p:nvPr/>
          </p:nvSpPr>
          <p:spPr>
            <a:xfrm>
              <a:off x="6877943" y="496136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6877943" y="44263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1256863" y="2134706"/>
              <a:ext cx="5679782" cy="3262761"/>
            </a:xfrm>
            <a:custGeom>
              <a:avLst/>
              <a:gdLst/>
              <a:ahLst/>
              <a:cxnLst/>
              <a:rect l="0" t="0" r="0" b="0"/>
              <a:pathLst>
                <a:path w="5679782" h="3262761">
                  <a:moveTo>
                    <a:pt x="0" y="0"/>
                  </a:moveTo>
                  <a:lnTo>
                    <a:pt x="71895" y="37311"/>
                  </a:lnTo>
                  <a:lnTo>
                    <a:pt x="143791" y="74516"/>
                  </a:lnTo>
                  <a:lnTo>
                    <a:pt x="215687" y="111609"/>
                  </a:lnTo>
                  <a:lnTo>
                    <a:pt x="287583" y="148582"/>
                  </a:lnTo>
                  <a:lnTo>
                    <a:pt x="359479" y="185427"/>
                  </a:lnTo>
                  <a:lnTo>
                    <a:pt x="431375" y="222134"/>
                  </a:lnTo>
                  <a:lnTo>
                    <a:pt x="503271" y="258696"/>
                  </a:lnTo>
                  <a:lnTo>
                    <a:pt x="575167" y="295101"/>
                  </a:lnTo>
                  <a:lnTo>
                    <a:pt x="647063" y="331338"/>
                  </a:lnTo>
                  <a:lnTo>
                    <a:pt x="718959" y="367397"/>
                  </a:lnTo>
                  <a:lnTo>
                    <a:pt x="790855" y="403264"/>
                  </a:lnTo>
                  <a:lnTo>
                    <a:pt x="862751" y="438927"/>
                  </a:lnTo>
                  <a:lnTo>
                    <a:pt x="934647" y="474371"/>
                  </a:lnTo>
                  <a:lnTo>
                    <a:pt x="1006543" y="509581"/>
                  </a:lnTo>
                  <a:lnTo>
                    <a:pt x="1078439" y="544542"/>
                  </a:lnTo>
                  <a:lnTo>
                    <a:pt x="1150335" y="579235"/>
                  </a:lnTo>
                  <a:lnTo>
                    <a:pt x="1222231" y="613644"/>
                  </a:lnTo>
                  <a:lnTo>
                    <a:pt x="1294127" y="647750"/>
                  </a:lnTo>
                  <a:lnTo>
                    <a:pt x="1366023" y="681534"/>
                  </a:lnTo>
                  <a:lnTo>
                    <a:pt x="1437919" y="714975"/>
                  </a:lnTo>
                  <a:lnTo>
                    <a:pt x="1509815" y="748054"/>
                  </a:lnTo>
                  <a:lnTo>
                    <a:pt x="1581711" y="780750"/>
                  </a:lnTo>
                  <a:lnTo>
                    <a:pt x="1653607" y="813042"/>
                  </a:lnTo>
                  <a:lnTo>
                    <a:pt x="1725503" y="844911"/>
                  </a:lnTo>
                  <a:lnTo>
                    <a:pt x="1797399" y="876337"/>
                  </a:lnTo>
                  <a:lnTo>
                    <a:pt x="1869295" y="907301"/>
                  </a:lnTo>
                  <a:lnTo>
                    <a:pt x="1941191" y="937785"/>
                  </a:lnTo>
                  <a:lnTo>
                    <a:pt x="2013087" y="967776"/>
                  </a:lnTo>
                  <a:lnTo>
                    <a:pt x="2084983" y="997258"/>
                  </a:lnTo>
                  <a:lnTo>
                    <a:pt x="2156879" y="1026222"/>
                  </a:lnTo>
                  <a:lnTo>
                    <a:pt x="2228775" y="1054659"/>
                  </a:lnTo>
                  <a:lnTo>
                    <a:pt x="2300671" y="1082564"/>
                  </a:lnTo>
                  <a:lnTo>
                    <a:pt x="2372567" y="1109936"/>
                  </a:lnTo>
                  <a:lnTo>
                    <a:pt x="2444463" y="1136775"/>
                  </a:lnTo>
                  <a:lnTo>
                    <a:pt x="2516359" y="1163085"/>
                  </a:lnTo>
                  <a:lnTo>
                    <a:pt x="2588255" y="1188875"/>
                  </a:lnTo>
                  <a:lnTo>
                    <a:pt x="2660151" y="1214154"/>
                  </a:lnTo>
                  <a:lnTo>
                    <a:pt x="2732047" y="1238936"/>
                  </a:lnTo>
                  <a:lnTo>
                    <a:pt x="2803943" y="1263235"/>
                  </a:lnTo>
                  <a:lnTo>
                    <a:pt x="2875839" y="1287069"/>
                  </a:lnTo>
                  <a:lnTo>
                    <a:pt x="2947735" y="1310455"/>
                  </a:lnTo>
                  <a:lnTo>
                    <a:pt x="3019631" y="1333413"/>
                  </a:lnTo>
                  <a:lnTo>
                    <a:pt x="3091527" y="1355963"/>
                  </a:lnTo>
                  <a:lnTo>
                    <a:pt x="3163423" y="1378125"/>
                  </a:lnTo>
                  <a:lnTo>
                    <a:pt x="3235319" y="1399921"/>
                  </a:lnTo>
                  <a:lnTo>
                    <a:pt x="3307215" y="1421369"/>
                  </a:lnTo>
                  <a:lnTo>
                    <a:pt x="3379111" y="1442491"/>
                  </a:lnTo>
                  <a:lnTo>
                    <a:pt x="3451007" y="1463306"/>
                  </a:lnTo>
                  <a:lnTo>
                    <a:pt x="3522902" y="1483832"/>
                  </a:lnTo>
                  <a:lnTo>
                    <a:pt x="3594798" y="1504088"/>
                  </a:lnTo>
                  <a:lnTo>
                    <a:pt x="3666694" y="1524090"/>
                  </a:lnTo>
                  <a:lnTo>
                    <a:pt x="3738590" y="1543854"/>
                  </a:lnTo>
                  <a:lnTo>
                    <a:pt x="3810486" y="1563397"/>
                  </a:lnTo>
                  <a:lnTo>
                    <a:pt x="3882382" y="1582732"/>
                  </a:lnTo>
                  <a:lnTo>
                    <a:pt x="3954278" y="1601872"/>
                  </a:lnTo>
                  <a:lnTo>
                    <a:pt x="4026174" y="1620831"/>
                  </a:lnTo>
                  <a:lnTo>
                    <a:pt x="4098070" y="1639621"/>
                  </a:lnTo>
                  <a:lnTo>
                    <a:pt x="4169966" y="1658251"/>
                  </a:lnTo>
                  <a:lnTo>
                    <a:pt x="4241862" y="1676733"/>
                  </a:lnTo>
                  <a:lnTo>
                    <a:pt x="4313758" y="1695076"/>
                  </a:lnTo>
                  <a:lnTo>
                    <a:pt x="4385654" y="1713289"/>
                  </a:lnTo>
                  <a:lnTo>
                    <a:pt x="4457550" y="1731380"/>
                  </a:lnTo>
                  <a:lnTo>
                    <a:pt x="4529446" y="1749357"/>
                  </a:lnTo>
                  <a:lnTo>
                    <a:pt x="4601342" y="1767226"/>
                  </a:lnTo>
                  <a:lnTo>
                    <a:pt x="4673238" y="1784995"/>
                  </a:lnTo>
                  <a:lnTo>
                    <a:pt x="4745134" y="1802670"/>
                  </a:lnTo>
                  <a:lnTo>
                    <a:pt x="4817030" y="1820256"/>
                  </a:lnTo>
                  <a:lnTo>
                    <a:pt x="4888926" y="1837758"/>
                  </a:lnTo>
                  <a:lnTo>
                    <a:pt x="4960822" y="1855182"/>
                  </a:lnTo>
                  <a:lnTo>
                    <a:pt x="5032718" y="1872532"/>
                  </a:lnTo>
                  <a:lnTo>
                    <a:pt x="5104614" y="1889812"/>
                  </a:lnTo>
                  <a:lnTo>
                    <a:pt x="5176510" y="1907027"/>
                  </a:lnTo>
                  <a:lnTo>
                    <a:pt x="5248406" y="1924179"/>
                  </a:lnTo>
                  <a:lnTo>
                    <a:pt x="5320302" y="1941273"/>
                  </a:lnTo>
                  <a:lnTo>
                    <a:pt x="5392198" y="1958311"/>
                  </a:lnTo>
                  <a:lnTo>
                    <a:pt x="5464094" y="1975297"/>
                  </a:lnTo>
                  <a:lnTo>
                    <a:pt x="5535990" y="1992233"/>
                  </a:lnTo>
                  <a:lnTo>
                    <a:pt x="5607886" y="2009122"/>
                  </a:lnTo>
                  <a:lnTo>
                    <a:pt x="5679782" y="2025966"/>
                  </a:lnTo>
                  <a:lnTo>
                    <a:pt x="5679782" y="3262761"/>
                  </a:lnTo>
                  <a:lnTo>
                    <a:pt x="5607886" y="3224448"/>
                  </a:lnTo>
                  <a:lnTo>
                    <a:pt x="5535990" y="3186179"/>
                  </a:lnTo>
                  <a:lnTo>
                    <a:pt x="5464094" y="3147957"/>
                  </a:lnTo>
                  <a:lnTo>
                    <a:pt x="5392198" y="3109785"/>
                  </a:lnTo>
                  <a:lnTo>
                    <a:pt x="5320302" y="3071665"/>
                  </a:lnTo>
                  <a:lnTo>
                    <a:pt x="5248406" y="3033601"/>
                  </a:lnTo>
                  <a:lnTo>
                    <a:pt x="5176510" y="2995595"/>
                  </a:lnTo>
                  <a:lnTo>
                    <a:pt x="5104614" y="2957652"/>
                  </a:lnTo>
                  <a:lnTo>
                    <a:pt x="5032718" y="2919774"/>
                  </a:lnTo>
                  <a:lnTo>
                    <a:pt x="4960822" y="2881966"/>
                  </a:lnTo>
                  <a:lnTo>
                    <a:pt x="4888926" y="2844232"/>
                  </a:lnTo>
                  <a:lnTo>
                    <a:pt x="4817030" y="2806576"/>
                  </a:lnTo>
                  <a:lnTo>
                    <a:pt x="4745134" y="2769004"/>
                  </a:lnTo>
                  <a:lnTo>
                    <a:pt x="4673238" y="2731521"/>
                  </a:lnTo>
                  <a:lnTo>
                    <a:pt x="4601342" y="2694132"/>
                  </a:lnTo>
                  <a:lnTo>
                    <a:pt x="4529446" y="2656844"/>
                  </a:lnTo>
                  <a:lnTo>
                    <a:pt x="4457550" y="2619662"/>
                  </a:lnTo>
                  <a:lnTo>
                    <a:pt x="4385654" y="2582595"/>
                  </a:lnTo>
                  <a:lnTo>
                    <a:pt x="4313758" y="2545650"/>
                  </a:lnTo>
                  <a:lnTo>
                    <a:pt x="4241862" y="2508835"/>
                  </a:lnTo>
                  <a:lnTo>
                    <a:pt x="4169966" y="2472159"/>
                  </a:lnTo>
                  <a:lnTo>
                    <a:pt x="4098070" y="2435632"/>
                  </a:lnTo>
                  <a:lnTo>
                    <a:pt x="4026174" y="2399263"/>
                  </a:lnTo>
                  <a:lnTo>
                    <a:pt x="3954278" y="2363065"/>
                  </a:lnTo>
                  <a:lnTo>
                    <a:pt x="3882382" y="2327047"/>
                  </a:lnTo>
                  <a:lnTo>
                    <a:pt x="3810486" y="2291224"/>
                  </a:lnTo>
                  <a:lnTo>
                    <a:pt x="3738590" y="2255609"/>
                  </a:lnTo>
                  <a:lnTo>
                    <a:pt x="3666694" y="2220215"/>
                  </a:lnTo>
                  <a:lnTo>
                    <a:pt x="3594798" y="2185059"/>
                  </a:lnTo>
                  <a:lnTo>
                    <a:pt x="3522902" y="2150157"/>
                  </a:lnTo>
                  <a:lnTo>
                    <a:pt x="3451007" y="2115525"/>
                  </a:lnTo>
                  <a:lnTo>
                    <a:pt x="3379111" y="2081182"/>
                  </a:lnTo>
                  <a:lnTo>
                    <a:pt x="3307215" y="2047146"/>
                  </a:lnTo>
                  <a:lnTo>
                    <a:pt x="3235319" y="2013437"/>
                  </a:lnTo>
                  <a:lnTo>
                    <a:pt x="3163423" y="1980074"/>
                  </a:lnTo>
                  <a:lnTo>
                    <a:pt x="3091527" y="1947079"/>
                  </a:lnTo>
                  <a:lnTo>
                    <a:pt x="3019631" y="1914471"/>
                  </a:lnTo>
                  <a:lnTo>
                    <a:pt x="2947735" y="1882271"/>
                  </a:lnTo>
                  <a:lnTo>
                    <a:pt x="2875839" y="1850499"/>
                  </a:lnTo>
                  <a:lnTo>
                    <a:pt x="2803943" y="1819174"/>
                  </a:lnTo>
                  <a:lnTo>
                    <a:pt x="2732047" y="1788315"/>
                  </a:lnTo>
                  <a:lnTo>
                    <a:pt x="2660151" y="1757939"/>
                  </a:lnTo>
                  <a:lnTo>
                    <a:pt x="2588255" y="1728061"/>
                  </a:lnTo>
                  <a:lnTo>
                    <a:pt x="2516359" y="1698693"/>
                  </a:lnTo>
                  <a:lnTo>
                    <a:pt x="2444463" y="1669845"/>
                  </a:lnTo>
                  <a:lnTo>
                    <a:pt x="2372567" y="1641526"/>
                  </a:lnTo>
                  <a:lnTo>
                    <a:pt x="2300671" y="1613740"/>
                  </a:lnTo>
                  <a:lnTo>
                    <a:pt x="2228775" y="1586487"/>
                  </a:lnTo>
                  <a:lnTo>
                    <a:pt x="2156879" y="1559766"/>
                  </a:lnTo>
                  <a:lnTo>
                    <a:pt x="2084983" y="1533572"/>
                  </a:lnTo>
                  <a:lnTo>
                    <a:pt x="2013087" y="1507896"/>
                  </a:lnTo>
                  <a:lnTo>
                    <a:pt x="1941191" y="1482729"/>
                  </a:lnTo>
                  <a:lnTo>
                    <a:pt x="1869295" y="1458056"/>
                  </a:lnTo>
                  <a:lnTo>
                    <a:pt x="1797399" y="1433862"/>
                  </a:lnTo>
                  <a:lnTo>
                    <a:pt x="1725503" y="1410129"/>
                  </a:lnTo>
                  <a:lnTo>
                    <a:pt x="1653607" y="1386840"/>
                  </a:lnTo>
                  <a:lnTo>
                    <a:pt x="1581711" y="1363975"/>
                  </a:lnTo>
                  <a:lnTo>
                    <a:pt x="1509815" y="1341513"/>
                  </a:lnTo>
                  <a:lnTo>
                    <a:pt x="1437919" y="1319434"/>
                  </a:lnTo>
                  <a:lnTo>
                    <a:pt x="1366023" y="1297717"/>
                  </a:lnTo>
                  <a:lnTo>
                    <a:pt x="1294127" y="1276343"/>
                  </a:lnTo>
                  <a:lnTo>
                    <a:pt x="1222231" y="1255291"/>
                  </a:lnTo>
                  <a:lnTo>
                    <a:pt x="1150335" y="1234542"/>
                  </a:lnTo>
                  <a:lnTo>
                    <a:pt x="1078439" y="1214077"/>
                  </a:lnTo>
                  <a:lnTo>
                    <a:pt x="1006543" y="1193879"/>
                  </a:lnTo>
                  <a:lnTo>
                    <a:pt x="934647" y="1173932"/>
                  </a:lnTo>
                  <a:lnTo>
                    <a:pt x="862751" y="1154218"/>
                  </a:lnTo>
                  <a:lnTo>
                    <a:pt x="790855" y="1134723"/>
                  </a:lnTo>
                  <a:lnTo>
                    <a:pt x="718959" y="1115432"/>
                  </a:lnTo>
                  <a:lnTo>
                    <a:pt x="647063" y="1096333"/>
                  </a:lnTo>
                  <a:lnTo>
                    <a:pt x="575167" y="1077412"/>
                  </a:lnTo>
                  <a:lnTo>
                    <a:pt x="503271" y="1058659"/>
                  </a:lnTo>
                  <a:lnTo>
                    <a:pt x="431375" y="1040063"/>
                  </a:lnTo>
                  <a:lnTo>
                    <a:pt x="359479" y="1021612"/>
                  </a:lnTo>
                  <a:lnTo>
                    <a:pt x="287583" y="1003299"/>
                  </a:lnTo>
                  <a:lnTo>
                    <a:pt x="215687" y="985114"/>
                  </a:lnTo>
                  <a:lnTo>
                    <a:pt x="143791" y="967049"/>
                  </a:lnTo>
                  <a:lnTo>
                    <a:pt x="71895" y="949097"/>
                  </a:lnTo>
                  <a:lnTo>
                    <a:pt x="0" y="931250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1256863" y="2134706"/>
              <a:ext cx="5679782" cy="2025966"/>
            </a:xfrm>
            <a:custGeom>
              <a:avLst/>
              <a:gdLst/>
              <a:ahLst/>
              <a:cxnLst/>
              <a:rect l="0" t="0" r="0" b="0"/>
              <a:pathLst>
                <a:path w="5679782" h="2025966">
                  <a:moveTo>
                    <a:pt x="0" y="0"/>
                  </a:moveTo>
                  <a:lnTo>
                    <a:pt x="71895" y="37311"/>
                  </a:lnTo>
                  <a:lnTo>
                    <a:pt x="143791" y="74516"/>
                  </a:lnTo>
                  <a:lnTo>
                    <a:pt x="215687" y="111609"/>
                  </a:lnTo>
                  <a:lnTo>
                    <a:pt x="287583" y="148582"/>
                  </a:lnTo>
                  <a:lnTo>
                    <a:pt x="359479" y="185427"/>
                  </a:lnTo>
                  <a:lnTo>
                    <a:pt x="431375" y="222134"/>
                  </a:lnTo>
                  <a:lnTo>
                    <a:pt x="503271" y="258696"/>
                  </a:lnTo>
                  <a:lnTo>
                    <a:pt x="575167" y="295101"/>
                  </a:lnTo>
                  <a:lnTo>
                    <a:pt x="647063" y="331338"/>
                  </a:lnTo>
                  <a:lnTo>
                    <a:pt x="718959" y="367397"/>
                  </a:lnTo>
                  <a:lnTo>
                    <a:pt x="790855" y="403264"/>
                  </a:lnTo>
                  <a:lnTo>
                    <a:pt x="862751" y="438927"/>
                  </a:lnTo>
                  <a:lnTo>
                    <a:pt x="934647" y="474371"/>
                  </a:lnTo>
                  <a:lnTo>
                    <a:pt x="1006543" y="509581"/>
                  </a:lnTo>
                  <a:lnTo>
                    <a:pt x="1078439" y="544542"/>
                  </a:lnTo>
                  <a:lnTo>
                    <a:pt x="1150335" y="579235"/>
                  </a:lnTo>
                  <a:lnTo>
                    <a:pt x="1222231" y="613644"/>
                  </a:lnTo>
                  <a:lnTo>
                    <a:pt x="1294127" y="647750"/>
                  </a:lnTo>
                  <a:lnTo>
                    <a:pt x="1366023" y="681534"/>
                  </a:lnTo>
                  <a:lnTo>
                    <a:pt x="1437919" y="714975"/>
                  </a:lnTo>
                  <a:lnTo>
                    <a:pt x="1509815" y="748054"/>
                  </a:lnTo>
                  <a:lnTo>
                    <a:pt x="1581711" y="780750"/>
                  </a:lnTo>
                  <a:lnTo>
                    <a:pt x="1653607" y="813042"/>
                  </a:lnTo>
                  <a:lnTo>
                    <a:pt x="1725503" y="844911"/>
                  </a:lnTo>
                  <a:lnTo>
                    <a:pt x="1797399" y="876337"/>
                  </a:lnTo>
                  <a:lnTo>
                    <a:pt x="1869295" y="907301"/>
                  </a:lnTo>
                  <a:lnTo>
                    <a:pt x="1941191" y="937785"/>
                  </a:lnTo>
                  <a:lnTo>
                    <a:pt x="2013087" y="967776"/>
                  </a:lnTo>
                  <a:lnTo>
                    <a:pt x="2084983" y="997258"/>
                  </a:lnTo>
                  <a:lnTo>
                    <a:pt x="2156879" y="1026222"/>
                  </a:lnTo>
                  <a:lnTo>
                    <a:pt x="2228775" y="1054659"/>
                  </a:lnTo>
                  <a:lnTo>
                    <a:pt x="2300671" y="1082564"/>
                  </a:lnTo>
                  <a:lnTo>
                    <a:pt x="2372567" y="1109936"/>
                  </a:lnTo>
                  <a:lnTo>
                    <a:pt x="2444463" y="1136775"/>
                  </a:lnTo>
                  <a:lnTo>
                    <a:pt x="2516359" y="1163085"/>
                  </a:lnTo>
                  <a:lnTo>
                    <a:pt x="2588255" y="1188875"/>
                  </a:lnTo>
                  <a:lnTo>
                    <a:pt x="2660151" y="1214154"/>
                  </a:lnTo>
                  <a:lnTo>
                    <a:pt x="2732047" y="1238936"/>
                  </a:lnTo>
                  <a:lnTo>
                    <a:pt x="2803943" y="1263235"/>
                  </a:lnTo>
                  <a:lnTo>
                    <a:pt x="2875839" y="1287069"/>
                  </a:lnTo>
                  <a:lnTo>
                    <a:pt x="2947735" y="1310455"/>
                  </a:lnTo>
                  <a:lnTo>
                    <a:pt x="3019631" y="1333413"/>
                  </a:lnTo>
                  <a:lnTo>
                    <a:pt x="3091527" y="1355963"/>
                  </a:lnTo>
                  <a:lnTo>
                    <a:pt x="3163423" y="1378125"/>
                  </a:lnTo>
                  <a:lnTo>
                    <a:pt x="3235319" y="1399921"/>
                  </a:lnTo>
                  <a:lnTo>
                    <a:pt x="3307215" y="1421369"/>
                  </a:lnTo>
                  <a:lnTo>
                    <a:pt x="3379111" y="1442491"/>
                  </a:lnTo>
                  <a:lnTo>
                    <a:pt x="3451007" y="1463306"/>
                  </a:lnTo>
                  <a:lnTo>
                    <a:pt x="3522902" y="1483832"/>
                  </a:lnTo>
                  <a:lnTo>
                    <a:pt x="3594798" y="1504088"/>
                  </a:lnTo>
                  <a:lnTo>
                    <a:pt x="3666694" y="1524090"/>
                  </a:lnTo>
                  <a:lnTo>
                    <a:pt x="3738590" y="1543854"/>
                  </a:lnTo>
                  <a:lnTo>
                    <a:pt x="3810486" y="1563397"/>
                  </a:lnTo>
                  <a:lnTo>
                    <a:pt x="3882382" y="1582732"/>
                  </a:lnTo>
                  <a:lnTo>
                    <a:pt x="3954278" y="1601872"/>
                  </a:lnTo>
                  <a:lnTo>
                    <a:pt x="4026174" y="1620831"/>
                  </a:lnTo>
                  <a:lnTo>
                    <a:pt x="4098070" y="1639621"/>
                  </a:lnTo>
                  <a:lnTo>
                    <a:pt x="4169966" y="1658251"/>
                  </a:lnTo>
                  <a:lnTo>
                    <a:pt x="4241862" y="1676733"/>
                  </a:lnTo>
                  <a:lnTo>
                    <a:pt x="4313758" y="1695076"/>
                  </a:lnTo>
                  <a:lnTo>
                    <a:pt x="4385654" y="1713289"/>
                  </a:lnTo>
                  <a:lnTo>
                    <a:pt x="4457550" y="1731380"/>
                  </a:lnTo>
                  <a:lnTo>
                    <a:pt x="4529446" y="1749357"/>
                  </a:lnTo>
                  <a:lnTo>
                    <a:pt x="4601342" y="1767226"/>
                  </a:lnTo>
                  <a:lnTo>
                    <a:pt x="4673238" y="1784995"/>
                  </a:lnTo>
                  <a:lnTo>
                    <a:pt x="4745134" y="1802670"/>
                  </a:lnTo>
                  <a:lnTo>
                    <a:pt x="4817030" y="1820256"/>
                  </a:lnTo>
                  <a:lnTo>
                    <a:pt x="4888926" y="1837758"/>
                  </a:lnTo>
                  <a:lnTo>
                    <a:pt x="4960822" y="1855182"/>
                  </a:lnTo>
                  <a:lnTo>
                    <a:pt x="5032718" y="1872532"/>
                  </a:lnTo>
                  <a:lnTo>
                    <a:pt x="5104614" y="1889812"/>
                  </a:lnTo>
                  <a:lnTo>
                    <a:pt x="5176510" y="1907027"/>
                  </a:lnTo>
                  <a:lnTo>
                    <a:pt x="5248406" y="1924179"/>
                  </a:lnTo>
                  <a:lnTo>
                    <a:pt x="5320302" y="1941273"/>
                  </a:lnTo>
                  <a:lnTo>
                    <a:pt x="5392198" y="1958311"/>
                  </a:lnTo>
                  <a:lnTo>
                    <a:pt x="5464094" y="1975297"/>
                  </a:lnTo>
                  <a:lnTo>
                    <a:pt x="5535990" y="1992233"/>
                  </a:lnTo>
                  <a:lnTo>
                    <a:pt x="5607886" y="2009122"/>
                  </a:lnTo>
                  <a:lnTo>
                    <a:pt x="5679782" y="202596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1256863" y="3065957"/>
              <a:ext cx="5679782" cy="2331510"/>
            </a:xfrm>
            <a:custGeom>
              <a:avLst/>
              <a:gdLst/>
              <a:ahLst/>
              <a:cxnLst/>
              <a:rect l="0" t="0" r="0" b="0"/>
              <a:pathLst>
                <a:path w="5679782" h="2331510">
                  <a:moveTo>
                    <a:pt x="5679782" y="2331510"/>
                  </a:moveTo>
                  <a:lnTo>
                    <a:pt x="5607886" y="2293197"/>
                  </a:lnTo>
                  <a:lnTo>
                    <a:pt x="5535990" y="2254928"/>
                  </a:lnTo>
                  <a:lnTo>
                    <a:pt x="5464094" y="2216706"/>
                  </a:lnTo>
                  <a:lnTo>
                    <a:pt x="5392198" y="2178534"/>
                  </a:lnTo>
                  <a:lnTo>
                    <a:pt x="5320302" y="2140415"/>
                  </a:lnTo>
                  <a:lnTo>
                    <a:pt x="5248406" y="2102350"/>
                  </a:lnTo>
                  <a:lnTo>
                    <a:pt x="5176510" y="2064345"/>
                  </a:lnTo>
                  <a:lnTo>
                    <a:pt x="5104614" y="2026401"/>
                  </a:lnTo>
                  <a:lnTo>
                    <a:pt x="5032718" y="1988523"/>
                  </a:lnTo>
                  <a:lnTo>
                    <a:pt x="4960822" y="1950715"/>
                  </a:lnTo>
                  <a:lnTo>
                    <a:pt x="4888926" y="1912981"/>
                  </a:lnTo>
                  <a:lnTo>
                    <a:pt x="4817030" y="1875326"/>
                  </a:lnTo>
                  <a:lnTo>
                    <a:pt x="4745134" y="1837754"/>
                  </a:lnTo>
                  <a:lnTo>
                    <a:pt x="4673238" y="1800270"/>
                  </a:lnTo>
                  <a:lnTo>
                    <a:pt x="4601342" y="1762881"/>
                  </a:lnTo>
                  <a:lnTo>
                    <a:pt x="4529446" y="1725593"/>
                  </a:lnTo>
                  <a:lnTo>
                    <a:pt x="4457550" y="1688412"/>
                  </a:lnTo>
                  <a:lnTo>
                    <a:pt x="4385654" y="1651345"/>
                  </a:lnTo>
                  <a:lnTo>
                    <a:pt x="4313758" y="1614400"/>
                  </a:lnTo>
                  <a:lnTo>
                    <a:pt x="4241862" y="1577585"/>
                  </a:lnTo>
                  <a:lnTo>
                    <a:pt x="4169966" y="1540909"/>
                  </a:lnTo>
                  <a:lnTo>
                    <a:pt x="4098070" y="1504381"/>
                  </a:lnTo>
                  <a:lnTo>
                    <a:pt x="4026174" y="1468013"/>
                  </a:lnTo>
                  <a:lnTo>
                    <a:pt x="3954278" y="1431814"/>
                  </a:lnTo>
                  <a:lnTo>
                    <a:pt x="3882382" y="1395797"/>
                  </a:lnTo>
                  <a:lnTo>
                    <a:pt x="3810486" y="1359973"/>
                  </a:lnTo>
                  <a:lnTo>
                    <a:pt x="3738590" y="1324358"/>
                  </a:lnTo>
                  <a:lnTo>
                    <a:pt x="3666694" y="1288965"/>
                  </a:lnTo>
                  <a:lnTo>
                    <a:pt x="3594798" y="1253809"/>
                  </a:lnTo>
                  <a:lnTo>
                    <a:pt x="3522902" y="1218906"/>
                  </a:lnTo>
                  <a:lnTo>
                    <a:pt x="3451007" y="1184274"/>
                  </a:lnTo>
                  <a:lnTo>
                    <a:pt x="3379111" y="1149931"/>
                  </a:lnTo>
                  <a:lnTo>
                    <a:pt x="3307215" y="1115895"/>
                  </a:lnTo>
                  <a:lnTo>
                    <a:pt x="3235319" y="1082186"/>
                  </a:lnTo>
                  <a:lnTo>
                    <a:pt x="3163423" y="1048824"/>
                  </a:lnTo>
                  <a:lnTo>
                    <a:pt x="3091527" y="1015828"/>
                  </a:lnTo>
                  <a:lnTo>
                    <a:pt x="3019631" y="983220"/>
                  </a:lnTo>
                  <a:lnTo>
                    <a:pt x="2947735" y="951020"/>
                  </a:lnTo>
                  <a:lnTo>
                    <a:pt x="2875839" y="919248"/>
                  </a:lnTo>
                  <a:lnTo>
                    <a:pt x="2803943" y="887924"/>
                  </a:lnTo>
                  <a:lnTo>
                    <a:pt x="2732047" y="857065"/>
                  </a:lnTo>
                  <a:lnTo>
                    <a:pt x="2660151" y="826689"/>
                  </a:lnTo>
                  <a:lnTo>
                    <a:pt x="2588255" y="796810"/>
                  </a:lnTo>
                  <a:lnTo>
                    <a:pt x="2516359" y="767442"/>
                  </a:lnTo>
                  <a:lnTo>
                    <a:pt x="2444463" y="738595"/>
                  </a:lnTo>
                  <a:lnTo>
                    <a:pt x="2372567" y="710276"/>
                  </a:lnTo>
                  <a:lnTo>
                    <a:pt x="2300671" y="682489"/>
                  </a:lnTo>
                  <a:lnTo>
                    <a:pt x="2228775" y="655236"/>
                  </a:lnTo>
                  <a:lnTo>
                    <a:pt x="2156879" y="628515"/>
                  </a:lnTo>
                  <a:lnTo>
                    <a:pt x="2084983" y="602321"/>
                  </a:lnTo>
                  <a:lnTo>
                    <a:pt x="2013087" y="576646"/>
                  </a:lnTo>
                  <a:lnTo>
                    <a:pt x="1941191" y="551478"/>
                  </a:lnTo>
                  <a:lnTo>
                    <a:pt x="1869295" y="526805"/>
                  </a:lnTo>
                  <a:lnTo>
                    <a:pt x="1797399" y="502611"/>
                  </a:lnTo>
                  <a:lnTo>
                    <a:pt x="1725503" y="478879"/>
                  </a:lnTo>
                  <a:lnTo>
                    <a:pt x="1653607" y="455590"/>
                  </a:lnTo>
                  <a:lnTo>
                    <a:pt x="1581711" y="432724"/>
                  </a:lnTo>
                  <a:lnTo>
                    <a:pt x="1509815" y="410262"/>
                  </a:lnTo>
                  <a:lnTo>
                    <a:pt x="1437919" y="388183"/>
                  </a:lnTo>
                  <a:lnTo>
                    <a:pt x="1366023" y="366466"/>
                  </a:lnTo>
                  <a:lnTo>
                    <a:pt x="1294127" y="345092"/>
                  </a:lnTo>
                  <a:lnTo>
                    <a:pt x="1222231" y="324040"/>
                  </a:lnTo>
                  <a:lnTo>
                    <a:pt x="1150335" y="303291"/>
                  </a:lnTo>
                  <a:lnTo>
                    <a:pt x="1078439" y="282827"/>
                  </a:lnTo>
                  <a:lnTo>
                    <a:pt x="1006543" y="262629"/>
                  </a:lnTo>
                  <a:lnTo>
                    <a:pt x="934647" y="242681"/>
                  </a:lnTo>
                  <a:lnTo>
                    <a:pt x="862751" y="222967"/>
                  </a:lnTo>
                  <a:lnTo>
                    <a:pt x="790855" y="203472"/>
                  </a:lnTo>
                  <a:lnTo>
                    <a:pt x="718959" y="184181"/>
                  </a:lnTo>
                  <a:lnTo>
                    <a:pt x="647063" y="165082"/>
                  </a:lnTo>
                  <a:lnTo>
                    <a:pt x="575167" y="146162"/>
                  </a:lnTo>
                  <a:lnTo>
                    <a:pt x="503271" y="127409"/>
                  </a:lnTo>
                  <a:lnTo>
                    <a:pt x="431375" y="108812"/>
                  </a:lnTo>
                  <a:lnTo>
                    <a:pt x="359479" y="90362"/>
                  </a:lnTo>
                  <a:lnTo>
                    <a:pt x="287583" y="72049"/>
                  </a:lnTo>
                  <a:lnTo>
                    <a:pt x="215687" y="53863"/>
                  </a:lnTo>
                  <a:lnTo>
                    <a:pt x="143791" y="35798"/>
                  </a:lnTo>
                  <a:lnTo>
                    <a:pt x="71895" y="1784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1256863" y="2600332"/>
              <a:ext cx="5679782" cy="2178738"/>
            </a:xfrm>
            <a:custGeom>
              <a:avLst/>
              <a:gdLst/>
              <a:ahLst/>
              <a:cxnLst/>
              <a:rect l="0" t="0" r="0" b="0"/>
              <a:pathLst>
                <a:path w="5679782" h="2178738">
                  <a:moveTo>
                    <a:pt x="0" y="0"/>
                  </a:moveTo>
                  <a:lnTo>
                    <a:pt x="71895" y="27578"/>
                  </a:lnTo>
                  <a:lnTo>
                    <a:pt x="143791" y="55157"/>
                  </a:lnTo>
                  <a:lnTo>
                    <a:pt x="215687" y="82736"/>
                  </a:lnTo>
                  <a:lnTo>
                    <a:pt x="287583" y="110315"/>
                  </a:lnTo>
                  <a:lnTo>
                    <a:pt x="359479" y="137894"/>
                  </a:lnTo>
                  <a:lnTo>
                    <a:pt x="431375" y="165473"/>
                  </a:lnTo>
                  <a:lnTo>
                    <a:pt x="503271" y="193052"/>
                  </a:lnTo>
                  <a:lnTo>
                    <a:pt x="575167" y="220631"/>
                  </a:lnTo>
                  <a:lnTo>
                    <a:pt x="647063" y="248210"/>
                  </a:lnTo>
                  <a:lnTo>
                    <a:pt x="718959" y="275789"/>
                  </a:lnTo>
                  <a:lnTo>
                    <a:pt x="790855" y="303368"/>
                  </a:lnTo>
                  <a:lnTo>
                    <a:pt x="862751" y="330947"/>
                  </a:lnTo>
                  <a:lnTo>
                    <a:pt x="934647" y="358526"/>
                  </a:lnTo>
                  <a:lnTo>
                    <a:pt x="1006543" y="386105"/>
                  </a:lnTo>
                  <a:lnTo>
                    <a:pt x="1078439" y="413684"/>
                  </a:lnTo>
                  <a:lnTo>
                    <a:pt x="1150335" y="441263"/>
                  </a:lnTo>
                  <a:lnTo>
                    <a:pt x="1222231" y="468842"/>
                  </a:lnTo>
                  <a:lnTo>
                    <a:pt x="1294127" y="496421"/>
                  </a:lnTo>
                  <a:lnTo>
                    <a:pt x="1366023" y="524000"/>
                  </a:lnTo>
                  <a:lnTo>
                    <a:pt x="1437919" y="551579"/>
                  </a:lnTo>
                  <a:lnTo>
                    <a:pt x="1509815" y="579158"/>
                  </a:lnTo>
                  <a:lnTo>
                    <a:pt x="1581711" y="606737"/>
                  </a:lnTo>
                  <a:lnTo>
                    <a:pt x="1653607" y="634316"/>
                  </a:lnTo>
                  <a:lnTo>
                    <a:pt x="1725503" y="661895"/>
                  </a:lnTo>
                  <a:lnTo>
                    <a:pt x="1797399" y="689474"/>
                  </a:lnTo>
                  <a:lnTo>
                    <a:pt x="1869295" y="717053"/>
                  </a:lnTo>
                  <a:lnTo>
                    <a:pt x="1941191" y="744632"/>
                  </a:lnTo>
                  <a:lnTo>
                    <a:pt x="2013087" y="772211"/>
                  </a:lnTo>
                  <a:lnTo>
                    <a:pt x="2084983" y="799790"/>
                  </a:lnTo>
                  <a:lnTo>
                    <a:pt x="2156879" y="827369"/>
                  </a:lnTo>
                  <a:lnTo>
                    <a:pt x="2228775" y="854948"/>
                  </a:lnTo>
                  <a:lnTo>
                    <a:pt x="2300671" y="882527"/>
                  </a:lnTo>
                  <a:lnTo>
                    <a:pt x="2372567" y="910106"/>
                  </a:lnTo>
                  <a:lnTo>
                    <a:pt x="2444463" y="937685"/>
                  </a:lnTo>
                  <a:lnTo>
                    <a:pt x="2516359" y="965264"/>
                  </a:lnTo>
                  <a:lnTo>
                    <a:pt x="2588255" y="992843"/>
                  </a:lnTo>
                  <a:lnTo>
                    <a:pt x="2660151" y="1020422"/>
                  </a:lnTo>
                  <a:lnTo>
                    <a:pt x="2732047" y="1048001"/>
                  </a:lnTo>
                  <a:lnTo>
                    <a:pt x="2803943" y="1075580"/>
                  </a:lnTo>
                  <a:lnTo>
                    <a:pt x="2875839" y="1103158"/>
                  </a:lnTo>
                  <a:lnTo>
                    <a:pt x="2947735" y="1130737"/>
                  </a:lnTo>
                  <a:lnTo>
                    <a:pt x="3019631" y="1158316"/>
                  </a:lnTo>
                  <a:lnTo>
                    <a:pt x="3091527" y="1185895"/>
                  </a:lnTo>
                  <a:lnTo>
                    <a:pt x="3163423" y="1213474"/>
                  </a:lnTo>
                  <a:lnTo>
                    <a:pt x="3235319" y="1241053"/>
                  </a:lnTo>
                  <a:lnTo>
                    <a:pt x="3307215" y="1268632"/>
                  </a:lnTo>
                  <a:lnTo>
                    <a:pt x="3379111" y="1296211"/>
                  </a:lnTo>
                  <a:lnTo>
                    <a:pt x="3451007" y="1323790"/>
                  </a:lnTo>
                  <a:lnTo>
                    <a:pt x="3522902" y="1351369"/>
                  </a:lnTo>
                  <a:lnTo>
                    <a:pt x="3594798" y="1378948"/>
                  </a:lnTo>
                  <a:lnTo>
                    <a:pt x="3666694" y="1406527"/>
                  </a:lnTo>
                  <a:lnTo>
                    <a:pt x="3738590" y="1434106"/>
                  </a:lnTo>
                  <a:lnTo>
                    <a:pt x="3810486" y="1461685"/>
                  </a:lnTo>
                  <a:lnTo>
                    <a:pt x="3882382" y="1489264"/>
                  </a:lnTo>
                  <a:lnTo>
                    <a:pt x="3954278" y="1516843"/>
                  </a:lnTo>
                  <a:lnTo>
                    <a:pt x="4026174" y="1544422"/>
                  </a:lnTo>
                  <a:lnTo>
                    <a:pt x="4098070" y="1572001"/>
                  </a:lnTo>
                  <a:lnTo>
                    <a:pt x="4169966" y="1599580"/>
                  </a:lnTo>
                  <a:lnTo>
                    <a:pt x="4241862" y="1627159"/>
                  </a:lnTo>
                  <a:lnTo>
                    <a:pt x="4313758" y="1654738"/>
                  </a:lnTo>
                  <a:lnTo>
                    <a:pt x="4385654" y="1682317"/>
                  </a:lnTo>
                  <a:lnTo>
                    <a:pt x="4457550" y="1709896"/>
                  </a:lnTo>
                  <a:lnTo>
                    <a:pt x="4529446" y="1737475"/>
                  </a:lnTo>
                  <a:lnTo>
                    <a:pt x="4601342" y="1765054"/>
                  </a:lnTo>
                  <a:lnTo>
                    <a:pt x="4673238" y="1792633"/>
                  </a:lnTo>
                  <a:lnTo>
                    <a:pt x="4745134" y="1820212"/>
                  </a:lnTo>
                  <a:lnTo>
                    <a:pt x="4817030" y="1847791"/>
                  </a:lnTo>
                  <a:lnTo>
                    <a:pt x="4888926" y="1875370"/>
                  </a:lnTo>
                  <a:lnTo>
                    <a:pt x="4960822" y="1902949"/>
                  </a:lnTo>
                  <a:lnTo>
                    <a:pt x="5032718" y="1930528"/>
                  </a:lnTo>
                  <a:lnTo>
                    <a:pt x="5104614" y="1958107"/>
                  </a:lnTo>
                  <a:lnTo>
                    <a:pt x="5176510" y="1985686"/>
                  </a:lnTo>
                  <a:lnTo>
                    <a:pt x="5248406" y="2013265"/>
                  </a:lnTo>
                  <a:lnTo>
                    <a:pt x="5320302" y="2040844"/>
                  </a:lnTo>
                  <a:lnTo>
                    <a:pt x="5392198" y="2068423"/>
                  </a:lnTo>
                  <a:lnTo>
                    <a:pt x="5464094" y="2096002"/>
                  </a:lnTo>
                  <a:lnTo>
                    <a:pt x="5535990" y="2123581"/>
                  </a:lnTo>
                  <a:lnTo>
                    <a:pt x="5607886" y="2151160"/>
                  </a:lnTo>
                  <a:lnTo>
                    <a:pt x="5679782" y="2178738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t90"/>
            <p:cNvSpPr/>
            <p:nvPr/>
          </p:nvSpPr>
          <p:spPr>
            <a:xfrm>
              <a:off x="1198161" y="322939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t91"/>
            <p:cNvSpPr/>
            <p:nvPr/>
          </p:nvSpPr>
          <p:spPr>
            <a:xfrm>
              <a:off x="1198161" y="295801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t92"/>
            <p:cNvSpPr/>
            <p:nvPr/>
          </p:nvSpPr>
          <p:spPr>
            <a:xfrm>
              <a:off x="1198161" y="291807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t93"/>
            <p:cNvSpPr/>
            <p:nvPr/>
          </p:nvSpPr>
          <p:spPr>
            <a:xfrm>
              <a:off x="2487239" y="330513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t94"/>
            <p:cNvSpPr/>
            <p:nvPr/>
          </p:nvSpPr>
          <p:spPr>
            <a:xfrm>
              <a:off x="2487239" y="318975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t95"/>
            <p:cNvSpPr/>
            <p:nvPr/>
          </p:nvSpPr>
          <p:spPr>
            <a:xfrm>
              <a:off x="2487239" y="307304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t96"/>
            <p:cNvSpPr/>
            <p:nvPr/>
          </p:nvSpPr>
          <p:spPr>
            <a:xfrm>
              <a:off x="3261298" y="344059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t97"/>
            <p:cNvSpPr/>
            <p:nvPr/>
          </p:nvSpPr>
          <p:spPr>
            <a:xfrm>
              <a:off x="3261298" y="29816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t98"/>
            <p:cNvSpPr/>
            <p:nvPr/>
          </p:nvSpPr>
          <p:spPr>
            <a:xfrm>
              <a:off x="3261298" y="306846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t99"/>
            <p:cNvSpPr/>
            <p:nvPr/>
          </p:nvSpPr>
          <p:spPr>
            <a:xfrm>
              <a:off x="2164676" y="288507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t100"/>
            <p:cNvSpPr/>
            <p:nvPr/>
          </p:nvSpPr>
          <p:spPr>
            <a:xfrm>
              <a:off x="2164676" y="229826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t101"/>
            <p:cNvSpPr/>
            <p:nvPr/>
          </p:nvSpPr>
          <p:spPr>
            <a:xfrm>
              <a:off x="2164676" y="244111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t102"/>
            <p:cNvSpPr/>
            <p:nvPr/>
          </p:nvSpPr>
          <p:spPr>
            <a:xfrm>
              <a:off x="4307825" y="369885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t103"/>
            <p:cNvSpPr/>
            <p:nvPr/>
          </p:nvSpPr>
          <p:spPr>
            <a:xfrm>
              <a:off x="4307825" y="263372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t104"/>
            <p:cNvSpPr/>
            <p:nvPr/>
          </p:nvSpPr>
          <p:spPr>
            <a:xfrm>
              <a:off x="4307825" y="34048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t105"/>
            <p:cNvSpPr/>
            <p:nvPr/>
          </p:nvSpPr>
          <p:spPr>
            <a:xfrm>
              <a:off x="3724249" y="349826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t106"/>
            <p:cNvSpPr/>
            <p:nvPr/>
          </p:nvSpPr>
          <p:spPr>
            <a:xfrm>
              <a:off x="3724249" y="386928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t107"/>
            <p:cNvSpPr/>
            <p:nvPr/>
          </p:nvSpPr>
          <p:spPr>
            <a:xfrm>
              <a:off x="3724249" y="358633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t108"/>
            <p:cNvSpPr/>
            <p:nvPr/>
          </p:nvSpPr>
          <p:spPr>
            <a:xfrm>
              <a:off x="4033201" y="514284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t109"/>
            <p:cNvSpPr/>
            <p:nvPr/>
          </p:nvSpPr>
          <p:spPr>
            <a:xfrm>
              <a:off x="4033201" y="493663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t110"/>
            <p:cNvSpPr/>
            <p:nvPr/>
          </p:nvSpPr>
          <p:spPr>
            <a:xfrm>
              <a:off x="4033201" y="507146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t111"/>
            <p:cNvSpPr/>
            <p:nvPr/>
          </p:nvSpPr>
          <p:spPr>
            <a:xfrm>
              <a:off x="6877943" y="486141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t112"/>
            <p:cNvSpPr/>
            <p:nvPr/>
          </p:nvSpPr>
          <p:spPr>
            <a:xfrm>
              <a:off x="6877943" y="46173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t113"/>
            <p:cNvSpPr/>
            <p:nvPr/>
          </p:nvSpPr>
          <p:spPr>
            <a:xfrm>
              <a:off x="6877943" y="496136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1256863" y="2298668"/>
              <a:ext cx="5679782" cy="3250539"/>
            </a:xfrm>
            <a:custGeom>
              <a:avLst/>
              <a:gdLst/>
              <a:ahLst/>
              <a:cxnLst/>
              <a:rect l="0" t="0" r="0" b="0"/>
              <a:pathLst>
                <a:path w="5679782" h="3250539">
                  <a:moveTo>
                    <a:pt x="0" y="0"/>
                  </a:moveTo>
                  <a:lnTo>
                    <a:pt x="71895" y="37145"/>
                  </a:lnTo>
                  <a:lnTo>
                    <a:pt x="143791" y="74184"/>
                  </a:lnTo>
                  <a:lnTo>
                    <a:pt x="215687" y="111110"/>
                  </a:lnTo>
                  <a:lnTo>
                    <a:pt x="287583" y="147916"/>
                  </a:lnTo>
                  <a:lnTo>
                    <a:pt x="359479" y="184593"/>
                  </a:lnTo>
                  <a:lnTo>
                    <a:pt x="431375" y="221133"/>
                  </a:lnTo>
                  <a:lnTo>
                    <a:pt x="503271" y="257526"/>
                  </a:lnTo>
                  <a:lnTo>
                    <a:pt x="575167" y="293762"/>
                  </a:lnTo>
                  <a:lnTo>
                    <a:pt x="647063" y="329831"/>
                  </a:lnTo>
                  <a:lnTo>
                    <a:pt x="718959" y="365720"/>
                  </a:lnTo>
                  <a:lnTo>
                    <a:pt x="790855" y="401417"/>
                  </a:lnTo>
                  <a:lnTo>
                    <a:pt x="862751" y="436909"/>
                  </a:lnTo>
                  <a:lnTo>
                    <a:pt x="934647" y="472181"/>
                  </a:lnTo>
                  <a:lnTo>
                    <a:pt x="1006543" y="507219"/>
                  </a:lnTo>
                  <a:lnTo>
                    <a:pt x="1078439" y="542007"/>
                  </a:lnTo>
                  <a:lnTo>
                    <a:pt x="1150335" y="576527"/>
                  </a:lnTo>
                  <a:lnTo>
                    <a:pt x="1222231" y="610761"/>
                  </a:lnTo>
                  <a:lnTo>
                    <a:pt x="1294127" y="644692"/>
                  </a:lnTo>
                  <a:lnTo>
                    <a:pt x="1366023" y="678299"/>
                  </a:lnTo>
                  <a:lnTo>
                    <a:pt x="1437919" y="711564"/>
                  </a:lnTo>
                  <a:lnTo>
                    <a:pt x="1509815" y="744464"/>
                  </a:lnTo>
                  <a:lnTo>
                    <a:pt x="1581711" y="776981"/>
                  </a:lnTo>
                  <a:lnTo>
                    <a:pt x="1653607" y="809093"/>
                  </a:lnTo>
                  <a:lnTo>
                    <a:pt x="1725503" y="840780"/>
                  </a:lnTo>
                  <a:lnTo>
                    <a:pt x="1797399" y="872023"/>
                  </a:lnTo>
                  <a:lnTo>
                    <a:pt x="1869295" y="902802"/>
                  </a:lnTo>
                  <a:lnTo>
                    <a:pt x="1941191" y="933101"/>
                  </a:lnTo>
                  <a:lnTo>
                    <a:pt x="2013087" y="962905"/>
                  </a:lnTo>
                  <a:lnTo>
                    <a:pt x="2084983" y="992199"/>
                  </a:lnTo>
                  <a:lnTo>
                    <a:pt x="2156879" y="1020973"/>
                  </a:lnTo>
                  <a:lnTo>
                    <a:pt x="2228775" y="1049218"/>
                  </a:lnTo>
                  <a:lnTo>
                    <a:pt x="2300671" y="1076931"/>
                  </a:lnTo>
                  <a:lnTo>
                    <a:pt x="2372567" y="1104107"/>
                  </a:lnTo>
                  <a:lnTo>
                    <a:pt x="2444463" y="1130750"/>
                  </a:lnTo>
                  <a:lnTo>
                    <a:pt x="2516359" y="1156863"/>
                  </a:lnTo>
                  <a:lnTo>
                    <a:pt x="2588255" y="1182454"/>
                  </a:lnTo>
                  <a:lnTo>
                    <a:pt x="2660151" y="1207533"/>
                  </a:lnTo>
                  <a:lnTo>
                    <a:pt x="2732047" y="1232113"/>
                  </a:lnTo>
                  <a:lnTo>
                    <a:pt x="2803943" y="1256209"/>
                  </a:lnTo>
                  <a:lnTo>
                    <a:pt x="2875839" y="1279838"/>
                  </a:lnTo>
                  <a:lnTo>
                    <a:pt x="2947735" y="1303018"/>
                  </a:lnTo>
                  <a:lnTo>
                    <a:pt x="3019631" y="1325769"/>
                  </a:lnTo>
                  <a:lnTo>
                    <a:pt x="3091527" y="1348110"/>
                  </a:lnTo>
                  <a:lnTo>
                    <a:pt x="3163423" y="1370063"/>
                  </a:lnTo>
                  <a:lnTo>
                    <a:pt x="3235319" y="1391648"/>
                  </a:lnTo>
                  <a:lnTo>
                    <a:pt x="3307215" y="1412886"/>
                  </a:lnTo>
                  <a:lnTo>
                    <a:pt x="3379111" y="1433795"/>
                  </a:lnTo>
                  <a:lnTo>
                    <a:pt x="3451007" y="1454397"/>
                  </a:lnTo>
                  <a:lnTo>
                    <a:pt x="3522902" y="1474709"/>
                  </a:lnTo>
                  <a:lnTo>
                    <a:pt x="3594798" y="1494750"/>
                  </a:lnTo>
                  <a:lnTo>
                    <a:pt x="3666694" y="1514536"/>
                  </a:lnTo>
                  <a:lnTo>
                    <a:pt x="3738590" y="1534084"/>
                  </a:lnTo>
                  <a:lnTo>
                    <a:pt x="3810486" y="1553410"/>
                  </a:lnTo>
                  <a:lnTo>
                    <a:pt x="3882382" y="1572527"/>
                  </a:lnTo>
                  <a:lnTo>
                    <a:pt x="3954278" y="1591450"/>
                  </a:lnTo>
                  <a:lnTo>
                    <a:pt x="4026174" y="1610191"/>
                  </a:lnTo>
                  <a:lnTo>
                    <a:pt x="4098070" y="1628761"/>
                  </a:lnTo>
                  <a:lnTo>
                    <a:pt x="4169966" y="1647172"/>
                  </a:lnTo>
                  <a:lnTo>
                    <a:pt x="4241862" y="1665434"/>
                  </a:lnTo>
                  <a:lnTo>
                    <a:pt x="4313758" y="1683557"/>
                  </a:lnTo>
                  <a:lnTo>
                    <a:pt x="4385654" y="1701549"/>
                  </a:lnTo>
                  <a:lnTo>
                    <a:pt x="4457550" y="1719419"/>
                  </a:lnTo>
                  <a:lnTo>
                    <a:pt x="4529446" y="1737174"/>
                  </a:lnTo>
                  <a:lnTo>
                    <a:pt x="4601342" y="1754822"/>
                  </a:lnTo>
                  <a:lnTo>
                    <a:pt x="4673238" y="1772369"/>
                  </a:lnTo>
                  <a:lnTo>
                    <a:pt x="4745134" y="1789822"/>
                  </a:lnTo>
                  <a:lnTo>
                    <a:pt x="4817030" y="1807185"/>
                  </a:lnTo>
                  <a:lnTo>
                    <a:pt x="4888926" y="1824465"/>
                  </a:lnTo>
                  <a:lnTo>
                    <a:pt x="4960822" y="1841666"/>
                  </a:lnTo>
                  <a:lnTo>
                    <a:pt x="5032718" y="1858792"/>
                  </a:lnTo>
                  <a:lnTo>
                    <a:pt x="5104614" y="1875849"/>
                  </a:lnTo>
                  <a:lnTo>
                    <a:pt x="5176510" y="1892840"/>
                  </a:lnTo>
                  <a:lnTo>
                    <a:pt x="5248406" y="1909769"/>
                  </a:lnTo>
                  <a:lnTo>
                    <a:pt x="5320302" y="1926639"/>
                  </a:lnTo>
                  <a:lnTo>
                    <a:pt x="5392198" y="1943453"/>
                  </a:lnTo>
                  <a:lnTo>
                    <a:pt x="5464094" y="1960215"/>
                  </a:lnTo>
                  <a:lnTo>
                    <a:pt x="5535990" y="1976926"/>
                  </a:lnTo>
                  <a:lnTo>
                    <a:pt x="5607886" y="1993591"/>
                  </a:lnTo>
                  <a:lnTo>
                    <a:pt x="5679782" y="2010211"/>
                  </a:lnTo>
                  <a:lnTo>
                    <a:pt x="5679782" y="3250539"/>
                  </a:lnTo>
                  <a:lnTo>
                    <a:pt x="5607886" y="3212388"/>
                  </a:lnTo>
                  <a:lnTo>
                    <a:pt x="5535990" y="3174283"/>
                  </a:lnTo>
                  <a:lnTo>
                    <a:pt x="5464094" y="3136225"/>
                  </a:lnTo>
                  <a:lnTo>
                    <a:pt x="5392198" y="3098216"/>
                  </a:lnTo>
                  <a:lnTo>
                    <a:pt x="5320302" y="3060260"/>
                  </a:lnTo>
                  <a:lnTo>
                    <a:pt x="5248406" y="3022360"/>
                  </a:lnTo>
                  <a:lnTo>
                    <a:pt x="5176510" y="2984519"/>
                  </a:lnTo>
                  <a:lnTo>
                    <a:pt x="5104614" y="2946739"/>
                  </a:lnTo>
                  <a:lnTo>
                    <a:pt x="5032718" y="2909026"/>
                  </a:lnTo>
                  <a:lnTo>
                    <a:pt x="4960822" y="2871383"/>
                  </a:lnTo>
                  <a:lnTo>
                    <a:pt x="4888926" y="2833813"/>
                  </a:lnTo>
                  <a:lnTo>
                    <a:pt x="4817030" y="2796323"/>
                  </a:lnTo>
                  <a:lnTo>
                    <a:pt x="4745134" y="2758916"/>
                  </a:lnTo>
                  <a:lnTo>
                    <a:pt x="4673238" y="2721599"/>
                  </a:lnTo>
                  <a:lnTo>
                    <a:pt x="4601342" y="2684376"/>
                  </a:lnTo>
                  <a:lnTo>
                    <a:pt x="4529446" y="2647253"/>
                  </a:lnTo>
                  <a:lnTo>
                    <a:pt x="4457550" y="2610239"/>
                  </a:lnTo>
                  <a:lnTo>
                    <a:pt x="4385654" y="2573339"/>
                  </a:lnTo>
                  <a:lnTo>
                    <a:pt x="4313758" y="2536561"/>
                  </a:lnTo>
                  <a:lnTo>
                    <a:pt x="4241862" y="2499913"/>
                  </a:lnTo>
                  <a:lnTo>
                    <a:pt x="4169966" y="2463405"/>
                  </a:lnTo>
                  <a:lnTo>
                    <a:pt x="4098070" y="2427046"/>
                  </a:lnTo>
                  <a:lnTo>
                    <a:pt x="4026174" y="2390846"/>
                  </a:lnTo>
                  <a:lnTo>
                    <a:pt x="3954278" y="2354817"/>
                  </a:lnTo>
                  <a:lnTo>
                    <a:pt x="3882382" y="2318969"/>
                  </a:lnTo>
                  <a:lnTo>
                    <a:pt x="3810486" y="2283316"/>
                  </a:lnTo>
                  <a:lnTo>
                    <a:pt x="3738590" y="2247872"/>
                  </a:lnTo>
                  <a:lnTo>
                    <a:pt x="3666694" y="2212650"/>
                  </a:lnTo>
                  <a:lnTo>
                    <a:pt x="3594798" y="2177666"/>
                  </a:lnTo>
                  <a:lnTo>
                    <a:pt x="3522902" y="2142937"/>
                  </a:lnTo>
                  <a:lnTo>
                    <a:pt x="3451007" y="2108479"/>
                  </a:lnTo>
                  <a:lnTo>
                    <a:pt x="3379111" y="2074310"/>
                  </a:lnTo>
                  <a:lnTo>
                    <a:pt x="3307215" y="2040450"/>
                  </a:lnTo>
                  <a:lnTo>
                    <a:pt x="3235319" y="2006917"/>
                  </a:lnTo>
                  <a:lnTo>
                    <a:pt x="3163423" y="1973732"/>
                  </a:lnTo>
                  <a:lnTo>
                    <a:pt x="3091527" y="1940915"/>
                  </a:lnTo>
                  <a:lnTo>
                    <a:pt x="3019631" y="1908486"/>
                  </a:lnTo>
                  <a:lnTo>
                    <a:pt x="2947735" y="1876467"/>
                  </a:lnTo>
                  <a:lnTo>
                    <a:pt x="2875839" y="1844877"/>
                  </a:lnTo>
                  <a:lnTo>
                    <a:pt x="2803943" y="1813736"/>
                  </a:lnTo>
                  <a:lnTo>
                    <a:pt x="2732047" y="1783062"/>
                  </a:lnTo>
                  <a:lnTo>
                    <a:pt x="2660151" y="1752871"/>
                  </a:lnTo>
                  <a:lnTo>
                    <a:pt x="2588255" y="1723180"/>
                  </a:lnTo>
                  <a:lnTo>
                    <a:pt x="2516359" y="1694001"/>
                  </a:lnTo>
                  <a:lnTo>
                    <a:pt x="2444463" y="1665344"/>
                  </a:lnTo>
                  <a:lnTo>
                    <a:pt x="2372567" y="1637216"/>
                  </a:lnTo>
                  <a:lnTo>
                    <a:pt x="2300671" y="1609623"/>
                  </a:lnTo>
                  <a:lnTo>
                    <a:pt x="2228775" y="1582565"/>
                  </a:lnTo>
                  <a:lnTo>
                    <a:pt x="2156879" y="1556041"/>
                  </a:lnTo>
                  <a:lnTo>
                    <a:pt x="2084983" y="1530045"/>
                  </a:lnTo>
                  <a:lnTo>
                    <a:pt x="2013087" y="1504569"/>
                  </a:lnTo>
                  <a:lnTo>
                    <a:pt x="1941191" y="1479602"/>
                  </a:lnTo>
                  <a:lnTo>
                    <a:pt x="1869295" y="1455131"/>
                  </a:lnTo>
                  <a:lnTo>
                    <a:pt x="1797399" y="1431140"/>
                  </a:lnTo>
                  <a:lnTo>
                    <a:pt x="1725503" y="1407613"/>
                  </a:lnTo>
                  <a:lnTo>
                    <a:pt x="1653607" y="1384530"/>
                  </a:lnTo>
                  <a:lnTo>
                    <a:pt x="1581711" y="1361872"/>
                  </a:lnTo>
                  <a:lnTo>
                    <a:pt x="1509815" y="1339618"/>
                  </a:lnTo>
                  <a:lnTo>
                    <a:pt x="1437919" y="1317749"/>
                  </a:lnTo>
                  <a:lnTo>
                    <a:pt x="1366023" y="1296243"/>
                  </a:lnTo>
                  <a:lnTo>
                    <a:pt x="1294127" y="1275080"/>
                  </a:lnTo>
                  <a:lnTo>
                    <a:pt x="1222231" y="1254241"/>
                  </a:lnTo>
                  <a:lnTo>
                    <a:pt x="1150335" y="1233705"/>
                  </a:lnTo>
                  <a:lnTo>
                    <a:pt x="1078439" y="1213455"/>
                  </a:lnTo>
                  <a:lnTo>
                    <a:pt x="1006543" y="1193472"/>
                  </a:lnTo>
                  <a:lnTo>
                    <a:pt x="934647" y="1173740"/>
                  </a:lnTo>
                  <a:lnTo>
                    <a:pt x="862751" y="1154243"/>
                  </a:lnTo>
                  <a:lnTo>
                    <a:pt x="790855" y="1134964"/>
                  </a:lnTo>
                  <a:lnTo>
                    <a:pt x="718959" y="1115891"/>
                  </a:lnTo>
                  <a:lnTo>
                    <a:pt x="647063" y="1097010"/>
                  </a:lnTo>
                  <a:lnTo>
                    <a:pt x="575167" y="1078309"/>
                  </a:lnTo>
                  <a:lnTo>
                    <a:pt x="503271" y="1059775"/>
                  </a:lnTo>
                  <a:lnTo>
                    <a:pt x="431375" y="1041398"/>
                  </a:lnTo>
                  <a:lnTo>
                    <a:pt x="359479" y="1023167"/>
                  </a:lnTo>
                  <a:lnTo>
                    <a:pt x="287583" y="1005074"/>
                  </a:lnTo>
                  <a:lnTo>
                    <a:pt x="215687" y="987110"/>
                  </a:lnTo>
                  <a:lnTo>
                    <a:pt x="143791" y="969266"/>
                  </a:lnTo>
                  <a:lnTo>
                    <a:pt x="71895" y="951535"/>
                  </a:lnTo>
                  <a:lnTo>
                    <a:pt x="0" y="933910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1256863" y="2298668"/>
              <a:ext cx="5679782" cy="2010211"/>
            </a:xfrm>
            <a:custGeom>
              <a:avLst/>
              <a:gdLst/>
              <a:ahLst/>
              <a:cxnLst/>
              <a:rect l="0" t="0" r="0" b="0"/>
              <a:pathLst>
                <a:path w="5679782" h="2010211">
                  <a:moveTo>
                    <a:pt x="0" y="0"/>
                  </a:moveTo>
                  <a:lnTo>
                    <a:pt x="71895" y="37145"/>
                  </a:lnTo>
                  <a:lnTo>
                    <a:pt x="143791" y="74184"/>
                  </a:lnTo>
                  <a:lnTo>
                    <a:pt x="215687" y="111110"/>
                  </a:lnTo>
                  <a:lnTo>
                    <a:pt x="287583" y="147916"/>
                  </a:lnTo>
                  <a:lnTo>
                    <a:pt x="359479" y="184593"/>
                  </a:lnTo>
                  <a:lnTo>
                    <a:pt x="431375" y="221133"/>
                  </a:lnTo>
                  <a:lnTo>
                    <a:pt x="503271" y="257526"/>
                  </a:lnTo>
                  <a:lnTo>
                    <a:pt x="575167" y="293762"/>
                  </a:lnTo>
                  <a:lnTo>
                    <a:pt x="647063" y="329831"/>
                  </a:lnTo>
                  <a:lnTo>
                    <a:pt x="718959" y="365720"/>
                  </a:lnTo>
                  <a:lnTo>
                    <a:pt x="790855" y="401417"/>
                  </a:lnTo>
                  <a:lnTo>
                    <a:pt x="862751" y="436909"/>
                  </a:lnTo>
                  <a:lnTo>
                    <a:pt x="934647" y="472181"/>
                  </a:lnTo>
                  <a:lnTo>
                    <a:pt x="1006543" y="507219"/>
                  </a:lnTo>
                  <a:lnTo>
                    <a:pt x="1078439" y="542007"/>
                  </a:lnTo>
                  <a:lnTo>
                    <a:pt x="1150335" y="576527"/>
                  </a:lnTo>
                  <a:lnTo>
                    <a:pt x="1222231" y="610761"/>
                  </a:lnTo>
                  <a:lnTo>
                    <a:pt x="1294127" y="644692"/>
                  </a:lnTo>
                  <a:lnTo>
                    <a:pt x="1366023" y="678299"/>
                  </a:lnTo>
                  <a:lnTo>
                    <a:pt x="1437919" y="711564"/>
                  </a:lnTo>
                  <a:lnTo>
                    <a:pt x="1509815" y="744464"/>
                  </a:lnTo>
                  <a:lnTo>
                    <a:pt x="1581711" y="776981"/>
                  </a:lnTo>
                  <a:lnTo>
                    <a:pt x="1653607" y="809093"/>
                  </a:lnTo>
                  <a:lnTo>
                    <a:pt x="1725503" y="840780"/>
                  </a:lnTo>
                  <a:lnTo>
                    <a:pt x="1797399" y="872023"/>
                  </a:lnTo>
                  <a:lnTo>
                    <a:pt x="1869295" y="902802"/>
                  </a:lnTo>
                  <a:lnTo>
                    <a:pt x="1941191" y="933101"/>
                  </a:lnTo>
                  <a:lnTo>
                    <a:pt x="2013087" y="962905"/>
                  </a:lnTo>
                  <a:lnTo>
                    <a:pt x="2084983" y="992199"/>
                  </a:lnTo>
                  <a:lnTo>
                    <a:pt x="2156879" y="1020973"/>
                  </a:lnTo>
                  <a:lnTo>
                    <a:pt x="2228775" y="1049218"/>
                  </a:lnTo>
                  <a:lnTo>
                    <a:pt x="2300671" y="1076931"/>
                  </a:lnTo>
                  <a:lnTo>
                    <a:pt x="2372567" y="1104107"/>
                  </a:lnTo>
                  <a:lnTo>
                    <a:pt x="2444463" y="1130750"/>
                  </a:lnTo>
                  <a:lnTo>
                    <a:pt x="2516359" y="1156863"/>
                  </a:lnTo>
                  <a:lnTo>
                    <a:pt x="2588255" y="1182454"/>
                  </a:lnTo>
                  <a:lnTo>
                    <a:pt x="2660151" y="1207533"/>
                  </a:lnTo>
                  <a:lnTo>
                    <a:pt x="2732047" y="1232113"/>
                  </a:lnTo>
                  <a:lnTo>
                    <a:pt x="2803943" y="1256209"/>
                  </a:lnTo>
                  <a:lnTo>
                    <a:pt x="2875839" y="1279838"/>
                  </a:lnTo>
                  <a:lnTo>
                    <a:pt x="2947735" y="1303018"/>
                  </a:lnTo>
                  <a:lnTo>
                    <a:pt x="3019631" y="1325769"/>
                  </a:lnTo>
                  <a:lnTo>
                    <a:pt x="3091527" y="1348110"/>
                  </a:lnTo>
                  <a:lnTo>
                    <a:pt x="3163423" y="1370063"/>
                  </a:lnTo>
                  <a:lnTo>
                    <a:pt x="3235319" y="1391648"/>
                  </a:lnTo>
                  <a:lnTo>
                    <a:pt x="3307215" y="1412886"/>
                  </a:lnTo>
                  <a:lnTo>
                    <a:pt x="3379111" y="1433795"/>
                  </a:lnTo>
                  <a:lnTo>
                    <a:pt x="3451007" y="1454397"/>
                  </a:lnTo>
                  <a:lnTo>
                    <a:pt x="3522902" y="1474709"/>
                  </a:lnTo>
                  <a:lnTo>
                    <a:pt x="3594798" y="1494750"/>
                  </a:lnTo>
                  <a:lnTo>
                    <a:pt x="3666694" y="1514536"/>
                  </a:lnTo>
                  <a:lnTo>
                    <a:pt x="3738590" y="1534084"/>
                  </a:lnTo>
                  <a:lnTo>
                    <a:pt x="3810486" y="1553410"/>
                  </a:lnTo>
                  <a:lnTo>
                    <a:pt x="3882382" y="1572527"/>
                  </a:lnTo>
                  <a:lnTo>
                    <a:pt x="3954278" y="1591450"/>
                  </a:lnTo>
                  <a:lnTo>
                    <a:pt x="4026174" y="1610191"/>
                  </a:lnTo>
                  <a:lnTo>
                    <a:pt x="4098070" y="1628761"/>
                  </a:lnTo>
                  <a:lnTo>
                    <a:pt x="4169966" y="1647172"/>
                  </a:lnTo>
                  <a:lnTo>
                    <a:pt x="4241862" y="1665434"/>
                  </a:lnTo>
                  <a:lnTo>
                    <a:pt x="4313758" y="1683557"/>
                  </a:lnTo>
                  <a:lnTo>
                    <a:pt x="4385654" y="1701549"/>
                  </a:lnTo>
                  <a:lnTo>
                    <a:pt x="4457550" y="1719419"/>
                  </a:lnTo>
                  <a:lnTo>
                    <a:pt x="4529446" y="1737174"/>
                  </a:lnTo>
                  <a:lnTo>
                    <a:pt x="4601342" y="1754822"/>
                  </a:lnTo>
                  <a:lnTo>
                    <a:pt x="4673238" y="1772369"/>
                  </a:lnTo>
                  <a:lnTo>
                    <a:pt x="4745134" y="1789822"/>
                  </a:lnTo>
                  <a:lnTo>
                    <a:pt x="4817030" y="1807185"/>
                  </a:lnTo>
                  <a:lnTo>
                    <a:pt x="4888926" y="1824465"/>
                  </a:lnTo>
                  <a:lnTo>
                    <a:pt x="4960822" y="1841666"/>
                  </a:lnTo>
                  <a:lnTo>
                    <a:pt x="5032718" y="1858792"/>
                  </a:lnTo>
                  <a:lnTo>
                    <a:pt x="5104614" y="1875849"/>
                  </a:lnTo>
                  <a:lnTo>
                    <a:pt x="5176510" y="1892840"/>
                  </a:lnTo>
                  <a:lnTo>
                    <a:pt x="5248406" y="1909769"/>
                  </a:lnTo>
                  <a:lnTo>
                    <a:pt x="5320302" y="1926639"/>
                  </a:lnTo>
                  <a:lnTo>
                    <a:pt x="5392198" y="1943453"/>
                  </a:lnTo>
                  <a:lnTo>
                    <a:pt x="5464094" y="1960215"/>
                  </a:lnTo>
                  <a:lnTo>
                    <a:pt x="5535990" y="1976926"/>
                  </a:lnTo>
                  <a:lnTo>
                    <a:pt x="5607886" y="1993591"/>
                  </a:lnTo>
                  <a:lnTo>
                    <a:pt x="5679782" y="2010211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1256863" y="3232578"/>
              <a:ext cx="5679782" cy="2316628"/>
            </a:xfrm>
            <a:custGeom>
              <a:avLst/>
              <a:gdLst/>
              <a:ahLst/>
              <a:cxnLst/>
              <a:rect l="0" t="0" r="0" b="0"/>
              <a:pathLst>
                <a:path w="5679782" h="2316628">
                  <a:moveTo>
                    <a:pt x="5679782" y="2316628"/>
                  </a:moveTo>
                  <a:lnTo>
                    <a:pt x="5607886" y="2278478"/>
                  </a:lnTo>
                  <a:lnTo>
                    <a:pt x="5535990" y="2240372"/>
                  </a:lnTo>
                  <a:lnTo>
                    <a:pt x="5464094" y="2202314"/>
                  </a:lnTo>
                  <a:lnTo>
                    <a:pt x="5392198" y="2164305"/>
                  </a:lnTo>
                  <a:lnTo>
                    <a:pt x="5320302" y="2126350"/>
                  </a:lnTo>
                  <a:lnTo>
                    <a:pt x="5248406" y="2088449"/>
                  </a:lnTo>
                  <a:lnTo>
                    <a:pt x="5176510" y="2050608"/>
                  </a:lnTo>
                  <a:lnTo>
                    <a:pt x="5104614" y="2012828"/>
                  </a:lnTo>
                  <a:lnTo>
                    <a:pt x="5032718" y="1975115"/>
                  </a:lnTo>
                  <a:lnTo>
                    <a:pt x="4960822" y="1937472"/>
                  </a:lnTo>
                  <a:lnTo>
                    <a:pt x="4888926" y="1899903"/>
                  </a:lnTo>
                  <a:lnTo>
                    <a:pt x="4817030" y="1862412"/>
                  </a:lnTo>
                  <a:lnTo>
                    <a:pt x="4745134" y="1825006"/>
                  </a:lnTo>
                  <a:lnTo>
                    <a:pt x="4673238" y="1787688"/>
                  </a:lnTo>
                  <a:lnTo>
                    <a:pt x="4601342" y="1750465"/>
                  </a:lnTo>
                  <a:lnTo>
                    <a:pt x="4529446" y="1713343"/>
                  </a:lnTo>
                  <a:lnTo>
                    <a:pt x="4457550" y="1676328"/>
                  </a:lnTo>
                  <a:lnTo>
                    <a:pt x="4385654" y="1639428"/>
                  </a:lnTo>
                  <a:lnTo>
                    <a:pt x="4313758" y="1602650"/>
                  </a:lnTo>
                  <a:lnTo>
                    <a:pt x="4241862" y="1566002"/>
                  </a:lnTo>
                  <a:lnTo>
                    <a:pt x="4169966" y="1529494"/>
                  </a:lnTo>
                  <a:lnTo>
                    <a:pt x="4098070" y="1493135"/>
                  </a:lnTo>
                  <a:lnTo>
                    <a:pt x="4026174" y="1456935"/>
                  </a:lnTo>
                  <a:lnTo>
                    <a:pt x="3954278" y="1420906"/>
                  </a:lnTo>
                  <a:lnTo>
                    <a:pt x="3882382" y="1385058"/>
                  </a:lnTo>
                  <a:lnTo>
                    <a:pt x="3810486" y="1349406"/>
                  </a:lnTo>
                  <a:lnTo>
                    <a:pt x="3738590" y="1313961"/>
                  </a:lnTo>
                  <a:lnTo>
                    <a:pt x="3666694" y="1278739"/>
                  </a:lnTo>
                  <a:lnTo>
                    <a:pt x="3594798" y="1243756"/>
                  </a:lnTo>
                  <a:lnTo>
                    <a:pt x="3522902" y="1209026"/>
                  </a:lnTo>
                  <a:lnTo>
                    <a:pt x="3451007" y="1174568"/>
                  </a:lnTo>
                  <a:lnTo>
                    <a:pt x="3379111" y="1140400"/>
                  </a:lnTo>
                  <a:lnTo>
                    <a:pt x="3307215" y="1106539"/>
                  </a:lnTo>
                  <a:lnTo>
                    <a:pt x="3235319" y="1073006"/>
                  </a:lnTo>
                  <a:lnTo>
                    <a:pt x="3163423" y="1039821"/>
                  </a:lnTo>
                  <a:lnTo>
                    <a:pt x="3091527" y="1007004"/>
                  </a:lnTo>
                  <a:lnTo>
                    <a:pt x="3019631" y="974576"/>
                  </a:lnTo>
                  <a:lnTo>
                    <a:pt x="2947735" y="942556"/>
                  </a:lnTo>
                  <a:lnTo>
                    <a:pt x="2875839" y="910966"/>
                  </a:lnTo>
                  <a:lnTo>
                    <a:pt x="2803943" y="879825"/>
                  </a:lnTo>
                  <a:lnTo>
                    <a:pt x="2732047" y="849151"/>
                  </a:lnTo>
                  <a:lnTo>
                    <a:pt x="2660151" y="818961"/>
                  </a:lnTo>
                  <a:lnTo>
                    <a:pt x="2588255" y="789269"/>
                  </a:lnTo>
                  <a:lnTo>
                    <a:pt x="2516359" y="760090"/>
                  </a:lnTo>
                  <a:lnTo>
                    <a:pt x="2444463" y="731433"/>
                  </a:lnTo>
                  <a:lnTo>
                    <a:pt x="2372567" y="703306"/>
                  </a:lnTo>
                  <a:lnTo>
                    <a:pt x="2300671" y="675712"/>
                  </a:lnTo>
                  <a:lnTo>
                    <a:pt x="2228775" y="648654"/>
                  </a:lnTo>
                  <a:lnTo>
                    <a:pt x="2156879" y="622130"/>
                  </a:lnTo>
                  <a:lnTo>
                    <a:pt x="2084983" y="596134"/>
                  </a:lnTo>
                  <a:lnTo>
                    <a:pt x="2013087" y="570658"/>
                  </a:lnTo>
                  <a:lnTo>
                    <a:pt x="1941191" y="545691"/>
                  </a:lnTo>
                  <a:lnTo>
                    <a:pt x="1869295" y="521220"/>
                  </a:lnTo>
                  <a:lnTo>
                    <a:pt x="1797399" y="497229"/>
                  </a:lnTo>
                  <a:lnTo>
                    <a:pt x="1725503" y="473702"/>
                  </a:lnTo>
                  <a:lnTo>
                    <a:pt x="1653607" y="450619"/>
                  </a:lnTo>
                  <a:lnTo>
                    <a:pt x="1581711" y="427961"/>
                  </a:lnTo>
                  <a:lnTo>
                    <a:pt x="1509815" y="405707"/>
                  </a:lnTo>
                  <a:lnTo>
                    <a:pt x="1437919" y="383838"/>
                  </a:lnTo>
                  <a:lnTo>
                    <a:pt x="1366023" y="362332"/>
                  </a:lnTo>
                  <a:lnTo>
                    <a:pt x="1294127" y="341169"/>
                  </a:lnTo>
                  <a:lnTo>
                    <a:pt x="1222231" y="320330"/>
                  </a:lnTo>
                  <a:lnTo>
                    <a:pt x="1150335" y="299794"/>
                  </a:lnTo>
                  <a:lnTo>
                    <a:pt x="1078439" y="279544"/>
                  </a:lnTo>
                  <a:lnTo>
                    <a:pt x="1006543" y="259561"/>
                  </a:lnTo>
                  <a:lnTo>
                    <a:pt x="934647" y="239829"/>
                  </a:lnTo>
                  <a:lnTo>
                    <a:pt x="862751" y="220332"/>
                  </a:lnTo>
                  <a:lnTo>
                    <a:pt x="790855" y="201054"/>
                  </a:lnTo>
                  <a:lnTo>
                    <a:pt x="718959" y="181981"/>
                  </a:lnTo>
                  <a:lnTo>
                    <a:pt x="647063" y="163100"/>
                  </a:lnTo>
                  <a:lnTo>
                    <a:pt x="575167" y="144398"/>
                  </a:lnTo>
                  <a:lnTo>
                    <a:pt x="503271" y="125864"/>
                  </a:lnTo>
                  <a:lnTo>
                    <a:pt x="431375" y="107487"/>
                  </a:lnTo>
                  <a:lnTo>
                    <a:pt x="359479" y="89257"/>
                  </a:lnTo>
                  <a:lnTo>
                    <a:pt x="287583" y="71164"/>
                  </a:lnTo>
                  <a:lnTo>
                    <a:pt x="215687" y="53199"/>
                  </a:lnTo>
                  <a:lnTo>
                    <a:pt x="143791" y="35355"/>
                  </a:lnTo>
                  <a:lnTo>
                    <a:pt x="71895" y="176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7" name="pl117"/>
            <p:cNvSpPr/>
            <p:nvPr/>
          </p:nvSpPr>
          <p:spPr>
            <a:xfrm>
              <a:off x="1256863" y="2765623"/>
              <a:ext cx="5679782" cy="2163419"/>
            </a:xfrm>
            <a:custGeom>
              <a:avLst/>
              <a:gdLst/>
              <a:ahLst/>
              <a:cxnLst/>
              <a:rect l="0" t="0" r="0" b="0"/>
              <a:pathLst>
                <a:path w="5679782" h="2163419">
                  <a:moveTo>
                    <a:pt x="0" y="0"/>
                  </a:moveTo>
                  <a:lnTo>
                    <a:pt x="71895" y="27385"/>
                  </a:lnTo>
                  <a:lnTo>
                    <a:pt x="143791" y="54770"/>
                  </a:lnTo>
                  <a:lnTo>
                    <a:pt x="215687" y="82155"/>
                  </a:lnTo>
                  <a:lnTo>
                    <a:pt x="287583" y="109540"/>
                  </a:lnTo>
                  <a:lnTo>
                    <a:pt x="359479" y="136925"/>
                  </a:lnTo>
                  <a:lnTo>
                    <a:pt x="431375" y="164310"/>
                  </a:lnTo>
                  <a:lnTo>
                    <a:pt x="503271" y="191695"/>
                  </a:lnTo>
                  <a:lnTo>
                    <a:pt x="575167" y="219080"/>
                  </a:lnTo>
                  <a:lnTo>
                    <a:pt x="647063" y="246465"/>
                  </a:lnTo>
                  <a:lnTo>
                    <a:pt x="718959" y="273850"/>
                  </a:lnTo>
                  <a:lnTo>
                    <a:pt x="790855" y="301235"/>
                  </a:lnTo>
                  <a:lnTo>
                    <a:pt x="862751" y="328620"/>
                  </a:lnTo>
                  <a:lnTo>
                    <a:pt x="934647" y="356005"/>
                  </a:lnTo>
                  <a:lnTo>
                    <a:pt x="1006543" y="383390"/>
                  </a:lnTo>
                  <a:lnTo>
                    <a:pt x="1078439" y="410775"/>
                  </a:lnTo>
                  <a:lnTo>
                    <a:pt x="1150335" y="438160"/>
                  </a:lnTo>
                  <a:lnTo>
                    <a:pt x="1222231" y="465546"/>
                  </a:lnTo>
                  <a:lnTo>
                    <a:pt x="1294127" y="492931"/>
                  </a:lnTo>
                  <a:lnTo>
                    <a:pt x="1366023" y="520316"/>
                  </a:lnTo>
                  <a:lnTo>
                    <a:pt x="1437919" y="547701"/>
                  </a:lnTo>
                  <a:lnTo>
                    <a:pt x="1509815" y="575086"/>
                  </a:lnTo>
                  <a:lnTo>
                    <a:pt x="1581711" y="602471"/>
                  </a:lnTo>
                  <a:lnTo>
                    <a:pt x="1653607" y="629856"/>
                  </a:lnTo>
                  <a:lnTo>
                    <a:pt x="1725503" y="657241"/>
                  </a:lnTo>
                  <a:lnTo>
                    <a:pt x="1797399" y="684626"/>
                  </a:lnTo>
                  <a:lnTo>
                    <a:pt x="1869295" y="712011"/>
                  </a:lnTo>
                  <a:lnTo>
                    <a:pt x="1941191" y="739396"/>
                  </a:lnTo>
                  <a:lnTo>
                    <a:pt x="2013087" y="766781"/>
                  </a:lnTo>
                  <a:lnTo>
                    <a:pt x="2084983" y="794166"/>
                  </a:lnTo>
                  <a:lnTo>
                    <a:pt x="2156879" y="821551"/>
                  </a:lnTo>
                  <a:lnTo>
                    <a:pt x="2228775" y="848936"/>
                  </a:lnTo>
                  <a:lnTo>
                    <a:pt x="2300671" y="876321"/>
                  </a:lnTo>
                  <a:lnTo>
                    <a:pt x="2372567" y="903707"/>
                  </a:lnTo>
                  <a:lnTo>
                    <a:pt x="2444463" y="931092"/>
                  </a:lnTo>
                  <a:lnTo>
                    <a:pt x="2516359" y="958477"/>
                  </a:lnTo>
                  <a:lnTo>
                    <a:pt x="2588255" y="985862"/>
                  </a:lnTo>
                  <a:lnTo>
                    <a:pt x="2660151" y="1013247"/>
                  </a:lnTo>
                  <a:lnTo>
                    <a:pt x="2732047" y="1040632"/>
                  </a:lnTo>
                  <a:lnTo>
                    <a:pt x="2803943" y="1068017"/>
                  </a:lnTo>
                  <a:lnTo>
                    <a:pt x="2875839" y="1095402"/>
                  </a:lnTo>
                  <a:lnTo>
                    <a:pt x="2947735" y="1122787"/>
                  </a:lnTo>
                  <a:lnTo>
                    <a:pt x="3019631" y="1150172"/>
                  </a:lnTo>
                  <a:lnTo>
                    <a:pt x="3091527" y="1177557"/>
                  </a:lnTo>
                  <a:lnTo>
                    <a:pt x="3163423" y="1204942"/>
                  </a:lnTo>
                  <a:lnTo>
                    <a:pt x="3235319" y="1232327"/>
                  </a:lnTo>
                  <a:lnTo>
                    <a:pt x="3307215" y="1259712"/>
                  </a:lnTo>
                  <a:lnTo>
                    <a:pt x="3379111" y="1287097"/>
                  </a:lnTo>
                  <a:lnTo>
                    <a:pt x="3451007" y="1314482"/>
                  </a:lnTo>
                  <a:lnTo>
                    <a:pt x="3522902" y="1341868"/>
                  </a:lnTo>
                  <a:lnTo>
                    <a:pt x="3594798" y="1369253"/>
                  </a:lnTo>
                  <a:lnTo>
                    <a:pt x="3666694" y="1396638"/>
                  </a:lnTo>
                  <a:lnTo>
                    <a:pt x="3738590" y="1424023"/>
                  </a:lnTo>
                  <a:lnTo>
                    <a:pt x="3810486" y="1451408"/>
                  </a:lnTo>
                  <a:lnTo>
                    <a:pt x="3882382" y="1478793"/>
                  </a:lnTo>
                  <a:lnTo>
                    <a:pt x="3954278" y="1506178"/>
                  </a:lnTo>
                  <a:lnTo>
                    <a:pt x="4026174" y="1533563"/>
                  </a:lnTo>
                  <a:lnTo>
                    <a:pt x="4098070" y="1560948"/>
                  </a:lnTo>
                  <a:lnTo>
                    <a:pt x="4169966" y="1588333"/>
                  </a:lnTo>
                  <a:lnTo>
                    <a:pt x="4241862" y="1615718"/>
                  </a:lnTo>
                  <a:lnTo>
                    <a:pt x="4313758" y="1643103"/>
                  </a:lnTo>
                  <a:lnTo>
                    <a:pt x="4385654" y="1670488"/>
                  </a:lnTo>
                  <a:lnTo>
                    <a:pt x="4457550" y="1697873"/>
                  </a:lnTo>
                  <a:lnTo>
                    <a:pt x="4529446" y="1725258"/>
                  </a:lnTo>
                  <a:lnTo>
                    <a:pt x="4601342" y="1752643"/>
                  </a:lnTo>
                  <a:lnTo>
                    <a:pt x="4673238" y="1780029"/>
                  </a:lnTo>
                  <a:lnTo>
                    <a:pt x="4745134" y="1807414"/>
                  </a:lnTo>
                  <a:lnTo>
                    <a:pt x="4817030" y="1834799"/>
                  </a:lnTo>
                  <a:lnTo>
                    <a:pt x="4888926" y="1862184"/>
                  </a:lnTo>
                  <a:lnTo>
                    <a:pt x="4960822" y="1889569"/>
                  </a:lnTo>
                  <a:lnTo>
                    <a:pt x="5032718" y="1916954"/>
                  </a:lnTo>
                  <a:lnTo>
                    <a:pt x="5104614" y="1944339"/>
                  </a:lnTo>
                  <a:lnTo>
                    <a:pt x="5176510" y="1971724"/>
                  </a:lnTo>
                  <a:lnTo>
                    <a:pt x="5248406" y="1999109"/>
                  </a:lnTo>
                  <a:lnTo>
                    <a:pt x="5320302" y="2026494"/>
                  </a:lnTo>
                  <a:lnTo>
                    <a:pt x="5392198" y="2053879"/>
                  </a:lnTo>
                  <a:lnTo>
                    <a:pt x="5464094" y="2081264"/>
                  </a:lnTo>
                  <a:lnTo>
                    <a:pt x="5535990" y="2108649"/>
                  </a:lnTo>
                  <a:lnTo>
                    <a:pt x="5607886" y="2136034"/>
                  </a:lnTo>
                  <a:lnTo>
                    <a:pt x="5679782" y="2163419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l118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526632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4484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370322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692708" y="29216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14012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38079" y="530637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938079" y="452482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938079" y="374327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938079" y="296172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938079" y="218017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gdLst/>
              <a:ahLst/>
              <a:cxnLst/>
              <a:rect l="0" t="0" r="0" b="0"/>
              <a:pathLst>
                <a:path w="624776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123378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286370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449362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l133"/>
            <p:cNvSpPr/>
            <p:nvPr/>
          </p:nvSpPr>
          <p:spPr>
            <a:xfrm>
              <a:off x="612354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tx134"/>
            <p:cNvSpPr/>
            <p:nvPr/>
          </p:nvSpPr>
          <p:spPr>
            <a:xfrm>
              <a:off x="1125020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2754938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384857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014775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759066" y="5925448"/>
              <a:ext cx="675375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72874" y="1669789"/>
              <a:ext cx="328662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(LEA) vs Survival at Lewisetta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47760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3719174" y="23234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3719174" y="245808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3719174" y="22617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1198161" y="262143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1198161" y="241095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1198161" y="23101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6877943" y="224027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6877943" y="210616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6877943" y="21709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4249769" y="22355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4249769" y="24701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4249769" y="22421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4653893" y="20662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4653893" y="20117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4653893" y="20769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1748912" y="23552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1748912" y="23596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1748912" y="29330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4404057" y="352027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4404057" y="340006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4404057" y="273656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5657957" y="260931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5657957" y="28503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5657957" y="29826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56863" y="2176075"/>
              <a:ext cx="5679782" cy="749818"/>
            </a:xfrm>
            <a:custGeom>
              <a:avLst/>
              <a:gdLst/>
              <a:ahLst/>
              <a:cxnLst/>
              <a:rect l="0" t="0" r="0" b="0"/>
              <a:pathLst>
                <a:path w="5679782" h="749818">
                  <a:moveTo>
                    <a:pt x="0" y="84732"/>
                  </a:moveTo>
                  <a:lnTo>
                    <a:pt x="71895" y="89650"/>
                  </a:lnTo>
                  <a:lnTo>
                    <a:pt x="143791" y="94525"/>
                  </a:lnTo>
                  <a:lnTo>
                    <a:pt x="215687" y="99353"/>
                  </a:lnTo>
                  <a:lnTo>
                    <a:pt x="287583" y="104132"/>
                  </a:lnTo>
                  <a:lnTo>
                    <a:pt x="359479" y="108859"/>
                  </a:lnTo>
                  <a:lnTo>
                    <a:pt x="431375" y="113531"/>
                  </a:lnTo>
                  <a:lnTo>
                    <a:pt x="503271" y="118145"/>
                  </a:lnTo>
                  <a:lnTo>
                    <a:pt x="575167" y="122697"/>
                  </a:lnTo>
                  <a:lnTo>
                    <a:pt x="647063" y="127183"/>
                  </a:lnTo>
                  <a:lnTo>
                    <a:pt x="718959" y="131600"/>
                  </a:lnTo>
                  <a:lnTo>
                    <a:pt x="790855" y="135943"/>
                  </a:lnTo>
                  <a:lnTo>
                    <a:pt x="862751" y="140207"/>
                  </a:lnTo>
                  <a:lnTo>
                    <a:pt x="934647" y="144388"/>
                  </a:lnTo>
                  <a:lnTo>
                    <a:pt x="1006543" y="148480"/>
                  </a:lnTo>
                  <a:lnTo>
                    <a:pt x="1078439" y="152477"/>
                  </a:lnTo>
                  <a:lnTo>
                    <a:pt x="1150335" y="156375"/>
                  </a:lnTo>
                  <a:lnTo>
                    <a:pt x="1222231" y="160166"/>
                  </a:lnTo>
                  <a:lnTo>
                    <a:pt x="1294127" y="163843"/>
                  </a:lnTo>
                  <a:lnTo>
                    <a:pt x="1366023" y="167400"/>
                  </a:lnTo>
                  <a:lnTo>
                    <a:pt x="1437919" y="170828"/>
                  </a:lnTo>
                  <a:lnTo>
                    <a:pt x="1509815" y="174121"/>
                  </a:lnTo>
                  <a:lnTo>
                    <a:pt x="1581711" y="177269"/>
                  </a:lnTo>
                  <a:lnTo>
                    <a:pt x="1653607" y="180264"/>
                  </a:lnTo>
                  <a:lnTo>
                    <a:pt x="1725503" y="183096"/>
                  </a:lnTo>
                  <a:lnTo>
                    <a:pt x="1797399" y="185757"/>
                  </a:lnTo>
                  <a:lnTo>
                    <a:pt x="1869295" y="188235"/>
                  </a:lnTo>
                  <a:lnTo>
                    <a:pt x="1941191" y="190522"/>
                  </a:lnTo>
                  <a:lnTo>
                    <a:pt x="2013087" y="192608"/>
                  </a:lnTo>
                  <a:lnTo>
                    <a:pt x="2084983" y="194481"/>
                  </a:lnTo>
                  <a:lnTo>
                    <a:pt x="2156879" y="196132"/>
                  </a:lnTo>
                  <a:lnTo>
                    <a:pt x="2228775" y="197550"/>
                  </a:lnTo>
                  <a:lnTo>
                    <a:pt x="2300671" y="198727"/>
                  </a:lnTo>
                  <a:lnTo>
                    <a:pt x="2372567" y="199652"/>
                  </a:lnTo>
                  <a:lnTo>
                    <a:pt x="2444463" y="200317"/>
                  </a:lnTo>
                  <a:lnTo>
                    <a:pt x="2516359" y="200714"/>
                  </a:lnTo>
                  <a:lnTo>
                    <a:pt x="2588255" y="200837"/>
                  </a:lnTo>
                  <a:lnTo>
                    <a:pt x="2660151" y="200678"/>
                  </a:lnTo>
                  <a:lnTo>
                    <a:pt x="2732047" y="200235"/>
                  </a:lnTo>
                  <a:lnTo>
                    <a:pt x="2803943" y="199502"/>
                  </a:lnTo>
                  <a:lnTo>
                    <a:pt x="2875839" y="198479"/>
                  </a:lnTo>
                  <a:lnTo>
                    <a:pt x="2947735" y="197164"/>
                  </a:lnTo>
                  <a:lnTo>
                    <a:pt x="3019631" y="195560"/>
                  </a:lnTo>
                  <a:lnTo>
                    <a:pt x="3091527" y="193667"/>
                  </a:lnTo>
                  <a:lnTo>
                    <a:pt x="3163423" y="191490"/>
                  </a:lnTo>
                  <a:lnTo>
                    <a:pt x="3235319" y="189034"/>
                  </a:lnTo>
                  <a:lnTo>
                    <a:pt x="3307215" y="186305"/>
                  </a:lnTo>
                  <a:lnTo>
                    <a:pt x="3379111" y="183310"/>
                  </a:lnTo>
                  <a:lnTo>
                    <a:pt x="3451007" y="180057"/>
                  </a:lnTo>
                  <a:lnTo>
                    <a:pt x="3522902" y="176556"/>
                  </a:lnTo>
                  <a:lnTo>
                    <a:pt x="3594798" y="172816"/>
                  </a:lnTo>
                  <a:lnTo>
                    <a:pt x="3666694" y="168846"/>
                  </a:lnTo>
                  <a:lnTo>
                    <a:pt x="3738590" y="164656"/>
                  </a:lnTo>
                  <a:lnTo>
                    <a:pt x="3810486" y="160258"/>
                  </a:lnTo>
                  <a:lnTo>
                    <a:pt x="3882382" y="155661"/>
                  </a:lnTo>
                  <a:lnTo>
                    <a:pt x="3954278" y="150874"/>
                  </a:lnTo>
                  <a:lnTo>
                    <a:pt x="4026174" y="145909"/>
                  </a:lnTo>
                  <a:lnTo>
                    <a:pt x="4098070" y="140775"/>
                  </a:lnTo>
                  <a:lnTo>
                    <a:pt x="4169966" y="135481"/>
                  </a:lnTo>
                  <a:lnTo>
                    <a:pt x="4241862" y="130036"/>
                  </a:lnTo>
                  <a:lnTo>
                    <a:pt x="4313758" y="124449"/>
                  </a:lnTo>
                  <a:lnTo>
                    <a:pt x="4385654" y="118729"/>
                  </a:lnTo>
                  <a:lnTo>
                    <a:pt x="4457550" y="112882"/>
                  </a:lnTo>
                  <a:lnTo>
                    <a:pt x="4529446" y="106917"/>
                  </a:lnTo>
                  <a:lnTo>
                    <a:pt x="4601342" y="100841"/>
                  </a:lnTo>
                  <a:lnTo>
                    <a:pt x="4673238" y="94659"/>
                  </a:lnTo>
                  <a:lnTo>
                    <a:pt x="4745134" y="88380"/>
                  </a:lnTo>
                  <a:lnTo>
                    <a:pt x="4817030" y="82007"/>
                  </a:lnTo>
                  <a:lnTo>
                    <a:pt x="4888926" y="75547"/>
                  </a:lnTo>
                  <a:lnTo>
                    <a:pt x="4960822" y="69006"/>
                  </a:lnTo>
                  <a:lnTo>
                    <a:pt x="5032718" y="62387"/>
                  </a:lnTo>
                  <a:lnTo>
                    <a:pt x="5104614" y="55695"/>
                  </a:lnTo>
                  <a:lnTo>
                    <a:pt x="5176510" y="48935"/>
                  </a:lnTo>
                  <a:lnTo>
                    <a:pt x="5248406" y="42111"/>
                  </a:lnTo>
                  <a:lnTo>
                    <a:pt x="5320302" y="35225"/>
                  </a:lnTo>
                  <a:lnTo>
                    <a:pt x="5392198" y="28283"/>
                  </a:lnTo>
                  <a:lnTo>
                    <a:pt x="5464094" y="21286"/>
                  </a:lnTo>
                  <a:lnTo>
                    <a:pt x="5535990" y="14238"/>
                  </a:lnTo>
                  <a:lnTo>
                    <a:pt x="5607886" y="7141"/>
                  </a:lnTo>
                  <a:lnTo>
                    <a:pt x="5679782" y="0"/>
                  </a:lnTo>
                  <a:lnTo>
                    <a:pt x="5679782" y="656438"/>
                  </a:lnTo>
                  <a:lnTo>
                    <a:pt x="5607886" y="651551"/>
                  </a:lnTo>
                  <a:lnTo>
                    <a:pt x="5535990" y="646709"/>
                  </a:lnTo>
                  <a:lnTo>
                    <a:pt x="5464094" y="641916"/>
                  </a:lnTo>
                  <a:lnTo>
                    <a:pt x="5392198" y="637173"/>
                  </a:lnTo>
                  <a:lnTo>
                    <a:pt x="5320302" y="632485"/>
                  </a:lnTo>
                  <a:lnTo>
                    <a:pt x="5248406" y="627855"/>
                  </a:lnTo>
                  <a:lnTo>
                    <a:pt x="5176510" y="623285"/>
                  </a:lnTo>
                  <a:lnTo>
                    <a:pt x="5104614" y="618779"/>
                  </a:lnTo>
                  <a:lnTo>
                    <a:pt x="5032718" y="614342"/>
                  </a:lnTo>
                  <a:lnTo>
                    <a:pt x="4960822" y="609978"/>
                  </a:lnTo>
                  <a:lnTo>
                    <a:pt x="4888926" y="605691"/>
                  </a:lnTo>
                  <a:lnTo>
                    <a:pt x="4817030" y="601486"/>
                  </a:lnTo>
                  <a:lnTo>
                    <a:pt x="4745134" y="597368"/>
                  </a:lnTo>
                  <a:lnTo>
                    <a:pt x="4673238" y="593343"/>
                  </a:lnTo>
                  <a:lnTo>
                    <a:pt x="4601342" y="589416"/>
                  </a:lnTo>
                  <a:lnTo>
                    <a:pt x="4529446" y="585594"/>
                  </a:lnTo>
                  <a:lnTo>
                    <a:pt x="4457550" y="581884"/>
                  </a:lnTo>
                  <a:lnTo>
                    <a:pt x="4385654" y="578292"/>
                  </a:lnTo>
                  <a:lnTo>
                    <a:pt x="4313758" y="574826"/>
                  </a:lnTo>
                  <a:lnTo>
                    <a:pt x="4241862" y="571493"/>
                  </a:lnTo>
                  <a:lnTo>
                    <a:pt x="4169966" y="568303"/>
                  </a:lnTo>
                  <a:lnTo>
                    <a:pt x="4098070" y="565264"/>
                  </a:lnTo>
                  <a:lnTo>
                    <a:pt x="4026174" y="562384"/>
                  </a:lnTo>
                  <a:lnTo>
                    <a:pt x="3954278" y="559673"/>
                  </a:lnTo>
                  <a:lnTo>
                    <a:pt x="3882382" y="557142"/>
                  </a:lnTo>
                  <a:lnTo>
                    <a:pt x="3810486" y="554799"/>
                  </a:lnTo>
                  <a:lnTo>
                    <a:pt x="3738590" y="552655"/>
                  </a:lnTo>
                  <a:lnTo>
                    <a:pt x="3666694" y="550720"/>
                  </a:lnTo>
                  <a:lnTo>
                    <a:pt x="3594798" y="549005"/>
                  </a:lnTo>
                  <a:lnTo>
                    <a:pt x="3522902" y="547519"/>
                  </a:lnTo>
                  <a:lnTo>
                    <a:pt x="3451007" y="546272"/>
                  </a:lnTo>
                  <a:lnTo>
                    <a:pt x="3379111" y="545275"/>
                  </a:lnTo>
                  <a:lnTo>
                    <a:pt x="3307215" y="544534"/>
                  </a:lnTo>
                  <a:lnTo>
                    <a:pt x="3235319" y="544060"/>
                  </a:lnTo>
                  <a:lnTo>
                    <a:pt x="3163423" y="543858"/>
                  </a:lnTo>
                  <a:lnTo>
                    <a:pt x="3091527" y="543936"/>
                  </a:lnTo>
                  <a:lnTo>
                    <a:pt x="3019631" y="544297"/>
                  </a:lnTo>
                  <a:lnTo>
                    <a:pt x="2947735" y="544947"/>
                  </a:lnTo>
                  <a:lnTo>
                    <a:pt x="2875839" y="545887"/>
                  </a:lnTo>
                  <a:lnTo>
                    <a:pt x="2803943" y="547119"/>
                  </a:lnTo>
                  <a:lnTo>
                    <a:pt x="2732047" y="548641"/>
                  </a:lnTo>
                  <a:lnTo>
                    <a:pt x="2660151" y="550452"/>
                  </a:lnTo>
                  <a:lnTo>
                    <a:pt x="2588255" y="552548"/>
                  </a:lnTo>
                  <a:lnTo>
                    <a:pt x="2516359" y="554925"/>
                  </a:lnTo>
                  <a:lnTo>
                    <a:pt x="2444463" y="557577"/>
                  </a:lnTo>
                  <a:lnTo>
                    <a:pt x="2372567" y="560497"/>
                  </a:lnTo>
                  <a:lnTo>
                    <a:pt x="2300671" y="563676"/>
                  </a:lnTo>
                  <a:lnTo>
                    <a:pt x="2228775" y="567107"/>
                  </a:lnTo>
                  <a:lnTo>
                    <a:pt x="2156879" y="570780"/>
                  </a:lnTo>
                  <a:lnTo>
                    <a:pt x="2084983" y="574686"/>
                  </a:lnTo>
                  <a:lnTo>
                    <a:pt x="2013087" y="578813"/>
                  </a:lnTo>
                  <a:lnTo>
                    <a:pt x="1941191" y="583153"/>
                  </a:lnTo>
                  <a:lnTo>
                    <a:pt x="1869295" y="587695"/>
                  </a:lnTo>
                  <a:lnTo>
                    <a:pt x="1797399" y="592428"/>
                  </a:lnTo>
                  <a:lnTo>
                    <a:pt x="1725503" y="597343"/>
                  </a:lnTo>
                  <a:lnTo>
                    <a:pt x="1653607" y="602430"/>
                  </a:lnTo>
                  <a:lnTo>
                    <a:pt x="1581711" y="607680"/>
                  </a:lnTo>
                  <a:lnTo>
                    <a:pt x="1509815" y="613082"/>
                  </a:lnTo>
                  <a:lnTo>
                    <a:pt x="1437919" y="618629"/>
                  </a:lnTo>
                  <a:lnTo>
                    <a:pt x="1366023" y="624313"/>
                  </a:lnTo>
                  <a:lnTo>
                    <a:pt x="1294127" y="630124"/>
                  </a:lnTo>
                  <a:lnTo>
                    <a:pt x="1222231" y="636056"/>
                  </a:lnTo>
                  <a:lnTo>
                    <a:pt x="1150335" y="642101"/>
                  </a:lnTo>
                  <a:lnTo>
                    <a:pt x="1078439" y="648253"/>
                  </a:lnTo>
                  <a:lnTo>
                    <a:pt x="1006543" y="654505"/>
                  </a:lnTo>
                  <a:lnTo>
                    <a:pt x="934647" y="660852"/>
                  </a:lnTo>
                  <a:lnTo>
                    <a:pt x="862751" y="667287"/>
                  </a:lnTo>
                  <a:lnTo>
                    <a:pt x="790855" y="673806"/>
                  </a:lnTo>
                  <a:lnTo>
                    <a:pt x="718959" y="680403"/>
                  </a:lnTo>
                  <a:lnTo>
                    <a:pt x="647063" y="687075"/>
                  </a:lnTo>
                  <a:lnTo>
                    <a:pt x="575167" y="693816"/>
                  </a:lnTo>
                  <a:lnTo>
                    <a:pt x="503271" y="700622"/>
                  </a:lnTo>
                  <a:lnTo>
                    <a:pt x="431375" y="707490"/>
                  </a:lnTo>
                  <a:lnTo>
                    <a:pt x="359479" y="714417"/>
                  </a:lnTo>
                  <a:lnTo>
                    <a:pt x="287583" y="721399"/>
                  </a:lnTo>
                  <a:lnTo>
                    <a:pt x="215687" y="728432"/>
                  </a:lnTo>
                  <a:lnTo>
                    <a:pt x="143791" y="735515"/>
                  </a:lnTo>
                  <a:lnTo>
                    <a:pt x="71895" y="742644"/>
                  </a:lnTo>
                  <a:lnTo>
                    <a:pt x="0" y="749818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56863" y="2176075"/>
              <a:ext cx="5679782" cy="200837"/>
            </a:xfrm>
            <a:custGeom>
              <a:avLst/>
              <a:gdLst/>
              <a:ahLst/>
              <a:cxnLst/>
              <a:rect l="0" t="0" r="0" b="0"/>
              <a:pathLst>
                <a:path w="5679782" h="200837">
                  <a:moveTo>
                    <a:pt x="0" y="84732"/>
                  </a:moveTo>
                  <a:lnTo>
                    <a:pt x="71895" y="89650"/>
                  </a:lnTo>
                  <a:lnTo>
                    <a:pt x="143791" y="94525"/>
                  </a:lnTo>
                  <a:lnTo>
                    <a:pt x="215687" y="99353"/>
                  </a:lnTo>
                  <a:lnTo>
                    <a:pt x="287583" y="104132"/>
                  </a:lnTo>
                  <a:lnTo>
                    <a:pt x="359479" y="108859"/>
                  </a:lnTo>
                  <a:lnTo>
                    <a:pt x="431375" y="113531"/>
                  </a:lnTo>
                  <a:lnTo>
                    <a:pt x="503271" y="118145"/>
                  </a:lnTo>
                  <a:lnTo>
                    <a:pt x="575167" y="122697"/>
                  </a:lnTo>
                  <a:lnTo>
                    <a:pt x="647063" y="127183"/>
                  </a:lnTo>
                  <a:lnTo>
                    <a:pt x="718959" y="131600"/>
                  </a:lnTo>
                  <a:lnTo>
                    <a:pt x="790855" y="135943"/>
                  </a:lnTo>
                  <a:lnTo>
                    <a:pt x="862751" y="140207"/>
                  </a:lnTo>
                  <a:lnTo>
                    <a:pt x="934647" y="144388"/>
                  </a:lnTo>
                  <a:lnTo>
                    <a:pt x="1006543" y="148480"/>
                  </a:lnTo>
                  <a:lnTo>
                    <a:pt x="1078439" y="152477"/>
                  </a:lnTo>
                  <a:lnTo>
                    <a:pt x="1150335" y="156375"/>
                  </a:lnTo>
                  <a:lnTo>
                    <a:pt x="1222231" y="160166"/>
                  </a:lnTo>
                  <a:lnTo>
                    <a:pt x="1294127" y="163843"/>
                  </a:lnTo>
                  <a:lnTo>
                    <a:pt x="1366023" y="167400"/>
                  </a:lnTo>
                  <a:lnTo>
                    <a:pt x="1437919" y="170828"/>
                  </a:lnTo>
                  <a:lnTo>
                    <a:pt x="1509815" y="174121"/>
                  </a:lnTo>
                  <a:lnTo>
                    <a:pt x="1581711" y="177269"/>
                  </a:lnTo>
                  <a:lnTo>
                    <a:pt x="1653607" y="180264"/>
                  </a:lnTo>
                  <a:lnTo>
                    <a:pt x="1725503" y="183096"/>
                  </a:lnTo>
                  <a:lnTo>
                    <a:pt x="1797399" y="185757"/>
                  </a:lnTo>
                  <a:lnTo>
                    <a:pt x="1869295" y="188235"/>
                  </a:lnTo>
                  <a:lnTo>
                    <a:pt x="1941191" y="190522"/>
                  </a:lnTo>
                  <a:lnTo>
                    <a:pt x="2013087" y="192608"/>
                  </a:lnTo>
                  <a:lnTo>
                    <a:pt x="2084983" y="194481"/>
                  </a:lnTo>
                  <a:lnTo>
                    <a:pt x="2156879" y="196132"/>
                  </a:lnTo>
                  <a:lnTo>
                    <a:pt x="2228775" y="197550"/>
                  </a:lnTo>
                  <a:lnTo>
                    <a:pt x="2300671" y="198727"/>
                  </a:lnTo>
                  <a:lnTo>
                    <a:pt x="2372567" y="199652"/>
                  </a:lnTo>
                  <a:lnTo>
                    <a:pt x="2444463" y="200317"/>
                  </a:lnTo>
                  <a:lnTo>
                    <a:pt x="2516359" y="200714"/>
                  </a:lnTo>
                  <a:lnTo>
                    <a:pt x="2588255" y="200837"/>
                  </a:lnTo>
                  <a:lnTo>
                    <a:pt x="2660151" y="200678"/>
                  </a:lnTo>
                  <a:lnTo>
                    <a:pt x="2732047" y="200235"/>
                  </a:lnTo>
                  <a:lnTo>
                    <a:pt x="2803943" y="199502"/>
                  </a:lnTo>
                  <a:lnTo>
                    <a:pt x="2875839" y="198479"/>
                  </a:lnTo>
                  <a:lnTo>
                    <a:pt x="2947735" y="197164"/>
                  </a:lnTo>
                  <a:lnTo>
                    <a:pt x="3019631" y="195560"/>
                  </a:lnTo>
                  <a:lnTo>
                    <a:pt x="3091527" y="193667"/>
                  </a:lnTo>
                  <a:lnTo>
                    <a:pt x="3163423" y="191490"/>
                  </a:lnTo>
                  <a:lnTo>
                    <a:pt x="3235319" y="189034"/>
                  </a:lnTo>
                  <a:lnTo>
                    <a:pt x="3307215" y="186305"/>
                  </a:lnTo>
                  <a:lnTo>
                    <a:pt x="3379111" y="183310"/>
                  </a:lnTo>
                  <a:lnTo>
                    <a:pt x="3451007" y="180057"/>
                  </a:lnTo>
                  <a:lnTo>
                    <a:pt x="3522902" y="176556"/>
                  </a:lnTo>
                  <a:lnTo>
                    <a:pt x="3594798" y="172816"/>
                  </a:lnTo>
                  <a:lnTo>
                    <a:pt x="3666694" y="168846"/>
                  </a:lnTo>
                  <a:lnTo>
                    <a:pt x="3738590" y="164656"/>
                  </a:lnTo>
                  <a:lnTo>
                    <a:pt x="3810486" y="160258"/>
                  </a:lnTo>
                  <a:lnTo>
                    <a:pt x="3882382" y="155661"/>
                  </a:lnTo>
                  <a:lnTo>
                    <a:pt x="3954278" y="150874"/>
                  </a:lnTo>
                  <a:lnTo>
                    <a:pt x="4026174" y="145909"/>
                  </a:lnTo>
                  <a:lnTo>
                    <a:pt x="4098070" y="140775"/>
                  </a:lnTo>
                  <a:lnTo>
                    <a:pt x="4169966" y="135481"/>
                  </a:lnTo>
                  <a:lnTo>
                    <a:pt x="4241862" y="130036"/>
                  </a:lnTo>
                  <a:lnTo>
                    <a:pt x="4313758" y="124449"/>
                  </a:lnTo>
                  <a:lnTo>
                    <a:pt x="4385654" y="118729"/>
                  </a:lnTo>
                  <a:lnTo>
                    <a:pt x="4457550" y="112882"/>
                  </a:lnTo>
                  <a:lnTo>
                    <a:pt x="4529446" y="106917"/>
                  </a:lnTo>
                  <a:lnTo>
                    <a:pt x="4601342" y="100841"/>
                  </a:lnTo>
                  <a:lnTo>
                    <a:pt x="4673238" y="94659"/>
                  </a:lnTo>
                  <a:lnTo>
                    <a:pt x="4745134" y="88380"/>
                  </a:lnTo>
                  <a:lnTo>
                    <a:pt x="4817030" y="82007"/>
                  </a:lnTo>
                  <a:lnTo>
                    <a:pt x="4888926" y="75547"/>
                  </a:lnTo>
                  <a:lnTo>
                    <a:pt x="4960822" y="69006"/>
                  </a:lnTo>
                  <a:lnTo>
                    <a:pt x="5032718" y="62387"/>
                  </a:lnTo>
                  <a:lnTo>
                    <a:pt x="5104614" y="55695"/>
                  </a:lnTo>
                  <a:lnTo>
                    <a:pt x="5176510" y="48935"/>
                  </a:lnTo>
                  <a:lnTo>
                    <a:pt x="5248406" y="42111"/>
                  </a:lnTo>
                  <a:lnTo>
                    <a:pt x="5320302" y="35225"/>
                  </a:lnTo>
                  <a:lnTo>
                    <a:pt x="5392198" y="28283"/>
                  </a:lnTo>
                  <a:lnTo>
                    <a:pt x="5464094" y="21286"/>
                  </a:lnTo>
                  <a:lnTo>
                    <a:pt x="5535990" y="14238"/>
                  </a:lnTo>
                  <a:lnTo>
                    <a:pt x="5607886" y="7141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56863" y="2719933"/>
              <a:ext cx="5679782" cy="205959"/>
            </a:xfrm>
            <a:custGeom>
              <a:avLst/>
              <a:gdLst/>
              <a:ahLst/>
              <a:cxnLst/>
              <a:rect l="0" t="0" r="0" b="0"/>
              <a:pathLst>
                <a:path w="5679782" h="205959">
                  <a:moveTo>
                    <a:pt x="5679782" y="112580"/>
                  </a:moveTo>
                  <a:lnTo>
                    <a:pt x="5607886" y="107692"/>
                  </a:lnTo>
                  <a:lnTo>
                    <a:pt x="5535990" y="102851"/>
                  </a:lnTo>
                  <a:lnTo>
                    <a:pt x="5464094" y="98057"/>
                  </a:lnTo>
                  <a:lnTo>
                    <a:pt x="5392198" y="93315"/>
                  </a:lnTo>
                  <a:lnTo>
                    <a:pt x="5320302" y="88627"/>
                  </a:lnTo>
                  <a:lnTo>
                    <a:pt x="5248406" y="83996"/>
                  </a:lnTo>
                  <a:lnTo>
                    <a:pt x="5176510" y="79426"/>
                  </a:lnTo>
                  <a:lnTo>
                    <a:pt x="5104614" y="74921"/>
                  </a:lnTo>
                  <a:lnTo>
                    <a:pt x="5032718" y="70484"/>
                  </a:lnTo>
                  <a:lnTo>
                    <a:pt x="4960822" y="66119"/>
                  </a:lnTo>
                  <a:lnTo>
                    <a:pt x="4888926" y="61832"/>
                  </a:lnTo>
                  <a:lnTo>
                    <a:pt x="4817030" y="57627"/>
                  </a:lnTo>
                  <a:lnTo>
                    <a:pt x="4745134" y="53509"/>
                  </a:lnTo>
                  <a:lnTo>
                    <a:pt x="4673238" y="49484"/>
                  </a:lnTo>
                  <a:lnTo>
                    <a:pt x="4601342" y="45557"/>
                  </a:lnTo>
                  <a:lnTo>
                    <a:pt x="4529446" y="41735"/>
                  </a:lnTo>
                  <a:lnTo>
                    <a:pt x="4457550" y="38025"/>
                  </a:lnTo>
                  <a:lnTo>
                    <a:pt x="4385654" y="34433"/>
                  </a:lnTo>
                  <a:lnTo>
                    <a:pt x="4313758" y="30967"/>
                  </a:lnTo>
                  <a:lnTo>
                    <a:pt x="4241862" y="27635"/>
                  </a:lnTo>
                  <a:lnTo>
                    <a:pt x="4169966" y="24445"/>
                  </a:lnTo>
                  <a:lnTo>
                    <a:pt x="4098070" y="21405"/>
                  </a:lnTo>
                  <a:lnTo>
                    <a:pt x="4026174" y="18525"/>
                  </a:lnTo>
                  <a:lnTo>
                    <a:pt x="3954278" y="15815"/>
                  </a:lnTo>
                  <a:lnTo>
                    <a:pt x="3882382" y="13283"/>
                  </a:lnTo>
                  <a:lnTo>
                    <a:pt x="3810486" y="10940"/>
                  </a:lnTo>
                  <a:lnTo>
                    <a:pt x="3738590" y="8796"/>
                  </a:lnTo>
                  <a:lnTo>
                    <a:pt x="3666694" y="6862"/>
                  </a:lnTo>
                  <a:lnTo>
                    <a:pt x="3594798" y="5146"/>
                  </a:lnTo>
                  <a:lnTo>
                    <a:pt x="3522902" y="3660"/>
                  </a:lnTo>
                  <a:lnTo>
                    <a:pt x="3451007" y="2414"/>
                  </a:lnTo>
                  <a:lnTo>
                    <a:pt x="3379111" y="1416"/>
                  </a:lnTo>
                  <a:lnTo>
                    <a:pt x="3307215" y="676"/>
                  </a:lnTo>
                  <a:lnTo>
                    <a:pt x="3235319" y="201"/>
                  </a:lnTo>
                  <a:lnTo>
                    <a:pt x="3163423" y="0"/>
                  </a:lnTo>
                  <a:lnTo>
                    <a:pt x="3091527" y="77"/>
                  </a:lnTo>
                  <a:lnTo>
                    <a:pt x="3019631" y="439"/>
                  </a:lnTo>
                  <a:lnTo>
                    <a:pt x="2947735" y="1089"/>
                  </a:lnTo>
                  <a:lnTo>
                    <a:pt x="2875839" y="2029"/>
                  </a:lnTo>
                  <a:lnTo>
                    <a:pt x="2803943" y="3260"/>
                  </a:lnTo>
                  <a:lnTo>
                    <a:pt x="2732047" y="4782"/>
                  </a:lnTo>
                  <a:lnTo>
                    <a:pt x="2660151" y="6593"/>
                  </a:lnTo>
                  <a:lnTo>
                    <a:pt x="2588255" y="8689"/>
                  </a:lnTo>
                  <a:lnTo>
                    <a:pt x="2516359" y="11066"/>
                  </a:lnTo>
                  <a:lnTo>
                    <a:pt x="2444463" y="13718"/>
                  </a:lnTo>
                  <a:lnTo>
                    <a:pt x="2372567" y="16638"/>
                  </a:lnTo>
                  <a:lnTo>
                    <a:pt x="2300671" y="19818"/>
                  </a:lnTo>
                  <a:lnTo>
                    <a:pt x="2228775" y="23249"/>
                  </a:lnTo>
                  <a:lnTo>
                    <a:pt x="2156879" y="26922"/>
                  </a:lnTo>
                  <a:lnTo>
                    <a:pt x="2084983" y="30827"/>
                  </a:lnTo>
                  <a:lnTo>
                    <a:pt x="2013087" y="34955"/>
                  </a:lnTo>
                  <a:lnTo>
                    <a:pt x="1941191" y="39295"/>
                  </a:lnTo>
                  <a:lnTo>
                    <a:pt x="1869295" y="43836"/>
                  </a:lnTo>
                  <a:lnTo>
                    <a:pt x="1797399" y="48570"/>
                  </a:lnTo>
                  <a:lnTo>
                    <a:pt x="1725503" y="53485"/>
                  </a:lnTo>
                  <a:lnTo>
                    <a:pt x="1653607" y="58572"/>
                  </a:lnTo>
                  <a:lnTo>
                    <a:pt x="1581711" y="63821"/>
                  </a:lnTo>
                  <a:lnTo>
                    <a:pt x="1509815" y="69224"/>
                  </a:lnTo>
                  <a:lnTo>
                    <a:pt x="1437919" y="74771"/>
                  </a:lnTo>
                  <a:lnTo>
                    <a:pt x="1366023" y="80454"/>
                  </a:lnTo>
                  <a:lnTo>
                    <a:pt x="1294127" y="86265"/>
                  </a:lnTo>
                  <a:lnTo>
                    <a:pt x="1222231" y="92197"/>
                  </a:lnTo>
                  <a:lnTo>
                    <a:pt x="1150335" y="98243"/>
                  </a:lnTo>
                  <a:lnTo>
                    <a:pt x="1078439" y="104395"/>
                  </a:lnTo>
                  <a:lnTo>
                    <a:pt x="1006543" y="110647"/>
                  </a:lnTo>
                  <a:lnTo>
                    <a:pt x="934647" y="116993"/>
                  </a:lnTo>
                  <a:lnTo>
                    <a:pt x="862751" y="123429"/>
                  </a:lnTo>
                  <a:lnTo>
                    <a:pt x="790855" y="129947"/>
                  </a:lnTo>
                  <a:lnTo>
                    <a:pt x="718959" y="136545"/>
                  </a:lnTo>
                  <a:lnTo>
                    <a:pt x="647063" y="143216"/>
                  </a:lnTo>
                  <a:lnTo>
                    <a:pt x="575167" y="149957"/>
                  </a:lnTo>
                  <a:lnTo>
                    <a:pt x="503271" y="156763"/>
                  </a:lnTo>
                  <a:lnTo>
                    <a:pt x="431375" y="163632"/>
                  </a:lnTo>
                  <a:lnTo>
                    <a:pt x="359479" y="170559"/>
                  </a:lnTo>
                  <a:lnTo>
                    <a:pt x="287583" y="177540"/>
                  </a:lnTo>
                  <a:lnTo>
                    <a:pt x="215687" y="184574"/>
                  </a:lnTo>
                  <a:lnTo>
                    <a:pt x="143791" y="191657"/>
                  </a:lnTo>
                  <a:lnTo>
                    <a:pt x="71895" y="198786"/>
                  </a:lnTo>
                  <a:lnTo>
                    <a:pt x="0" y="20595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56863" y="2504294"/>
              <a:ext cx="5679782" cy="89055"/>
            </a:xfrm>
            <a:custGeom>
              <a:avLst/>
              <a:gdLst/>
              <a:ahLst/>
              <a:cxnLst/>
              <a:rect l="0" t="0" r="0" b="0"/>
              <a:pathLst>
                <a:path w="5679782" h="89055">
                  <a:moveTo>
                    <a:pt x="0" y="89055"/>
                  </a:moveTo>
                  <a:lnTo>
                    <a:pt x="71895" y="87928"/>
                  </a:lnTo>
                  <a:lnTo>
                    <a:pt x="143791" y="86801"/>
                  </a:lnTo>
                  <a:lnTo>
                    <a:pt x="215687" y="85673"/>
                  </a:lnTo>
                  <a:lnTo>
                    <a:pt x="287583" y="84546"/>
                  </a:lnTo>
                  <a:lnTo>
                    <a:pt x="359479" y="83419"/>
                  </a:lnTo>
                  <a:lnTo>
                    <a:pt x="431375" y="82291"/>
                  </a:lnTo>
                  <a:lnTo>
                    <a:pt x="503271" y="81164"/>
                  </a:lnTo>
                  <a:lnTo>
                    <a:pt x="575167" y="80037"/>
                  </a:lnTo>
                  <a:lnTo>
                    <a:pt x="647063" y="78910"/>
                  </a:lnTo>
                  <a:lnTo>
                    <a:pt x="718959" y="77782"/>
                  </a:lnTo>
                  <a:lnTo>
                    <a:pt x="790855" y="76655"/>
                  </a:lnTo>
                  <a:lnTo>
                    <a:pt x="862751" y="75528"/>
                  </a:lnTo>
                  <a:lnTo>
                    <a:pt x="934647" y="74400"/>
                  </a:lnTo>
                  <a:lnTo>
                    <a:pt x="1006543" y="73273"/>
                  </a:lnTo>
                  <a:lnTo>
                    <a:pt x="1078439" y="72146"/>
                  </a:lnTo>
                  <a:lnTo>
                    <a:pt x="1150335" y="71019"/>
                  </a:lnTo>
                  <a:lnTo>
                    <a:pt x="1222231" y="69891"/>
                  </a:lnTo>
                  <a:lnTo>
                    <a:pt x="1294127" y="68764"/>
                  </a:lnTo>
                  <a:lnTo>
                    <a:pt x="1366023" y="67637"/>
                  </a:lnTo>
                  <a:lnTo>
                    <a:pt x="1437919" y="66509"/>
                  </a:lnTo>
                  <a:lnTo>
                    <a:pt x="1509815" y="65382"/>
                  </a:lnTo>
                  <a:lnTo>
                    <a:pt x="1581711" y="64255"/>
                  </a:lnTo>
                  <a:lnTo>
                    <a:pt x="1653607" y="63128"/>
                  </a:lnTo>
                  <a:lnTo>
                    <a:pt x="1725503" y="62000"/>
                  </a:lnTo>
                  <a:lnTo>
                    <a:pt x="1797399" y="60873"/>
                  </a:lnTo>
                  <a:lnTo>
                    <a:pt x="1869295" y="59746"/>
                  </a:lnTo>
                  <a:lnTo>
                    <a:pt x="1941191" y="58618"/>
                  </a:lnTo>
                  <a:lnTo>
                    <a:pt x="2013087" y="57491"/>
                  </a:lnTo>
                  <a:lnTo>
                    <a:pt x="2084983" y="56364"/>
                  </a:lnTo>
                  <a:lnTo>
                    <a:pt x="2156879" y="55237"/>
                  </a:lnTo>
                  <a:lnTo>
                    <a:pt x="2228775" y="54109"/>
                  </a:lnTo>
                  <a:lnTo>
                    <a:pt x="2300671" y="52982"/>
                  </a:lnTo>
                  <a:lnTo>
                    <a:pt x="2372567" y="51855"/>
                  </a:lnTo>
                  <a:lnTo>
                    <a:pt x="2444463" y="50727"/>
                  </a:lnTo>
                  <a:lnTo>
                    <a:pt x="2516359" y="49600"/>
                  </a:lnTo>
                  <a:lnTo>
                    <a:pt x="2588255" y="48473"/>
                  </a:lnTo>
                  <a:lnTo>
                    <a:pt x="2660151" y="47346"/>
                  </a:lnTo>
                  <a:lnTo>
                    <a:pt x="2732047" y="46218"/>
                  </a:lnTo>
                  <a:lnTo>
                    <a:pt x="2803943" y="45091"/>
                  </a:lnTo>
                  <a:lnTo>
                    <a:pt x="2875839" y="43964"/>
                  </a:lnTo>
                  <a:lnTo>
                    <a:pt x="2947735" y="42836"/>
                  </a:lnTo>
                  <a:lnTo>
                    <a:pt x="3019631" y="41709"/>
                  </a:lnTo>
                  <a:lnTo>
                    <a:pt x="3091527" y="40582"/>
                  </a:lnTo>
                  <a:lnTo>
                    <a:pt x="3163423" y="39455"/>
                  </a:lnTo>
                  <a:lnTo>
                    <a:pt x="3235319" y="38327"/>
                  </a:lnTo>
                  <a:lnTo>
                    <a:pt x="3307215" y="37200"/>
                  </a:lnTo>
                  <a:lnTo>
                    <a:pt x="3379111" y="36073"/>
                  </a:lnTo>
                  <a:lnTo>
                    <a:pt x="3451007" y="34945"/>
                  </a:lnTo>
                  <a:lnTo>
                    <a:pt x="3522902" y="33818"/>
                  </a:lnTo>
                  <a:lnTo>
                    <a:pt x="3594798" y="32691"/>
                  </a:lnTo>
                  <a:lnTo>
                    <a:pt x="3666694" y="31564"/>
                  </a:lnTo>
                  <a:lnTo>
                    <a:pt x="3738590" y="30436"/>
                  </a:lnTo>
                  <a:lnTo>
                    <a:pt x="3810486" y="29309"/>
                  </a:lnTo>
                  <a:lnTo>
                    <a:pt x="3882382" y="28182"/>
                  </a:lnTo>
                  <a:lnTo>
                    <a:pt x="3954278" y="27054"/>
                  </a:lnTo>
                  <a:lnTo>
                    <a:pt x="4026174" y="25927"/>
                  </a:lnTo>
                  <a:lnTo>
                    <a:pt x="4098070" y="24800"/>
                  </a:lnTo>
                  <a:lnTo>
                    <a:pt x="4169966" y="23673"/>
                  </a:lnTo>
                  <a:lnTo>
                    <a:pt x="4241862" y="22545"/>
                  </a:lnTo>
                  <a:lnTo>
                    <a:pt x="4313758" y="21418"/>
                  </a:lnTo>
                  <a:lnTo>
                    <a:pt x="4385654" y="20291"/>
                  </a:lnTo>
                  <a:lnTo>
                    <a:pt x="4457550" y="19163"/>
                  </a:lnTo>
                  <a:lnTo>
                    <a:pt x="4529446" y="18036"/>
                  </a:lnTo>
                  <a:lnTo>
                    <a:pt x="4601342" y="16909"/>
                  </a:lnTo>
                  <a:lnTo>
                    <a:pt x="4673238" y="15782"/>
                  </a:lnTo>
                  <a:lnTo>
                    <a:pt x="4745134" y="14654"/>
                  </a:lnTo>
                  <a:lnTo>
                    <a:pt x="4817030" y="13527"/>
                  </a:lnTo>
                  <a:lnTo>
                    <a:pt x="4888926" y="12400"/>
                  </a:lnTo>
                  <a:lnTo>
                    <a:pt x="4960822" y="11272"/>
                  </a:lnTo>
                  <a:lnTo>
                    <a:pt x="5032718" y="10145"/>
                  </a:lnTo>
                  <a:lnTo>
                    <a:pt x="5104614" y="9018"/>
                  </a:lnTo>
                  <a:lnTo>
                    <a:pt x="5176510" y="7891"/>
                  </a:lnTo>
                  <a:lnTo>
                    <a:pt x="5248406" y="6763"/>
                  </a:lnTo>
                  <a:lnTo>
                    <a:pt x="5320302" y="5636"/>
                  </a:lnTo>
                  <a:lnTo>
                    <a:pt x="5392198" y="4509"/>
                  </a:lnTo>
                  <a:lnTo>
                    <a:pt x="5464094" y="3381"/>
                  </a:lnTo>
                  <a:lnTo>
                    <a:pt x="5535990" y="2254"/>
                  </a:lnTo>
                  <a:lnTo>
                    <a:pt x="5607886" y="1127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3719174" y="288663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3719174" y="32879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3719174" y="28264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198161" y="30729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198161" y="309324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198161" y="33009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6877943" y="280287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6877943" y="284482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6877943" y="288696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4249769" y="31249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4249769" y="297528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4249769" y="305878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4653893" y="26493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4653893" y="24873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4653893" y="26773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1748912" y="30102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1748912" y="337801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1748912" y="29987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4404057" y="44313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4404057" y="38788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4404057" y="35055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5657957" y="34869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t56"/>
            <p:cNvSpPr/>
            <p:nvPr/>
          </p:nvSpPr>
          <p:spPr>
            <a:xfrm>
              <a:off x="5657957" y="359012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t57"/>
            <p:cNvSpPr/>
            <p:nvPr/>
          </p:nvSpPr>
          <p:spPr>
            <a:xfrm>
              <a:off x="5657957" y="36244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1256863" y="2842790"/>
              <a:ext cx="5679782" cy="760259"/>
            </a:xfrm>
            <a:custGeom>
              <a:avLst/>
              <a:gdLst/>
              <a:ahLst/>
              <a:cxnLst/>
              <a:rect l="0" t="0" r="0" b="0"/>
              <a:pathLst>
                <a:path w="5679782" h="760259">
                  <a:moveTo>
                    <a:pt x="0" y="37075"/>
                  </a:moveTo>
                  <a:lnTo>
                    <a:pt x="71895" y="43120"/>
                  </a:lnTo>
                  <a:lnTo>
                    <a:pt x="143791" y="49118"/>
                  </a:lnTo>
                  <a:lnTo>
                    <a:pt x="215687" y="55065"/>
                  </a:lnTo>
                  <a:lnTo>
                    <a:pt x="287583" y="60958"/>
                  </a:lnTo>
                  <a:lnTo>
                    <a:pt x="359479" y="66795"/>
                  </a:lnTo>
                  <a:lnTo>
                    <a:pt x="431375" y="72572"/>
                  </a:lnTo>
                  <a:lnTo>
                    <a:pt x="503271" y="78286"/>
                  </a:lnTo>
                  <a:lnTo>
                    <a:pt x="575167" y="83933"/>
                  </a:lnTo>
                  <a:lnTo>
                    <a:pt x="647063" y="89508"/>
                  </a:lnTo>
                  <a:lnTo>
                    <a:pt x="718959" y="95007"/>
                  </a:lnTo>
                  <a:lnTo>
                    <a:pt x="790855" y="100426"/>
                  </a:lnTo>
                  <a:lnTo>
                    <a:pt x="862751" y="105760"/>
                  </a:lnTo>
                  <a:lnTo>
                    <a:pt x="934647" y="111003"/>
                  </a:lnTo>
                  <a:lnTo>
                    <a:pt x="1006543" y="116149"/>
                  </a:lnTo>
                  <a:lnTo>
                    <a:pt x="1078439" y="121193"/>
                  </a:lnTo>
                  <a:lnTo>
                    <a:pt x="1150335" y="126128"/>
                  </a:lnTo>
                  <a:lnTo>
                    <a:pt x="1222231" y="130946"/>
                  </a:lnTo>
                  <a:lnTo>
                    <a:pt x="1294127" y="135642"/>
                  </a:lnTo>
                  <a:lnTo>
                    <a:pt x="1366023" y="140206"/>
                  </a:lnTo>
                  <a:lnTo>
                    <a:pt x="1437919" y="144631"/>
                  </a:lnTo>
                  <a:lnTo>
                    <a:pt x="1509815" y="148909"/>
                  </a:lnTo>
                  <a:lnTo>
                    <a:pt x="1581711" y="153029"/>
                  </a:lnTo>
                  <a:lnTo>
                    <a:pt x="1653607" y="156982"/>
                  </a:lnTo>
                  <a:lnTo>
                    <a:pt x="1725503" y="160759"/>
                  </a:lnTo>
                  <a:lnTo>
                    <a:pt x="1797399" y="164348"/>
                  </a:lnTo>
                  <a:lnTo>
                    <a:pt x="1869295" y="167741"/>
                  </a:lnTo>
                  <a:lnTo>
                    <a:pt x="1941191" y="170925"/>
                  </a:lnTo>
                  <a:lnTo>
                    <a:pt x="2013087" y="173889"/>
                  </a:lnTo>
                  <a:lnTo>
                    <a:pt x="2084983" y="176623"/>
                  </a:lnTo>
                  <a:lnTo>
                    <a:pt x="2156879" y="179115"/>
                  </a:lnTo>
                  <a:lnTo>
                    <a:pt x="2228775" y="181354"/>
                  </a:lnTo>
                  <a:lnTo>
                    <a:pt x="2300671" y="183330"/>
                  </a:lnTo>
                  <a:lnTo>
                    <a:pt x="2372567" y="185033"/>
                  </a:lnTo>
                  <a:lnTo>
                    <a:pt x="2444463" y="186453"/>
                  </a:lnTo>
                  <a:lnTo>
                    <a:pt x="2516359" y="187582"/>
                  </a:lnTo>
                  <a:lnTo>
                    <a:pt x="2588255" y="188412"/>
                  </a:lnTo>
                  <a:lnTo>
                    <a:pt x="2660151" y="188937"/>
                  </a:lnTo>
                  <a:lnTo>
                    <a:pt x="2732047" y="189152"/>
                  </a:lnTo>
                  <a:lnTo>
                    <a:pt x="2803943" y="189052"/>
                  </a:lnTo>
                  <a:lnTo>
                    <a:pt x="2875839" y="188636"/>
                  </a:lnTo>
                  <a:lnTo>
                    <a:pt x="2947735" y="187904"/>
                  </a:lnTo>
                  <a:lnTo>
                    <a:pt x="3019631" y="186856"/>
                  </a:lnTo>
                  <a:lnTo>
                    <a:pt x="3091527" y="185495"/>
                  </a:lnTo>
                  <a:lnTo>
                    <a:pt x="3163423" y="183824"/>
                  </a:lnTo>
                  <a:lnTo>
                    <a:pt x="3235319" y="181851"/>
                  </a:lnTo>
                  <a:lnTo>
                    <a:pt x="3307215" y="179580"/>
                  </a:lnTo>
                  <a:lnTo>
                    <a:pt x="3379111" y="177021"/>
                  </a:lnTo>
                  <a:lnTo>
                    <a:pt x="3451007" y="174181"/>
                  </a:lnTo>
                  <a:lnTo>
                    <a:pt x="3522902" y="171071"/>
                  </a:lnTo>
                  <a:lnTo>
                    <a:pt x="3594798" y="167701"/>
                  </a:lnTo>
                  <a:lnTo>
                    <a:pt x="3666694" y="164081"/>
                  </a:lnTo>
                  <a:lnTo>
                    <a:pt x="3738590" y="160223"/>
                  </a:lnTo>
                  <a:lnTo>
                    <a:pt x="3810486" y="156137"/>
                  </a:lnTo>
                  <a:lnTo>
                    <a:pt x="3882382" y="151835"/>
                  </a:lnTo>
                  <a:lnTo>
                    <a:pt x="3954278" y="147327"/>
                  </a:lnTo>
                  <a:lnTo>
                    <a:pt x="4026174" y="142625"/>
                  </a:lnTo>
                  <a:lnTo>
                    <a:pt x="4098070" y="137739"/>
                  </a:lnTo>
                  <a:lnTo>
                    <a:pt x="4169966" y="132680"/>
                  </a:lnTo>
                  <a:lnTo>
                    <a:pt x="4241862" y="127456"/>
                  </a:lnTo>
                  <a:lnTo>
                    <a:pt x="4313758" y="122078"/>
                  </a:lnTo>
                  <a:lnTo>
                    <a:pt x="4385654" y="116555"/>
                  </a:lnTo>
                  <a:lnTo>
                    <a:pt x="4457550" y="110895"/>
                  </a:lnTo>
                  <a:lnTo>
                    <a:pt x="4529446" y="105106"/>
                  </a:lnTo>
                  <a:lnTo>
                    <a:pt x="4601342" y="99195"/>
                  </a:lnTo>
                  <a:lnTo>
                    <a:pt x="4673238" y="93171"/>
                  </a:lnTo>
                  <a:lnTo>
                    <a:pt x="4745134" y="87040"/>
                  </a:lnTo>
                  <a:lnTo>
                    <a:pt x="4817030" y="80808"/>
                  </a:lnTo>
                  <a:lnTo>
                    <a:pt x="4888926" y="74481"/>
                  </a:lnTo>
                  <a:lnTo>
                    <a:pt x="4960822" y="68064"/>
                  </a:lnTo>
                  <a:lnTo>
                    <a:pt x="5032718" y="61564"/>
                  </a:lnTo>
                  <a:lnTo>
                    <a:pt x="5104614" y="54985"/>
                  </a:lnTo>
                  <a:lnTo>
                    <a:pt x="5176510" y="48331"/>
                  </a:lnTo>
                  <a:lnTo>
                    <a:pt x="5248406" y="41608"/>
                  </a:lnTo>
                  <a:lnTo>
                    <a:pt x="5320302" y="34818"/>
                  </a:lnTo>
                  <a:lnTo>
                    <a:pt x="5392198" y="27966"/>
                  </a:lnTo>
                  <a:lnTo>
                    <a:pt x="5464094" y="21054"/>
                  </a:lnTo>
                  <a:lnTo>
                    <a:pt x="5535990" y="14088"/>
                  </a:lnTo>
                  <a:lnTo>
                    <a:pt x="5607886" y="7068"/>
                  </a:lnTo>
                  <a:lnTo>
                    <a:pt x="5679782" y="0"/>
                  </a:lnTo>
                  <a:lnTo>
                    <a:pt x="5679782" y="713781"/>
                  </a:lnTo>
                  <a:lnTo>
                    <a:pt x="5607886" y="707770"/>
                  </a:lnTo>
                  <a:lnTo>
                    <a:pt x="5535990" y="701808"/>
                  </a:lnTo>
                  <a:lnTo>
                    <a:pt x="5464094" y="695899"/>
                  </a:lnTo>
                  <a:lnTo>
                    <a:pt x="5392198" y="690045"/>
                  </a:lnTo>
                  <a:lnTo>
                    <a:pt x="5320302" y="684251"/>
                  </a:lnTo>
                  <a:lnTo>
                    <a:pt x="5248406" y="678519"/>
                  </a:lnTo>
                  <a:lnTo>
                    <a:pt x="5176510" y="672852"/>
                  </a:lnTo>
                  <a:lnTo>
                    <a:pt x="5104614" y="667256"/>
                  </a:lnTo>
                  <a:lnTo>
                    <a:pt x="5032718" y="661735"/>
                  </a:lnTo>
                  <a:lnTo>
                    <a:pt x="4960822" y="656292"/>
                  </a:lnTo>
                  <a:lnTo>
                    <a:pt x="4888926" y="650934"/>
                  </a:lnTo>
                  <a:lnTo>
                    <a:pt x="4817030" y="645665"/>
                  </a:lnTo>
                  <a:lnTo>
                    <a:pt x="4745134" y="640490"/>
                  </a:lnTo>
                  <a:lnTo>
                    <a:pt x="4673238" y="635416"/>
                  </a:lnTo>
                  <a:lnTo>
                    <a:pt x="4601342" y="630450"/>
                  </a:lnTo>
                  <a:lnTo>
                    <a:pt x="4529446" y="625597"/>
                  </a:lnTo>
                  <a:lnTo>
                    <a:pt x="4457550" y="620866"/>
                  </a:lnTo>
                  <a:lnTo>
                    <a:pt x="4385654" y="616263"/>
                  </a:lnTo>
                  <a:lnTo>
                    <a:pt x="4313758" y="611797"/>
                  </a:lnTo>
                  <a:lnTo>
                    <a:pt x="4241862" y="607477"/>
                  </a:lnTo>
                  <a:lnTo>
                    <a:pt x="4169966" y="603311"/>
                  </a:lnTo>
                  <a:lnTo>
                    <a:pt x="4098070" y="599309"/>
                  </a:lnTo>
                  <a:lnTo>
                    <a:pt x="4026174" y="595481"/>
                  </a:lnTo>
                  <a:lnTo>
                    <a:pt x="3954278" y="591837"/>
                  </a:lnTo>
                  <a:lnTo>
                    <a:pt x="3882382" y="588387"/>
                  </a:lnTo>
                  <a:lnTo>
                    <a:pt x="3810486" y="585142"/>
                  </a:lnTo>
                  <a:lnTo>
                    <a:pt x="3738590" y="582114"/>
                  </a:lnTo>
                  <a:lnTo>
                    <a:pt x="3666694" y="579313"/>
                  </a:lnTo>
                  <a:lnTo>
                    <a:pt x="3594798" y="576751"/>
                  </a:lnTo>
                  <a:lnTo>
                    <a:pt x="3522902" y="574439"/>
                  </a:lnTo>
                  <a:lnTo>
                    <a:pt x="3451007" y="572386"/>
                  </a:lnTo>
                  <a:lnTo>
                    <a:pt x="3379111" y="570604"/>
                  </a:lnTo>
                  <a:lnTo>
                    <a:pt x="3307215" y="569103"/>
                  </a:lnTo>
                  <a:lnTo>
                    <a:pt x="3235319" y="567890"/>
                  </a:lnTo>
                  <a:lnTo>
                    <a:pt x="3163423" y="566973"/>
                  </a:lnTo>
                  <a:lnTo>
                    <a:pt x="3091527" y="566361"/>
                  </a:lnTo>
                  <a:lnTo>
                    <a:pt x="3019631" y="566057"/>
                  </a:lnTo>
                  <a:lnTo>
                    <a:pt x="2947735" y="566067"/>
                  </a:lnTo>
                  <a:lnTo>
                    <a:pt x="2875839" y="566392"/>
                  </a:lnTo>
                  <a:lnTo>
                    <a:pt x="2803943" y="567034"/>
                  </a:lnTo>
                  <a:lnTo>
                    <a:pt x="2732047" y="567992"/>
                  </a:lnTo>
                  <a:lnTo>
                    <a:pt x="2660151" y="569264"/>
                  </a:lnTo>
                  <a:lnTo>
                    <a:pt x="2588255" y="570847"/>
                  </a:lnTo>
                  <a:lnTo>
                    <a:pt x="2516359" y="572735"/>
                  </a:lnTo>
                  <a:lnTo>
                    <a:pt x="2444463" y="574921"/>
                  </a:lnTo>
                  <a:lnTo>
                    <a:pt x="2372567" y="577399"/>
                  </a:lnTo>
                  <a:lnTo>
                    <a:pt x="2300671" y="580160"/>
                  </a:lnTo>
                  <a:lnTo>
                    <a:pt x="2228775" y="583193"/>
                  </a:lnTo>
                  <a:lnTo>
                    <a:pt x="2156879" y="586490"/>
                  </a:lnTo>
                  <a:lnTo>
                    <a:pt x="2084983" y="590040"/>
                  </a:lnTo>
                  <a:lnTo>
                    <a:pt x="2013087" y="593831"/>
                  </a:lnTo>
                  <a:lnTo>
                    <a:pt x="1941191" y="597853"/>
                  </a:lnTo>
                  <a:lnTo>
                    <a:pt x="1869295" y="602095"/>
                  </a:lnTo>
                  <a:lnTo>
                    <a:pt x="1797399" y="606545"/>
                  </a:lnTo>
                  <a:lnTo>
                    <a:pt x="1725503" y="611192"/>
                  </a:lnTo>
                  <a:lnTo>
                    <a:pt x="1653607" y="616026"/>
                  </a:lnTo>
                  <a:lnTo>
                    <a:pt x="1581711" y="621037"/>
                  </a:lnTo>
                  <a:lnTo>
                    <a:pt x="1509815" y="626215"/>
                  </a:lnTo>
                  <a:lnTo>
                    <a:pt x="1437919" y="631550"/>
                  </a:lnTo>
                  <a:lnTo>
                    <a:pt x="1366023" y="637033"/>
                  </a:lnTo>
                  <a:lnTo>
                    <a:pt x="1294127" y="642655"/>
                  </a:lnTo>
                  <a:lnTo>
                    <a:pt x="1222231" y="648408"/>
                  </a:lnTo>
                  <a:lnTo>
                    <a:pt x="1150335" y="654284"/>
                  </a:lnTo>
                  <a:lnTo>
                    <a:pt x="1078439" y="660277"/>
                  </a:lnTo>
                  <a:lnTo>
                    <a:pt x="1006543" y="666378"/>
                  </a:lnTo>
                  <a:lnTo>
                    <a:pt x="934647" y="672582"/>
                  </a:lnTo>
                  <a:lnTo>
                    <a:pt x="862751" y="678883"/>
                  </a:lnTo>
                  <a:lnTo>
                    <a:pt x="790855" y="685274"/>
                  </a:lnTo>
                  <a:lnTo>
                    <a:pt x="718959" y="691751"/>
                  </a:lnTo>
                  <a:lnTo>
                    <a:pt x="647063" y="698308"/>
                  </a:lnTo>
                  <a:lnTo>
                    <a:pt x="575167" y="704940"/>
                  </a:lnTo>
                  <a:lnTo>
                    <a:pt x="503271" y="711645"/>
                  </a:lnTo>
                  <a:lnTo>
                    <a:pt x="431375" y="718416"/>
                  </a:lnTo>
                  <a:lnTo>
                    <a:pt x="359479" y="725251"/>
                  </a:lnTo>
                  <a:lnTo>
                    <a:pt x="287583" y="732145"/>
                  </a:lnTo>
                  <a:lnTo>
                    <a:pt x="215687" y="739097"/>
                  </a:lnTo>
                  <a:lnTo>
                    <a:pt x="143791" y="746101"/>
                  </a:lnTo>
                  <a:lnTo>
                    <a:pt x="71895" y="753156"/>
                  </a:lnTo>
                  <a:lnTo>
                    <a:pt x="0" y="760259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56863" y="2842790"/>
              <a:ext cx="5679782" cy="189152"/>
            </a:xfrm>
            <a:custGeom>
              <a:avLst/>
              <a:gdLst/>
              <a:ahLst/>
              <a:cxnLst/>
              <a:rect l="0" t="0" r="0" b="0"/>
              <a:pathLst>
                <a:path w="5679782" h="189152">
                  <a:moveTo>
                    <a:pt x="0" y="37075"/>
                  </a:moveTo>
                  <a:lnTo>
                    <a:pt x="71895" y="43120"/>
                  </a:lnTo>
                  <a:lnTo>
                    <a:pt x="143791" y="49118"/>
                  </a:lnTo>
                  <a:lnTo>
                    <a:pt x="215687" y="55065"/>
                  </a:lnTo>
                  <a:lnTo>
                    <a:pt x="287583" y="60958"/>
                  </a:lnTo>
                  <a:lnTo>
                    <a:pt x="359479" y="66795"/>
                  </a:lnTo>
                  <a:lnTo>
                    <a:pt x="431375" y="72572"/>
                  </a:lnTo>
                  <a:lnTo>
                    <a:pt x="503271" y="78286"/>
                  </a:lnTo>
                  <a:lnTo>
                    <a:pt x="575167" y="83933"/>
                  </a:lnTo>
                  <a:lnTo>
                    <a:pt x="647063" y="89508"/>
                  </a:lnTo>
                  <a:lnTo>
                    <a:pt x="718959" y="95007"/>
                  </a:lnTo>
                  <a:lnTo>
                    <a:pt x="790855" y="100426"/>
                  </a:lnTo>
                  <a:lnTo>
                    <a:pt x="862751" y="105760"/>
                  </a:lnTo>
                  <a:lnTo>
                    <a:pt x="934647" y="111003"/>
                  </a:lnTo>
                  <a:lnTo>
                    <a:pt x="1006543" y="116149"/>
                  </a:lnTo>
                  <a:lnTo>
                    <a:pt x="1078439" y="121193"/>
                  </a:lnTo>
                  <a:lnTo>
                    <a:pt x="1150335" y="126128"/>
                  </a:lnTo>
                  <a:lnTo>
                    <a:pt x="1222231" y="130946"/>
                  </a:lnTo>
                  <a:lnTo>
                    <a:pt x="1294127" y="135642"/>
                  </a:lnTo>
                  <a:lnTo>
                    <a:pt x="1366023" y="140206"/>
                  </a:lnTo>
                  <a:lnTo>
                    <a:pt x="1437919" y="144631"/>
                  </a:lnTo>
                  <a:lnTo>
                    <a:pt x="1509815" y="148909"/>
                  </a:lnTo>
                  <a:lnTo>
                    <a:pt x="1581711" y="153029"/>
                  </a:lnTo>
                  <a:lnTo>
                    <a:pt x="1653607" y="156982"/>
                  </a:lnTo>
                  <a:lnTo>
                    <a:pt x="1725503" y="160759"/>
                  </a:lnTo>
                  <a:lnTo>
                    <a:pt x="1797399" y="164348"/>
                  </a:lnTo>
                  <a:lnTo>
                    <a:pt x="1869295" y="167741"/>
                  </a:lnTo>
                  <a:lnTo>
                    <a:pt x="1941191" y="170925"/>
                  </a:lnTo>
                  <a:lnTo>
                    <a:pt x="2013087" y="173889"/>
                  </a:lnTo>
                  <a:lnTo>
                    <a:pt x="2084983" y="176623"/>
                  </a:lnTo>
                  <a:lnTo>
                    <a:pt x="2156879" y="179115"/>
                  </a:lnTo>
                  <a:lnTo>
                    <a:pt x="2228775" y="181354"/>
                  </a:lnTo>
                  <a:lnTo>
                    <a:pt x="2300671" y="183330"/>
                  </a:lnTo>
                  <a:lnTo>
                    <a:pt x="2372567" y="185033"/>
                  </a:lnTo>
                  <a:lnTo>
                    <a:pt x="2444463" y="186453"/>
                  </a:lnTo>
                  <a:lnTo>
                    <a:pt x="2516359" y="187582"/>
                  </a:lnTo>
                  <a:lnTo>
                    <a:pt x="2588255" y="188412"/>
                  </a:lnTo>
                  <a:lnTo>
                    <a:pt x="2660151" y="188937"/>
                  </a:lnTo>
                  <a:lnTo>
                    <a:pt x="2732047" y="189152"/>
                  </a:lnTo>
                  <a:lnTo>
                    <a:pt x="2803943" y="189052"/>
                  </a:lnTo>
                  <a:lnTo>
                    <a:pt x="2875839" y="188636"/>
                  </a:lnTo>
                  <a:lnTo>
                    <a:pt x="2947735" y="187904"/>
                  </a:lnTo>
                  <a:lnTo>
                    <a:pt x="3019631" y="186856"/>
                  </a:lnTo>
                  <a:lnTo>
                    <a:pt x="3091527" y="185495"/>
                  </a:lnTo>
                  <a:lnTo>
                    <a:pt x="3163423" y="183824"/>
                  </a:lnTo>
                  <a:lnTo>
                    <a:pt x="3235319" y="181851"/>
                  </a:lnTo>
                  <a:lnTo>
                    <a:pt x="3307215" y="179580"/>
                  </a:lnTo>
                  <a:lnTo>
                    <a:pt x="3379111" y="177021"/>
                  </a:lnTo>
                  <a:lnTo>
                    <a:pt x="3451007" y="174181"/>
                  </a:lnTo>
                  <a:lnTo>
                    <a:pt x="3522902" y="171071"/>
                  </a:lnTo>
                  <a:lnTo>
                    <a:pt x="3594798" y="167701"/>
                  </a:lnTo>
                  <a:lnTo>
                    <a:pt x="3666694" y="164081"/>
                  </a:lnTo>
                  <a:lnTo>
                    <a:pt x="3738590" y="160223"/>
                  </a:lnTo>
                  <a:lnTo>
                    <a:pt x="3810486" y="156137"/>
                  </a:lnTo>
                  <a:lnTo>
                    <a:pt x="3882382" y="151835"/>
                  </a:lnTo>
                  <a:lnTo>
                    <a:pt x="3954278" y="147327"/>
                  </a:lnTo>
                  <a:lnTo>
                    <a:pt x="4026174" y="142625"/>
                  </a:lnTo>
                  <a:lnTo>
                    <a:pt x="4098070" y="137739"/>
                  </a:lnTo>
                  <a:lnTo>
                    <a:pt x="4169966" y="132680"/>
                  </a:lnTo>
                  <a:lnTo>
                    <a:pt x="4241862" y="127456"/>
                  </a:lnTo>
                  <a:lnTo>
                    <a:pt x="4313758" y="122078"/>
                  </a:lnTo>
                  <a:lnTo>
                    <a:pt x="4385654" y="116555"/>
                  </a:lnTo>
                  <a:lnTo>
                    <a:pt x="4457550" y="110895"/>
                  </a:lnTo>
                  <a:lnTo>
                    <a:pt x="4529446" y="105106"/>
                  </a:lnTo>
                  <a:lnTo>
                    <a:pt x="4601342" y="99195"/>
                  </a:lnTo>
                  <a:lnTo>
                    <a:pt x="4673238" y="93171"/>
                  </a:lnTo>
                  <a:lnTo>
                    <a:pt x="4745134" y="87040"/>
                  </a:lnTo>
                  <a:lnTo>
                    <a:pt x="4817030" y="80808"/>
                  </a:lnTo>
                  <a:lnTo>
                    <a:pt x="4888926" y="74481"/>
                  </a:lnTo>
                  <a:lnTo>
                    <a:pt x="4960822" y="68064"/>
                  </a:lnTo>
                  <a:lnTo>
                    <a:pt x="5032718" y="61564"/>
                  </a:lnTo>
                  <a:lnTo>
                    <a:pt x="5104614" y="54985"/>
                  </a:lnTo>
                  <a:lnTo>
                    <a:pt x="5176510" y="48331"/>
                  </a:lnTo>
                  <a:lnTo>
                    <a:pt x="5248406" y="41608"/>
                  </a:lnTo>
                  <a:lnTo>
                    <a:pt x="5320302" y="34818"/>
                  </a:lnTo>
                  <a:lnTo>
                    <a:pt x="5392198" y="27966"/>
                  </a:lnTo>
                  <a:lnTo>
                    <a:pt x="5464094" y="21054"/>
                  </a:lnTo>
                  <a:lnTo>
                    <a:pt x="5535990" y="14088"/>
                  </a:lnTo>
                  <a:lnTo>
                    <a:pt x="5607886" y="7068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1256863" y="3408847"/>
              <a:ext cx="5679782" cy="194201"/>
            </a:xfrm>
            <a:custGeom>
              <a:avLst/>
              <a:gdLst/>
              <a:ahLst/>
              <a:cxnLst/>
              <a:rect l="0" t="0" r="0" b="0"/>
              <a:pathLst>
                <a:path w="5679782" h="194201">
                  <a:moveTo>
                    <a:pt x="5679782" y="147723"/>
                  </a:moveTo>
                  <a:lnTo>
                    <a:pt x="5607886" y="141712"/>
                  </a:lnTo>
                  <a:lnTo>
                    <a:pt x="5535990" y="135750"/>
                  </a:lnTo>
                  <a:lnTo>
                    <a:pt x="5464094" y="129841"/>
                  </a:lnTo>
                  <a:lnTo>
                    <a:pt x="5392198" y="123988"/>
                  </a:lnTo>
                  <a:lnTo>
                    <a:pt x="5320302" y="118193"/>
                  </a:lnTo>
                  <a:lnTo>
                    <a:pt x="5248406" y="112461"/>
                  </a:lnTo>
                  <a:lnTo>
                    <a:pt x="5176510" y="106795"/>
                  </a:lnTo>
                  <a:lnTo>
                    <a:pt x="5104614" y="101199"/>
                  </a:lnTo>
                  <a:lnTo>
                    <a:pt x="5032718" y="95677"/>
                  </a:lnTo>
                  <a:lnTo>
                    <a:pt x="4960822" y="90235"/>
                  </a:lnTo>
                  <a:lnTo>
                    <a:pt x="4888926" y="84876"/>
                  </a:lnTo>
                  <a:lnTo>
                    <a:pt x="4817030" y="79607"/>
                  </a:lnTo>
                  <a:lnTo>
                    <a:pt x="4745134" y="74432"/>
                  </a:lnTo>
                  <a:lnTo>
                    <a:pt x="4673238" y="69358"/>
                  </a:lnTo>
                  <a:lnTo>
                    <a:pt x="4601342" y="64392"/>
                  </a:lnTo>
                  <a:lnTo>
                    <a:pt x="4529446" y="59539"/>
                  </a:lnTo>
                  <a:lnTo>
                    <a:pt x="4457550" y="54808"/>
                  </a:lnTo>
                  <a:lnTo>
                    <a:pt x="4385654" y="50205"/>
                  </a:lnTo>
                  <a:lnTo>
                    <a:pt x="4313758" y="45739"/>
                  </a:lnTo>
                  <a:lnTo>
                    <a:pt x="4241862" y="41419"/>
                  </a:lnTo>
                  <a:lnTo>
                    <a:pt x="4169966" y="37253"/>
                  </a:lnTo>
                  <a:lnTo>
                    <a:pt x="4098070" y="33251"/>
                  </a:lnTo>
                  <a:lnTo>
                    <a:pt x="4026174" y="29423"/>
                  </a:lnTo>
                  <a:lnTo>
                    <a:pt x="3954278" y="25779"/>
                  </a:lnTo>
                  <a:lnTo>
                    <a:pt x="3882382" y="22329"/>
                  </a:lnTo>
                  <a:lnTo>
                    <a:pt x="3810486" y="19085"/>
                  </a:lnTo>
                  <a:lnTo>
                    <a:pt x="3738590" y="16056"/>
                  </a:lnTo>
                  <a:lnTo>
                    <a:pt x="3666694" y="13256"/>
                  </a:lnTo>
                  <a:lnTo>
                    <a:pt x="3594798" y="10694"/>
                  </a:lnTo>
                  <a:lnTo>
                    <a:pt x="3522902" y="8381"/>
                  </a:lnTo>
                  <a:lnTo>
                    <a:pt x="3451007" y="6329"/>
                  </a:lnTo>
                  <a:lnTo>
                    <a:pt x="3379111" y="4547"/>
                  </a:lnTo>
                  <a:lnTo>
                    <a:pt x="3307215" y="3045"/>
                  </a:lnTo>
                  <a:lnTo>
                    <a:pt x="3235319" y="1832"/>
                  </a:lnTo>
                  <a:lnTo>
                    <a:pt x="3163423" y="916"/>
                  </a:lnTo>
                  <a:lnTo>
                    <a:pt x="3091527" y="303"/>
                  </a:lnTo>
                  <a:lnTo>
                    <a:pt x="3019631" y="0"/>
                  </a:lnTo>
                  <a:lnTo>
                    <a:pt x="2947735" y="9"/>
                  </a:lnTo>
                  <a:lnTo>
                    <a:pt x="2875839" y="334"/>
                  </a:lnTo>
                  <a:lnTo>
                    <a:pt x="2803943" y="976"/>
                  </a:lnTo>
                  <a:lnTo>
                    <a:pt x="2732047" y="1934"/>
                  </a:lnTo>
                  <a:lnTo>
                    <a:pt x="2660151" y="3207"/>
                  </a:lnTo>
                  <a:lnTo>
                    <a:pt x="2588255" y="4789"/>
                  </a:lnTo>
                  <a:lnTo>
                    <a:pt x="2516359" y="6677"/>
                  </a:lnTo>
                  <a:lnTo>
                    <a:pt x="2444463" y="8863"/>
                  </a:lnTo>
                  <a:lnTo>
                    <a:pt x="2372567" y="11341"/>
                  </a:lnTo>
                  <a:lnTo>
                    <a:pt x="2300671" y="14102"/>
                  </a:lnTo>
                  <a:lnTo>
                    <a:pt x="2228775" y="17136"/>
                  </a:lnTo>
                  <a:lnTo>
                    <a:pt x="2156879" y="20433"/>
                  </a:lnTo>
                  <a:lnTo>
                    <a:pt x="2084983" y="23982"/>
                  </a:lnTo>
                  <a:lnTo>
                    <a:pt x="2013087" y="27774"/>
                  </a:lnTo>
                  <a:lnTo>
                    <a:pt x="1941191" y="31795"/>
                  </a:lnTo>
                  <a:lnTo>
                    <a:pt x="1869295" y="36037"/>
                  </a:lnTo>
                  <a:lnTo>
                    <a:pt x="1797399" y="40487"/>
                  </a:lnTo>
                  <a:lnTo>
                    <a:pt x="1725503" y="45134"/>
                  </a:lnTo>
                  <a:lnTo>
                    <a:pt x="1653607" y="49969"/>
                  </a:lnTo>
                  <a:lnTo>
                    <a:pt x="1581711" y="54980"/>
                  </a:lnTo>
                  <a:lnTo>
                    <a:pt x="1509815" y="60157"/>
                  </a:lnTo>
                  <a:lnTo>
                    <a:pt x="1437919" y="65492"/>
                  </a:lnTo>
                  <a:lnTo>
                    <a:pt x="1366023" y="70975"/>
                  </a:lnTo>
                  <a:lnTo>
                    <a:pt x="1294127" y="76597"/>
                  </a:lnTo>
                  <a:lnTo>
                    <a:pt x="1222231" y="82350"/>
                  </a:lnTo>
                  <a:lnTo>
                    <a:pt x="1150335" y="88226"/>
                  </a:lnTo>
                  <a:lnTo>
                    <a:pt x="1078439" y="94219"/>
                  </a:lnTo>
                  <a:lnTo>
                    <a:pt x="1006543" y="100320"/>
                  </a:lnTo>
                  <a:lnTo>
                    <a:pt x="934647" y="106524"/>
                  </a:lnTo>
                  <a:lnTo>
                    <a:pt x="862751" y="112825"/>
                  </a:lnTo>
                  <a:lnTo>
                    <a:pt x="790855" y="119216"/>
                  </a:lnTo>
                  <a:lnTo>
                    <a:pt x="718959" y="125693"/>
                  </a:lnTo>
                  <a:lnTo>
                    <a:pt x="647063" y="132250"/>
                  </a:lnTo>
                  <a:lnTo>
                    <a:pt x="575167" y="138883"/>
                  </a:lnTo>
                  <a:lnTo>
                    <a:pt x="503271" y="145587"/>
                  </a:lnTo>
                  <a:lnTo>
                    <a:pt x="431375" y="152358"/>
                  </a:lnTo>
                  <a:lnTo>
                    <a:pt x="359479" y="159193"/>
                  </a:lnTo>
                  <a:lnTo>
                    <a:pt x="287583" y="166088"/>
                  </a:lnTo>
                  <a:lnTo>
                    <a:pt x="215687" y="173039"/>
                  </a:lnTo>
                  <a:lnTo>
                    <a:pt x="143791" y="180043"/>
                  </a:lnTo>
                  <a:lnTo>
                    <a:pt x="71895" y="187098"/>
                  </a:lnTo>
                  <a:lnTo>
                    <a:pt x="0" y="194201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1256863" y="3199680"/>
              <a:ext cx="5679782" cy="41776"/>
            </a:xfrm>
            <a:custGeom>
              <a:avLst/>
              <a:gdLst/>
              <a:ahLst/>
              <a:cxnLst/>
              <a:rect l="0" t="0" r="0" b="0"/>
              <a:pathLst>
                <a:path w="5679782" h="41776">
                  <a:moveTo>
                    <a:pt x="0" y="41776"/>
                  </a:moveTo>
                  <a:lnTo>
                    <a:pt x="71895" y="41248"/>
                  </a:lnTo>
                  <a:lnTo>
                    <a:pt x="143791" y="40719"/>
                  </a:lnTo>
                  <a:lnTo>
                    <a:pt x="215687" y="40190"/>
                  </a:lnTo>
                  <a:lnTo>
                    <a:pt x="287583" y="39661"/>
                  </a:lnTo>
                  <a:lnTo>
                    <a:pt x="359479" y="39132"/>
                  </a:lnTo>
                  <a:lnTo>
                    <a:pt x="431375" y="38603"/>
                  </a:lnTo>
                  <a:lnTo>
                    <a:pt x="503271" y="38075"/>
                  </a:lnTo>
                  <a:lnTo>
                    <a:pt x="575167" y="37546"/>
                  </a:lnTo>
                  <a:lnTo>
                    <a:pt x="647063" y="37017"/>
                  </a:lnTo>
                  <a:lnTo>
                    <a:pt x="718959" y="36488"/>
                  </a:lnTo>
                  <a:lnTo>
                    <a:pt x="790855" y="35959"/>
                  </a:lnTo>
                  <a:lnTo>
                    <a:pt x="862751" y="35431"/>
                  </a:lnTo>
                  <a:lnTo>
                    <a:pt x="934647" y="34902"/>
                  </a:lnTo>
                  <a:lnTo>
                    <a:pt x="1006543" y="34373"/>
                  </a:lnTo>
                  <a:lnTo>
                    <a:pt x="1078439" y="33844"/>
                  </a:lnTo>
                  <a:lnTo>
                    <a:pt x="1150335" y="33315"/>
                  </a:lnTo>
                  <a:lnTo>
                    <a:pt x="1222231" y="32786"/>
                  </a:lnTo>
                  <a:lnTo>
                    <a:pt x="1294127" y="32258"/>
                  </a:lnTo>
                  <a:lnTo>
                    <a:pt x="1366023" y="31729"/>
                  </a:lnTo>
                  <a:lnTo>
                    <a:pt x="1437919" y="31200"/>
                  </a:lnTo>
                  <a:lnTo>
                    <a:pt x="1509815" y="30671"/>
                  </a:lnTo>
                  <a:lnTo>
                    <a:pt x="1581711" y="30142"/>
                  </a:lnTo>
                  <a:lnTo>
                    <a:pt x="1653607" y="29614"/>
                  </a:lnTo>
                  <a:lnTo>
                    <a:pt x="1725503" y="29085"/>
                  </a:lnTo>
                  <a:lnTo>
                    <a:pt x="1797399" y="28556"/>
                  </a:lnTo>
                  <a:lnTo>
                    <a:pt x="1869295" y="28027"/>
                  </a:lnTo>
                  <a:lnTo>
                    <a:pt x="1941191" y="27498"/>
                  </a:lnTo>
                  <a:lnTo>
                    <a:pt x="2013087" y="26969"/>
                  </a:lnTo>
                  <a:lnTo>
                    <a:pt x="2084983" y="26441"/>
                  </a:lnTo>
                  <a:lnTo>
                    <a:pt x="2156879" y="25912"/>
                  </a:lnTo>
                  <a:lnTo>
                    <a:pt x="2228775" y="25383"/>
                  </a:lnTo>
                  <a:lnTo>
                    <a:pt x="2300671" y="24854"/>
                  </a:lnTo>
                  <a:lnTo>
                    <a:pt x="2372567" y="24325"/>
                  </a:lnTo>
                  <a:lnTo>
                    <a:pt x="2444463" y="23796"/>
                  </a:lnTo>
                  <a:lnTo>
                    <a:pt x="2516359" y="23268"/>
                  </a:lnTo>
                  <a:lnTo>
                    <a:pt x="2588255" y="22739"/>
                  </a:lnTo>
                  <a:lnTo>
                    <a:pt x="2660151" y="22210"/>
                  </a:lnTo>
                  <a:lnTo>
                    <a:pt x="2732047" y="21681"/>
                  </a:lnTo>
                  <a:lnTo>
                    <a:pt x="2803943" y="21152"/>
                  </a:lnTo>
                  <a:lnTo>
                    <a:pt x="2875839" y="20624"/>
                  </a:lnTo>
                  <a:lnTo>
                    <a:pt x="2947735" y="20095"/>
                  </a:lnTo>
                  <a:lnTo>
                    <a:pt x="3019631" y="19566"/>
                  </a:lnTo>
                  <a:lnTo>
                    <a:pt x="3091527" y="19037"/>
                  </a:lnTo>
                  <a:lnTo>
                    <a:pt x="3163423" y="18508"/>
                  </a:lnTo>
                  <a:lnTo>
                    <a:pt x="3235319" y="17979"/>
                  </a:lnTo>
                  <a:lnTo>
                    <a:pt x="3307215" y="17451"/>
                  </a:lnTo>
                  <a:lnTo>
                    <a:pt x="3379111" y="16922"/>
                  </a:lnTo>
                  <a:lnTo>
                    <a:pt x="3451007" y="16393"/>
                  </a:lnTo>
                  <a:lnTo>
                    <a:pt x="3522902" y="15864"/>
                  </a:lnTo>
                  <a:lnTo>
                    <a:pt x="3594798" y="15335"/>
                  </a:lnTo>
                  <a:lnTo>
                    <a:pt x="3666694" y="14807"/>
                  </a:lnTo>
                  <a:lnTo>
                    <a:pt x="3738590" y="14278"/>
                  </a:lnTo>
                  <a:lnTo>
                    <a:pt x="3810486" y="13749"/>
                  </a:lnTo>
                  <a:lnTo>
                    <a:pt x="3882382" y="13220"/>
                  </a:lnTo>
                  <a:lnTo>
                    <a:pt x="3954278" y="12691"/>
                  </a:lnTo>
                  <a:lnTo>
                    <a:pt x="4026174" y="12162"/>
                  </a:lnTo>
                  <a:lnTo>
                    <a:pt x="4098070" y="11634"/>
                  </a:lnTo>
                  <a:lnTo>
                    <a:pt x="4169966" y="11105"/>
                  </a:lnTo>
                  <a:lnTo>
                    <a:pt x="4241862" y="10576"/>
                  </a:lnTo>
                  <a:lnTo>
                    <a:pt x="4313758" y="10047"/>
                  </a:lnTo>
                  <a:lnTo>
                    <a:pt x="4385654" y="9518"/>
                  </a:lnTo>
                  <a:lnTo>
                    <a:pt x="4457550" y="8989"/>
                  </a:lnTo>
                  <a:lnTo>
                    <a:pt x="4529446" y="8461"/>
                  </a:lnTo>
                  <a:lnTo>
                    <a:pt x="4601342" y="7932"/>
                  </a:lnTo>
                  <a:lnTo>
                    <a:pt x="4673238" y="7403"/>
                  </a:lnTo>
                  <a:lnTo>
                    <a:pt x="4745134" y="6874"/>
                  </a:lnTo>
                  <a:lnTo>
                    <a:pt x="4817030" y="6345"/>
                  </a:lnTo>
                  <a:lnTo>
                    <a:pt x="4888926" y="5817"/>
                  </a:lnTo>
                  <a:lnTo>
                    <a:pt x="4960822" y="5288"/>
                  </a:lnTo>
                  <a:lnTo>
                    <a:pt x="5032718" y="4759"/>
                  </a:lnTo>
                  <a:lnTo>
                    <a:pt x="5104614" y="4230"/>
                  </a:lnTo>
                  <a:lnTo>
                    <a:pt x="5176510" y="3701"/>
                  </a:lnTo>
                  <a:lnTo>
                    <a:pt x="5248406" y="3172"/>
                  </a:lnTo>
                  <a:lnTo>
                    <a:pt x="5320302" y="2644"/>
                  </a:lnTo>
                  <a:lnTo>
                    <a:pt x="5392198" y="2115"/>
                  </a:lnTo>
                  <a:lnTo>
                    <a:pt x="5464094" y="1586"/>
                  </a:lnTo>
                  <a:lnTo>
                    <a:pt x="5535990" y="1057"/>
                  </a:lnTo>
                  <a:lnTo>
                    <a:pt x="5607886" y="528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t62"/>
            <p:cNvSpPr/>
            <p:nvPr/>
          </p:nvSpPr>
          <p:spPr>
            <a:xfrm>
              <a:off x="3719174" y="450459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t63"/>
            <p:cNvSpPr/>
            <p:nvPr/>
          </p:nvSpPr>
          <p:spPr>
            <a:xfrm>
              <a:off x="3719174" y="429914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t64"/>
            <p:cNvSpPr/>
            <p:nvPr/>
          </p:nvSpPr>
          <p:spPr>
            <a:xfrm>
              <a:off x="3719174" y="42989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t65"/>
            <p:cNvSpPr/>
            <p:nvPr/>
          </p:nvSpPr>
          <p:spPr>
            <a:xfrm>
              <a:off x="1198161" y="379853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t66"/>
            <p:cNvSpPr/>
            <p:nvPr/>
          </p:nvSpPr>
          <p:spPr>
            <a:xfrm>
              <a:off x="1198161" y="37049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t67"/>
            <p:cNvSpPr/>
            <p:nvPr/>
          </p:nvSpPr>
          <p:spPr>
            <a:xfrm>
              <a:off x="1198161" y="37511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t68"/>
            <p:cNvSpPr/>
            <p:nvPr/>
          </p:nvSpPr>
          <p:spPr>
            <a:xfrm>
              <a:off x="6877943" y="420767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t69"/>
            <p:cNvSpPr/>
            <p:nvPr/>
          </p:nvSpPr>
          <p:spPr>
            <a:xfrm>
              <a:off x="6877943" y="36496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t70"/>
            <p:cNvSpPr/>
            <p:nvPr/>
          </p:nvSpPr>
          <p:spPr>
            <a:xfrm>
              <a:off x="6877943" y="39357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t71"/>
            <p:cNvSpPr/>
            <p:nvPr/>
          </p:nvSpPr>
          <p:spPr>
            <a:xfrm>
              <a:off x="4249769" y="45958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t72"/>
            <p:cNvSpPr/>
            <p:nvPr/>
          </p:nvSpPr>
          <p:spPr>
            <a:xfrm>
              <a:off x="4249769" y="41396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t73"/>
            <p:cNvSpPr/>
            <p:nvPr/>
          </p:nvSpPr>
          <p:spPr>
            <a:xfrm>
              <a:off x="4249769" y="44766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t74"/>
            <p:cNvSpPr/>
            <p:nvPr/>
          </p:nvSpPr>
          <p:spPr>
            <a:xfrm>
              <a:off x="4653893" y="33359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t75"/>
            <p:cNvSpPr/>
            <p:nvPr/>
          </p:nvSpPr>
          <p:spPr>
            <a:xfrm>
              <a:off x="4653893" y="36051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t76"/>
            <p:cNvSpPr/>
            <p:nvPr/>
          </p:nvSpPr>
          <p:spPr>
            <a:xfrm>
              <a:off x="4653893" y="36471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t77"/>
            <p:cNvSpPr/>
            <p:nvPr/>
          </p:nvSpPr>
          <p:spPr>
            <a:xfrm>
              <a:off x="1748912" y="36056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t78"/>
            <p:cNvSpPr/>
            <p:nvPr/>
          </p:nvSpPr>
          <p:spPr>
            <a:xfrm>
              <a:off x="1748912" y="384620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t79"/>
            <p:cNvSpPr/>
            <p:nvPr/>
          </p:nvSpPr>
          <p:spPr>
            <a:xfrm>
              <a:off x="1748912" y="39673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t80"/>
            <p:cNvSpPr/>
            <p:nvPr/>
          </p:nvSpPr>
          <p:spPr>
            <a:xfrm>
              <a:off x="4404057" y="528688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t81"/>
            <p:cNvSpPr/>
            <p:nvPr/>
          </p:nvSpPr>
          <p:spPr>
            <a:xfrm>
              <a:off x="4404057" y="54905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t82"/>
            <p:cNvSpPr/>
            <p:nvPr/>
          </p:nvSpPr>
          <p:spPr>
            <a:xfrm>
              <a:off x="4404057" y="532497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5657957" y="541420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t84"/>
            <p:cNvSpPr/>
            <p:nvPr/>
          </p:nvSpPr>
          <p:spPr>
            <a:xfrm>
              <a:off x="5657957" y="53244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5657957" y="54190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1256863" y="3446953"/>
              <a:ext cx="5679782" cy="1845351"/>
            </a:xfrm>
            <a:custGeom>
              <a:avLst/>
              <a:gdLst/>
              <a:ahLst/>
              <a:cxnLst/>
              <a:rect l="0" t="0" r="0" b="0"/>
              <a:pathLst>
                <a:path w="5679782" h="1845351">
                  <a:moveTo>
                    <a:pt x="0" y="0"/>
                  </a:moveTo>
                  <a:lnTo>
                    <a:pt x="71895" y="19561"/>
                  </a:lnTo>
                  <a:lnTo>
                    <a:pt x="143791" y="39051"/>
                  </a:lnTo>
                  <a:lnTo>
                    <a:pt x="215687" y="58465"/>
                  </a:lnTo>
                  <a:lnTo>
                    <a:pt x="287583" y="77798"/>
                  </a:lnTo>
                  <a:lnTo>
                    <a:pt x="359479" y="97047"/>
                  </a:lnTo>
                  <a:lnTo>
                    <a:pt x="431375" y="116205"/>
                  </a:lnTo>
                  <a:lnTo>
                    <a:pt x="503271" y="135268"/>
                  </a:lnTo>
                  <a:lnTo>
                    <a:pt x="575167" y="154229"/>
                  </a:lnTo>
                  <a:lnTo>
                    <a:pt x="647063" y="173083"/>
                  </a:lnTo>
                  <a:lnTo>
                    <a:pt x="718959" y="191823"/>
                  </a:lnTo>
                  <a:lnTo>
                    <a:pt x="790855" y="210441"/>
                  </a:lnTo>
                  <a:lnTo>
                    <a:pt x="862751" y="228931"/>
                  </a:lnTo>
                  <a:lnTo>
                    <a:pt x="934647" y="247285"/>
                  </a:lnTo>
                  <a:lnTo>
                    <a:pt x="1006543" y="265493"/>
                  </a:lnTo>
                  <a:lnTo>
                    <a:pt x="1078439" y="283546"/>
                  </a:lnTo>
                  <a:lnTo>
                    <a:pt x="1150335" y="301436"/>
                  </a:lnTo>
                  <a:lnTo>
                    <a:pt x="1222231" y="319150"/>
                  </a:lnTo>
                  <a:lnTo>
                    <a:pt x="1294127" y="336679"/>
                  </a:lnTo>
                  <a:lnTo>
                    <a:pt x="1366023" y="354010"/>
                  </a:lnTo>
                  <a:lnTo>
                    <a:pt x="1437919" y="371132"/>
                  </a:lnTo>
                  <a:lnTo>
                    <a:pt x="1509815" y="388030"/>
                  </a:lnTo>
                  <a:lnTo>
                    <a:pt x="1581711" y="404692"/>
                  </a:lnTo>
                  <a:lnTo>
                    <a:pt x="1653607" y="421103"/>
                  </a:lnTo>
                  <a:lnTo>
                    <a:pt x="1725503" y="437248"/>
                  </a:lnTo>
                  <a:lnTo>
                    <a:pt x="1797399" y="453112"/>
                  </a:lnTo>
                  <a:lnTo>
                    <a:pt x="1869295" y="468677"/>
                  </a:lnTo>
                  <a:lnTo>
                    <a:pt x="1941191" y="483929"/>
                  </a:lnTo>
                  <a:lnTo>
                    <a:pt x="2013087" y="498850"/>
                  </a:lnTo>
                  <a:lnTo>
                    <a:pt x="2084983" y="513424"/>
                  </a:lnTo>
                  <a:lnTo>
                    <a:pt x="2156879" y="527634"/>
                  </a:lnTo>
                  <a:lnTo>
                    <a:pt x="2228775" y="541463"/>
                  </a:lnTo>
                  <a:lnTo>
                    <a:pt x="2300671" y="554895"/>
                  </a:lnTo>
                  <a:lnTo>
                    <a:pt x="2372567" y="567916"/>
                  </a:lnTo>
                  <a:lnTo>
                    <a:pt x="2444463" y="580512"/>
                  </a:lnTo>
                  <a:lnTo>
                    <a:pt x="2516359" y="592668"/>
                  </a:lnTo>
                  <a:lnTo>
                    <a:pt x="2588255" y="604374"/>
                  </a:lnTo>
                  <a:lnTo>
                    <a:pt x="2660151" y="615621"/>
                  </a:lnTo>
                  <a:lnTo>
                    <a:pt x="2732047" y="626400"/>
                  </a:lnTo>
                  <a:lnTo>
                    <a:pt x="2803943" y="636706"/>
                  </a:lnTo>
                  <a:lnTo>
                    <a:pt x="2875839" y="646536"/>
                  </a:lnTo>
                  <a:lnTo>
                    <a:pt x="2947735" y="655888"/>
                  </a:lnTo>
                  <a:lnTo>
                    <a:pt x="3019631" y="664766"/>
                  </a:lnTo>
                  <a:lnTo>
                    <a:pt x="3091527" y="673171"/>
                  </a:lnTo>
                  <a:lnTo>
                    <a:pt x="3163423" y="681111"/>
                  </a:lnTo>
                  <a:lnTo>
                    <a:pt x="3235319" y="688594"/>
                  </a:lnTo>
                  <a:lnTo>
                    <a:pt x="3307215" y="695630"/>
                  </a:lnTo>
                  <a:lnTo>
                    <a:pt x="3379111" y="702230"/>
                  </a:lnTo>
                  <a:lnTo>
                    <a:pt x="3451007" y="708409"/>
                  </a:lnTo>
                  <a:lnTo>
                    <a:pt x="3522902" y="714180"/>
                  </a:lnTo>
                  <a:lnTo>
                    <a:pt x="3594798" y="719559"/>
                  </a:lnTo>
                  <a:lnTo>
                    <a:pt x="3666694" y="724563"/>
                  </a:lnTo>
                  <a:lnTo>
                    <a:pt x="3738590" y="729207"/>
                  </a:lnTo>
                  <a:lnTo>
                    <a:pt x="3810486" y="733508"/>
                  </a:lnTo>
                  <a:lnTo>
                    <a:pt x="3882382" y="737484"/>
                  </a:lnTo>
                  <a:lnTo>
                    <a:pt x="3954278" y="741150"/>
                  </a:lnTo>
                  <a:lnTo>
                    <a:pt x="4026174" y="744523"/>
                  </a:lnTo>
                  <a:lnTo>
                    <a:pt x="4098070" y="747620"/>
                  </a:lnTo>
                  <a:lnTo>
                    <a:pt x="4169966" y="750454"/>
                  </a:lnTo>
                  <a:lnTo>
                    <a:pt x="4241862" y="753042"/>
                  </a:lnTo>
                  <a:lnTo>
                    <a:pt x="4313758" y="755397"/>
                  </a:lnTo>
                  <a:lnTo>
                    <a:pt x="4385654" y="757533"/>
                  </a:lnTo>
                  <a:lnTo>
                    <a:pt x="4457550" y="759463"/>
                  </a:lnTo>
                  <a:lnTo>
                    <a:pt x="4529446" y="761198"/>
                  </a:lnTo>
                  <a:lnTo>
                    <a:pt x="4601342" y="762751"/>
                  </a:lnTo>
                  <a:lnTo>
                    <a:pt x="4673238" y="764133"/>
                  </a:lnTo>
                  <a:lnTo>
                    <a:pt x="4745134" y="765353"/>
                  </a:lnTo>
                  <a:lnTo>
                    <a:pt x="4817030" y="766421"/>
                  </a:lnTo>
                  <a:lnTo>
                    <a:pt x="4888926" y="767347"/>
                  </a:lnTo>
                  <a:lnTo>
                    <a:pt x="4960822" y="768138"/>
                  </a:lnTo>
                  <a:lnTo>
                    <a:pt x="5032718" y="768802"/>
                  </a:lnTo>
                  <a:lnTo>
                    <a:pt x="5104614" y="769348"/>
                  </a:lnTo>
                  <a:lnTo>
                    <a:pt x="5176510" y="769782"/>
                  </a:lnTo>
                  <a:lnTo>
                    <a:pt x="5248406" y="770109"/>
                  </a:lnTo>
                  <a:lnTo>
                    <a:pt x="5320302" y="770338"/>
                  </a:lnTo>
                  <a:lnTo>
                    <a:pt x="5392198" y="770472"/>
                  </a:lnTo>
                  <a:lnTo>
                    <a:pt x="5464094" y="770517"/>
                  </a:lnTo>
                  <a:lnTo>
                    <a:pt x="5535990" y="770479"/>
                  </a:lnTo>
                  <a:lnTo>
                    <a:pt x="5607886" y="770362"/>
                  </a:lnTo>
                  <a:lnTo>
                    <a:pt x="5679782" y="770170"/>
                  </a:lnTo>
                  <a:lnTo>
                    <a:pt x="5679782" y="1845351"/>
                  </a:lnTo>
                  <a:lnTo>
                    <a:pt x="5607886" y="1825840"/>
                  </a:lnTo>
                  <a:lnTo>
                    <a:pt x="5535990" y="1806404"/>
                  </a:lnTo>
                  <a:lnTo>
                    <a:pt x="5464094" y="1787047"/>
                  </a:lnTo>
                  <a:lnTo>
                    <a:pt x="5392198" y="1767774"/>
                  </a:lnTo>
                  <a:lnTo>
                    <a:pt x="5320302" y="1748590"/>
                  </a:lnTo>
                  <a:lnTo>
                    <a:pt x="5248406" y="1729499"/>
                  </a:lnTo>
                  <a:lnTo>
                    <a:pt x="5176510" y="1710508"/>
                  </a:lnTo>
                  <a:lnTo>
                    <a:pt x="5104614" y="1691623"/>
                  </a:lnTo>
                  <a:lnTo>
                    <a:pt x="5032718" y="1672850"/>
                  </a:lnTo>
                  <a:lnTo>
                    <a:pt x="4960822" y="1654196"/>
                  </a:lnTo>
                  <a:lnTo>
                    <a:pt x="4888926" y="1635668"/>
                  </a:lnTo>
                  <a:lnTo>
                    <a:pt x="4817030" y="1617275"/>
                  </a:lnTo>
                  <a:lnTo>
                    <a:pt x="4745134" y="1599025"/>
                  </a:lnTo>
                  <a:lnTo>
                    <a:pt x="4673238" y="1580926"/>
                  </a:lnTo>
                  <a:lnTo>
                    <a:pt x="4601342" y="1562989"/>
                  </a:lnTo>
                  <a:lnTo>
                    <a:pt x="4529446" y="1545223"/>
                  </a:lnTo>
                  <a:lnTo>
                    <a:pt x="4457550" y="1527640"/>
                  </a:lnTo>
                  <a:lnTo>
                    <a:pt x="4385654" y="1510251"/>
                  </a:lnTo>
                  <a:lnTo>
                    <a:pt x="4313758" y="1493068"/>
                  </a:lnTo>
                  <a:lnTo>
                    <a:pt x="4241862" y="1476105"/>
                  </a:lnTo>
                  <a:lnTo>
                    <a:pt x="4169966" y="1459374"/>
                  </a:lnTo>
                  <a:lnTo>
                    <a:pt x="4098070" y="1442890"/>
                  </a:lnTo>
                  <a:lnTo>
                    <a:pt x="4026174" y="1426667"/>
                  </a:lnTo>
                  <a:lnTo>
                    <a:pt x="3954278" y="1410722"/>
                  </a:lnTo>
                  <a:lnTo>
                    <a:pt x="3882382" y="1395070"/>
                  </a:lnTo>
                  <a:lnTo>
                    <a:pt x="3810486" y="1379726"/>
                  </a:lnTo>
                  <a:lnTo>
                    <a:pt x="3738590" y="1364709"/>
                  </a:lnTo>
                  <a:lnTo>
                    <a:pt x="3666694" y="1350035"/>
                  </a:lnTo>
                  <a:lnTo>
                    <a:pt x="3594798" y="1335719"/>
                  </a:lnTo>
                  <a:lnTo>
                    <a:pt x="3522902" y="1321780"/>
                  </a:lnTo>
                  <a:lnTo>
                    <a:pt x="3451007" y="1308232"/>
                  </a:lnTo>
                  <a:lnTo>
                    <a:pt x="3379111" y="1295092"/>
                  </a:lnTo>
                  <a:lnTo>
                    <a:pt x="3307215" y="1282374"/>
                  </a:lnTo>
                  <a:lnTo>
                    <a:pt x="3235319" y="1270091"/>
                  </a:lnTo>
                  <a:lnTo>
                    <a:pt x="3163423" y="1258255"/>
                  </a:lnTo>
                  <a:lnTo>
                    <a:pt x="3091527" y="1246876"/>
                  </a:lnTo>
                  <a:lnTo>
                    <a:pt x="3019631" y="1235963"/>
                  </a:lnTo>
                  <a:lnTo>
                    <a:pt x="2947735" y="1225522"/>
                  </a:lnTo>
                  <a:lnTo>
                    <a:pt x="2875839" y="1215556"/>
                  </a:lnTo>
                  <a:lnTo>
                    <a:pt x="2803943" y="1206067"/>
                  </a:lnTo>
                  <a:lnTo>
                    <a:pt x="2732047" y="1197054"/>
                  </a:lnTo>
                  <a:lnTo>
                    <a:pt x="2660151" y="1188514"/>
                  </a:lnTo>
                  <a:lnTo>
                    <a:pt x="2588255" y="1180442"/>
                  </a:lnTo>
                  <a:lnTo>
                    <a:pt x="2516359" y="1172830"/>
                  </a:lnTo>
                  <a:lnTo>
                    <a:pt x="2444463" y="1165668"/>
                  </a:lnTo>
                  <a:lnTo>
                    <a:pt x="2372567" y="1158944"/>
                  </a:lnTo>
                  <a:lnTo>
                    <a:pt x="2300671" y="1152646"/>
                  </a:lnTo>
                  <a:lnTo>
                    <a:pt x="2228775" y="1146760"/>
                  </a:lnTo>
                  <a:lnTo>
                    <a:pt x="2156879" y="1141271"/>
                  </a:lnTo>
                  <a:lnTo>
                    <a:pt x="2084983" y="1136162"/>
                  </a:lnTo>
                  <a:lnTo>
                    <a:pt x="2013087" y="1131417"/>
                  </a:lnTo>
                  <a:lnTo>
                    <a:pt x="1941191" y="1127019"/>
                  </a:lnTo>
                  <a:lnTo>
                    <a:pt x="1869295" y="1122952"/>
                  </a:lnTo>
                  <a:lnTo>
                    <a:pt x="1797399" y="1119199"/>
                  </a:lnTo>
                  <a:lnTo>
                    <a:pt x="1725503" y="1115744"/>
                  </a:lnTo>
                  <a:lnTo>
                    <a:pt x="1653607" y="1112570"/>
                  </a:lnTo>
                  <a:lnTo>
                    <a:pt x="1581711" y="1109662"/>
                  </a:lnTo>
                  <a:lnTo>
                    <a:pt x="1509815" y="1107006"/>
                  </a:lnTo>
                  <a:lnTo>
                    <a:pt x="1437919" y="1104585"/>
                  </a:lnTo>
                  <a:lnTo>
                    <a:pt x="1366023" y="1102388"/>
                  </a:lnTo>
                  <a:lnTo>
                    <a:pt x="1294127" y="1100401"/>
                  </a:lnTo>
                  <a:lnTo>
                    <a:pt x="1222231" y="1098611"/>
                  </a:lnTo>
                  <a:lnTo>
                    <a:pt x="1150335" y="1097007"/>
                  </a:lnTo>
                  <a:lnTo>
                    <a:pt x="1078439" y="1095577"/>
                  </a:lnTo>
                  <a:lnTo>
                    <a:pt x="1006543" y="1094312"/>
                  </a:lnTo>
                  <a:lnTo>
                    <a:pt x="934647" y="1093202"/>
                  </a:lnTo>
                  <a:lnTo>
                    <a:pt x="862751" y="1092236"/>
                  </a:lnTo>
                  <a:lnTo>
                    <a:pt x="790855" y="1091408"/>
                  </a:lnTo>
                  <a:lnTo>
                    <a:pt x="718959" y="1090708"/>
                  </a:lnTo>
                  <a:lnTo>
                    <a:pt x="647063" y="1090129"/>
                  </a:lnTo>
                  <a:lnTo>
                    <a:pt x="575167" y="1089664"/>
                  </a:lnTo>
                  <a:lnTo>
                    <a:pt x="503271" y="1089307"/>
                  </a:lnTo>
                  <a:lnTo>
                    <a:pt x="431375" y="1089050"/>
                  </a:lnTo>
                  <a:lnTo>
                    <a:pt x="359479" y="1088890"/>
                  </a:lnTo>
                  <a:lnTo>
                    <a:pt x="287583" y="1088820"/>
                  </a:lnTo>
                  <a:lnTo>
                    <a:pt x="215687" y="1088834"/>
                  </a:lnTo>
                  <a:lnTo>
                    <a:pt x="143791" y="1088929"/>
                  </a:lnTo>
                  <a:lnTo>
                    <a:pt x="71895" y="1089101"/>
                  </a:lnTo>
                  <a:lnTo>
                    <a:pt x="0" y="1089344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1256863" y="3446953"/>
              <a:ext cx="5679782" cy="770517"/>
            </a:xfrm>
            <a:custGeom>
              <a:avLst/>
              <a:gdLst/>
              <a:ahLst/>
              <a:cxnLst/>
              <a:rect l="0" t="0" r="0" b="0"/>
              <a:pathLst>
                <a:path w="5679782" h="770517">
                  <a:moveTo>
                    <a:pt x="0" y="0"/>
                  </a:moveTo>
                  <a:lnTo>
                    <a:pt x="71895" y="19561"/>
                  </a:lnTo>
                  <a:lnTo>
                    <a:pt x="143791" y="39051"/>
                  </a:lnTo>
                  <a:lnTo>
                    <a:pt x="215687" y="58465"/>
                  </a:lnTo>
                  <a:lnTo>
                    <a:pt x="287583" y="77798"/>
                  </a:lnTo>
                  <a:lnTo>
                    <a:pt x="359479" y="97047"/>
                  </a:lnTo>
                  <a:lnTo>
                    <a:pt x="431375" y="116205"/>
                  </a:lnTo>
                  <a:lnTo>
                    <a:pt x="503271" y="135268"/>
                  </a:lnTo>
                  <a:lnTo>
                    <a:pt x="575167" y="154229"/>
                  </a:lnTo>
                  <a:lnTo>
                    <a:pt x="647063" y="173083"/>
                  </a:lnTo>
                  <a:lnTo>
                    <a:pt x="718959" y="191823"/>
                  </a:lnTo>
                  <a:lnTo>
                    <a:pt x="790855" y="210441"/>
                  </a:lnTo>
                  <a:lnTo>
                    <a:pt x="862751" y="228931"/>
                  </a:lnTo>
                  <a:lnTo>
                    <a:pt x="934647" y="247285"/>
                  </a:lnTo>
                  <a:lnTo>
                    <a:pt x="1006543" y="265493"/>
                  </a:lnTo>
                  <a:lnTo>
                    <a:pt x="1078439" y="283546"/>
                  </a:lnTo>
                  <a:lnTo>
                    <a:pt x="1150335" y="301436"/>
                  </a:lnTo>
                  <a:lnTo>
                    <a:pt x="1222231" y="319150"/>
                  </a:lnTo>
                  <a:lnTo>
                    <a:pt x="1294127" y="336679"/>
                  </a:lnTo>
                  <a:lnTo>
                    <a:pt x="1366023" y="354010"/>
                  </a:lnTo>
                  <a:lnTo>
                    <a:pt x="1437919" y="371132"/>
                  </a:lnTo>
                  <a:lnTo>
                    <a:pt x="1509815" y="388030"/>
                  </a:lnTo>
                  <a:lnTo>
                    <a:pt x="1581711" y="404692"/>
                  </a:lnTo>
                  <a:lnTo>
                    <a:pt x="1653607" y="421103"/>
                  </a:lnTo>
                  <a:lnTo>
                    <a:pt x="1725503" y="437248"/>
                  </a:lnTo>
                  <a:lnTo>
                    <a:pt x="1797399" y="453112"/>
                  </a:lnTo>
                  <a:lnTo>
                    <a:pt x="1869295" y="468677"/>
                  </a:lnTo>
                  <a:lnTo>
                    <a:pt x="1941191" y="483929"/>
                  </a:lnTo>
                  <a:lnTo>
                    <a:pt x="2013087" y="498850"/>
                  </a:lnTo>
                  <a:lnTo>
                    <a:pt x="2084983" y="513424"/>
                  </a:lnTo>
                  <a:lnTo>
                    <a:pt x="2156879" y="527634"/>
                  </a:lnTo>
                  <a:lnTo>
                    <a:pt x="2228775" y="541463"/>
                  </a:lnTo>
                  <a:lnTo>
                    <a:pt x="2300671" y="554895"/>
                  </a:lnTo>
                  <a:lnTo>
                    <a:pt x="2372567" y="567916"/>
                  </a:lnTo>
                  <a:lnTo>
                    <a:pt x="2444463" y="580512"/>
                  </a:lnTo>
                  <a:lnTo>
                    <a:pt x="2516359" y="592668"/>
                  </a:lnTo>
                  <a:lnTo>
                    <a:pt x="2588255" y="604374"/>
                  </a:lnTo>
                  <a:lnTo>
                    <a:pt x="2660151" y="615621"/>
                  </a:lnTo>
                  <a:lnTo>
                    <a:pt x="2732047" y="626400"/>
                  </a:lnTo>
                  <a:lnTo>
                    <a:pt x="2803943" y="636706"/>
                  </a:lnTo>
                  <a:lnTo>
                    <a:pt x="2875839" y="646536"/>
                  </a:lnTo>
                  <a:lnTo>
                    <a:pt x="2947735" y="655888"/>
                  </a:lnTo>
                  <a:lnTo>
                    <a:pt x="3019631" y="664766"/>
                  </a:lnTo>
                  <a:lnTo>
                    <a:pt x="3091527" y="673171"/>
                  </a:lnTo>
                  <a:lnTo>
                    <a:pt x="3163423" y="681111"/>
                  </a:lnTo>
                  <a:lnTo>
                    <a:pt x="3235319" y="688594"/>
                  </a:lnTo>
                  <a:lnTo>
                    <a:pt x="3307215" y="695630"/>
                  </a:lnTo>
                  <a:lnTo>
                    <a:pt x="3379111" y="702230"/>
                  </a:lnTo>
                  <a:lnTo>
                    <a:pt x="3451007" y="708409"/>
                  </a:lnTo>
                  <a:lnTo>
                    <a:pt x="3522902" y="714180"/>
                  </a:lnTo>
                  <a:lnTo>
                    <a:pt x="3594798" y="719559"/>
                  </a:lnTo>
                  <a:lnTo>
                    <a:pt x="3666694" y="724563"/>
                  </a:lnTo>
                  <a:lnTo>
                    <a:pt x="3738590" y="729207"/>
                  </a:lnTo>
                  <a:lnTo>
                    <a:pt x="3810486" y="733508"/>
                  </a:lnTo>
                  <a:lnTo>
                    <a:pt x="3882382" y="737484"/>
                  </a:lnTo>
                  <a:lnTo>
                    <a:pt x="3954278" y="741150"/>
                  </a:lnTo>
                  <a:lnTo>
                    <a:pt x="4026174" y="744523"/>
                  </a:lnTo>
                  <a:lnTo>
                    <a:pt x="4098070" y="747620"/>
                  </a:lnTo>
                  <a:lnTo>
                    <a:pt x="4169966" y="750454"/>
                  </a:lnTo>
                  <a:lnTo>
                    <a:pt x="4241862" y="753042"/>
                  </a:lnTo>
                  <a:lnTo>
                    <a:pt x="4313758" y="755397"/>
                  </a:lnTo>
                  <a:lnTo>
                    <a:pt x="4385654" y="757533"/>
                  </a:lnTo>
                  <a:lnTo>
                    <a:pt x="4457550" y="759463"/>
                  </a:lnTo>
                  <a:lnTo>
                    <a:pt x="4529446" y="761198"/>
                  </a:lnTo>
                  <a:lnTo>
                    <a:pt x="4601342" y="762751"/>
                  </a:lnTo>
                  <a:lnTo>
                    <a:pt x="4673238" y="764133"/>
                  </a:lnTo>
                  <a:lnTo>
                    <a:pt x="4745134" y="765353"/>
                  </a:lnTo>
                  <a:lnTo>
                    <a:pt x="4817030" y="766421"/>
                  </a:lnTo>
                  <a:lnTo>
                    <a:pt x="4888926" y="767347"/>
                  </a:lnTo>
                  <a:lnTo>
                    <a:pt x="4960822" y="768138"/>
                  </a:lnTo>
                  <a:lnTo>
                    <a:pt x="5032718" y="768802"/>
                  </a:lnTo>
                  <a:lnTo>
                    <a:pt x="5104614" y="769348"/>
                  </a:lnTo>
                  <a:lnTo>
                    <a:pt x="5176510" y="769782"/>
                  </a:lnTo>
                  <a:lnTo>
                    <a:pt x="5248406" y="770109"/>
                  </a:lnTo>
                  <a:lnTo>
                    <a:pt x="5320302" y="770338"/>
                  </a:lnTo>
                  <a:lnTo>
                    <a:pt x="5392198" y="770472"/>
                  </a:lnTo>
                  <a:lnTo>
                    <a:pt x="5464094" y="770517"/>
                  </a:lnTo>
                  <a:lnTo>
                    <a:pt x="5535990" y="770479"/>
                  </a:lnTo>
                  <a:lnTo>
                    <a:pt x="5607886" y="770362"/>
                  </a:lnTo>
                  <a:lnTo>
                    <a:pt x="5679782" y="77017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1256863" y="4535773"/>
              <a:ext cx="5679782" cy="756531"/>
            </a:xfrm>
            <a:custGeom>
              <a:avLst/>
              <a:gdLst/>
              <a:ahLst/>
              <a:cxnLst/>
              <a:rect l="0" t="0" r="0" b="0"/>
              <a:pathLst>
                <a:path w="5679782" h="756531">
                  <a:moveTo>
                    <a:pt x="5679782" y="756531"/>
                  </a:moveTo>
                  <a:lnTo>
                    <a:pt x="5607886" y="737020"/>
                  </a:lnTo>
                  <a:lnTo>
                    <a:pt x="5535990" y="717584"/>
                  </a:lnTo>
                  <a:lnTo>
                    <a:pt x="5464094" y="698227"/>
                  </a:lnTo>
                  <a:lnTo>
                    <a:pt x="5392198" y="678954"/>
                  </a:lnTo>
                  <a:lnTo>
                    <a:pt x="5320302" y="659770"/>
                  </a:lnTo>
                  <a:lnTo>
                    <a:pt x="5248406" y="640679"/>
                  </a:lnTo>
                  <a:lnTo>
                    <a:pt x="5176510" y="621688"/>
                  </a:lnTo>
                  <a:lnTo>
                    <a:pt x="5104614" y="602803"/>
                  </a:lnTo>
                  <a:lnTo>
                    <a:pt x="5032718" y="584030"/>
                  </a:lnTo>
                  <a:lnTo>
                    <a:pt x="4960822" y="565376"/>
                  </a:lnTo>
                  <a:lnTo>
                    <a:pt x="4888926" y="546848"/>
                  </a:lnTo>
                  <a:lnTo>
                    <a:pt x="4817030" y="528455"/>
                  </a:lnTo>
                  <a:lnTo>
                    <a:pt x="4745134" y="510205"/>
                  </a:lnTo>
                  <a:lnTo>
                    <a:pt x="4673238" y="492106"/>
                  </a:lnTo>
                  <a:lnTo>
                    <a:pt x="4601342" y="474169"/>
                  </a:lnTo>
                  <a:lnTo>
                    <a:pt x="4529446" y="456403"/>
                  </a:lnTo>
                  <a:lnTo>
                    <a:pt x="4457550" y="438820"/>
                  </a:lnTo>
                  <a:lnTo>
                    <a:pt x="4385654" y="421431"/>
                  </a:lnTo>
                  <a:lnTo>
                    <a:pt x="4313758" y="404248"/>
                  </a:lnTo>
                  <a:lnTo>
                    <a:pt x="4241862" y="387285"/>
                  </a:lnTo>
                  <a:lnTo>
                    <a:pt x="4169966" y="370554"/>
                  </a:lnTo>
                  <a:lnTo>
                    <a:pt x="4098070" y="354070"/>
                  </a:lnTo>
                  <a:lnTo>
                    <a:pt x="4026174" y="337847"/>
                  </a:lnTo>
                  <a:lnTo>
                    <a:pt x="3954278" y="321902"/>
                  </a:lnTo>
                  <a:lnTo>
                    <a:pt x="3882382" y="306249"/>
                  </a:lnTo>
                  <a:lnTo>
                    <a:pt x="3810486" y="290906"/>
                  </a:lnTo>
                  <a:lnTo>
                    <a:pt x="3738590" y="275889"/>
                  </a:lnTo>
                  <a:lnTo>
                    <a:pt x="3666694" y="261214"/>
                  </a:lnTo>
                  <a:lnTo>
                    <a:pt x="3594798" y="246899"/>
                  </a:lnTo>
                  <a:lnTo>
                    <a:pt x="3522902" y="232960"/>
                  </a:lnTo>
                  <a:lnTo>
                    <a:pt x="3451007" y="219412"/>
                  </a:lnTo>
                  <a:lnTo>
                    <a:pt x="3379111" y="206272"/>
                  </a:lnTo>
                  <a:lnTo>
                    <a:pt x="3307215" y="193554"/>
                  </a:lnTo>
                  <a:lnTo>
                    <a:pt x="3235319" y="181271"/>
                  </a:lnTo>
                  <a:lnTo>
                    <a:pt x="3163423" y="169435"/>
                  </a:lnTo>
                  <a:lnTo>
                    <a:pt x="3091527" y="158056"/>
                  </a:lnTo>
                  <a:lnTo>
                    <a:pt x="3019631" y="147143"/>
                  </a:lnTo>
                  <a:lnTo>
                    <a:pt x="2947735" y="136702"/>
                  </a:lnTo>
                  <a:lnTo>
                    <a:pt x="2875839" y="126736"/>
                  </a:lnTo>
                  <a:lnTo>
                    <a:pt x="2803943" y="117247"/>
                  </a:lnTo>
                  <a:lnTo>
                    <a:pt x="2732047" y="108234"/>
                  </a:lnTo>
                  <a:lnTo>
                    <a:pt x="2660151" y="99694"/>
                  </a:lnTo>
                  <a:lnTo>
                    <a:pt x="2588255" y="91622"/>
                  </a:lnTo>
                  <a:lnTo>
                    <a:pt x="2516359" y="84010"/>
                  </a:lnTo>
                  <a:lnTo>
                    <a:pt x="2444463" y="76847"/>
                  </a:lnTo>
                  <a:lnTo>
                    <a:pt x="2372567" y="70124"/>
                  </a:lnTo>
                  <a:lnTo>
                    <a:pt x="2300671" y="63826"/>
                  </a:lnTo>
                  <a:lnTo>
                    <a:pt x="2228775" y="57940"/>
                  </a:lnTo>
                  <a:lnTo>
                    <a:pt x="2156879" y="52451"/>
                  </a:lnTo>
                  <a:lnTo>
                    <a:pt x="2084983" y="47342"/>
                  </a:lnTo>
                  <a:lnTo>
                    <a:pt x="2013087" y="42597"/>
                  </a:lnTo>
                  <a:lnTo>
                    <a:pt x="1941191" y="38199"/>
                  </a:lnTo>
                  <a:lnTo>
                    <a:pt x="1869295" y="34132"/>
                  </a:lnTo>
                  <a:lnTo>
                    <a:pt x="1797399" y="30379"/>
                  </a:lnTo>
                  <a:lnTo>
                    <a:pt x="1725503" y="26924"/>
                  </a:lnTo>
                  <a:lnTo>
                    <a:pt x="1653607" y="23750"/>
                  </a:lnTo>
                  <a:lnTo>
                    <a:pt x="1581711" y="20842"/>
                  </a:lnTo>
                  <a:lnTo>
                    <a:pt x="1509815" y="18185"/>
                  </a:lnTo>
                  <a:lnTo>
                    <a:pt x="1437919" y="15765"/>
                  </a:lnTo>
                  <a:lnTo>
                    <a:pt x="1366023" y="13568"/>
                  </a:lnTo>
                  <a:lnTo>
                    <a:pt x="1294127" y="11581"/>
                  </a:lnTo>
                  <a:lnTo>
                    <a:pt x="1222231" y="9791"/>
                  </a:lnTo>
                  <a:lnTo>
                    <a:pt x="1150335" y="8187"/>
                  </a:lnTo>
                  <a:lnTo>
                    <a:pt x="1078439" y="6757"/>
                  </a:lnTo>
                  <a:lnTo>
                    <a:pt x="1006543" y="5492"/>
                  </a:lnTo>
                  <a:lnTo>
                    <a:pt x="934647" y="4382"/>
                  </a:lnTo>
                  <a:lnTo>
                    <a:pt x="862751" y="3416"/>
                  </a:lnTo>
                  <a:lnTo>
                    <a:pt x="790855" y="2588"/>
                  </a:lnTo>
                  <a:lnTo>
                    <a:pt x="718959" y="1888"/>
                  </a:lnTo>
                  <a:lnTo>
                    <a:pt x="647063" y="1309"/>
                  </a:lnTo>
                  <a:lnTo>
                    <a:pt x="575167" y="844"/>
                  </a:lnTo>
                  <a:lnTo>
                    <a:pt x="503271" y="486"/>
                  </a:lnTo>
                  <a:lnTo>
                    <a:pt x="431375" y="230"/>
                  </a:lnTo>
                  <a:lnTo>
                    <a:pt x="359479" y="70"/>
                  </a:lnTo>
                  <a:lnTo>
                    <a:pt x="287583" y="0"/>
                  </a:lnTo>
                  <a:lnTo>
                    <a:pt x="215687" y="14"/>
                  </a:lnTo>
                  <a:lnTo>
                    <a:pt x="143791" y="109"/>
                  </a:lnTo>
                  <a:lnTo>
                    <a:pt x="71895" y="281"/>
                  </a:lnTo>
                  <a:lnTo>
                    <a:pt x="0" y="52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1256863" y="3991625"/>
              <a:ext cx="5679782" cy="763088"/>
            </a:xfrm>
            <a:custGeom>
              <a:avLst/>
              <a:gdLst/>
              <a:ahLst/>
              <a:cxnLst/>
              <a:rect l="0" t="0" r="0" b="0"/>
              <a:pathLst>
                <a:path w="5679782" h="763088">
                  <a:moveTo>
                    <a:pt x="0" y="0"/>
                  </a:moveTo>
                  <a:lnTo>
                    <a:pt x="71895" y="9659"/>
                  </a:lnTo>
                  <a:lnTo>
                    <a:pt x="143791" y="19318"/>
                  </a:lnTo>
                  <a:lnTo>
                    <a:pt x="215687" y="28978"/>
                  </a:lnTo>
                  <a:lnTo>
                    <a:pt x="287583" y="38637"/>
                  </a:lnTo>
                  <a:lnTo>
                    <a:pt x="359479" y="48296"/>
                  </a:lnTo>
                  <a:lnTo>
                    <a:pt x="431375" y="57956"/>
                  </a:lnTo>
                  <a:lnTo>
                    <a:pt x="503271" y="67615"/>
                  </a:lnTo>
                  <a:lnTo>
                    <a:pt x="575167" y="77274"/>
                  </a:lnTo>
                  <a:lnTo>
                    <a:pt x="647063" y="86934"/>
                  </a:lnTo>
                  <a:lnTo>
                    <a:pt x="718959" y="96593"/>
                  </a:lnTo>
                  <a:lnTo>
                    <a:pt x="790855" y="106252"/>
                  </a:lnTo>
                  <a:lnTo>
                    <a:pt x="862751" y="115912"/>
                  </a:lnTo>
                  <a:lnTo>
                    <a:pt x="934647" y="125571"/>
                  </a:lnTo>
                  <a:lnTo>
                    <a:pt x="1006543" y="135230"/>
                  </a:lnTo>
                  <a:lnTo>
                    <a:pt x="1078439" y="144890"/>
                  </a:lnTo>
                  <a:lnTo>
                    <a:pt x="1150335" y="154549"/>
                  </a:lnTo>
                  <a:lnTo>
                    <a:pt x="1222231" y="164208"/>
                  </a:lnTo>
                  <a:lnTo>
                    <a:pt x="1294127" y="173868"/>
                  </a:lnTo>
                  <a:lnTo>
                    <a:pt x="1366023" y="183527"/>
                  </a:lnTo>
                  <a:lnTo>
                    <a:pt x="1437919" y="193187"/>
                  </a:lnTo>
                  <a:lnTo>
                    <a:pt x="1509815" y="202846"/>
                  </a:lnTo>
                  <a:lnTo>
                    <a:pt x="1581711" y="212505"/>
                  </a:lnTo>
                  <a:lnTo>
                    <a:pt x="1653607" y="222165"/>
                  </a:lnTo>
                  <a:lnTo>
                    <a:pt x="1725503" y="231824"/>
                  </a:lnTo>
                  <a:lnTo>
                    <a:pt x="1797399" y="241483"/>
                  </a:lnTo>
                  <a:lnTo>
                    <a:pt x="1869295" y="251143"/>
                  </a:lnTo>
                  <a:lnTo>
                    <a:pt x="1941191" y="260802"/>
                  </a:lnTo>
                  <a:lnTo>
                    <a:pt x="2013087" y="270461"/>
                  </a:lnTo>
                  <a:lnTo>
                    <a:pt x="2084983" y="280121"/>
                  </a:lnTo>
                  <a:lnTo>
                    <a:pt x="2156879" y="289780"/>
                  </a:lnTo>
                  <a:lnTo>
                    <a:pt x="2228775" y="299439"/>
                  </a:lnTo>
                  <a:lnTo>
                    <a:pt x="2300671" y="309099"/>
                  </a:lnTo>
                  <a:lnTo>
                    <a:pt x="2372567" y="318758"/>
                  </a:lnTo>
                  <a:lnTo>
                    <a:pt x="2444463" y="328417"/>
                  </a:lnTo>
                  <a:lnTo>
                    <a:pt x="2516359" y="338077"/>
                  </a:lnTo>
                  <a:lnTo>
                    <a:pt x="2588255" y="347736"/>
                  </a:lnTo>
                  <a:lnTo>
                    <a:pt x="2660151" y="357396"/>
                  </a:lnTo>
                  <a:lnTo>
                    <a:pt x="2732047" y="367055"/>
                  </a:lnTo>
                  <a:lnTo>
                    <a:pt x="2803943" y="376714"/>
                  </a:lnTo>
                  <a:lnTo>
                    <a:pt x="2875839" y="386374"/>
                  </a:lnTo>
                  <a:lnTo>
                    <a:pt x="2947735" y="396033"/>
                  </a:lnTo>
                  <a:lnTo>
                    <a:pt x="3019631" y="405692"/>
                  </a:lnTo>
                  <a:lnTo>
                    <a:pt x="3091527" y="415352"/>
                  </a:lnTo>
                  <a:lnTo>
                    <a:pt x="3163423" y="425011"/>
                  </a:lnTo>
                  <a:lnTo>
                    <a:pt x="3235319" y="434670"/>
                  </a:lnTo>
                  <a:lnTo>
                    <a:pt x="3307215" y="444330"/>
                  </a:lnTo>
                  <a:lnTo>
                    <a:pt x="3379111" y="453989"/>
                  </a:lnTo>
                  <a:lnTo>
                    <a:pt x="3451007" y="463648"/>
                  </a:lnTo>
                  <a:lnTo>
                    <a:pt x="3522902" y="473308"/>
                  </a:lnTo>
                  <a:lnTo>
                    <a:pt x="3594798" y="482967"/>
                  </a:lnTo>
                  <a:lnTo>
                    <a:pt x="3666694" y="492626"/>
                  </a:lnTo>
                  <a:lnTo>
                    <a:pt x="3738590" y="502286"/>
                  </a:lnTo>
                  <a:lnTo>
                    <a:pt x="3810486" y="511945"/>
                  </a:lnTo>
                  <a:lnTo>
                    <a:pt x="3882382" y="521604"/>
                  </a:lnTo>
                  <a:lnTo>
                    <a:pt x="3954278" y="531264"/>
                  </a:lnTo>
                  <a:lnTo>
                    <a:pt x="4026174" y="540923"/>
                  </a:lnTo>
                  <a:lnTo>
                    <a:pt x="4098070" y="550583"/>
                  </a:lnTo>
                  <a:lnTo>
                    <a:pt x="4169966" y="560242"/>
                  </a:lnTo>
                  <a:lnTo>
                    <a:pt x="4241862" y="569901"/>
                  </a:lnTo>
                  <a:lnTo>
                    <a:pt x="4313758" y="579561"/>
                  </a:lnTo>
                  <a:lnTo>
                    <a:pt x="4385654" y="589220"/>
                  </a:lnTo>
                  <a:lnTo>
                    <a:pt x="4457550" y="598879"/>
                  </a:lnTo>
                  <a:lnTo>
                    <a:pt x="4529446" y="608539"/>
                  </a:lnTo>
                  <a:lnTo>
                    <a:pt x="4601342" y="618198"/>
                  </a:lnTo>
                  <a:lnTo>
                    <a:pt x="4673238" y="627857"/>
                  </a:lnTo>
                  <a:lnTo>
                    <a:pt x="4745134" y="637517"/>
                  </a:lnTo>
                  <a:lnTo>
                    <a:pt x="4817030" y="647176"/>
                  </a:lnTo>
                  <a:lnTo>
                    <a:pt x="4888926" y="656835"/>
                  </a:lnTo>
                  <a:lnTo>
                    <a:pt x="4960822" y="666495"/>
                  </a:lnTo>
                  <a:lnTo>
                    <a:pt x="5032718" y="676154"/>
                  </a:lnTo>
                  <a:lnTo>
                    <a:pt x="5104614" y="685813"/>
                  </a:lnTo>
                  <a:lnTo>
                    <a:pt x="5176510" y="695473"/>
                  </a:lnTo>
                  <a:lnTo>
                    <a:pt x="5248406" y="705132"/>
                  </a:lnTo>
                  <a:lnTo>
                    <a:pt x="5320302" y="714792"/>
                  </a:lnTo>
                  <a:lnTo>
                    <a:pt x="5392198" y="724451"/>
                  </a:lnTo>
                  <a:lnTo>
                    <a:pt x="5464094" y="734110"/>
                  </a:lnTo>
                  <a:lnTo>
                    <a:pt x="5535990" y="743770"/>
                  </a:lnTo>
                  <a:lnTo>
                    <a:pt x="5607886" y="753429"/>
                  </a:lnTo>
                  <a:lnTo>
                    <a:pt x="5679782" y="763088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t90"/>
            <p:cNvSpPr/>
            <p:nvPr/>
          </p:nvSpPr>
          <p:spPr>
            <a:xfrm>
              <a:off x="3719174" y="44860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t91"/>
            <p:cNvSpPr/>
            <p:nvPr/>
          </p:nvSpPr>
          <p:spPr>
            <a:xfrm>
              <a:off x="3719174" y="461038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t92"/>
            <p:cNvSpPr/>
            <p:nvPr/>
          </p:nvSpPr>
          <p:spPr>
            <a:xfrm>
              <a:off x="3719174" y="469362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t93"/>
            <p:cNvSpPr/>
            <p:nvPr/>
          </p:nvSpPr>
          <p:spPr>
            <a:xfrm>
              <a:off x="1198161" y="40550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t94"/>
            <p:cNvSpPr/>
            <p:nvPr/>
          </p:nvSpPr>
          <p:spPr>
            <a:xfrm>
              <a:off x="1198161" y="43440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t95"/>
            <p:cNvSpPr/>
            <p:nvPr/>
          </p:nvSpPr>
          <p:spPr>
            <a:xfrm>
              <a:off x="1198161" y="395576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t96"/>
            <p:cNvSpPr/>
            <p:nvPr/>
          </p:nvSpPr>
          <p:spPr>
            <a:xfrm>
              <a:off x="6877943" y="424382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t97"/>
            <p:cNvSpPr/>
            <p:nvPr/>
          </p:nvSpPr>
          <p:spPr>
            <a:xfrm>
              <a:off x="6877943" y="384847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t98"/>
            <p:cNvSpPr/>
            <p:nvPr/>
          </p:nvSpPr>
          <p:spPr>
            <a:xfrm>
              <a:off x="6877943" y="419019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t99"/>
            <p:cNvSpPr/>
            <p:nvPr/>
          </p:nvSpPr>
          <p:spPr>
            <a:xfrm>
              <a:off x="4249769" y="487511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t100"/>
            <p:cNvSpPr/>
            <p:nvPr/>
          </p:nvSpPr>
          <p:spPr>
            <a:xfrm>
              <a:off x="4249769" y="44987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t101"/>
            <p:cNvSpPr/>
            <p:nvPr/>
          </p:nvSpPr>
          <p:spPr>
            <a:xfrm>
              <a:off x="4249769" y="483904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t102"/>
            <p:cNvSpPr/>
            <p:nvPr/>
          </p:nvSpPr>
          <p:spPr>
            <a:xfrm>
              <a:off x="4653893" y="373344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t103"/>
            <p:cNvSpPr/>
            <p:nvPr/>
          </p:nvSpPr>
          <p:spPr>
            <a:xfrm>
              <a:off x="4653893" y="409995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t104"/>
            <p:cNvSpPr/>
            <p:nvPr/>
          </p:nvSpPr>
          <p:spPr>
            <a:xfrm>
              <a:off x="4653893" y="394107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t105"/>
            <p:cNvSpPr/>
            <p:nvPr/>
          </p:nvSpPr>
          <p:spPr>
            <a:xfrm>
              <a:off x="1748912" y="380255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t106"/>
            <p:cNvSpPr/>
            <p:nvPr/>
          </p:nvSpPr>
          <p:spPr>
            <a:xfrm>
              <a:off x="1748912" y="40514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t107"/>
            <p:cNvSpPr/>
            <p:nvPr/>
          </p:nvSpPr>
          <p:spPr>
            <a:xfrm>
              <a:off x="1748912" y="404571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t108"/>
            <p:cNvSpPr/>
            <p:nvPr/>
          </p:nvSpPr>
          <p:spPr>
            <a:xfrm>
              <a:off x="4404057" y="540377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t109"/>
            <p:cNvSpPr/>
            <p:nvPr/>
          </p:nvSpPr>
          <p:spPr>
            <a:xfrm>
              <a:off x="4404057" y="536909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t110"/>
            <p:cNvSpPr/>
            <p:nvPr/>
          </p:nvSpPr>
          <p:spPr>
            <a:xfrm>
              <a:off x="5657957" y="547729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t111"/>
            <p:cNvSpPr/>
            <p:nvPr/>
          </p:nvSpPr>
          <p:spPr>
            <a:xfrm>
              <a:off x="5657957" y="536540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1256863" y="3823732"/>
              <a:ext cx="5679782" cy="1397566"/>
            </a:xfrm>
            <a:custGeom>
              <a:avLst/>
              <a:gdLst/>
              <a:ahLst/>
              <a:cxnLst/>
              <a:rect l="0" t="0" r="0" b="0"/>
              <a:pathLst>
                <a:path w="5679782" h="1397566">
                  <a:moveTo>
                    <a:pt x="0" y="0"/>
                  </a:moveTo>
                  <a:lnTo>
                    <a:pt x="71895" y="14284"/>
                  </a:lnTo>
                  <a:lnTo>
                    <a:pt x="143791" y="28502"/>
                  </a:lnTo>
                  <a:lnTo>
                    <a:pt x="215687" y="42650"/>
                  </a:lnTo>
                  <a:lnTo>
                    <a:pt x="287583" y="56724"/>
                  </a:lnTo>
                  <a:lnTo>
                    <a:pt x="359479" y="70719"/>
                  </a:lnTo>
                  <a:lnTo>
                    <a:pt x="431375" y="84630"/>
                  </a:lnTo>
                  <a:lnTo>
                    <a:pt x="503271" y="98454"/>
                  </a:lnTo>
                  <a:lnTo>
                    <a:pt x="575167" y="112183"/>
                  </a:lnTo>
                  <a:lnTo>
                    <a:pt x="647063" y="125814"/>
                  </a:lnTo>
                  <a:lnTo>
                    <a:pt x="718959" y="139340"/>
                  </a:lnTo>
                  <a:lnTo>
                    <a:pt x="790855" y="152753"/>
                  </a:lnTo>
                  <a:lnTo>
                    <a:pt x="862751" y="166049"/>
                  </a:lnTo>
                  <a:lnTo>
                    <a:pt x="934647" y="179218"/>
                  </a:lnTo>
                  <a:lnTo>
                    <a:pt x="1006543" y="192254"/>
                  </a:lnTo>
                  <a:lnTo>
                    <a:pt x="1078439" y="205149"/>
                  </a:lnTo>
                  <a:lnTo>
                    <a:pt x="1150335" y="217892"/>
                  </a:lnTo>
                  <a:lnTo>
                    <a:pt x="1222231" y="230476"/>
                  </a:lnTo>
                  <a:lnTo>
                    <a:pt x="1294127" y="242890"/>
                  </a:lnTo>
                  <a:lnTo>
                    <a:pt x="1366023" y="255125"/>
                  </a:lnTo>
                  <a:lnTo>
                    <a:pt x="1437919" y="267168"/>
                  </a:lnTo>
                  <a:lnTo>
                    <a:pt x="1509815" y="279009"/>
                  </a:lnTo>
                  <a:lnTo>
                    <a:pt x="1581711" y="290637"/>
                  </a:lnTo>
                  <a:lnTo>
                    <a:pt x="1653607" y="302038"/>
                  </a:lnTo>
                  <a:lnTo>
                    <a:pt x="1725503" y="313200"/>
                  </a:lnTo>
                  <a:lnTo>
                    <a:pt x="1797399" y="324109"/>
                  </a:lnTo>
                  <a:lnTo>
                    <a:pt x="1869295" y="334754"/>
                  </a:lnTo>
                  <a:lnTo>
                    <a:pt x="1941191" y="345120"/>
                  </a:lnTo>
                  <a:lnTo>
                    <a:pt x="2013087" y="355193"/>
                  </a:lnTo>
                  <a:lnTo>
                    <a:pt x="2084983" y="364961"/>
                  </a:lnTo>
                  <a:lnTo>
                    <a:pt x="2156879" y="374411"/>
                  </a:lnTo>
                  <a:lnTo>
                    <a:pt x="2228775" y="383529"/>
                  </a:lnTo>
                  <a:lnTo>
                    <a:pt x="2300671" y="392305"/>
                  </a:lnTo>
                  <a:lnTo>
                    <a:pt x="2372567" y="400726"/>
                  </a:lnTo>
                  <a:lnTo>
                    <a:pt x="2444463" y="408784"/>
                  </a:lnTo>
                  <a:lnTo>
                    <a:pt x="2516359" y="416469"/>
                  </a:lnTo>
                  <a:lnTo>
                    <a:pt x="2588255" y="423774"/>
                  </a:lnTo>
                  <a:lnTo>
                    <a:pt x="2660151" y="430694"/>
                  </a:lnTo>
                  <a:lnTo>
                    <a:pt x="2732047" y="437225"/>
                  </a:lnTo>
                  <a:lnTo>
                    <a:pt x="2803943" y="443364"/>
                  </a:lnTo>
                  <a:lnTo>
                    <a:pt x="2875839" y="449111"/>
                  </a:lnTo>
                  <a:lnTo>
                    <a:pt x="2947735" y="454468"/>
                  </a:lnTo>
                  <a:lnTo>
                    <a:pt x="3019631" y="459439"/>
                  </a:lnTo>
                  <a:lnTo>
                    <a:pt x="3091527" y="464027"/>
                  </a:lnTo>
                  <a:lnTo>
                    <a:pt x="3163423" y="468242"/>
                  </a:lnTo>
                  <a:lnTo>
                    <a:pt x="3235319" y="472090"/>
                  </a:lnTo>
                  <a:lnTo>
                    <a:pt x="3307215" y="475581"/>
                  </a:lnTo>
                  <a:lnTo>
                    <a:pt x="3379111" y="478726"/>
                  </a:lnTo>
                  <a:lnTo>
                    <a:pt x="3451007" y="481537"/>
                  </a:lnTo>
                  <a:lnTo>
                    <a:pt x="3522902" y="484026"/>
                  </a:lnTo>
                  <a:lnTo>
                    <a:pt x="3594798" y="486206"/>
                  </a:lnTo>
                  <a:lnTo>
                    <a:pt x="3666694" y="488090"/>
                  </a:lnTo>
                  <a:lnTo>
                    <a:pt x="3738590" y="489692"/>
                  </a:lnTo>
                  <a:lnTo>
                    <a:pt x="3810486" y="491025"/>
                  </a:lnTo>
                  <a:lnTo>
                    <a:pt x="3882382" y="492102"/>
                  </a:lnTo>
                  <a:lnTo>
                    <a:pt x="3954278" y="492937"/>
                  </a:lnTo>
                  <a:lnTo>
                    <a:pt x="4026174" y="493542"/>
                  </a:lnTo>
                  <a:lnTo>
                    <a:pt x="4098070" y="493930"/>
                  </a:lnTo>
                  <a:lnTo>
                    <a:pt x="4169966" y="494112"/>
                  </a:lnTo>
                  <a:lnTo>
                    <a:pt x="4241862" y="494101"/>
                  </a:lnTo>
                  <a:lnTo>
                    <a:pt x="4313758" y="493907"/>
                  </a:lnTo>
                  <a:lnTo>
                    <a:pt x="4385654" y="493540"/>
                  </a:lnTo>
                  <a:lnTo>
                    <a:pt x="4457550" y="493011"/>
                  </a:lnTo>
                  <a:lnTo>
                    <a:pt x="4529446" y="492329"/>
                  </a:lnTo>
                  <a:lnTo>
                    <a:pt x="4601342" y="491503"/>
                  </a:lnTo>
                  <a:lnTo>
                    <a:pt x="4673238" y="490542"/>
                  </a:lnTo>
                  <a:lnTo>
                    <a:pt x="4745134" y="489452"/>
                  </a:lnTo>
                  <a:lnTo>
                    <a:pt x="4817030" y="488242"/>
                  </a:lnTo>
                  <a:lnTo>
                    <a:pt x="4888926" y="486919"/>
                  </a:lnTo>
                  <a:lnTo>
                    <a:pt x="4960822" y="485489"/>
                  </a:lnTo>
                  <a:lnTo>
                    <a:pt x="5032718" y="483958"/>
                  </a:lnTo>
                  <a:lnTo>
                    <a:pt x="5104614" y="482332"/>
                  </a:lnTo>
                  <a:lnTo>
                    <a:pt x="5176510" y="480616"/>
                  </a:lnTo>
                  <a:lnTo>
                    <a:pt x="5248406" y="478816"/>
                  </a:lnTo>
                  <a:lnTo>
                    <a:pt x="5320302" y="476936"/>
                  </a:lnTo>
                  <a:lnTo>
                    <a:pt x="5392198" y="474981"/>
                  </a:lnTo>
                  <a:lnTo>
                    <a:pt x="5464094" y="472954"/>
                  </a:lnTo>
                  <a:lnTo>
                    <a:pt x="5535990" y="470859"/>
                  </a:lnTo>
                  <a:lnTo>
                    <a:pt x="5607886" y="468701"/>
                  </a:lnTo>
                  <a:lnTo>
                    <a:pt x="5679782" y="466483"/>
                  </a:lnTo>
                  <a:lnTo>
                    <a:pt x="5679782" y="1397566"/>
                  </a:lnTo>
                  <a:lnTo>
                    <a:pt x="5607886" y="1383175"/>
                  </a:lnTo>
                  <a:lnTo>
                    <a:pt x="5535990" y="1368844"/>
                  </a:lnTo>
                  <a:lnTo>
                    <a:pt x="5464094" y="1354577"/>
                  </a:lnTo>
                  <a:lnTo>
                    <a:pt x="5392198" y="1340377"/>
                  </a:lnTo>
                  <a:lnTo>
                    <a:pt x="5320302" y="1326248"/>
                  </a:lnTo>
                  <a:lnTo>
                    <a:pt x="5248406" y="1312196"/>
                  </a:lnTo>
                  <a:lnTo>
                    <a:pt x="5176510" y="1298223"/>
                  </a:lnTo>
                  <a:lnTo>
                    <a:pt x="5104614" y="1284334"/>
                  </a:lnTo>
                  <a:lnTo>
                    <a:pt x="5032718" y="1270535"/>
                  </a:lnTo>
                  <a:lnTo>
                    <a:pt x="4960822" y="1256832"/>
                  </a:lnTo>
                  <a:lnTo>
                    <a:pt x="4888926" y="1243229"/>
                  </a:lnTo>
                  <a:lnTo>
                    <a:pt x="4817030" y="1229732"/>
                  </a:lnTo>
                  <a:lnTo>
                    <a:pt x="4745134" y="1216350"/>
                  </a:lnTo>
                  <a:lnTo>
                    <a:pt x="4673238" y="1203087"/>
                  </a:lnTo>
                  <a:lnTo>
                    <a:pt x="4601342" y="1189953"/>
                  </a:lnTo>
                  <a:lnTo>
                    <a:pt x="4529446" y="1176954"/>
                  </a:lnTo>
                  <a:lnTo>
                    <a:pt x="4457550" y="1164099"/>
                  </a:lnTo>
                  <a:lnTo>
                    <a:pt x="4385654" y="1151397"/>
                  </a:lnTo>
                  <a:lnTo>
                    <a:pt x="4313758" y="1138858"/>
                  </a:lnTo>
                  <a:lnTo>
                    <a:pt x="4241862" y="1126491"/>
                  </a:lnTo>
                  <a:lnTo>
                    <a:pt x="4169966" y="1114307"/>
                  </a:lnTo>
                  <a:lnTo>
                    <a:pt x="4098070" y="1102317"/>
                  </a:lnTo>
                  <a:lnTo>
                    <a:pt x="4026174" y="1090531"/>
                  </a:lnTo>
                  <a:lnTo>
                    <a:pt x="3954278" y="1078964"/>
                  </a:lnTo>
                  <a:lnTo>
                    <a:pt x="3882382" y="1067626"/>
                  </a:lnTo>
                  <a:lnTo>
                    <a:pt x="3810486" y="1056530"/>
                  </a:lnTo>
                  <a:lnTo>
                    <a:pt x="3738590" y="1045690"/>
                  </a:lnTo>
                  <a:lnTo>
                    <a:pt x="3666694" y="1035119"/>
                  </a:lnTo>
                  <a:lnTo>
                    <a:pt x="3594798" y="1024830"/>
                  </a:lnTo>
                  <a:lnTo>
                    <a:pt x="3522902" y="1014838"/>
                  </a:lnTo>
                  <a:lnTo>
                    <a:pt x="3451007" y="1005154"/>
                  </a:lnTo>
                  <a:lnTo>
                    <a:pt x="3379111" y="995792"/>
                  </a:lnTo>
                  <a:lnTo>
                    <a:pt x="3307215" y="986764"/>
                  </a:lnTo>
                  <a:lnTo>
                    <a:pt x="3235319" y="978083"/>
                  </a:lnTo>
                  <a:lnTo>
                    <a:pt x="3163423" y="969758"/>
                  </a:lnTo>
                  <a:lnTo>
                    <a:pt x="3091527" y="961799"/>
                  </a:lnTo>
                  <a:lnTo>
                    <a:pt x="3019631" y="954215"/>
                  </a:lnTo>
                  <a:lnTo>
                    <a:pt x="2947735" y="947013"/>
                  </a:lnTo>
                  <a:lnTo>
                    <a:pt x="2875839" y="940197"/>
                  </a:lnTo>
                  <a:lnTo>
                    <a:pt x="2803943" y="933771"/>
                  </a:lnTo>
                  <a:lnTo>
                    <a:pt x="2732047" y="927738"/>
                  </a:lnTo>
                  <a:lnTo>
                    <a:pt x="2660151" y="922095"/>
                  </a:lnTo>
                  <a:lnTo>
                    <a:pt x="2588255" y="916842"/>
                  </a:lnTo>
                  <a:lnTo>
                    <a:pt x="2516359" y="911975"/>
                  </a:lnTo>
                  <a:lnTo>
                    <a:pt x="2444463" y="907487"/>
                  </a:lnTo>
                  <a:lnTo>
                    <a:pt x="2372567" y="903372"/>
                  </a:lnTo>
                  <a:lnTo>
                    <a:pt x="2300671" y="899621"/>
                  </a:lnTo>
                  <a:lnTo>
                    <a:pt x="2228775" y="896224"/>
                  </a:lnTo>
                  <a:lnTo>
                    <a:pt x="2156879" y="893169"/>
                  </a:lnTo>
                  <a:lnTo>
                    <a:pt x="2084983" y="890446"/>
                  </a:lnTo>
                  <a:lnTo>
                    <a:pt x="2013087" y="888041"/>
                  </a:lnTo>
                  <a:lnTo>
                    <a:pt x="1941191" y="885942"/>
                  </a:lnTo>
                  <a:lnTo>
                    <a:pt x="1869295" y="884134"/>
                  </a:lnTo>
                  <a:lnTo>
                    <a:pt x="1797399" y="882606"/>
                  </a:lnTo>
                  <a:lnTo>
                    <a:pt x="1725503" y="881343"/>
                  </a:lnTo>
                  <a:lnTo>
                    <a:pt x="1653607" y="880332"/>
                  </a:lnTo>
                  <a:lnTo>
                    <a:pt x="1581711" y="879560"/>
                  </a:lnTo>
                  <a:lnTo>
                    <a:pt x="1509815" y="879015"/>
                  </a:lnTo>
                  <a:lnTo>
                    <a:pt x="1437919" y="878683"/>
                  </a:lnTo>
                  <a:lnTo>
                    <a:pt x="1366023" y="878554"/>
                  </a:lnTo>
                  <a:lnTo>
                    <a:pt x="1294127" y="878615"/>
                  </a:lnTo>
                  <a:lnTo>
                    <a:pt x="1222231" y="878857"/>
                  </a:lnTo>
                  <a:lnTo>
                    <a:pt x="1150335" y="879268"/>
                  </a:lnTo>
                  <a:lnTo>
                    <a:pt x="1078439" y="879839"/>
                  </a:lnTo>
                  <a:lnTo>
                    <a:pt x="1006543" y="880560"/>
                  </a:lnTo>
                  <a:lnTo>
                    <a:pt x="934647" y="881423"/>
                  </a:lnTo>
                  <a:lnTo>
                    <a:pt x="862751" y="882420"/>
                  </a:lnTo>
                  <a:lnTo>
                    <a:pt x="790855" y="883542"/>
                  </a:lnTo>
                  <a:lnTo>
                    <a:pt x="718959" y="884783"/>
                  </a:lnTo>
                  <a:lnTo>
                    <a:pt x="647063" y="886136"/>
                  </a:lnTo>
                  <a:lnTo>
                    <a:pt x="575167" y="887594"/>
                  </a:lnTo>
                  <a:lnTo>
                    <a:pt x="503271" y="889151"/>
                  </a:lnTo>
                  <a:lnTo>
                    <a:pt x="431375" y="890801"/>
                  </a:lnTo>
                  <a:lnTo>
                    <a:pt x="359479" y="892540"/>
                  </a:lnTo>
                  <a:lnTo>
                    <a:pt x="287583" y="894362"/>
                  </a:lnTo>
                  <a:lnTo>
                    <a:pt x="215687" y="896263"/>
                  </a:lnTo>
                  <a:lnTo>
                    <a:pt x="143791" y="898238"/>
                  </a:lnTo>
                  <a:lnTo>
                    <a:pt x="71895" y="900283"/>
                  </a:lnTo>
                  <a:lnTo>
                    <a:pt x="0" y="902395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3" name="pl113"/>
            <p:cNvSpPr/>
            <p:nvPr/>
          </p:nvSpPr>
          <p:spPr>
            <a:xfrm>
              <a:off x="1256863" y="3823732"/>
              <a:ext cx="5679782" cy="494112"/>
            </a:xfrm>
            <a:custGeom>
              <a:avLst/>
              <a:gdLst/>
              <a:ahLst/>
              <a:cxnLst/>
              <a:rect l="0" t="0" r="0" b="0"/>
              <a:pathLst>
                <a:path w="5679782" h="494112">
                  <a:moveTo>
                    <a:pt x="0" y="0"/>
                  </a:moveTo>
                  <a:lnTo>
                    <a:pt x="71895" y="14284"/>
                  </a:lnTo>
                  <a:lnTo>
                    <a:pt x="143791" y="28502"/>
                  </a:lnTo>
                  <a:lnTo>
                    <a:pt x="215687" y="42650"/>
                  </a:lnTo>
                  <a:lnTo>
                    <a:pt x="287583" y="56724"/>
                  </a:lnTo>
                  <a:lnTo>
                    <a:pt x="359479" y="70719"/>
                  </a:lnTo>
                  <a:lnTo>
                    <a:pt x="431375" y="84630"/>
                  </a:lnTo>
                  <a:lnTo>
                    <a:pt x="503271" y="98454"/>
                  </a:lnTo>
                  <a:lnTo>
                    <a:pt x="575167" y="112183"/>
                  </a:lnTo>
                  <a:lnTo>
                    <a:pt x="647063" y="125814"/>
                  </a:lnTo>
                  <a:lnTo>
                    <a:pt x="718959" y="139340"/>
                  </a:lnTo>
                  <a:lnTo>
                    <a:pt x="790855" y="152753"/>
                  </a:lnTo>
                  <a:lnTo>
                    <a:pt x="862751" y="166049"/>
                  </a:lnTo>
                  <a:lnTo>
                    <a:pt x="934647" y="179218"/>
                  </a:lnTo>
                  <a:lnTo>
                    <a:pt x="1006543" y="192254"/>
                  </a:lnTo>
                  <a:lnTo>
                    <a:pt x="1078439" y="205149"/>
                  </a:lnTo>
                  <a:lnTo>
                    <a:pt x="1150335" y="217892"/>
                  </a:lnTo>
                  <a:lnTo>
                    <a:pt x="1222231" y="230476"/>
                  </a:lnTo>
                  <a:lnTo>
                    <a:pt x="1294127" y="242890"/>
                  </a:lnTo>
                  <a:lnTo>
                    <a:pt x="1366023" y="255125"/>
                  </a:lnTo>
                  <a:lnTo>
                    <a:pt x="1437919" y="267168"/>
                  </a:lnTo>
                  <a:lnTo>
                    <a:pt x="1509815" y="279009"/>
                  </a:lnTo>
                  <a:lnTo>
                    <a:pt x="1581711" y="290637"/>
                  </a:lnTo>
                  <a:lnTo>
                    <a:pt x="1653607" y="302038"/>
                  </a:lnTo>
                  <a:lnTo>
                    <a:pt x="1725503" y="313200"/>
                  </a:lnTo>
                  <a:lnTo>
                    <a:pt x="1797399" y="324109"/>
                  </a:lnTo>
                  <a:lnTo>
                    <a:pt x="1869295" y="334754"/>
                  </a:lnTo>
                  <a:lnTo>
                    <a:pt x="1941191" y="345120"/>
                  </a:lnTo>
                  <a:lnTo>
                    <a:pt x="2013087" y="355193"/>
                  </a:lnTo>
                  <a:lnTo>
                    <a:pt x="2084983" y="364961"/>
                  </a:lnTo>
                  <a:lnTo>
                    <a:pt x="2156879" y="374411"/>
                  </a:lnTo>
                  <a:lnTo>
                    <a:pt x="2228775" y="383529"/>
                  </a:lnTo>
                  <a:lnTo>
                    <a:pt x="2300671" y="392305"/>
                  </a:lnTo>
                  <a:lnTo>
                    <a:pt x="2372567" y="400726"/>
                  </a:lnTo>
                  <a:lnTo>
                    <a:pt x="2444463" y="408784"/>
                  </a:lnTo>
                  <a:lnTo>
                    <a:pt x="2516359" y="416469"/>
                  </a:lnTo>
                  <a:lnTo>
                    <a:pt x="2588255" y="423774"/>
                  </a:lnTo>
                  <a:lnTo>
                    <a:pt x="2660151" y="430694"/>
                  </a:lnTo>
                  <a:lnTo>
                    <a:pt x="2732047" y="437225"/>
                  </a:lnTo>
                  <a:lnTo>
                    <a:pt x="2803943" y="443364"/>
                  </a:lnTo>
                  <a:lnTo>
                    <a:pt x="2875839" y="449111"/>
                  </a:lnTo>
                  <a:lnTo>
                    <a:pt x="2947735" y="454468"/>
                  </a:lnTo>
                  <a:lnTo>
                    <a:pt x="3019631" y="459439"/>
                  </a:lnTo>
                  <a:lnTo>
                    <a:pt x="3091527" y="464027"/>
                  </a:lnTo>
                  <a:lnTo>
                    <a:pt x="3163423" y="468242"/>
                  </a:lnTo>
                  <a:lnTo>
                    <a:pt x="3235319" y="472090"/>
                  </a:lnTo>
                  <a:lnTo>
                    <a:pt x="3307215" y="475581"/>
                  </a:lnTo>
                  <a:lnTo>
                    <a:pt x="3379111" y="478726"/>
                  </a:lnTo>
                  <a:lnTo>
                    <a:pt x="3451007" y="481537"/>
                  </a:lnTo>
                  <a:lnTo>
                    <a:pt x="3522902" y="484026"/>
                  </a:lnTo>
                  <a:lnTo>
                    <a:pt x="3594798" y="486206"/>
                  </a:lnTo>
                  <a:lnTo>
                    <a:pt x="3666694" y="488090"/>
                  </a:lnTo>
                  <a:lnTo>
                    <a:pt x="3738590" y="489692"/>
                  </a:lnTo>
                  <a:lnTo>
                    <a:pt x="3810486" y="491025"/>
                  </a:lnTo>
                  <a:lnTo>
                    <a:pt x="3882382" y="492102"/>
                  </a:lnTo>
                  <a:lnTo>
                    <a:pt x="3954278" y="492937"/>
                  </a:lnTo>
                  <a:lnTo>
                    <a:pt x="4026174" y="493542"/>
                  </a:lnTo>
                  <a:lnTo>
                    <a:pt x="4098070" y="493930"/>
                  </a:lnTo>
                  <a:lnTo>
                    <a:pt x="4169966" y="494112"/>
                  </a:lnTo>
                  <a:lnTo>
                    <a:pt x="4241862" y="494101"/>
                  </a:lnTo>
                  <a:lnTo>
                    <a:pt x="4313758" y="493907"/>
                  </a:lnTo>
                  <a:lnTo>
                    <a:pt x="4385654" y="493540"/>
                  </a:lnTo>
                  <a:lnTo>
                    <a:pt x="4457550" y="493011"/>
                  </a:lnTo>
                  <a:lnTo>
                    <a:pt x="4529446" y="492329"/>
                  </a:lnTo>
                  <a:lnTo>
                    <a:pt x="4601342" y="491503"/>
                  </a:lnTo>
                  <a:lnTo>
                    <a:pt x="4673238" y="490542"/>
                  </a:lnTo>
                  <a:lnTo>
                    <a:pt x="4745134" y="489452"/>
                  </a:lnTo>
                  <a:lnTo>
                    <a:pt x="4817030" y="488242"/>
                  </a:lnTo>
                  <a:lnTo>
                    <a:pt x="4888926" y="486919"/>
                  </a:lnTo>
                  <a:lnTo>
                    <a:pt x="4960822" y="485489"/>
                  </a:lnTo>
                  <a:lnTo>
                    <a:pt x="5032718" y="483958"/>
                  </a:lnTo>
                  <a:lnTo>
                    <a:pt x="5104614" y="482332"/>
                  </a:lnTo>
                  <a:lnTo>
                    <a:pt x="5176510" y="480616"/>
                  </a:lnTo>
                  <a:lnTo>
                    <a:pt x="5248406" y="478816"/>
                  </a:lnTo>
                  <a:lnTo>
                    <a:pt x="5320302" y="476936"/>
                  </a:lnTo>
                  <a:lnTo>
                    <a:pt x="5392198" y="474981"/>
                  </a:lnTo>
                  <a:lnTo>
                    <a:pt x="5464094" y="472954"/>
                  </a:lnTo>
                  <a:lnTo>
                    <a:pt x="5535990" y="470859"/>
                  </a:lnTo>
                  <a:lnTo>
                    <a:pt x="5607886" y="468701"/>
                  </a:lnTo>
                  <a:lnTo>
                    <a:pt x="5679782" y="46648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4" name="pl114"/>
            <p:cNvSpPr/>
            <p:nvPr/>
          </p:nvSpPr>
          <p:spPr>
            <a:xfrm>
              <a:off x="1256863" y="4702287"/>
              <a:ext cx="5679782" cy="519012"/>
            </a:xfrm>
            <a:custGeom>
              <a:avLst/>
              <a:gdLst/>
              <a:ahLst/>
              <a:cxnLst/>
              <a:rect l="0" t="0" r="0" b="0"/>
              <a:pathLst>
                <a:path w="5679782" h="519012">
                  <a:moveTo>
                    <a:pt x="5679782" y="519012"/>
                  </a:moveTo>
                  <a:lnTo>
                    <a:pt x="5607886" y="504620"/>
                  </a:lnTo>
                  <a:lnTo>
                    <a:pt x="5535990" y="490289"/>
                  </a:lnTo>
                  <a:lnTo>
                    <a:pt x="5464094" y="476022"/>
                  </a:lnTo>
                  <a:lnTo>
                    <a:pt x="5392198" y="461822"/>
                  </a:lnTo>
                  <a:lnTo>
                    <a:pt x="5320302" y="447694"/>
                  </a:lnTo>
                  <a:lnTo>
                    <a:pt x="5248406" y="433641"/>
                  </a:lnTo>
                  <a:lnTo>
                    <a:pt x="5176510" y="419668"/>
                  </a:lnTo>
                  <a:lnTo>
                    <a:pt x="5104614" y="405780"/>
                  </a:lnTo>
                  <a:lnTo>
                    <a:pt x="5032718" y="391981"/>
                  </a:lnTo>
                  <a:lnTo>
                    <a:pt x="4960822" y="378277"/>
                  </a:lnTo>
                  <a:lnTo>
                    <a:pt x="4888926" y="364674"/>
                  </a:lnTo>
                  <a:lnTo>
                    <a:pt x="4817030" y="351178"/>
                  </a:lnTo>
                  <a:lnTo>
                    <a:pt x="4745134" y="337795"/>
                  </a:lnTo>
                  <a:lnTo>
                    <a:pt x="4673238" y="324533"/>
                  </a:lnTo>
                  <a:lnTo>
                    <a:pt x="4601342" y="311398"/>
                  </a:lnTo>
                  <a:lnTo>
                    <a:pt x="4529446" y="298400"/>
                  </a:lnTo>
                  <a:lnTo>
                    <a:pt x="4457550" y="285545"/>
                  </a:lnTo>
                  <a:lnTo>
                    <a:pt x="4385654" y="272843"/>
                  </a:lnTo>
                  <a:lnTo>
                    <a:pt x="4313758" y="260304"/>
                  </a:lnTo>
                  <a:lnTo>
                    <a:pt x="4241862" y="247937"/>
                  </a:lnTo>
                  <a:lnTo>
                    <a:pt x="4169966" y="235753"/>
                  </a:lnTo>
                  <a:lnTo>
                    <a:pt x="4098070" y="223762"/>
                  </a:lnTo>
                  <a:lnTo>
                    <a:pt x="4026174" y="211977"/>
                  </a:lnTo>
                  <a:lnTo>
                    <a:pt x="3954278" y="200409"/>
                  </a:lnTo>
                  <a:lnTo>
                    <a:pt x="3882382" y="189071"/>
                  </a:lnTo>
                  <a:lnTo>
                    <a:pt x="3810486" y="177976"/>
                  </a:lnTo>
                  <a:lnTo>
                    <a:pt x="3738590" y="167136"/>
                  </a:lnTo>
                  <a:lnTo>
                    <a:pt x="3666694" y="156565"/>
                  </a:lnTo>
                  <a:lnTo>
                    <a:pt x="3594798" y="146276"/>
                  </a:lnTo>
                  <a:lnTo>
                    <a:pt x="3522902" y="136283"/>
                  </a:lnTo>
                  <a:lnTo>
                    <a:pt x="3451007" y="126599"/>
                  </a:lnTo>
                  <a:lnTo>
                    <a:pt x="3379111" y="117238"/>
                  </a:lnTo>
                  <a:lnTo>
                    <a:pt x="3307215" y="108210"/>
                  </a:lnTo>
                  <a:lnTo>
                    <a:pt x="3235319" y="99528"/>
                  </a:lnTo>
                  <a:lnTo>
                    <a:pt x="3163423" y="91203"/>
                  </a:lnTo>
                  <a:lnTo>
                    <a:pt x="3091527" y="83245"/>
                  </a:lnTo>
                  <a:lnTo>
                    <a:pt x="3019631" y="75661"/>
                  </a:lnTo>
                  <a:lnTo>
                    <a:pt x="2947735" y="68458"/>
                  </a:lnTo>
                  <a:lnTo>
                    <a:pt x="2875839" y="61643"/>
                  </a:lnTo>
                  <a:lnTo>
                    <a:pt x="2803943" y="55217"/>
                  </a:lnTo>
                  <a:lnTo>
                    <a:pt x="2732047" y="49183"/>
                  </a:lnTo>
                  <a:lnTo>
                    <a:pt x="2660151" y="43541"/>
                  </a:lnTo>
                  <a:lnTo>
                    <a:pt x="2588255" y="38288"/>
                  </a:lnTo>
                  <a:lnTo>
                    <a:pt x="2516359" y="33421"/>
                  </a:lnTo>
                  <a:lnTo>
                    <a:pt x="2444463" y="28933"/>
                  </a:lnTo>
                  <a:lnTo>
                    <a:pt x="2372567" y="24818"/>
                  </a:lnTo>
                  <a:lnTo>
                    <a:pt x="2300671" y="21066"/>
                  </a:lnTo>
                  <a:lnTo>
                    <a:pt x="2228775" y="17669"/>
                  </a:lnTo>
                  <a:lnTo>
                    <a:pt x="2156879" y="14615"/>
                  </a:lnTo>
                  <a:lnTo>
                    <a:pt x="2084983" y="11891"/>
                  </a:lnTo>
                  <a:lnTo>
                    <a:pt x="2013087" y="9487"/>
                  </a:lnTo>
                  <a:lnTo>
                    <a:pt x="1941191" y="7387"/>
                  </a:lnTo>
                  <a:lnTo>
                    <a:pt x="1869295" y="5580"/>
                  </a:lnTo>
                  <a:lnTo>
                    <a:pt x="1797399" y="4052"/>
                  </a:lnTo>
                  <a:lnTo>
                    <a:pt x="1725503" y="2789"/>
                  </a:lnTo>
                  <a:lnTo>
                    <a:pt x="1653607" y="1778"/>
                  </a:lnTo>
                  <a:lnTo>
                    <a:pt x="1581711" y="1006"/>
                  </a:lnTo>
                  <a:lnTo>
                    <a:pt x="1509815" y="460"/>
                  </a:lnTo>
                  <a:lnTo>
                    <a:pt x="1437919" y="129"/>
                  </a:lnTo>
                  <a:lnTo>
                    <a:pt x="1366023" y="0"/>
                  </a:lnTo>
                  <a:lnTo>
                    <a:pt x="1294127" y="61"/>
                  </a:lnTo>
                  <a:lnTo>
                    <a:pt x="1222231" y="302"/>
                  </a:lnTo>
                  <a:lnTo>
                    <a:pt x="1150335" y="713"/>
                  </a:lnTo>
                  <a:lnTo>
                    <a:pt x="1078439" y="1284"/>
                  </a:lnTo>
                  <a:lnTo>
                    <a:pt x="1006543" y="2006"/>
                  </a:lnTo>
                  <a:lnTo>
                    <a:pt x="934647" y="2869"/>
                  </a:lnTo>
                  <a:lnTo>
                    <a:pt x="862751" y="3866"/>
                  </a:lnTo>
                  <a:lnTo>
                    <a:pt x="790855" y="4988"/>
                  </a:lnTo>
                  <a:lnTo>
                    <a:pt x="718959" y="6229"/>
                  </a:lnTo>
                  <a:lnTo>
                    <a:pt x="647063" y="7582"/>
                  </a:lnTo>
                  <a:lnTo>
                    <a:pt x="575167" y="9039"/>
                  </a:lnTo>
                  <a:lnTo>
                    <a:pt x="503271" y="10596"/>
                  </a:lnTo>
                  <a:lnTo>
                    <a:pt x="431375" y="12247"/>
                  </a:lnTo>
                  <a:lnTo>
                    <a:pt x="359479" y="13986"/>
                  </a:lnTo>
                  <a:lnTo>
                    <a:pt x="287583" y="15808"/>
                  </a:lnTo>
                  <a:lnTo>
                    <a:pt x="215687" y="17708"/>
                  </a:lnTo>
                  <a:lnTo>
                    <a:pt x="143791" y="19684"/>
                  </a:lnTo>
                  <a:lnTo>
                    <a:pt x="71895" y="21729"/>
                  </a:lnTo>
                  <a:lnTo>
                    <a:pt x="0" y="23841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1256863" y="4274930"/>
              <a:ext cx="5679782" cy="480827"/>
            </a:xfrm>
            <a:custGeom>
              <a:avLst/>
              <a:gdLst/>
              <a:ahLst/>
              <a:cxnLst/>
              <a:rect l="0" t="0" r="0" b="0"/>
              <a:pathLst>
                <a:path w="5679782" h="480827">
                  <a:moveTo>
                    <a:pt x="0" y="0"/>
                  </a:moveTo>
                  <a:lnTo>
                    <a:pt x="71895" y="6086"/>
                  </a:lnTo>
                  <a:lnTo>
                    <a:pt x="143791" y="12172"/>
                  </a:lnTo>
                  <a:lnTo>
                    <a:pt x="215687" y="18259"/>
                  </a:lnTo>
                  <a:lnTo>
                    <a:pt x="287583" y="24345"/>
                  </a:lnTo>
                  <a:lnTo>
                    <a:pt x="359479" y="30432"/>
                  </a:lnTo>
                  <a:lnTo>
                    <a:pt x="431375" y="36518"/>
                  </a:lnTo>
                  <a:lnTo>
                    <a:pt x="503271" y="42604"/>
                  </a:lnTo>
                  <a:lnTo>
                    <a:pt x="575167" y="48691"/>
                  </a:lnTo>
                  <a:lnTo>
                    <a:pt x="647063" y="54777"/>
                  </a:lnTo>
                  <a:lnTo>
                    <a:pt x="718959" y="60864"/>
                  </a:lnTo>
                  <a:lnTo>
                    <a:pt x="790855" y="66950"/>
                  </a:lnTo>
                  <a:lnTo>
                    <a:pt x="862751" y="73037"/>
                  </a:lnTo>
                  <a:lnTo>
                    <a:pt x="934647" y="79123"/>
                  </a:lnTo>
                  <a:lnTo>
                    <a:pt x="1006543" y="85209"/>
                  </a:lnTo>
                  <a:lnTo>
                    <a:pt x="1078439" y="91296"/>
                  </a:lnTo>
                  <a:lnTo>
                    <a:pt x="1150335" y="97382"/>
                  </a:lnTo>
                  <a:lnTo>
                    <a:pt x="1222231" y="103469"/>
                  </a:lnTo>
                  <a:lnTo>
                    <a:pt x="1294127" y="109555"/>
                  </a:lnTo>
                  <a:lnTo>
                    <a:pt x="1366023" y="115641"/>
                  </a:lnTo>
                  <a:lnTo>
                    <a:pt x="1437919" y="121728"/>
                  </a:lnTo>
                  <a:lnTo>
                    <a:pt x="1509815" y="127814"/>
                  </a:lnTo>
                  <a:lnTo>
                    <a:pt x="1581711" y="133901"/>
                  </a:lnTo>
                  <a:lnTo>
                    <a:pt x="1653607" y="139987"/>
                  </a:lnTo>
                  <a:lnTo>
                    <a:pt x="1725503" y="146074"/>
                  </a:lnTo>
                  <a:lnTo>
                    <a:pt x="1797399" y="152160"/>
                  </a:lnTo>
                  <a:lnTo>
                    <a:pt x="1869295" y="158246"/>
                  </a:lnTo>
                  <a:lnTo>
                    <a:pt x="1941191" y="164333"/>
                  </a:lnTo>
                  <a:lnTo>
                    <a:pt x="2013087" y="170419"/>
                  </a:lnTo>
                  <a:lnTo>
                    <a:pt x="2084983" y="176506"/>
                  </a:lnTo>
                  <a:lnTo>
                    <a:pt x="2156879" y="182592"/>
                  </a:lnTo>
                  <a:lnTo>
                    <a:pt x="2228775" y="188678"/>
                  </a:lnTo>
                  <a:lnTo>
                    <a:pt x="2300671" y="194765"/>
                  </a:lnTo>
                  <a:lnTo>
                    <a:pt x="2372567" y="200851"/>
                  </a:lnTo>
                  <a:lnTo>
                    <a:pt x="2444463" y="206938"/>
                  </a:lnTo>
                  <a:lnTo>
                    <a:pt x="2516359" y="213024"/>
                  </a:lnTo>
                  <a:lnTo>
                    <a:pt x="2588255" y="219111"/>
                  </a:lnTo>
                  <a:lnTo>
                    <a:pt x="2660151" y="225197"/>
                  </a:lnTo>
                  <a:lnTo>
                    <a:pt x="2732047" y="231283"/>
                  </a:lnTo>
                  <a:lnTo>
                    <a:pt x="2803943" y="237370"/>
                  </a:lnTo>
                  <a:lnTo>
                    <a:pt x="2875839" y="243456"/>
                  </a:lnTo>
                  <a:lnTo>
                    <a:pt x="2947735" y="249543"/>
                  </a:lnTo>
                  <a:lnTo>
                    <a:pt x="3019631" y="255629"/>
                  </a:lnTo>
                  <a:lnTo>
                    <a:pt x="3091527" y="261716"/>
                  </a:lnTo>
                  <a:lnTo>
                    <a:pt x="3163423" y="267802"/>
                  </a:lnTo>
                  <a:lnTo>
                    <a:pt x="3235319" y="273888"/>
                  </a:lnTo>
                  <a:lnTo>
                    <a:pt x="3307215" y="279975"/>
                  </a:lnTo>
                  <a:lnTo>
                    <a:pt x="3379111" y="286061"/>
                  </a:lnTo>
                  <a:lnTo>
                    <a:pt x="3451007" y="292148"/>
                  </a:lnTo>
                  <a:lnTo>
                    <a:pt x="3522902" y="298234"/>
                  </a:lnTo>
                  <a:lnTo>
                    <a:pt x="3594798" y="304320"/>
                  </a:lnTo>
                  <a:lnTo>
                    <a:pt x="3666694" y="310407"/>
                  </a:lnTo>
                  <a:lnTo>
                    <a:pt x="3738590" y="316493"/>
                  </a:lnTo>
                  <a:lnTo>
                    <a:pt x="3810486" y="322580"/>
                  </a:lnTo>
                  <a:lnTo>
                    <a:pt x="3882382" y="328666"/>
                  </a:lnTo>
                  <a:lnTo>
                    <a:pt x="3954278" y="334753"/>
                  </a:lnTo>
                  <a:lnTo>
                    <a:pt x="4026174" y="340839"/>
                  </a:lnTo>
                  <a:lnTo>
                    <a:pt x="4098070" y="346925"/>
                  </a:lnTo>
                  <a:lnTo>
                    <a:pt x="4169966" y="353012"/>
                  </a:lnTo>
                  <a:lnTo>
                    <a:pt x="4241862" y="359098"/>
                  </a:lnTo>
                  <a:lnTo>
                    <a:pt x="4313758" y="365185"/>
                  </a:lnTo>
                  <a:lnTo>
                    <a:pt x="4385654" y="371271"/>
                  </a:lnTo>
                  <a:lnTo>
                    <a:pt x="4457550" y="377357"/>
                  </a:lnTo>
                  <a:lnTo>
                    <a:pt x="4529446" y="383444"/>
                  </a:lnTo>
                  <a:lnTo>
                    <a:pt x="4601342" y="389530"/>
                  </a:lnTo>
                  <a:lnTo>
                    <a:pt x="4673238" y="395617"/>
                  </a:lnTo>
                  <a:lnTo>
                    <a:pt x="4745134" y="401703"/>
                  </a:lnTo>
                  <a:lnTo>
                    <a:pt x="4817030" y="407790"/>
                  </a:lnTo>
                  <a:lnTo>
                    <a:pt x="4888926" y="413876"/>
                  </a:lnTo>
                  <a:lnTo>
                    <a:pt x="4960822" y="419962"/>
                  </a:lnTo>
                  <a:lnTo>
                    <a:pt x="5032718" y="426049"/>
                  </a:lnTo>
                  <a:lnTo>
                    <a:pt x="5104614" y="432135"/>
                  </a:lnTo>
                  <a:lnTo>
                    <a:pt x="5176510" y="438222"/>
                  </a:lnTo>
                  <a:lnTo>
                    <a:pt x="5248406" y="444308"/>
                  </a:lnTo>
                  <a:lnTo>
                    <a:pt x="5320302" y="450395"/>
                  </a:lnTo>
                  <a:lnTo>
                    <a:pt x="5392198" y="456481"/>
                  </a:lnTo>
                  <a:lnTo>
                    <a:pt x="5464094" y="462567"/>
                  </a:lnTo>
                  <a:lnTo>
                    <a:pt x="5535990" y="468654"/>
                  </a:lnTo>
                  <a:lnTo>
                    <a:pt x="5607886" y="474740"/>
                  </a:lnTo>
                  <a:lnTo>
                    <a:pt x="5679782" y="480827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tx117"/>
            <p:cNvSpPr/>
            <p:nvPr/>
          </p:nvSpPr>
          <p:spPr>
            <a:xfrm>
              <a:off x="692708" y="552749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63505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742603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85015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195770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938079" y="556754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l123"/>
            <p:cNvSpPr/>
            <p:nvPr/>
          </p:nvSpPr>
          <p:spPr>
            <a:xfrm>
              <a:off x="938079" y="467510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124"/>
            <p:cNvSpPr/>
            <p:nvPr/>
          </p:nvSpPr>
          <p:spPr>
            <a:xfrm>
              <a:off x="938079" y="378265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938079" y="289020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938079" y="199776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gdLst/>
              <a:ahLst/>
              <a:cxnLst/>
              <a:rect l="0" t="0" r="0" b="0"/>
              <a:pathLst>
                <a:path w="624776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117887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244623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371359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498094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624830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tx133"/>
            <p:cNvSpPr/>
            <p:nvPr/>
          </p:nvSpPr>
          <p:spPr>
            <a:xfrm>
              <a:off x="1070106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2337464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3604822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872180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139538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759066" y="5925448"/>
              <a:ext cx="675375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72874" y="1669789"/>
              <a:ext cx="3360785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(LEA) vs Survival at York River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47760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98161" y="24168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98161" y="24151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98161" y="233666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3509753" y="240613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3509753" y="327517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3509753" y="285509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1941059" y="250867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1941059" y="228761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1941059" y="253478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3266177" y="255708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3266177" y="235427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3266177" y="229232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3905144" y="294124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3905144" y="237975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3905144" y="265707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3469416" y="25489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3469416" y="362744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3469416" y="315342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4430922" y="33396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4430922" y="353334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4430922" y="360037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877943" y="36033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877943" y="414025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877943" y="267766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56863" y="2070498"/>
              <a:ext cx="5679782" cy="1972930"/>
            </a:xfrm>
            <a:custGeom>
              <a:avLst/>
              <a:gdLst/>
              <a:ahLst/>
              <a:cxnLst/>
              <a:rect l="0" t="0" r="0" b="0"/>
              <a:pathLst>
                <a:path w="5679782" h="1972930">
                  <a:moveTo>
                    <a:pt x="0" y="0"/>
                  </a:moveTo>
                  <a:lnTo>
                    <a:pt x="71895" y="22389"/>
                  </a:lnTo>
                  <a:lnTo>
                    <a:pt x="143791" y="44713"/>
                  </a:lnTo>
                  <a:lnTo>
                    <a:pt x="215687" y="66965"/>
                  </a:lnTo>
                  <a:lnTo>
                    <a:pt x="287583" y="89141"/>
                  </a:lnTo>
                  <a:lnTo>
                    <a:pt x="359479" y="111237"/>
                  </a:lnTo>
                  <a:lnTo>
                    <a:pt x="431375" y="133247"/>
                  </a:lnTo>
                  <a:lnTo>
                    <a:pt x="503271" y="155164"/>
                  </a:lnTo>
                  <a:lnTo>
                    <a:pt x="575167" y="176983"/>
                  </a:lnTo>
                  <a:lnTo>
                    <a:pt x="647063" y="198696"/>
                  </a:lnTo>
                  <a:lnTo>
                    <a:pt x="718959" y="220297"/>
                  </a:lnTo>
                  <a:lnTo>
                    <a:pt x="790855" y="241777"/>
                  </a:lnTo>
                  <a:lnTo>
                    <a:pt x="862751" y="263128"/>
                  </a:lnTo>
                  <a:lnTo>
                    <a:pt x="934647" y="284340"/>
                  </a:lnTo>
                  <a:lnTo>
                    <a:pt x="1006543" y="305405"/>
                  </a:lnTo>
                  <a:lnTo>
                    <a:pt x="1078439" y="326311"/>
                  </a:lnTo>
                  <a:lnTo>
                    <a:pt x="1150335" y="347049"/>
                  </a:lnTo>
                  <a:lnTo>
                    <a:pt x="1222231" y="367606"/>
                  </a:lnTo>
                  <a:lnTo>
                    <a:pt x="1294127" y="387970"/>
                  </a:lnTo>
                  <a:lnTo>
                    <a:pt x="1366023" y="408128"/>
                  </a:lnTo>
                  <a:lnTo>
                    <a:pt x="1437919" y="428067"/>
                  </a:lnTo>
                  <a:lnTo>
                    <a:pt x="1509815" y="447774"/>
                  </a:lnTo>
                  <a:lnTo>
                    <a:pt x="1581711" y="467235"/>
                  </a:lnTo>
                  <a:lnTo>
                    <a:pt x="1653607" y="486435"/>
                  </a:lnTo>
                  <a:lnTo>
                    <a:pt x="1725503" y="505361"/>
                  </a:lnTo>
                  <a:lnTo>
                    <a:pt x="1797399" y="523998"/>
                  </a:lnTo>
                  <a:lnTo>
                    <a:pt x="1869295" y="542333"/>
                  </a:lnTo>
                  <a:lnTo>
                    <a:pt x="1941191" y="560354"/>
                  </a:lnTo>
                  <a:lnTo>
                    <a:pt x="2013087" y="578048"/>
                  </a:lnTo>
                  <a:lnTo>
                    <a:pt x="2084983" y="595404"/>
                  </a:lnTo>
                  <a:lnTo>
                    <a:pt x="2156879" y="612414"/>
                  </a:lnTo>
                  <a:lnTo>
                    <a:pt x="2228775" y="629070"/>
                  </a:lnTo>
                  <a:lnTo>
                    <a:pt x="2300671" y="645367"/>
                  </a:lnTo>
                  <a:lnTo>
                    <a:pt x="2372567" y="661301"/>
                  </a:lnTo>
                  <a:lnTo>
                    <a:pt x="2444463" y="676871"/>
                  </a:lnTo>
                  <a:lnTo>
                    <a:pt x="2516359" y="692077"/>
                  </a:lnTo>
                  <a:lnTo>
                    <a:pt x="2588255" y="706924"/>
                  </a:lnTo>
                  <a:lnTo>
                    <a:pt x="2660151" y="721416"/>
                  </a:lnTo>
                  <a:lnTo>
                    <a:pt x="2732047" y="735561"/>
                  </a:lnTo>
                  <a:lnTo>
                    <a:pt x="2803943" y="749368"/>
                  </a:lnTo>
                  <a:lnTo>
                    <a:pt x="2875839" y="762846"/>
                  </a:lnTo>
                  <a:lnTo>
                    <a:pt x="2947735" y="776009"/>
                  </a:lnTo>
                  <a:lnTo>
                    <a:pt x="3019631" y="788868"/>
                  </a:lnTo>
                  <a:lnTo>
                    <a:pt x="3091527" y="801436"/>
                  </a:lnTo>
                  <a:lnTo>
                    <a:pt x="3163423" y="813729"/>
                  </a:lnTo>
                  <a:lnTo>
                    <a:pt x="3235319" y="825760"/>
                  </a:lnTo>
                  <a:lnTo>
                    <a:pt x="3307215" y="837542"/>
                  </a:lnTo>
                  <a:lnTo>
                    <a:pt x="3379111" y="849091"/>
                  </a:lnTo>
                  <a:lnTo>
                    <a:pt x="3451007" y="860419"/>
                  </a:lnTo>
                  <a:lnTo>
                    <a:pt x="3522902" y="871540"/>
                  </a:lnTo>
                  <a:lnTo>
                    <a:pt x="3594798" y="882467"/>
                  </a:lnTo>
                  <a:lnTo>
                    <a:pt x="3666694" y="893212"/>
                  </a:lnTo>
                  <a:lnTo>
                    <a:pt x="3738590" y="903786"/>
                  </a:lnTo>
                  <a:lnTo>
                    <a:pt x="3810486" y="914201"/>
                  </a:lnTo>
                  <a:lnTo>
                    <a:pt x="3882382" y="924467"/>
                  </a:lnTo>
                  <a:lnTo>
                    <a:pt x="3954278" y="934594"/>
                  </a:lnTo>
                  <a:lnTo>
                    <a:pt x="4026174" y="944591"/>
                  </a:lnTo>
                  <a:lnTo>
                    <a:pt x="4098070" y="954466"/>
                  </a:lnTo>
                  <a:lnTo>
                    <a:pt x="4169966" y="964227"/>
                  </a:lnTo>
                  <a:lnTo>
                    <a:pt x="4241862" y="973882"/>
                  </a:lnTo>
                  <a:lnTo>
                    <a:pt x="4313758" y="983438"/>
                  </a:lnTo>
                  <a:lnTo>
                    <a:pt x="4385654" y="992901"/>
                  </a:lnTo>
                  <a:lnTo>
                    <a:pt x="4457550" y="1002277"/>
                  </a:lnTo>
                  <a:lnTo>
                    <a:pt x="4529446" y="1011572"/>
                  </a:lnTo>
                  <a:lnTo>
                    <a:pt x="4601342" y="1020790"/>
                  </a:lnTo>
                  <a:lnTo>
                    <a:pt x="4673238" y="1029937"/>
                  </a:lnTo>
                  <a:lnTo>
                    <a:pt x="4745134" y="1039017"/>
                  </a:lnTo>
                  <a:lnTo>
                    <a:pt x="4817030" y="1048034"/>
                  </a:lnTo>
                  <a:lnTo>
                    <a:pt x="4888926" y="1056992"/>
                  </a:lnTo>
                  <a:lnTo>
                    <a:pt x="4960822" y="1065894"/>
                  </a:lnTo>
                  <a:lnTo>
                    <a:pt x="5032718" y="1074744"/>
                  </a:lnTo>
                  <a:lnTo>
                    <a:pt x="5104614" y="1083544"/>
                  </a:lnTo>
                  <a:lnTo>
                    <a:pt x="5176510" y="1092298"/>
                  </a:lnTo>
                  <a:lnTo>
                    <a:pt x="5248406" y="1101009"/>
                  </a:lnTo>
                  <a:lnTo>
                    <a:pt x="5320302" y="1109678"/>
                  </a:lnTo>
                  <a:lnTo>
                    <a:pt x="5392198" y="1118308"/>
                  </a:lnTo>
                  <a:lnTo>
                    <a:pt x="5464094" y="1126901"/>
                  </a:lnTo>
                  <a:lnTo>
                    <a:pt x="5535990" y="1135459"/>
                  </a:lnTo>
                  <a:lnTo>
                    <a:pt x="5607886" y="1143985"/>
                  </a:lnTo>
                  <a:lnTo>
                    <a:pt x="5679782" y="1152479"/>
                  </a:lnTo>
                  <a:lnTo>
                    <a:pt x="5679782" y="1972930"/>
                  </a:lnTo>
                  <a:lnTo>
                    <a:pt x="5607886" y="1949961"/>
                  </a:lnTo>
                  <a:lnTo>
                    <a:pt x="5535990" y="1927024"/>
                  </a:lnTo>
                  <a:lnTo>
                    <a:pt x="5464094" y="1904120"/>
                  </a:lnTo>
                  <a:lnTo>
                    <a:pt x="5392198" y="1881251"/>
                  </a:lnTo>
                  <a:lnTo>
                    <a:pt x="5320302" y="1858419"/>
                  </a:lnTo>
                  <a:lnTo>
                    <a:pt x="5248406" y="1835626"/>
                  </a:lnTo>
                  <a:lnTo>
                    <a:pt x="5176510" y="1812874"/>
                  </a:lnTo>
                  <a:lnTo>
                    <a:pt x="5104614" y="1790166"/>
                  </a:lnTo>
                  <a:lnTo>
                    <a:pt x="5032718" y="1767504"/>
                  </a:lnTo>
                  <a:lnTo>
                    <a:pt x="4960822" y="1744892"/>
                  </a:lnTo>
                  <a:lnTo>
                    <a:pt x="4888926" y="1722331"/>
                  </a:lnTo>
                  <a:lnTo>
                    <a:pt x="4817030" y="1699827"/>
                  </a:lnTo>
                  <a:lnTo>
                    <a:pt x="4745134" y="1677381"/>
                  </a:lnTo>
                  <a:lnTo>
                    <a:pt x="4673238" y="1654999"/>
                  </a:lnTo>
                  <a:lnTo>
                    <a:pt x="4601342" y="1632684"/>
                  </a:lnTo>
                  <a:lnTo>
                    <a:pt x="4529446" y="1610440"/>
                  </a:lnTo>
                  <a:lnTo>
                    <a:pt x="4457550" y="1588272"/>
                  </a:lnTo>
                  <a:lnTo>
                    <a:pt x="4385654" y="1566186"/>
                  </a:lnTo>
                  <a:lnTo>
                    <a:pt x="4313758" y="1544187"/>
                  </a:lnTo>
                  <a:lnTo>
                    <a:pt x="4241862" y="1522280"/>
                  </a:lnTo>
                  <a:lnTo>
                    <a:pt x="4169966" y="1500473"/>
                  </a:lnTo>
                  <a:lnTo>
                    <a:pt x="4098070" y="1478772"/>
                  </a:lnTo>
                  <a:lnTo>
                    <a:pt x="4026174" y="1457185"/>
                  </a:lnTo>
                  <a:lnTo>
                    <a:pt x="3954278" y="1435719"/>
                  </a:lnTo>
                  <a:lnTo>
                    <a:pt x="3882382" y="1414384"/>
                  </a:lnTo>
                  <a:lnTo>
                    <a:pt x="3810486" y="1393187"/>
                  </a:lnTo>
                  <a:lnTo>
                    <a:pt x="3738590" y="1372140"/>
                  </a:lnTo>
                  <a:lnTo>
                    <a:pt x="3666694" y="1351252"/>
                  </a:lnTo>
                  <a:lnTo>
                    <a:pt x="3594798" y="1330535"/>
                  </a:lnTo>
                  <a:lnTo>
                    <a:pt x="3522902" y="1309999"/>
                  </a:lnTo>
                  <a:lnTo>
                    <a:pt x="3451007" y="1289658"/>
                  </a:lnTo>
                  <a:lnTo>
                    <a:pt x="3379111" y="1269524"/>
                  </a:lnTo>
                  <a:lnTo>
                    <a:pt x="3307215" y="1249610"/>
                  </a:lnTo>
                  <a:lnTo>
                    <a:pt x="3235319" y="1229931"/>
                  </a:lnTo>
                  <a:lnTo>
                    <a:pt x="3163423" y="1210499"/>
                  </a:lnTo>
                  <a:lnTo>
                    <a:pt x="3091527" y="1191329"/>
                  </a:lnTo>
                  <a:lnTo>
                    <a:pt x="3019631" y="1172436"/>
                  </a:lnTo>
                  <a:lnTo>
                    <a:pt x="2947735" y="1153832"/>
                  </a:lnTo>
                  <a:lnTo>
                    <a:pt x="2875839" y="1135532"/>
                  </a:lnTo>
                  <a:lnTo>
                    <a:pt x="2803943" y="1117549"/>
                  </a:lnTo>
                  <a:lnTo>
                    <a:pt x="2732047" y="1099893"/>
                  </a:lnTo>
                  <a:lnTo>
                    <a:pt x="2660151" y="1082575"/>
                  </a:lnTo>
                  <a:lnTo>
                    <a:pt x="2588255" y="1065605"/>
                  </a:lnTo>
                  <a:lnTo>
                    <a:pt x="2516359" y="1048990"/>
                  </a:lnTo>
                  <a:lnTo>
                    <a:pt x="2444463" y="1032734"/>
                  </a:lnTo>
                  <a:lnTo>
                    <a:pt x="2372567" y="1016842"/>
                  </a:lnTo>
                  <a:lnTo>
                    <a:pt x="2300671" y="1001313"/>
                  </a:lnTo>
                  <a:lnTo>
                    <a:pt x="2228775" y="986148"/>
                  </a:lnTo>
                  <a:lnTo>
                    <a:pt x="2156879" y="971342"/>
                  </a:lnTo>
                  <a:lnTo>
                    <a:pt x="2084983" y="956889"/>
                  </a:lnTo>
                  <a:lnTo>
                    <a:pt x="2013087" y="942783"/>
                  </a:lnTo>
                  <a:lnTo>
                    <a:pt x="1941191" y="929015"/>
                  </a:lnTo>
                  <a:lnTo>
                    <a:pt x="1869295" y="915573"/>
                  </a:lnTo>
                  <a:lnTo>
                    <a:pt x="1797399" y="902446"/>
                  </a:lnTo>
                  <a:lnTo>
                    <a:pt x="1725503" y="889621"/>
                  </a:lnTo>
                  <a:lnTo>
                    <a:pt x="1653607" y="877084"/>
                  </a:lnTo>
                  <a:lnTo>
                    <a:pt x="1581711" y="864822"/>
                  </a:lnTo>
                  <a:lnTo>
                    <a:pt x="1509815" y="852820"/>
                  </a:lnTo>
                  <a:lnTo>
                    <a:pt x="1437919" y="841065"/>
                  </a:lnTo>
                  <a:lnTo>
                    <a:pt x="1366023" y="829542"/>
                  </a:lnTo>
                  <a:lnTo>
                    <a:pt x="1294127" y="818238"/>
                  </a:lnTo>
                  <a:lnTo>
                    <a:pt x="1222231" y="807140"/>
                  </a:lnTo>
                  <a:lnTo>
                    <a:pt x="1150335" y="796235"/>
                  </a:lnTo>
                  <a:lnTo>
                    <a:pt x="1078439" y="785510"/>
                  </a:lnTo>
                  <a:lnTo>
                    <a:pt x="1006543" y="774954"/>
                  </a:lnTo>
                  <a:lnTo>
                    <a:pt x="934647" y="764556"/>
                  </a:lnTo>
                  <a:lnTo>
                    <a:pt x="862751" y="754307"/>
                  </a:lnTo>
                  <a:lnTo>
                    <a:pt x="790855" y="744195"/>
                  </a:lnTo>
                  <a:lnTo>
                    <a:pt x="718959" y="734213"/>
                  </a:lnTo>
                  <a:lnTo>
                    <a:pt x="647063" y="724351"/>
                  </a:lnTo>
                  <a:lnTo>
                    <a:pt x="575167" y="714602"/>
                  </a:lnTo>
                  <a:lnTo>
                    <a:pt x="503271" y="704959"/>
                  </a:lnTo>
                  <a:lnTo>
                    <a:pt x="431375" y="695414"/>
                  </a:lnTo>
                  <a:lnTo>
                    <a:pt x="359479" y="685961"/>
                  </a:lnTo>
                  <a:lnTo>
                    <a:pt x="287583" y="676594"/>
                  </a:lnTo>
                  <a:lnTo>
                    <a:pt x="215687" y="667309"/>
                  </a:lnTo>
                  <a:lnTo>
                    <a:pt x="143791" y="658099"/>
                  </a:lnTo>
                  <a:lnTo>
                    <a:pt x="71895" y="648960"/>
                  </a:lnTo>
                  <a:lnTo>
                    <a:pt x="0" y="639887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56863" y="2070498"/>
              <a:ext cx="5679782" cy="1152479"/>
            </a:xfrm>
            <a:custGeom>
              <a:avLst/>
              <a:gdLst/>
              <a:ahLst/>
              <a:cxnLst/>
              <a:rect l="0" t="0" r="0" b="0"/>
              <a:pathLst>
                <a:path w="5679782" h="1152479">
                  <a:moveTo>
                    <a:pt x="0" y="0"/>
                  </a:moveTo>
                  <a:lnTo>
                    <a:pt x="71895" y="22389"/>
                  </a:lnTo>
                  <a:lnTo>
                    <a:pt x="143791" y="44713"/>
                  </a:lnTo>
                  <a:lnTo>
                    <a:pt x="215687" y="66965"/>
                  </a:lnTo>
                  <a:lnTo>
                    <a:pt x="287583" y="89141"/>
                  </a:lnTo>
                  <a:lnTo>
                    <a:pt x="359479" y="111237"/>
                  </a:lnTo>
                  <a:lnTo>
                    <a:pt x="431375" y="133247"/>
                  </a:lnTo>
                  <a:lnTo>
                    <a:pt x="503271" y="155164"/>
                  </a:lnTo>
                  <a:lnTo>
                    <a:pt x="575167" y="176983"/>
                  </a:lnTo>
                  <a:lnTo>
                    <a:pt x="647063" y="198696"/>
                  </a:lnTo>
                  <a:lnTo>
                    <a:pt x="718959" y="220297"/>
                  </a:lnTo>
                  <a:lnTo>
                    <a:pt x="790855" y="241777"/>
                  </a:lnTo>
                  <a:lnTo>
                    <a:pt x="862751" y="263128"/>
                  </a:lnTo>
                  <a:lnTo>
                    <a:pt x="934647" y="284340"/>
                  </a:lnTo>
                  <a:lnTo>
                    <a:pt x="1006543" y="305405"/>
                  </a:lnTo>
                  <a:lnTo>
                    <a:pt x="1078439" y="326311"/>
                  </a:lnTo>
                  <a:lnTo>
                    <a:pt x="1150335" y="347049"/>
                  </a:lnTo>
                  <a:lnTo>
                    <a:pt x="1222231" y="367606"/>
                  </a:lnTo>
                  <a:lnTo>
                    <a:pt x="1294127" y="387970"/>
                  </a:lnTo>
                  <a:lnTo>
                    <a:pt x="1366023" y="408128"/>
                  </a:lnTo>
                  <a:lnTo>
                    <a:pt x="1437919" y="428067"/>
                  </a:lnTo>
                  <a:lnTo>
                    <a:pt x="1509815" y="447774"/>
                  </a:lnTo>
                  <a:lnTo>
                    <a:pt x="1581711" y="467235"/>
                  </a:lnTo>
                  <a:lnTo>
                    <a:pt x="1653607" y="486435"/>
                  </a:lnTo>
                  <a:lnTo>
                    <a:pt x="1725503" y="505361"/>
                  </a:lnTo>
                  <a:lnTo>
                    <a:pt x="1797399" y="523998"/>
                  </a:lnTo>
                  <a:lnTo>
                    <a:pt x="1869295" y="542333"/>
                  </a:lnTo>
                  <a:lnTo>
                    <a:pt x="1941191" y="560354"/>
                  </a:lnTo>
                  <a:lnTo>
                    <a:pt x="2013087" y="578048"/>
                  </a:lnTo>
                  <a:lnTo>
                    <a:pt x="2084983" y="595404"/>
                  </a:lnTo>
                  <a:lnTo>
                    <a:pt x="2156879" y="612414"/>
                  </a:lnTo>
                  <a:lnTo>
                    <a:pt x="2228775" y="629070"/>
                  </a:lnTo>
                  <a:lnTo>
                    <a:pt x="2300671" y="645367"/>
                  </a:lnTo>
                  <a:lnTo>
                    <a:pt x="2372567" y="661301"/>
                  </a:lnTo>
                  <a:lnTo>
                    <a:pt x="2444463" y="676871"/>
                  </a:lnTo>
                  <a:lnTo>
                    <a:pt x="2516359" y="692077"/>
                  </a:lnTo>
                  <a:lnTo>
                    <a:pt x="2588255" y="706924"/>
                  </a:lnTo>
                  <a:lnTo>
                    <a:pt x="2660151" y="721416"/>
                  </a:lnTo>
                  <a:lnTo>
                    <a:pt x="2732047" y="735561"/>
                  </a:lnTo>
                  <a:lnTo>
                    <a:pt x="2803943" y="749368"/>
                  </a:lnTo>
                  <a:lnTo>
                    <a:pt x="2875839" y="762846"/>
                  </a:lnTo>
                  <a:lnTo>
                    <a:pt x="2947735" y="776009"/>
                  </a:lnTo>
                  <a:lnTo>
                    <a:pt x="3019631" y="788868"/>
                  </a:lnTo>
                  <a:lnTo>
                    <a:pt x="3091527" y="801436"/>
                  </a:lnTo>
                  <a:lnTo>
                    <a:pt x="3163423" y="813729"/>
                  </a:lnTo>
                  <a:lnTo>
                    <a:pt x="3235319" y="825760"/>
                  </a:lnTo>
                  <a:lnTo>
                    <a:pt x="3307215" y="837542"/>
                  </a:lnTo>
                  <a:lnTo>
                    <a:pt x="3379111" y="849091"/>
                  </a:lnTo>
                  <a:lnTo>
                    <a:pt x="3451007" y="860419"/>
                  </a:lnTo>
                  <a:lnTo>
                    <a:pt x="3522902" y="871540"/>
                  </a:lnTo>
                  <a:lnTo>
                    <a:pt x="3594798" y="882467"/>
                  </a:lnTo>
                  <a:lnTo>
                    <a:pt x="3666694" y="893212"/>
                  </a:lnTo>
                  <a:lnTo>
                    <a:pt x="3738590" y="903786"/>
                  </a:lnTo>
                  <a:lnTo>
                    <a:pt x="3810486" y="914201"/>
                  </a:lnTo>
                  <a:lnTo>
                    <a:pt x="3882382" y="924467"/>
                  </a:lnTo>
                  <a:lnTo>
                    <a:pt x="3954278" y="934594"/>
                  </a:lnTo>
                  <a:lnTo>
                    <a:pt x="4026174" y="944591"/>
                  </a:lnTo>
                  <a:lnTo>
                    <a:pt x="4098070" y="954466"/>
                  </a:lnTo>
                  <a:lnTo>
                    <a:pt x="4169966" y="964227"/>
                  </a:lnTo>
                  <a:lnTo>
                    <a:pt x="4241862" y="973882"/>
                  </a:lnTo>
                  <a:lnTo>
                    <a:pt x="4313758" y="983438"/>
                  </a:lnTo>
                  <a:lnTo>
                    <a:pt x="4385654" y="992901"/>
                  </a:lnTo>
                  <a:lnTo>
                    <a:pt x="4457550" y="1002277"/>
                  </a:lnTo>
                  <a:lnTo>
                    <a:pt x="4529446" y="1011572"/>
                  </a:lnTo>
                  <a:lnTo>
                    <a:pt x="4601342" y="1020790"/>
                  </a:lnTo>
                  <a:lnTo>
                    <a:pt x="4673238" y="1029937"/>
                  </a:lnTo>
                  <a:lnTo>
                    <a:pt x="4745134" y="1039017"/>
                  </a:lnTo>
                  <a:lnTo>
                    <a:pt x="4817030" y="1048034"/>
                  </a:lnTo>
                  <a:lnTo>
                    <a:pt x="4888926" y="1056992"/>
                  </a:lnTo>
                  <a:lnTo>
                    <a:pt x="4960822" y="1065894"/>
                  </a:lnTo>
                  <a:lnTo>
                    <a:pt x="5032718" y="1074744"/>
                  </a:lnTo>
                  <a:lnTo>
                    <a:pt x="5104614" y="1083544"/>
                  </a:lnTo>
                  <a:lnTo>
                    <a:pt x="5176510" y="1092298"/>
                  </a:lnTo>
                  <a:lnTo>
                    <a:pt x="5248406" y="1101009"/>
                  </a:lnTo>
                  <a:lnTo>
                    <a:pt x="5320302" y="1109678"/>
                  </a:lnTo>
                  <a:lnTo>
                    <a:pt x="5392198" y="1118308"/>
                  </a:lnTo>
                  <a:lnTo>
                    <a:pt x="5464094" y="1126901"/>
                  </a:lnTo>
                  <a:lnTo>
                    <a:pt x="5535990" y="1135459"/>
                  </a:lnTo>
                  <a:lnTo>
                    <a:pt x="5607886" y="1143985"/>
                  </a:lnTo>
                  <a:lnTo>
                    <a:pt x="5679782" y="115247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56863" y="2710386"/>
              <a:ext cx="5679782" cy="1333042"/>
            </a:xfrm>
            <a:custGeom>
              <a:avLst/>
              <a:gdLst/>
              <a:ahLst/>
              <a:cxnLst/>
              <a:rect l="0" t="0" r="0" b="0"/>
              <a:pathLst>
                <a:path w="5679782" h="1333042">
                  <a:moveTo>
                    <a:pt x="5679782" y="1333042"/>
                  </a:moveTo>
                  <a:lnTo>
                    <a:pt x="5607886" y="1310074"/>
                  </a:lnTo>
                  <a:lnTo>
                    <a:pt x="5535990" y="1287137"/>
                  </a:lnTo>
                  <a:lnTo>
                    <a:pt x="5464094" y="1264233"/>
                  </a:lnTo>
                  <a:lnTo>
                    <a:pt x="5392198" y="1241364"/>
                  </a:lnTo>
                  <a:lnTo>
                    <a:pt x="5320302" y="1218531"/>
                  </a:lnTo>
                  <a:lnTo>
                    <a:pt x="5248406" y="1195738"/>
                  </a:lnTo>
                  <a:lnTo>
                    <a:pt x="5176510" y="1172986"/>
                  </a:lnTo>
                  <a:lnTo>
                    <a:pt x="5104614" y="1150278"/>
                  </a:lnTo>
                  <a:lnTo>
                    <a:pt x="5032718" y="1127616"/>
                  </a:lnTo>
                  <a:lnTo>
                    <a:pt x="4960822" y="1105004"/>
                  </a:lnTo>
                  <a:lnTo>
                    <a:pt x="4888926" y="1082444"/>
                  </a:lnTo>
                  <a:lnTo>
                    <a:pt x="4817030" y="1059939"/>
                  </a:lnTo>
                  <a:lnTo>
                    <a:pt x="4745134" y="1037494"/>
                  </a:lnTo>
                  <a:lnTo>
                    <a:pt x="4673238" y="1015111"/>
                  </a:lnTo>
                  <a:lnTo>
                    <a:pt x="4601342" y="992796"/>
                  </a:lnTo>
                  <a:lnTo>
                    <a:pt x="4529446" y="970552"/>
                  </a:lnTo>
                  <a:lnTo>
                    <a:pt x="4457550" y="948385"/>
                  </a:lnTo>
                  <a:lnTo>
                    <a:pt x="4385654" y="926298"/>
                  </a:lnTo>
                  <a:lnTo>
                    <a:pt x="4313758" y="904299"/>
                  </a:lnTo>
                  <a:lnTo>
                    <a:pt x="4241862" y="882393"/>
                  </a:lnTo>
                  <a:lnTo>
                    <a:pt x="4169966" y="860585"/>
                  </a:lnTo>
                  <a:lnTo>
                    <a:pt x="4098070" y="838885"/>
                  </a:lnTo>
                  <a:lnTo>
                    <a:pt x="4026174" y="817297"/>
                  </a:lnTo>
                  <a:lnTo>
                    <a:pt x="3954278" y="795832"/>
                  </a:lnTo>
                  <a:lnTo>
                    <a:pt x="3882382" y="774496"/>
                  </a:lnTo>
                  <a:lnTo>
                    <a:pt x="3810486" y="753300"/>
                  </a:lnTo>
                  <a:lnTo>
                    <a:pt x="3738590" y="732252"/>
                  </a:lnTo>
                  <a:lnTo>
                    <a:pt x="3666694" y="711365"/>
                  </a:lnTo>
                  <a:lnTo>
                    <a:pt x="3594798" y="690647"/>
                  </a:lnTo>
                  <a:lnTo>
                    <a:pt x="3522902" y="670112"/>
                  </a:lnTo>
                  <a:lnTo>
                    <a:pt x="3451007" y="649771"/>
                  </a:lnTo>
                  <a:lnTo>
                    <a:pt x="3379111" y="629637"/>
                  </a:lnTo>
                  <a:lnTo>
                    <a:pt x="3307215" y="609723"/>
                  </a:lnTo>
                  <a:lnTo>
                    <a:pt x="3235319" y="590043"/>
                  </a:lnTo>
                  <a:lnTo>
                    <a:pt x="3163423" y="570611"/>
                  </a:lnTo>
                  <a:lnTo>
                    <a:pt x="3091527" y="551442"/>
                  </a:lnTo>
                  <a:lnTo>
                    <a:pt x="3019631" y="532548"/>
                  </a:lnTo>
                  <a:lnTo>
                    <a:pt x="2947735" y="513945"/>
                  </a:lnTo>
                  <a:lnTo>
                    <a:pt x="2875839" y="495645"/>
                  </a:lnTo>
                  <a:lnTo>
                    <a:pt x="2803943" y="477661"/>
                  </a:lnTo>
                  <a:lnTo>
                    <a:pt x="2732047" y="460005"/>
                  </a:lnTo>
                  <a:lnTo>
                    <a:pt x="2660151" y="442688"/>
                  </a:lnTo>
                  <a:lnTo>
                    <a:pt x="2588255" y="425718"/>
                  </a:lnTo>
                  <a:lnTo>
                    <a:pt x="2516359" y="409102"/>
                  </a:lnTo>
                  <a:lnTo>
                    <a:pt x="2444463" y="392847"/>
                  </a:lnTo>
                  <a:lnTo>
                    <a:pt x="2372567" y="376954"/>
                  </a:lnTo>
                  <a:lnTo>
                    <a:pt x="2300671" y="361426"/>
                  </a:lnTo>
                  <a:lnTo>
                    <a:pt x="2228775" y="346260"/>
                  </a:lnTo>
                  <a:lnTo>
                    <a:pt x="2156879" y="331454"/>
                  </a:lnTo>
                  <a:lnTo>
                    <a:pt x="2084983" y="317002"/>
                  </a:lnTo>
                  <a:lnTo>
                    <a:pt x="2013087" y="302896"/>
                  </a:lnTo>
                  <a:lnTo>
                    <a:pt x="1941191" y="289127"/>
                  </a:lnTo>
                  <a:lnTo>
                    <a:pt x="1869295" y="275685"/>
                  </a:lnTo>
                  <a:lnTo>
                    <a:pt x="1797399" y="262558"/>
                  </a:lnTo>
                  <a:lnTo>
                    <a:pt x="1725503" y="249733"/>
                  </a:lnTo>
                  <a:lnTo>
                    <a:pt x="1653607" y="237197"/>
                  </a:lnTo>
                  <a:lnTo>
                    <a:pt x="1581711" y="224934"/>
                  </a:lnTo>
                  <a:lnTo>
                    <a:pt x="1509815" y="212933"/>
                  </a:lnTo>
                  <a:lnTo>
                    <a:pt x="1437919" y="201178"/>
                  </a:lnTo>
                  <a:lnTo>
                    <a:pt x="1366023" y="189655"/>
                  </a:lnTo>
                  <a:lnTo>
                    <a:pt x="1294127" y="178351"/>
                  </a:lnTo>
                  <a:lnTo>
                    <a:pt x="1222231" y="167253"/>
                  </a:lnTo>
                  <a:lnTo>
                    <a:pt x="1150335" y="156347"/>
                  </a:lnTo>
                  <a:lnTo>
                    <a:pt x="1078439" y="145622"/>
                  </a:lnTo>
                  <a:lnTo>
                    <a:pt x="1006543" y="135066"/>
                  </a:lnTo>
                  <a:lnTo>
                    <a:pt x="934647" y="124669"/>
                  </a:lnTo>
                  <a:lnTo>
                    <a:pt x="862751" y="114419"/>
                  </a:lnTo>
                  <a:lnTo>
                    <a:pt x="790855" y="104308"/>
                  </a:lnTo>
                  <a:lnTo>
                    <a:pt x="718959" y="94325"/>
                  </a:lnTo>
                  <a:lnTo>
                    <a:pt x="647063" y="84464"/>
                  </a:lnTo>
                  <a:lnTo>
                    <a:pt x="575167" y="74715"/>
                  </a:lnTo>
                  <a:lnTo>
                    <a:pt x="503271" y="65071"/>
                  </a:lnTo>
                  <a:lnTo>
                    <a:pt x="431375" y="55526"/>
                  </a:lnTo>
                  <a:lnTo>
                    <a:pt x="359479" y="46073"/>
                  </a:lnTo>
                  <a:lnTo>
                    <a:pt x="287583" y="36707"/>
                  </a:lnTo>
                  <a:lnTo>
                    <a:pt x="215687" y="27421"/>
                  </a:lnTo>
                  <a:lnTo>
                    <a:pt x="143791" y="18211"/>
                  </a:lnTo>
                  <a:lnTo>
                    <a:pt x="71895" y="9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56863" y="2390442"/>
              <a:ext cx="5679782" cy="1242760"/>
            </a:xfrm>
            <a:custGeom>
              <a:avLst/>
              <a:gdLst/>
              <a:ahLst/>
              <a:cxnLst/>
              <a:rect l="0" t="0" r="0" b="0"/>
              <a:pathLst>
                <a:path w="5679782" h="1242760">
                  <a:moveTo>
                    <a:pt x="0" y="0"/>
                  </a:moveTo>
                  <a:lnTo>
                    <a:pt x="71895" y="15731"/>
                  </a:lnTo>
                  <a:lnTo>
                    <a:pt x="143791" y="31462"/>
                  </a:lnTo>
                  <a:lnTo>
                    <a:pt x="215687" y="47193"/>
                  </a:lnTo>
                  <a:lnTo>
                    <a:pt x="287583" y="62924"/>
                  </a:lnTo>
                  <a:lnTo>
                    <a:pt x="359479" y="78655"/>
                  </a:lnTo>
                  <a:lnTo>
                    <a:pt x="431375" y="94386"/>
                  </a:lnTo>
                  <a:lnTo>
                    <a:pt x="503271" y="110118"/>
                  </a:lnTo>
                  <a:lnTo>
                    <a:pt x="575167" y="125849"/>
                  </a:lnTo>
                  <a:lnTo>
                    <a:pt x="647063" y="141580"/>
                  </a:lnTo>
                  <a:lnTo>
                    <a:pt x="718959" y="157311"/>
                  </a:lnTo>
                  <a:lnTo>
                    <a:pt x="790855" y="173042"/>
                  </a:lnTo>
                  <a:lnTo>
                    <a:pt x="862751" y="188773"/>
                  </a:lnTo>
                  <a:lnTo>
                    <a:pt x="934647" y="204504"/>
                  </a:lnTo>
                  <a:lnTo>
                    <a:pt x="1006543" y="220236"/>
                  </a:lnTo>
                  <a:lnTo>
                    <a:pt x="1078439" y="235967"/>
                  </a:lnTo>
                  <a:lnTo>
                    <a:pt x="1150335" y="251698"/>
                  </a:lnTo>
                  <a:lnTo>
                    <a:pt x="1222231" y="267429"/>
                  </a:lnTo>
                  <a:lnTo>
                    <a:pt x="1294127" y="283160"/>
                  </a:lnTo>
                  <a:lnTo>
                    <a:pt x="1366023" y="298891"/>
                  </a:lnTo>
                  <a:lnTo>
                    <a:pt x="1437919" y="314623"/>
                  </a:lnTo>
                  <a:lnTo>
                    <a:pt x="1509815" y="330354"/>
                  </a:lnTo>
                  <a:lnTo>
                    <a:pt x="1581711" y="346085"/>
                  </a:lnTo>
                  <a:lnTo>
                    <a:pt x="1653607" y="361816"/>
                  </a:lnTo>
                  <a:lnTo>
                    <a:pt x="1725503" y="377547"/>
                  </a:lnTo>
                  <a:lnTo>
                    <a:pt x="1797399" y="393278"/>
                  </a:lnTo>
                  <a:lnTo>
                    <a:pt x="1869295" y="409009"/>
                  </a:lnTo>
                  <a:lnTo>
                    <a:pt x="1941191" y="424741"/>
                  </a:lnTo>
                  <a:lnTo>
                    <a:pt x="2013087" y="440472"/>
                  </a:lnTo>
                  <a:lnTo>
                    <a:pt x="2084983" y="456203"/>
                  </a:lnTo>
                  <a:lnTo>
                    <a:pt x="2156879" y="471934"/>
                  </a:lnTo>
                  <a:lnTo>
                    <a:pt x="2228775" y="487665"/>
                  </a:lnTo>
                  <a:lnTo>
                    <a:pt x="2300671" y="503396"/>
                  </a:lnTo>
                  <a:lnTo>
                    <a:pt x="2372567" y="519127"/>
                  </a:lnTo>
                  <a:lnTo>
                    <a:pt x="2444463" y="534859"/>
                  </a:lnTo>
                  <a:lnTo>
                    <a:pt x="2516359" y="550590"/>
                  </a:lnTo>
                  <a:lnTo>
                    <a:pt x="2588255" y="566321"/>
                  </a:lnTo>
                  <a:lnTo>
                    <a:pt x="2660151" y="582052"/>
                  </a:lnTo>
                  <a:lnTo>
                    <a:pt x="2732047" y="597783"/>
                  </a:lnTo>
                  <a:lnTo>
                    <a:pt x="2803943" y="613514"/>
                  </a:lnTo>
                  <a:lnTo>
                    <a:pt x="2875839" y="629246"/>
                  </a:lnTo>
                  <a:lnTo>
                    <a:pt x="2947735" y="644977"/>
                  </a:lnTo>
                  <a:lnTo>
                    <a:pt x="3019631" y="660708"/>
                  </a:lnTo>
                  <a:lnTo>
                    <a:pt x="3091527" y="676439"/>
                  </a:lnTo>
                  <a:lnTo>
                    <a:pt x="3163423" y="692170"/>
                  </a:lnTo>
                  <a:lnTo>
                    <a:pt x="3235319" y="707901"/>
                  </a:lnTo>
                  <a:lnTo>
                    <a:pt x="3307215" y="723632"/>
                  </a:lnTo>
                  <a:lnTo>
                    <a:pt x="3379111" y="739364"/>
                  </a:lnTo>
                  <a:lnTo>
                    <a:pt x="3451007" y="755095"/>
                  </a:lnTo>
                  <a:lnTo>
                    <a:pt x="3522902" y="770826"/>
                  </a:lnTo>
                  <a:lnTo>
                    <a:pt x="3594798" y="786557"/>
                  </a:lnTo>
                  <a:lnTo>
                    <a:pt x="3666694" y="802288"/>
                  </a:lnTo>
                  <a:lnTo>
                    <a:pt x="3738590" y="818019"/>
                  </a:lnTo>
                  <a:lnTo>
                    <a:pt x="3810486" y="833750"/>
                  </a:lnTo>
                  <a:lnTo>
                    <a:pt x="3882382" y="849482"/>
                  </a:lnTo>
                  <a:lnTo>
                    <a:pt x="3954278" y="865213"/>
                  </a:lnTo>
                  <a:lnTo>
                    <a:pt x="4026174" y="880944"/>
                  </a:lnTo>
                  <a:lnTo>
                    <a:pt x="4098070" y="896675"/>
                  </a:lnTo>
                  <a:lnTo>
                    <a:pt x="4169966" y="912406"/>
                  </a:lnTo>
                  <a:lnTo>
                    <a:pt x="4241862" y="928137"/>
                  </a:lnTo>
                  <a:lnTo>
                    <a:pt x="4313758" y="943869"/>
                  </a:lnTo>
                  <a:lnTo>
                    <a:pt x="4385654" y="959600"/>
                  </a:lnTo>
                  <a:lnTo>
                    <a:pt x="4457550" y="975331"/>
                  </a:lnTo>
                  <a:lnTo>
                    <a:pt x="4529446" y="991062"/>
                  </a:lnTo>
                  <a:lnTo>
                    <a:pt x="4601342" y="1006793"/>
                  </a:lnTo>
                  <a:lnTo>
                    <a:pt x="4673238" y="1022524"/>
                  </a:lnTo>
                  <a:lnTo>
                    <a:pt x="4745134" y="1038255"/>
                  </a:lnTo>
                  <a:lnTo>
                    <a:pt x="4817030" y="1053987"/>
                  </a:lnTo>
                  <a:lnTo>
                    <a:pt x="4888926" y="1069718"/>
                  </a:lnTo>
                  <a:lnTo>
                    <a:pt x="4960822" y="1085449"/>
                  </a:lnTo>
                  <a:lnTo>
                    <a:pt x="5032718" y="1101180"/>
                  </a:lnTo>
                  <a:lnTo>
                    <a:pt x="5104614" y="1116911"/>
                  </a:lnTo>
                  <a:lnTo>
                    <a:pt x="5176510" y="1132642"/>
                  </a:lnTo>
                  <a:lnTo>
                    <a:pt x="5248406" y="1148374"/>
                  </a:lnTo>
                  <a:lnTo>
                    <a:pt x="5320302" y="1164105"/>
                  </a:lnTo>
                  <a:lnTo>
                    <a:pt x="5392198" y="1179836"/>
                  </a:lnTo>
                  <a:lnTo>
                    <a:pt x="5464094" y="1195567"/>
                  </a:lnTo>
                  <a:lnTo>
                    <a:pt x="5535990" y="1211298"/>
                  </a:lnTo>
                  <a:lnTo>
                    <a:pt x="5607886" y="1227029"/>
                  </a:lnTo>
                  <a:lnTo>
                    <a:pt x="5679782" y="124276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1198161" y="25877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1198161" y="254196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1198161" y="260591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3509753" y="334783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3509753" y="278716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3509753" y="282217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1941059" y="254598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1941059" y="232730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1941059" y="259329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3266177" y="210174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3266177" y="243770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3266177" y="23638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3905144" y="29704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3905144" y="307493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3905144" y="25551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3469416" y="304624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3469416" y="372561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3469416" y="323267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4430922" y="374506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4430922" y="376415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4430922" y="38058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6877943" y="42573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t56"/>
            <p:cNvSpPr/>
            <p:nvPr/>
          </p:nvSpPr>
          <p:spPr>
            <a:xfrm>
              <a:off x="6877943" y="31725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t57"/>
            <p:cNvSpPr/>
            <p:nvPr/>
          </p:nvSpPr>
          <p:spPr>
            <a:xfrm>
              <a:off x="6877943" y="372719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1256863" y="2146909"/>
              <a:ext cx="5679782" cy="2157687"/>
            </a:xfrm>
            <a:custGeom>
              <a:avLst/>
              <a:gdLst/>
              <a:ahLst/>
              <a:cxnLst/>
              <a:rect l="0" t="0" r="0" b="0"/>
              <a:pathLst>
                <a:path w="5679782" h="2157687">
                  <a:moveTo>
                    <a:pt x="0" y="0"/>
                  </a:moveTo>
                  <a:lnTo>
                    <a:pt x="71895" y="24666"/>
                  </a:lnTo>
                  <a:lnTo>
                    <a:pt x="143791" y="49264"/>
                  </a:lnTo>
                  <a:lnTo>
                    <a:pt x="215687" y="73790"/>
                  </a:lnTo>
                  <a:lnTo>
                    <a:pt x="287583" y="98238"/>
                  </a:lnTo>
                  <a:lnTo>
                    <a:pt x="359479" y="122603"/>
                  </a:lnTo>
                  <a:lnTo>
                    <a:pt x="431375" y="146881"/>
                  </a:lnTo>
                  <a:lnTo>
                    <a:pt x="503271" y="171063"/>
                  </a:lnTo>
                  <a:lnTo>
                    <a:pt x="575167" y="195145"/>
                  </a:lnTo>
                  <a:lnTo>
                    <a:pt x="647063" y="219119"/>
                  </a:lnTo>
                  <a:lnTo>
                    <a:pt x="718959" y="242977"/>
                  </a:lnTo>
                  <a:lnTo>
                    <a:pt x="790855" y="266712"/>
                  </a:lnTo>
                  <a:lnTo>
                    <a:pt x="862751" y="290314"/>
                  </a:lnTo>
                  <a:lnTo>
                    <a:pt x="934647" y="313776"/>
                  </a:lnTo>
                  <a:lnTo>
                    <a:pt x="1006543" y="337085"/>
                  </a:lnTo>
                  <a:lnTo>
                    <a:pt x="1078439" y="360233"/>
                  </a:lnTo>
                  <a:lnTo>
                    <a:pt x="1150335" y="383207"/>
                  </a:lnTo>
                  <a:lnTo>
                    <a:pt x="1222231" y="405997"/>
                  </a:lnTo>
                  <a:lnTo>
                    <a:pt x="1294127" y="428589"/>
                  </a:lnTo>
                  <a:lnTo>
                    <a:pt x="1366023" y="450970"/>
                  </a:lnTo>
                  <a:lnTo>
                    <a:pt x="1437919" y="473127"/>
                  </a:lnTo>
                  <a:lnTo>
                    <a:pt x="1509815" y="495047"/>
                  </a:lnTo>
                  <a:lnTo>
                    <a:pt x="1581711" y="516714"/>
                  </a:lnTo>
                  <a:lnTo>
                    <a:pt x="1653607" y="538114"/>
                  </a:lnTo>
                  <a:lnTo>
                    <a:pt x="1725503" y="559233"/>
                  </a:lnTo>
                  <a:lnTo>
                    <a:pt x="1797399" y="580057"/>
                  </a:lnTo>
                  <a:lnTo>
                    <a:pt x="1869295" y="600572"/>
                  </a:lnTo>
                  <a:lnTo>
                    <a:pt x="1941191" y="620764"/>
                  </a:lnTo>
                  <a:lnTo>
                    <a:pt x="2013087" y="640621"/>
                  </a:lnTo>
                  <a:lnTo>
                    <a:pt x="2084983" y="660134"/>
                  </a:lnTo>
                  <a:lnTo>
                    <a:pt x="2156879" y="679291"/>
                  </a:lnTo>
                  <a:lnTo>
                    <a:pt x="2228775" y="698087"/>
                  </a:lnTo>
                  <a:lnTo>
                    <a:pt x="2300671" y="716514"/>
                  </a:lnTo>
                  <a:lnTo>
                    <a:pt x="2372567" y="734569"/>
                  </a:lnTo>
                  <a:lnTo>
                    <a:pt x="2444463" y="752252"/>
                  </a:lnTo>
                  <a:lnTo>
                    <a:pt x="2516359" y="769563"/>
                  </a:lnTo>
                  <a:lnTo>
                    <a:pt x="2588255" y="786506"/>
                  </a:lnTo>
                  <a:lnTo>
                    <a:pt x="2660151" y="803085"/>
                  </a:lnTo>
                  <a:lnTo>
                    <a:pt x="2732047" y="819309"/>
                  </a:lnTo>
                  <a:lnTo>
                    <a:pt x="2803943" y="835186"/>
                  </a:lnTo>
                  <a:lnTo>
                    <a:pt x="2875839" y="850727"/>
                  </a:lnTo>
                  <a:lnTo>
                    <a:pt x="2947735" y="865944"/>
                  </a:lnTo>
                  <a:lnTo>
                    <a:pt x="3019631" y="880851"/>
                  </a:lnTo>
                  <a:lnTo>
                    <a:pt x="3091527" y="895461"/>
                  </a:lnTo>
                  <a:lnTo>
                    <a:pt x="3163423" y="909788"/>
                  </a:lnTo>
                  <a:lnTo>
                    <a:pt x="3235319" y="923846"/>
                  </a:lnTo>
                  <a:lnTo>
                    <a:pt x="3307215" y="937651"/>
                  </a:lnTo>
                  <a:lnTo>
                    <a:pt x="3379111" y="951216"/>
                  </a:lnTo>
                  <a:lnTo>
                    <a:pt x="3451007" y="964555"/>
                  </a:lnTo>
                  <a:lnTo>
                    <a:pt x="3522902" y="977683"/>
                  </a:lnTo>
                  <a:lnTo>
                    <a:pt x="3594798" y="990611"/>
                  </a:lnTo>
                  <a:lnTo>
                    <a:pt x="3666694" y="1003353"/>
                  </a:lnTo>
                  <a:lnTo>
                    <a:pt x="3738590" y="1015921"/>
                  </a:lnTo>
                  <a:lnTo>
                    <a:pt x="3810486" y="1028325"/>
                  </a:lnTo>
                  <a:lnTo>
                    <a:pt x="3882382" y="1040577"/>
                  </a:lnTo>
                  <a:lnTo>
                    <a:pt x="3954278" y="1052686"/>
                  </a:lnTo>
                  <a:lnTo>
                    <a:pt x="4026174" y="1064662"/>
                  </a:lnTo>
                  <a:lnTo>
                    <a:pt x="4098070" y="1076513"/>
                  </a:lnTo>
                  <a:lnTo>
                    <a:pt x="4169966" y="1088248"/>
                  </a:lnTo>
                  <a:lnTo>
                    <a:pt x="4241862" y="1099874"/>
                  </a:lnTo>
                  <a:lnTo>
                    <a:pt x="4313758" y="1111398"/>
                  </a:lnTo>
                  <a:lnTo>
                    <a:pt x="4385654" y="1122828"/>
                  </a:lnTo>
                  <a:lnTo>
                    <a:pt x="4457550" y="1134168"/>
                  </a:lnTo>
                  <a:lnTo>
                    <a:pt x="4529446" y="1145425"/>
                  </a:lnTo>
                  <a:lnTo>
                    <a:pt x="4601342" y="1156604"/>
                  </a:lnTo>
                  <a:lnTo>
                    <a:pt x="4673238" y="1167710"/>
                  </a:lnTo>
                  <a:lnTo>
                    <a:pt x="4745134" y="1178747"/>
                  </a:lnTo>
                  <a:lnTo>
                    <a:pt x="4817030" y="1189719"/>
                  </a:lnTo>
                  <a:lnTo>
                    <a:pt x="4888926" y="1200631"/>
                  </a:lnTo>
                  <a:lnTo>
                    <a:pt x="4960822" y="1211486"/>
                  </a:lnTo>
                  <a:lnTo>
                    <a:pt x="5032718" y="1222288"/>
                  </a:lnTo>
                  <a:lnTo>
                    <a:pt x="5104614" y="1233039"/>
                  </a:lnTo>
                  <a:lnTo>
                    <a:pt x="5176510" y="1243742"/>
                  </a:lnTo>
                  <a:lnTo>
                    <a:pt x="5248406" y="1254401"/>
                  </a:lnTo>
                  <a:lnTo>
                    <a:pt x="5320302" y="1265018"/>
                  </a:lnTo>
                  <a:lnTo>
                    <a:pt x="5392198" y="1275594"/>
                  </a:lnTo>
                  <a:lnTo>
                    <a:pt x="5464094" y="1286133"/>
                  </a:lnTo>
                  <a:lnTo>
                    <a:pt x="5535990" y="1296636"/>
                  </a:lnTo>
                  <a:lnTo>
                    <a:pt x="5607886" y="1307105"/>
                  </a:lnTo>
                  <a:lnTo>
                    <a:pt x="5679782" y="1317542"/>
                  </a:lnTo>
                  <a:lnTo>
                    <a:pt x="5679782" y="2157687"/>
                  </a:lnTo>
                  <a:lnTo>
                    <a:pt x="5607886" y="2132428"/>
                  </a:lnTo>
                  <a:lnTo>
                    <a:pt x="5535990" y="2107202"/>
                  </a:lnTo>
                  <a:lnTo>
                    <a:pt x="5464094" y="2082009"/>
                  </a:lnTo>
                  <a:lnTo>
                    <a:pt x="5392198" y="2056851"/>
                  </a:lnTo>
                  <a:lnTo>
                    <a:pt x="5320302" y="2031732"/>
                  </a:lnTo>
                  <a:lnTo>
                    <a:pt x="5248406" y="2006652"/>
                  </a:lnTo>
                  <a:lnTo>
                    <a:pt x="5176510" y="1981615"/>
                  </a:lnTo>
                  <a:lnTo>
                    <a:pt x="5104614" y="1956622"/>
                  </a:lnTo>
                  <a:lnTo>
                    <a:pt x="5032718" y="1931678"/>
                  </a:lnTo>
                  <a:lnTo>
                    <a:pt x="4960822" y="1906783"/>
                  </a:lnTo>
                  <a:lnTo>
                    <a:pt x="4888926" y="1881942"/>
                  </a:lnTo>
                  <a:lnTo>
                    <a:pt x="4817030" y="1857158"/>
                  </a:lnTo>
                  <a:lnTo>
                    <a:pt x="4745134" y="1832435"/>
                  </a:lnTo>
                  <a:lnTo>
                    <a:pt x="4673238" y="1807776"/>
                  </a:lnTo>
                  <a:lnTo>
                    <a:pt x="4601342" y="1783186"/>
                  </a:lnTo>
                  <a:lnTo>
                    <a:pt x="4529446" y="1758668"/>
                  </a:lnTo>
                  <a:lnTo>
                    <a:pt x="4457550" y="1734230"/>
                  </a:lnTo>
                  <a:lnTo>
                    <a:pt x="4385654" y="1709874"/>
                  </a:lnTo>
                  <a:lnTo>
                    <a:pt x="4313758" y="1685607"/>
                  </a:lnTo>
                  <a:lnTo>
                    <a:pt x="4241862" y="1661436"/>
                  </a:lnTo>
                  <a:lnTo>
                    <a:pt x="4169966" y="1637366"/>
                  </a:lnTo>
                  <a:lnTo>
                    <a:pt x="4098070" y="1613405"/>
                  </a:lnTo>
                  <a:lnTo>
                    <a:pt x="4026174" y="1589560"/>
                  </a:lnTo>
                  <a:lnTo>
                    <a:pt x="3954278" y="1565840"/>
                  </a:lnTo>
                  <a:lnTo>
                    <a:pt x="3882382" y="1542253"/>
                  </a:lnTo>
                  <a:lnTo>
                    <a:pt x="3810486" y="1518809"/>
                  </a:lnTo>
                  <a:lnTo>
                    <a:pt x="3738590" y="1495517"/>
                  </a:lnTo>
                  <a:lnTo>
                    <a:pt x="3666694" y="1472389"/>
                  </a:lnTo>
                  <a:lnTo>
                    <a:pt x="3594798" y="1449435"/>
                  </a:lnTo>
                  <a:lnTo>
                    <a:pt x="3522902" y="1426667"/>
                  </a:lnTo>
                  <a:lnTo>
                    <a:pt x="3451007" y="1404098"/>
                  </a:lnTo>
                  <a:lnTo>
                    <a:pt x="3379111" y="1381742"/>
                  </a:lnTo>
                  <a:lnTo>
                    <a:pt x="3307215" y="1359611"/>
                  </a:lnTo>
                  <a:lnTo>
                    <a:pt x="3235319" y="1337719"/>
                  </a:lnTo>
                  <a:lnTo>
                    <a:pt x="3163423" y="1316082"/>
                  </a:lnTo>
                  <a:lnTo>
                    <a:pt x="3091527" y="1294713"/>
                  </a:lnTo>
                  <a:lnTo>
                    <a:pt x="3019631" y="1273627"/>
                  </a:lnTo>
                  <a:lnTo>
                    <a:pt x="2947735" y="1252837"/>
                  </a:lnTo>
                  <a:lnTo>
                    <a:pt x="2875839" y="1232359"/>
                  </a:lnTo>
                  <a:lnTo>
                    <a:pt x="2803943" y="1212204"/>
                  </a:lnTo>
                  <a:lnTo>
                    <a:pt x="2732047" y="1192385"/>
                  </a:lnTo>
                  <a:lnTo>
                    <a:pt x="2660151" y="1172913"/>
                  </a:lnTo>
                  <a:lnTo>
                    <a:pt x="2588255" y="1153796"/>
                  </a:lnTo>
                  <a:lnTo>
                    <a:pt x="2516359" y="1135043"/>
                  </a:lnTo>
                  <a:lnTo>
                    <a:pt x="2444463" y="1116658"/>
                  </a:lnTo>
                  <a:lnTo>
                    <a:pt x="2372567" y="1098645"/>
                  </a:lnTo>
                  <a:lnTo>
                    <a:pt x="2300671" y="1081004"/>
                  </a:lnTo>
                  <a:lnTo>
                    <a:pt x="2228775" y="1063736"/>
                  </a:lnTo>
                  <a:lnTo>
                    <a:pt x="2156879" y="1046835"/>
                  </a:lnTo>
                  <a:lnTo>
                    <a:pt x="2084983" y="1030296"/>
                  </a:lnTo>
                  <a:lnTo>
                    <a:pt x="2013087" y="1014113"/>
                  </a:lnTo>
                  <a:lnTo>
                    <a:pt x="1941191" y="998274"/>
                  </a:lnTo>
                  <a:lnTo>
                    <a:pt x="1869295" y="982771"/>
                  </a:lnTo>
                  <a:lnTo>
                    <a:pt x="1797399" y="967589"/>
                  </a:lnTo>
                  <a:lnTo>
                    <a:pt x="1725503" y="952717"/>
                  </a:lnTo>
                  <a:lnTo>
                    <a:pt x="1653607" y="938140"/>
                  </a:lnTo>
                  <a:lnTo>
                    <a:pt x="1581711" y="923844"/>
                  </a:lnTo>
                  <a:lnTo>
                    <a:pt x="1509815" y="909816"/>
                  </a:lnTo>
                  <a:lnTo>
                    <a:pt x="1437919" y="896039"/>
                  </a:lnTo>
                  <a:lnTo>
                    <a:pt x="1366023" y="882500"/>
                  </a:lnTo>
                  <a:lnTo>
                    <a:pt x="1294127" y="869186"/>
                  </a:lnTo>
                  <a:lnTo>
                    <a:pt x="1222231" y="856082"/>
                  </a:lnTo>
                  <a:lnTo>
                    <a:pt x="1150335" y="843175"/>
                  </a:lnTo>
                  <a:lnTo>
                    <a:pt x="1078439" y="830454"/>
                  </a:lnTo>
                  <a:lnTo>
                    <a:pt x="1006543" y="817905"/>
                  </a:lnTo>
                  <a:lnTo>
                    <a:pt x="934647" y="805519"/>
                  </a:lnTo>
                  <a:lnTo>
                    <a:pt x="862751" y="793284"/>
                  </a:lnTo>
                  <a:lnTo>
                    <a:pt x="790855" y="781191"/>
                  </a:lnTo>
                  <a:lnTo>
                    <a:pt x="718959" y="769229"/>
                  </a:lnTo>
                  <a:lnTo>
                    <a:pt x="647063" y="757392"/>
                  </a:lnTo>
                  <a:lnTo>
                    <a:pt x="575167" y="745670"/>
                  </a:lnTo>
                  <a:lnTo>
                    <a:pt x="503271" y="734055"/>
                  </a:lnTo>
                  <a:lnTo>
                    <a:pt x="431375" y="722542"/>
                  </a:lnTo>
                  <a:lnTo>
                    <a:pt x="359479" y="711123"/>
                  </a:lnTo>
                  <a:lnTo>
                    <a:pt x="287583" y="699793"/>
                  </a:lnTo>
                  <a:lnTo>
                    <a:pt x="215687" y="688545"/>
                  </a:lnTo>
                  <a:lnTo>
                    <a:pt x="143791" y="677374"/>
                  </a:lnTo>
                  <a:lnTo>
                    <a:pt x="71895" y="666277"/>
                  </a:lnTo>
                  <a:lnTo>
                    <a:pt x="0" y="655247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56863" y="2146909"/>
              <a:ext cx="5679782" cy="1317542"/>
            </a:xfrm>
            <a:custGeom>
              <a:avLst/>
              <a:gdLst/>
              <a:ahLst/>
              <a:cxnLst/>
              <a:rect l="0" t="0" r="0" b="0"/>
              <a:pathLst>
                <a:path w="5679782" h="1317542">
                  <a:moveTo>
                    <a:pt x="0" y="0"/>
                  </a:moveTo>
                  <a:lnTo>
                    <a:pt x="71895" y="24666"/>
                  </a:lnTo>
                  <a:lnTo>
                    <a:pt x="143791" y="49264"/>
                  </a:lnTo>
                  <a:lnTo>
                    <a:pt x="215687" y="73790"/>
                  </a:lnTo>
                  <a:lnTo>
                    <a:pt x="287583" y="98238"/>
                  </a:lnTo>
                  <a:lnTo>
                    <a:pt x="359479" y="122603"/>
                  </a:lnTo>
                  <a:lnTo>
                    <a:pt x="431375" y="146881"/>
                  </a:lnTo>
                  <a:lnTo>
                    <a:pt x="503271" y="171063"/>
                  </a:lnTo>
                  <a:lnTo>
                    <a:pt x="575167" y="195145"/>
                  </a:lnTo>
                  <a:lnTo>
                    <a:pt x="647063" y="219119"/>
                  </a:lnTo>
                  <a:lnTo>
                    <a:pt x="718959" y="242977"/>
                  </a:lnTo>
                  <a:lnTo>
                    <a:pt x="790855" y="266712"/>
                  </a:lnTo>
                  <a:lnTo>
                    <a:pt x="862751" y="290314"/>
                  </a:lnTo>
                  <a:lnTo>
                    <a:pt x="934647" y="313776"/>
                  </a:lnTo>
                  <a:lnTo>
                    <a:pt x="1006543" y="337085"/>
                  </a:lnTo>
                  <a:lnTo>
                    <a:pt x="1078439" y="360233"/>
                  </a:lnTo>
                  <a:lnTo>
                    <a:pt x="1150335" y="383207"/>
                  </a:lnTo>
                  <a:lnTo>
                    <a:pt x="1222231" y="405997"/>
                  </a:lnTo>
                  <a:lnTo>
                    <a:pt x="1294127" y="428589"/>
                  </a:lnTo>
                  <a:lnTo>
                    <a:pt x="1366023" y="450970"/>
                  </a:lnTo>
                  <a:lnTo>
                    <a:pt x="1437919" y="473127"/>
                  </a:lnTo>
                  <a:lnTo>
                    <a:pt x="1509815" y="495047"/>
                  </a:lnTo>
                  <a:lnTo>
                    <a:pt x="1581711" y="516714"/>
                  </a:lnTo>
                  <a:lnTo>
                    <a:pt x="1653607" y="538114"/>
                  </a:lnTo>
                  <a:lnTo>
                    <a:pt x="1725503" y="559233"/>
                  </a:lnTo>
                  <a:lnTo>
                    <a:pt x="1797399" y="580057"/>
                  </a:lnTo>
                  <a:lnTo>
                    <a:pt x="1869295" y="600572"/>
                  </a:lnTo>
                  <a:lnTo>
                    <a:pt x="1941191" y="620764"/>
                  </a:lnTo>
                  <a:lnTo>
                    <a:pt x="2013087" y="640621"/>
                  </a:lnTo>
                  <a:lnTo>
                    <a:pt x="2084983" y="660134"/>
                  </a:lnTo>
                  <a:lnTo>
                    <a:pt x="2156879" y="679291"/>
                  </a:lnTo>
                  <a:lnTo>
                    <a:pt x="2228775" y="698087"/>
                  </a:lnTo>
                  <a:lnTo>
                    <a:pt x="2300671" y="716514"/>
                  </a:lnTo>
                  <a:lnTo>
                    <a:pt x="2372567" y="734569"/>
                  </a:lnTo>
                  <a:lnTo>
                    <a:pt x="2444463" y="752252"/>
                  </a:lnTo>
                  <a:lnTo>
                    <a:pt x="2516359" y="769563"/>
                  </a:lnTo>
                  <a:lnTo>
                    <a:pt x="2588255" y="786506"/>
                  </a:lnTo>
                  <a:lnTo>
                    <a:pt x="2660151" y="803085"/>
                  </a:lnTo>
                  <a:lnTo>
                    <a:pt x="2732047" y="819309"/>
                  </a:lnTo>
                  <a:lnTo>
                    <a:pt x="2803943" y="835186"/>
                  </a:lnTo>
                  <a:lnTo>
                    <a:pt x="2875839" y="850727"/>
                  </a:lnTo>
                  <a:lnTo>
                    <a:pt x="2947735" y="865944"/>
                  </a:lnTo>
                  <a:lnTo>
                    <a:pt x="3019631" y="880851"/>
                  </a:lnTo>
                  <a:lnTo>
                    <a:pt x="3091527" y="895461"/>
                  </a:lnTo>
                  <a:lnTo>
                    <a:pt x="3163423" y="909788"/>
                  </a:lnTo>
                  <a:lnTo>
                    <a:pt x="3235319" y="923846"/>
                  </a:lnTo>
                  <a:lnTo>
                    <a:pt x="3307215" y="937651"/>
                  </a:lnTo>
                  <a:lnTo>
                    <a:pt x="3379111" y="951216"/>
                  </a:lnTo>
                  <a:lnTo>
                    <a:pt x="3451007" y="964555"/>
                  </a:lnTo>
                  <a:lnTo>
                    <a:pt x="3522902" y="977683"/>
                  </a:lnTo>
                  <a:lnTo>
                    <a:pt x="3594798" y="990611"/>
                  </a:lnTo>
                  <a:lnTo>
                    <a:pt x="3666694" y="1003353"/>
                  </a:lnTo>
                  <a:lnTo>
                    <a:pt x="3738590" y="1015921"/>
                  </a:lnTo>
                  <a:lnTo>
                    <a:pt x="3810486" y="1028325"/>
                  </a:lnTo>
                  <a:lnTo>
                    <a:pt x="3882382" y="1040577"/>
                  </a:lnTo>
                  <a:lnTo>
                    <a:pt x="3954278" y="1052686"/>
                  </a:lnTo>
                  <a:lnTo>
                    <a:pt x="4026174" y="1064662"/>
                  </a:lnTo>
                  <a:lnTo>
                    <a:pt x="4098070" y="1076513"/>
                  </a:lnTo>
                  <a:lnTo>
                    <a:pt x="4169966" y="1088248"/>
                  </a:lnTo>
                  <a:lnTo>
                    <a:pt x="4241862" y="1099874"/>
                  </a:lnTo>
                  <a:lnTo>
                    <a:pt x="4313758" y="1111398"/>
                  </a:lnTo>
                  <a:lnTo>
                    <a:pt x="4385654" y="1122828"/>
                  </a:lnTo>
                  <a:lnTo>
                    <a:pt x="4457550" y="1134168"/>
                  </a:lnTo>
                  <a:lnTo>
                    <a:pt x="4529446" y="1145425"/>
                  </a:lnTo>
                  <a:lnTo>
                    <a:pt x="4601342" y="1156604"/>
                  </a:lnTo>
                  <a:lnTo>
                    <a:pt x="4673238" y="1167710"/>
                  </a:lnTo>
                  <a:lnTo>
                    <a:pt x="4745134" y="1178747"/>
                  </a:lnTo>
                  <a:lnTo>
                    <a:pt x="4817030" y="1189719"/>
                  </a:lnTo>
                  <a:lnTo>
                    <a:pt x="4888926" y="1200631"/>
                  </a:lnTo>
                  <a:lnTo>
                    <a:pt x="4960822" y="1211486"/>
                  </a:lnTo>
                  <a:lnTo>
                    <a:pt x="5032718" y="1222288"/>
                  </a:lnTo>
                  <a:lnTo>
                    <a:pt x="5104614" y="1233039"/>
                  </a:lnTo>
                  <a:lnTo>
                    <a:pt x="5176510" y="1243742"/>
                  </a:lnTo>
                  <a:lnTo>
                    <a:pt x="5248406" y="1254401"/>
                  </a:lnTo>
                  <a:lnTo>
                    <a:pt x="5320302" y="1265018"/>
                  </a:lnTo>
                  <a:lnTo>
                    <a:pt x="5392198" y="1275594"/>
                  </a:lnTo>
                  <a:lnTo>
                    <a:pt x="5464094" y="1286133"/>
                  </a:lnTo>
                  <a:lnTo>
                    <a:pt x="5535990" y="1296636"/>
                  </a:lnTo>
                  <a:lnTo>
                    <a:pt x="5607886" y="1307105"/>
                  </a:lnTo>
                  <a:lnTo>
                    <a:pt x="5679782" y="1317542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1256863" y="2802157"/>
              <a:ext cx="5679782" cy="1502440"/>
            </a:xfrm>
            <a:custGeom>
              <a:avLst/>
              <a:gdLst/>
              <a:ahLst/>
              <a:cxnLst/>
              <a:rect l="0" t="0" r="0" b="0"/>
              <a:pathLst>
                <a:path w="5679782" h="1502440">
                  <a:moveTo>
                    <a:pt x="5679782" y="1502440"/>
                  </a:moveTo>
                  <a:lnTo>
                    <a:pt x="5607886" y="1477181"/>
                  </a:lnTo>
                  <a:lnTo>
                    <a:pt x="5535990" y="1451954"/>
                  </a:lnTo>
                  <a:lnTo>
                    <a:pt x="5464094" y="1426761"/>
                  </a:lnTo>
                  <a:lnTo>
                    <a:pt x="5392198" y="1401604"/>
                  </a:lnTo>
                  <a:lnTo>
                    <a:pt x="5320302" y="1376484"/>
                  </a:lnTo>
                  <a:lnTo>
                    <a:pt x="5248406" y="1351405"/>
                  </a:lnTo>
                  <a:lnTo>
                    <a:pt x="5176510" y="1326367"/>
                  </a:lnTo>
                  <a:lnTo>
                    <a:pt x="5104614" y="1301375"/>
                  </a:lnTo>
                  <a:lnTo>
                    <a:pt x="5032718" y="1276430"/>
                  </a:lnTo>
                  <a:lnTo>
                    <a:pt x="4960822" y="1251535"/>
                  </a:lnTo>
                  <a:lnTo>
                    <a:pt x="4888926" y="1226694"/>
                  </a:lnTo>
                  <a:lnTo>
                    <a:pt x="4817030" y="1201910"/>
                  </a:lnTo>
                  <a:lnTo>
                    <a:pt x="4745134" y="1177187"/>
                  </a:lnTo>
                  <a:lnTo>
                    <a:pt x="4673238" y="1152528"/>
                  </a:lnTo>
                  <a:lnTo>
                    <a:pt x="4601342" y="1127938"/>
                  </a:lnTo>
                  <a:lnTo>
                    <a:pt x="4529446" y="1103421"/>
                  </a:lnTo>
                  <a:lnTo>
                    <a:pt x="4457550" y="1078982"/>
                  </a:lnTo>
                  <a:lnTo>
                    <a:pt x="4385654" y="1054626"/>
                  </a:lnTo>
                  <a:lnTo>
                    <a:pt x="4313758" y="1030360"/>
                  </a:lnTo>
                  <a:lnTo>
                    <a:pt x="4241862" y="1006188"/>
                  </a:lnTo>
                  <a:lnTo>
                    <a:pt x="4169966" y="982118"/>
                  </a:lnTo>
                  <a:lnTo>
                    <a:pt x="4098070" y="958157"/>
                  </a:lnTo>
                  <a:lnTo>
                    <a:pt x="4026174" y="934312"/>
                  </a:lnTo>
                  <a:lnTo>
                    <a:pt x="3954278" y="910592"/>
                  </a:lnTo>
                  <a:lnTo>
                    <a:pt x="3882382" y="887005"/>
                  </a:lnTo>
                  <a:lnTo>
                    <a:pt x="3810486" y="863561"/>
                  </a:lnTo>
                  <a:lnTo>
                    <a:pt x="3738590" y="840269"/>
                  </a:lnTo>
                  <a:lnTo>
                    <a:pt x="3666694" y="817141"/>
                  </a:lnTo>
                  <a:lnTo>
                    <a:pt x="3594798" y="794187"/>
                  </a:lnTo>
                  <a:lnTo>
                    <a:pt x="3522902" y="771419"/>
                  </a:lnTo>
                  <a:lnTo>
                    <a:pt x="3451007" y="748851"/>
                  </a:lnTo>
                  <a:lnTo>
                    <a:pt x="3379111" y="726494"/>
                  </a:lnTo>
                  <a:lnTo>
                    <a:pt x="3307215" y="704363"/>
                  </a:lnTo>
                  <a:lnTo>
                    <a:pt x="3235319" y="682472"/>
                  </a:lnTo>
                  <a:lnTo>
                    <a:pt x="3163423" y="660834"/>
                  </a:lnTo>
                  <a:lnTo>
                    <a:pt x="3091527" y="639465"/>
                  </a:lnTo>
                  <a:lnTo>
                    <a:pt x="3019631" y="618379"/>
                  </a:lnTo>
                  <a:lnTo>
                    <a:pt x="2947735" y="597590"/>
                  </a:lnTo>
                  <a:lnTo>
                    <a:pt x="2875839" y="577111"/>
                  </a:lnTo>
                  <a:lnTo>
                    <a:pt x="2803943" y="556957"/>
                  </a:lnTo>
                  <a:lnTo>
                    <a:pt x="2732047" y="537138"/>
                  </a:lnTo>
                  <a:lnTo>
                    <a:pt x="2660151" y="517665"/>
                  </a:lnTo>
                  <a:lnTo>
                    <a:pt x="2588255" y="498549"/>
                  </a:lnTo>
                  <a:lnTo>
                    <a:pt x="2516359" y="479795"/>
                  </a:lnTo>
                  <a:lnTo>
                    <a:pt x="2444463" y="461410"/>
                  </a:lnTo>
                  <a:lnTo>
                    <a:pt x="2372567" y="443397"/>
                  </a:lnTo>
                  <a:lnTo>
                    <a:pt x="2300671" y="425757"/>
                  </a:lnTo>
                  <a:lnTo>
                    <a:pt x="2228775" y="408488"/>
                  </a:lnTo>
                  <a:lnTo>
                    <a:pt x="2156879" y="391587"/>
                  </a:lnTo>
                  <a:lnTo>
                    <a:pt x="2084983" y="375049"/>
                  </a:lnTo>
                  <a:lnTo>
                    <a:pt x="2013087" y="358865"/>
                  </a:lnTo>
                  <a:lnTo>
                    <a:pt x="1941191" y="343027"/>
                  </a:lnTo>
                  <a:lnTo>
                    <a:pt x="1869295" y="327523"/>
                  </a:lnTo>
                  <a:lnTo>
                    <a:pt x="1797399" y="312341"/>
                  </a:lnTo>
                  <a:lnTo>
                    <a:pt x="1725503" y="297469"/>
                  </a:lnTo>
                  <a:lnTo>
                    <a:pt x="1653607" y="282892"/>
                  </a:lnTo>
                  <a:lnTo>
                    <a:pt x="1581711" y="268597"/>
                  </a:lnTo>
                  <a:lnTo>
                    <a:pt x="1509815" y="254568"/>
                  </a:lnTo>
                  <a:lnTo>
                    <a:pt x="1437919" y="240791"/>
                  </a:lnTo>
                  <a:lnTo>
                    <a:pt x="1366023" y="227253"/>
                  </a:lnTo>
                  <a:lnTo>
                    <a:pt x="1294127" y="213938"/>
                  </a:lnTo>
                  <a:lnTo>
                    <a:pt x="1222231" y="200834"/>
                  </a:lnTo>
                  <a:lnTo>
                    <a:pt x="1150335" y="187928"/>
                  </a:lnTo>
                  <a:lnTo>
                    <a:pt x="1078439" y="175206"/>
                  </a:lnTo>
                  <a:lnTo>
                    <a:pt x="1006543" y="162658"/>
                  </a:lnTo>
                  <a:lnTo>
                    <a:pt x="934647" y="150271"/>
                  </a:lnTo>
                  <a:lnTo>
                    <a:pt x="862751" y="138036"/>
                  </a:lnTo>
                  <a:lnTo>
                    <a:pt x="790855" y="125943"/>
                  </a:lnTo>
                  <a:lnTo>
                    <a:pt x="718959" y="113982"/>
                  </a:lnTo>
                  <a:lnTo>
                    <a:pt x="647063" y="102144"/>
                  </a:lnTo>
                  <a:lnTo>
                    <a:pt x="575167" y="90422"/>
                  </a:lnTo>
                  <a:lnTo>
                    <a:pt x="503271" y="78808"/>
                  </a:lnTo>
                  <a:lnTo>
                    <a:pt x="431375" y="67294"/>
                  </a:lnTo>
                  <a:lnTo>
                    <a:pt x="359479" y="55875"/>
                  </a:lnTo>
                  <a:lnTo>
                    <a:pt x="287583" y="44545"/>
                  </a:lnTo>
                  <a:lnTo>
                    <a:pt x="215687" y="33297"/>
                  </a:lnTo>
                  <a:lnTo>
                    <a:pt x="143791" y="22127"/>
                  </a:lnTo>
                  <a:lnTo>
                    <a:pt x="71895" y="110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1256863" y="2474533"/>
              <a:ext cx="5679782" cy="1409991"/>
            </a:xfrm>
            <a:custGeom>
              <a:avLst/>
              <a:gdLst/>
              <a:ahLst/>
              <a:cxnLst/>
              <a:rect l="0" t="0" r="0" b="0"/>
              <a:pathLst>
                <a:path w="5679782" h="1409991">
                  <a:moveTo>
                    <a:pt x="0" y="0"/>
                  </a:moveTo>
                  <a:lnTo>
                    <a:pt x="71895" y="17847"/>
                  </a:lnTo>
                  <a:lnTo>
                    <a:pt x="143791" y="35695"/>
                  </a:lnTo>
                  <a:lnTo>
                    <a:pt x="215687" y="53543"/>
                  </a:lnTo>
                  <a:lnTo>
                    <a:pt x="287583" y="71391"/>
                  </a:lnTo>
                  <a:lnTo>
                    <a:pt x="359479" y="89239"/>
                  </a:lnTo>
                  <a:lnTo>
                    <a:pt x="431375" y="107087"/>
                  </a:lnTo>
                  <a:lnTo>
                    <a:pt x="503271" y="124935"/>
                  </a:lnTo>
                  <a:lnTo>
                    <a:pt x="575167" y="142783"/>
                  </a:lnTo>
                  <a:lnTo>
                    <a:pt x="647063" y="160631"/>
                  </a:lnTo>
                  <a:lnTo>
                    <a:pt x="718959" y="178479"/>
                  </a:lnTo>
                  <a:lnTo>
                    <a:pt x="790855" y="196327"/>
                  </a:lnTo>
                  <a:lnTo>
                    <a:pt x="862751" y="214175"/>
                  </a:lnTo>
                  <a:lnTo>
                    <a:pt x="934647" y="232023"/>
                  </a:lnTo>
                  <a:lnTo>
                    <a:pt x="1006543" y="249871"/>
                  </a:lnTo>
                  <a:lnTo>
                    <a:pt x="1078439" y="267719"/>
                  </a:lnTo>
                  <a:lnTo>
                    <a:pt x="1150335" y="285567"/>
                  </a:lnTo>
                  <a:lnTo>
                    <a:pt x="1222231" y="303415"/>
                  </a:lnTo>
                  <a:lnTo>
                    <a:pt x="1294127" y="321263"/>
                  </a:lnTo>
                  <a:lnTo>
                    <a:pt x="1366023" y="339111"/>
                  </a:lnTo>
                  <a:lnTo>
                    <a:pt x="1437919" y="356959"/>
                  </a:lnTo>
                  <a:lnTo>
                    <a:pt x="1509815" y="374807"/>
                  </a:lnTo>
                  <a:lnTo>
                    <a:pt x="1581711" y="392655"/>
                  </a:lnTo>
                  <a:lnTo>
                    <a:pt x="1653607" y="410503"/>
                  </a:lnTo>
                  <a:lnTo>
                    <a:pt x="1725503" y="428351"/>
                  </a:lnTo>
                  <a:lnTo>
                    <a:pt x="1797399" y="446199"/>
                  </a:lnTo>
                  <a:lnTo>
                    <a:pt x="1869295" y="464047"/>
                  </a:lnTo>
                  <a:lnTo>
                    <a:pt x="1941191" y="481895"/>
                  </a:lnTo>
                  <a:lnTo>
                    <a:pt x="2013087" y="499743"/>
                  </a:lnTo>
                  <a:lnTo>
                    <a:pt x="2084983" y="517591"/>
                  </a:lnTo>
                  <a:lnTo>
                    <a:pt x="2156879" y="535439"/>
                  </a:lnTo>
                  <a:lnTo>
                    <a:pt x="2228775" y="553287"/>
                  </a:lnTo>
                  <a:lnTo>
                    <a:pt x="2300671" y="571135"/>
                  </a:lnTo>
                  <a:lnTo>
                    <a:pt x="2372567" y="588983"/>
                  </a:lnTo>
                  <a:lnTo>
                    <a:pt x="2444463" y="606831"/>
                  </a:lnTo>
                  <a:lnTo>
                    <a:pt x="2516359" y="624679"/>
                  </a:lnTo>
                  <a:lnTo>
                    <a:pt x="2588255" y="642527"/>
                  </a:lnTo>
                  <a:lnTo>
                    <a:pt x="2660151" y="660375"/>
                  </a:lnTo>
                  <a:lnTo>
                    <a:pt x="2732047" y="678223"/>
                  </a:lnTo>
                  <a:lnTo>
                    <a:pt x="2803943" y="696071"/>
                  </a:lnTo>
                  <a:lnTo>
                    <a:pt x="2875839" y="713919"/>
                  </a:lnTo>
                  <a:lnTo>
                    <a:pt x="2947735" y="731767"/>
                  </a:lnTo>
                  <a:lnTo>
                    <a:pt x="3019631" y="749615"/>
                  </a:lnTo>
                  <a:lnTo>
                    <a:pt x="3091527" y="767463"/>
                  </a:lnTo>
                  <a:lnTo>
                    <a:pt x="3163423" y="785311"/>
                  </a:lnTo>
                  <a:lnTo>
                    <a:pt x="3235319" y="803159"/>
                  </a:lnTo>
                  <a:lnTo>
                    <a:pt x="3307215" y="821007"/>
                  </a:lnTo>
                  <a:lnTo>
                    <a:pt x="3379111" y="838855"/>
                  </a:lnTo>
                  <a:lnTo>
                    <a:pt x="3451007" y="856703"/>
                  </a:lnTo>
                  <a:lnTo>
                    <a:pt x="3522902" y="874551"/>
                  </a:lnTo>
                  <a:lnTo>
                    <a:pt x="3594798" y="892399"/>
                  </a:lnTo>
                  <a:lnTo>
                    <a:pt x="3666694" y="910247"/>
                  </a:lnTo>
                  <a:lnTo>
                    <a:pt x="3738590" y="928095"/>
                  </a:lnTo>
                  <a:lnTo>
                    <a:pt x="3810486" y="945943"/>
                  </a:lnTo>
                  <a:lnTo>
                    <a:pt x="3882382" y="963791"/>
                  </a:lnTo>
                  <a:lnTo>
                    <a:pt x="3954278" y="981639"/>
                  </a:lnTo>
                  <a:lnTo>
                    <a:pt x="4026174" y="999487"/>
                  </a:lnTo>
                  <a:lnTo>
                    <a:pt x="4098070" y="1017335"/>
                  </a:lnTo>
                  <a:lnTo>
                    <a:pt x="4169966" y="1035183"/>
                  </a:lnTo>
                  <a:lnTo>
                    <a:pt x="4241862" y="1053031"/>
                  </a:lnTo>
                  <a:lnTo>
                    <a:pt x="4313758" y="1070879"/>
                  </a:lnTo>
                  <a:lnTo>
                    <a:pt x="4385654" y="1088727"/>
                  </a:lnTo>
                  <a:lnTo>
                    <a:pt x="4457550" y="1106575"/>
                  </a:lnTo>
                  <a:lnTo>
                    <a:pt x="4529446" y="1124423"/>
                  </a:lnTo>
                  <a:lnTo>
                    <a:pt x="4601342" y="1142271"/>
                  </a:lnTo>
                  <a:lnTo>
                    <a:pt x="4673238" y="1160119"/>
                  </a:lnTo>
                  <a:lnTo>
                    <a:pt x="4745134" y="1177967"/>
                  </a:lnTo>
                  <a:lnTo>
                    <a:pt x="4817030" y="1195815"/>
                  </a:lnTo>
                  <a:lnTo>
                    <a:pt x="4888926" y="1213663"/>
                  </a:lnTo>
                  <a:lnTo>
                    <a:pt x="4960822" y="1231511"/>
                  </a:lnTo>
                  <a:lnTo>
                    <a:pt x="5032718" y="1249359"/>
                  </a:lnTo>
                  <a:lnTo>
                    <a:pt x="5104614" y="1267207"/>
                  </a:lnTo>
                  <a:lnTo>
                    <a:pt x="5176510" y="1285055"/>
                  </a:lnTo>
                  <a:lnTo>
                    <a:pt x="5248406" y="1302903"/>
                  </a:lnTo>
                  <a:lnTo>
                    <a:pt x="5320302" y="1320751"/>
                  </a:lnTo>
                  <a:lnTo>
                    <a:pt x="5392198" y="1338599"/>
                  </a:lnTo>
                  <a:lnTo>
                    <a:pt x="5464094" y="1356447"/>
                  </a:lnTo>
                  <a:lnTo>
                    <a:pt x="5535990" y="1374295"/>
                  </a:lnTo>
                  <a:lnTo>
                    <a:pt x="5607886" y="1392143"/>
                  </a:lnTo>
                  <a:lnTo>
                    <a:pt x="5679782" y="1409991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t62"/>
            <p:cNvSpPr/>
            <p:nvPr/>
          </p:nvSpPr>
          <p:spPr>
            <a:xfrm>
              <a:off x="1198161" y="286340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t63"/>
            <p:cNvSpPr/>
            <p:nvPr/>
          </p:nvSpPr>
          <p:spPr>
            <a:xfrm>
              <a:off x="1198161" y="29709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t64"/>
            <p:cNvSpPr/>
            <p:nvPr/>
          </p:nvSpPr>
          <p:spPr>
            <a:xfrm>
              <a:off x="1198161" y="28690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t65"/>
            <p:cNvSpPr/>
            <p:nvPr/>
          </p:nvSpPr>
          <p:spPr>
            <a:xfrm>
              <a:off x="3509753" y="357886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t66"/>
            <p:cNvSpPr/>
            <p:nvPr/>
          </p:nvSpPr>
          <p:spPr>
            <a:xfrm>
              <a:off x="3509753" y="296900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t67"/>
            <p:cNvSpPr/>
            <p:nvPr/>
          </p:nvSpPr>
          <p:spPr>
            <a:xfrm>
              <a:off x="3509753" y="317009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t68"/>
            <p:cNvSpPr/>
            <p:nvPr/>
          </p:nvSpPr>
          <p:spPr>
            <a:xfrm>
              <a:off x="1941059" y="32574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t69"/>
            <p:cNvSpPr/>
            <p:nvPr/>
          </p:nvSpPr>
          <p:spPr>
            <a:xfrm>
              <a:off x="1941059" y="26925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t70"/>
            <p:cNvSpPr/>
            <p:nvPr/>
          </p:nvSpPr>
          <p:spPr>
            <a:xfrm>
              <a:off x="1941059" y="287983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t71"/>
            <p:cNvSpPr/>
            <p:nvPr/>
          </p:nvSpPr>
          <p:spPr>
            <a:xfrm>
              <a:off x="3266177" y="251045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t72"/>
            <p:cNvSpPr/>
            <p:nvPr/>
          </p:nvSpPr>
          <p:spPr>
            <a:xfrm>
              <a:off x="3266177" y="24384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t73"/>
            <p:cNvSpPr/>
            <p:nvPr/>
          </p:nvSpPr>
          <p:spPr>
            <a:xfrm>
              <a:off x="3266177" y="22914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t74"/>
            <p:cNvSpPr/>
            <p:nvPr/>
          </p:nvSpPr>
          <p:spPr>
            <a:xfrm>
              <a:off x="3905144" y="33667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t75"/>
            <p:cNvSpPr/>
            <p:nvPr/>
          </p:nvSpPr>
          <p:spPr>
            <a:xfrm>
              <a:off x="3905144" y="26526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t76"/>
            <p:cNvSpPr/>
            <p:nvPr/>
          </p:nvSpPr>
          <p:spPr>
            <a:xfrm>
              <a:off x="3905144" y="31774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t77"/>
            <p:cNvSpPr/>
            <p:nvPr/>
          </p:nvSpPr>
          <p:spPr>
            <a:xfrm>
              <a:off x="3469416" y="350389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t78"/>
            <p:cNvSpPr/>
            <p:nvPr/>
          </p:nvSpPr>
          <p:spPr>
            <a:xfrm>
              <a:off x="3469416" y="342498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t79"/>
            <p:cNvSpPr/>
            <p:nvPr/>
          </p:nvSpPr>
          <p:spPr>
            <a:xfrm>
              <a:off x="3469416" y="38584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t80"/>
            <p:cNvSpPr/>
            <p:nvPr/>
          </p:nvSpPr>
          <p:spPr>
            <a:xfrm>
              <a:off x="4430922" y="47226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t81"/>
            <p:cNvSpPr/>
            <p:nvPr/>
          </p:nvSpPr>
          <p:spPr>
            <a:xfrm>
              <a:off x="4430922" y="480156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t82"/>
            <p:cNvSpPr/>
            <p:nvPr/>
          </p:nvSpPr>
          <p:spPr>
            <a:xfrm>
              <a:off x="4430922" y="50730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6877943" y="47918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t84"/>
            <p:cNvSpPr/>
            <p:nvPr/>
          </p:nvSpPr>
          <p:spPr>
            <a:xfrm>
              <a:off x="6877943" y="500145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6877943" y="44681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1256863" y="2134415"/>
              <a:ext cx="5679782" cy="3286591"/>
            </a:xfrm>
            <a:custGeom>
              <a:avLst/>
              <a:gdLst/>
              <a:ahLst/>
              <a:cxnLst/>
              <a:rect l="0" t="0" r="0" b="0"/>
              <a:pathLst>
                <a:path w="5679782" h="3286591">
                  <a:moveTo>
                    <a:pt x="0" y="0"/>
                  </a:moveTo>
                  <a:lnTo>
                    <a:pt x="71895" y="37782"/>
                  </a:lnTo>
                  <a:lnTo>
                    <a:pt x="143791" y="75466"/>
                  </a:lnTo>
                  <a:lnTo>
                    <a:pt x="215687" y="113045"/>
                  </a:lnTo>
                  <a:lnTo>
                    <a:pt x="287583" y="150512"/>
                  </a:lnTo>
                  <a:lnTo>
                    <a:pt x="359479" y="187860"/>
                  </a:lnTo>
                  <a:lnTo>
                    <a:pt x="431375" y="225080"/>
                  </a:lnTo>
                  <a:lnTo>
                    <a:pt x="503271" y="262164"/>
                  </a:lnTo>
                  <a:lnTo>
                    <a:pt x="575167" y="299102"/>
                  </a:lnTo>
                  <a:lnTo>
                    <a:pt x="647063" y="335885"/>
                  </a:lnTo>
                  <a:lnTo>
                    <a:pt x="718959" y="372500"/>
                  </a:lnTo>
                  <a:lnTo>
                    <a:pt x="790855" y="408938"/>
                  </a:lnTo>
                  <a:lnTo>
                    <a:pt x="862751" y="445184"/>
                  </a:lnTo>
                  <a:lnTo>
                    <a:pt x="934647" y="481226"/>
                  </a:lnTo>
                  <a:lnTo>
                    <a:pt x="1006543" y="517050"/>
                  </a:lnTo>
                  <a:lnTo>
                    <a:pt x="1078439" y="552639"/>
                  </a:lnTo>
                  <a:lnTo>
                    <a:pt x="1150335" y="587979"/>
                  </a:lnTo>
                  <a:lnTo>
                    <a:pt x="1222231" y="623051"/>
                  </a:lnTo>
                  <a:lnTo>
                    <a:pt x="1294127" y="657839"/>
                  </a:lnTo>
                  <a:lnTo>
                    <a:pt x="1366023" y="692322"/>
                  </a:lnTo>
                  <a:lnTo>
                    <a:pt x="1437919" y="726482"/>
                  </a:lnTo>
                  <a:lnTo>
                    <a:pt x="1509815" y="760298"/>
                  </a:lnTo>
                  <a:lnTo>
                    <a:pt x="1581711" y="793751"/>
                  </a:lnTo>
                  <a:lnTo>
                    <a:pt x="1653607" y="826818"/>
                  </a:lnTo>
                  <a:lnTo>
                    <a:pt x="1725503" y="859479"/>
                  </a:lnTo>
                  <a:lnTo>
                    <a:pt x="1797399" y="891714"/>
                  </a:lnTo>
                  <a:lnTo>
                    <a:pt x="1869295" y="923502"/>
                  </a:lnTo>
                  <a:lnTo>
                    <a:pt x="1941191" y="954825"/>
                  </a:lnTo>
                  <a:lnTo>
                    <a:pt x="2013087" y="985665"/>
                  </a:lnTo>
                  <a:lnTo>
                    <a:pt x="2084983" y="1016006"/>
                  </a:lnTo>
                  <a:lnTo>
                    <a:pt x="2156879" y="1045835"/>
                  </a:lnTo>
                  <a:lnTo>
                    <a:pt x="2228775" y="1075141"/>
                  </a:lnTo>
                  <a:lnTo>
                    <a:pt x="2300671" y="1103916"/>
                  </a:lnTo>
                  <a:lnTo>
                    <a:pt x="2372567" y="1132154"/>
                  </a:lnTo>
                  <a:lnTo>
                    <a:pt x="2444463" y="1159855"/>
                  </a:lnTo>
                  <a:lnTo>
                    <a:pt x="2516359" y="1187018"/>
                  </a:lnTo>
                  <a:lnTo>
                    <a:pt x="2588255" y="1213649"/>
                  </a:lnTo>
                  <a:lnTo>
                    <a:pt x="2660151" y="1239756"/>
                  </a:lnTo>
                  <a:lnTo>
                    <a:pt x="2732047" y="1265350"/>
                  </a:lnTo>
                  <a:lnTo>
                    <a:pt x="2803943" y="1290443"/>
                  </a:lnTo>
                  <a:lnTo>
                    <a:pt x="2875839" y="1315051"/>
                  </a:lnTo>
                  <a:lnTo>
                    <a:pt x="2947735" y="1339192"/>
                  </a:lnTo>
                  <a:lnTo>
                    <a:pt x="3019631" y="1362885"/>
                  </a:lnTo>
                  <a:lnTo>
                    <a:pt x="3091527" y="1386148"/>
                  </a:lnTo>
                  <a:lnTo>
                    <a:pt x="3163423" y="1409004"/>
                  </a:lnTo>
                  <a:lnTo>
                    <a:pt x="3235319" y="1431471"/>
                  </a:lnTo>
                  <a:lnTo>
                    <a:pt x="3307215" y="1453573"/>
                  </a:lnTo>
                  <a:lnTo>
                    <a:pt x="3379111" y="1475328"/>
                  </a:lnTo>
                  <a:lnTo>
                    <a:pt x="3451007" y="1496757"/>
                  </a:lnTo>
                  <a:lnTo>
                    <a:pt x="3522902" y="1517881"/>
                  </a:lnTo>
                  <a:lnTo>
                    <a:pt x="3594798" y="1538717"/>
                  </a:lnTo>
                  <a:lnTo>
                    <a:pt x="3666694" y="1559284"/>
                  </a:lnTo>
                  <a:lnTo>
                    <a:pt x="3738590" y="1579599"/>
                  </a:lnTo>
                  <a:lnTo>
                    <a:pt x="3810486" y="1599679"/>
                  </a:lnTo>
                  <a:lnTo>
                    <a:pt x="3882382" y="1619538"/>
                  </a:lnTo>
                  <a:lnTo>
                    <a:pt x="3954278" y="1639192"/>
                  </a:lnTo>
                  <a:lnTo>
                    <a:pt x="4026174" y="1658653"/>
                  </a:lnTo>
                  <a:lnTo>
                    <a:pt x="4098070" y="1677934"/>
                  </a:lnTo>
                  <a:lnTo>
                    <a:pt x="4169966" y="1697047"/>
                  </a:lnTo>
                  <a:lnTo>
                    <a:pt x="4241862" y="1716003"/>
                  </a:lnTo>
                  <a:lnTo>
                    <a:pt x="4313758" y="1734813"/>
                  </a:lnTo>
                  <a:lnTo>
                    <a:pt x="4385654" y="1753485"/>
                  </a:lnTo>
                  <a:lnTo>
                    <a:pt x="4457550" y="1772028"/>
                  </a:lnTo>
                  <a:lnTo>
                    <a:pt x="4529446" y="1790451"/>
                  </a:lnTo>
                  <a:lnTo>
                    <a:pt x="4601342" y="1808762"/>
                  </a:lnTo>
                  <a:lnTo>
                    <a:pt x="4673238" y="1826967"/>
                  </a:lnTo>
                  <a:lnTo>
                    <a:pt x="4745134" y="1845072"/>
                  </a:lnTo>
                  <a:lnTo>
                    <a:pt x="4817030" y="1863085"/>
                  </a:lnTo>
                  <a:lnTo>
                    <a:pt x="4888926" y="1881010"/>
                  </a:lnTo>
                  <a:lnTo>
                    <a:pt x="4960822" y="1898853"/>
                  </a:lnTo>
                  <a:lnTo>
                    <a:pt x="5032718" y="1916619"/>
                  </a:lnTo>
                  <a:lnTo>
                    <a:pt x="5104614" y="1934312"/>
                  </a:lnTo>
                  <a:lnTo>
                    <a:pt x="5176510" y="1951936"/>
                  </a:lnTo>
                  <a:lnTo>
                    <a:pt x="5248406" y="1969495"/>
                  </a:lnTo>
                  <a:lnTo>
                    <a:pt x="5320302" y="1986994"/>
                  </a:lnTo>
                  <a:lnTo>
                    <a:pt x="5392198" y="2004434"/>
                  </a:lnTo>
                  <a:lnTo>
                    <a:pt x="5464094" y="2021821"/>
                  </a:lnTo>
                  <a:lnTo>
                    <a:pt x="5535990" y="2039155"/>
                  </a:lnTo>
                  <a:lnTo>
                    <a:pt x="5607886" y="2056441"/>
                  </a:lnTo>
                  <a:lnTo>
                    <a:pt x="5679782" y="2073681"/>
                  </a:lnTo>
                  <a:lnTo>
                    <a:pt x="5679782" y="3286591"/>
                  </a:lnTo>
                  <a:lnTo>
                    <a:pt x="5607886" y="3247953"/>
                  </a:lnTo>
                  <a:lnTo>
                    <a:pt x="5535990" y="3209362"/>
                  </a:lnTo>
                  <a:lnTo>
                    <a:pt x="5464094" y="3170820"/>
                  </a:lnTo>
                  <a:lnTo>
                    <a:pt x="5392198" y="3132329"/>
                  </a:lnTo>
                  <a:lnTo>
                    <a:pt x="5320302" y="3093892"/>
                  </a:lnTo>
                  <a:lnTo>
                    <a:pt x="5248406" y="3055513"/>
                  </a:lnTo>
                  <a:lnTo>
                    <a:pt x="5176510" y="3017196"/>
                  </a:lnTo>
                  <a:lnTo>
                    <a:pt x="5104614" y="2978943"/>
                  </a:lnTo>
                  <a:lnTo>
                    <a:pt x="5032718" y="2940758"/>
                  </a:lnTo>
                  <a:lnTo>
                    <a:pt x="4960822" y="2902647"/>
                  </a:lnTo>
                  <a:lnTo>
                    <a:pt x="4888926" y="2864613"/>
                  </a:lnTo>
                  <a:lnTo>
                    <a:pt x="4817030" y="2826661"/>
                  </a:lnTo>
                  <a:lnTo>
                    <a:pt x="4745134" y="2788796"/>
                  </a:lnTo>
                  <a:lnTo>
                    <a:pt x="4673238" y="2751024"/>
                  </a:lnTo>
                  <a:lnTo>
                    <a:pt x="4601342" y="2713352"/>
                  </a:lnTo>
                  <a:lnTo>
                    <a:pt x="4529446" y="2675785"/>
                  </a:lnTo>
                  <a:lnTo>
                    <a:pt x="4457550" y="2638331"/>
                  </a:lnTo>
                  <a:lnTo>
                    <a:pt x="4385654" y="2600998"/>
                  </a:lnTo>
                  <a:lnTo>
                    <a:pt x="4313758" y="2563793"/>
                  </a:lnTo>
                  <a:lnTo>
                    <a:pt x="4241862" y="2526725"/>
                  </a:lnTo>
                  <a:lnTo>
                    <a:pt x="4169966" y="2489804"/>
                  </a:lnTo>
                  <a:lnTo>
                    <a:pt x="4098070" y="2453040"/>
                  </a:lnTo>
                  <a:lnTo>
                    <a:pt x="4026174" y="2416444"/>
                  </a:lnTo>
                  <a:lnTo>
                    <a:pt x="3954278" y="2380028"/>
                  </a:lnTo>
                  <a:lnTo>
                    <a:pt x="3882382" y="2343804"/>
                  </a:lnTo>
                  <a:lnTo>
                    <a:pt x="3810486" y="2307786"/>
                  </a:lnTo>
                  <a:lnTo>
                    <a:pt x="3738590" y="2271988"/>
                  </a:lnTo>
                  <a:lnTo>
                    <a:pt x="3666694" y="2236426"/>
                  </a:lnTo>
                  <a:lnTo>
                    <a:pt x="3594798" y="2201116"/>
                  </a:lnTo>
                  <a:lnTo>
                    <a:pt x="3522902" y="2166075"/>
                  </a:lnTo>
                  <a:lnTo>
                    <a:pt x="3451007" y="2131322"/>
                  </a:lnTo>
                  <a:lnTo>
                    <a:pt x="3379111" y="2096874"/>
                  </a:lnTo>
                  <a:lnTo>
                    <a:pt x="3307215" y="2062752"/>
                  </a:lnTo>
                  <a:lnTo>
                    <a:pt x="3235319" y="2028976"/>
                  </a:lnTo>
                  <a:lnTo>
                    <a:pt x="3163423" y="1995567"/>
                  </a:lnTo>
                  <a:lnTo>
                    <a:pt x="3091527" y="1962545"/>
                  </a:lnTo>
                  <a:lnTo>
                    <a:pt x="3019631" y="1929931"/>
                  </a:lnTo>
                  <a:lnTo>
                    <a:pt x="2947735" y="1897746"/>
                  </a:lnTo>
                  <a:lnTo>
                    <a:pt x="2875839" y="1866010"/>
                  </a:lnTo>
                  <a:lnTo>
                    <a:pt x="2803943" y="1834741"/>
                  </a:lnTo>
                  <a:lnTo>
                    <a:pt x="2732047" y="1803957"/>
                  </a:lnTo>
                  <a:lnTo>
                    <a:pt x="2660151" y="1773674"/>
                  </a:lnTo>
                  <a:lnTo>
                    <a:pt x="2588255" y="1743904"/>
                  </a:lnTo>
                  <a:lnTo>
                    <a:pt x="2516359" y="1714658"/>
                  </a:lnTo>
                  <a:lnTo>
                    <a:pt x="2444463" y="1685944"/>
                  </a:lnTo>
                  <a:lnTo>
                    <a:pt x="2372567" y="1657767"/>
                  </a:lnTo>
                  <a:lnTo>
                    <a:pt x="2300671" y="1630128"/>
                  </a:lnTo>
                  <a:lnTo>
                    <a:pt x="2228775" y="1603026"/>
                  </a:lnTo>
                  <a:lnTo>
                    <a:pt x="2156879" y="1576454"/>
                  </a:lnTo>
                  <a:lnTo>
                    <a:pt x="2084983" y="1550406"/>
                  </a:lnTo>
                  <a:lnTo>
                    <a:pt x="2013087" y="1524871"/>
                  </a:lnTo>
                  <a:lnTo>
                    <a:pt x="1941191" y="1499833"/>
                  </a:lnTo>
                  <a:lnTo>
                    <a:pt x="1869295" y="1475279"/>
                  </a:lnTo>
                  <a:lnTo>
                    <a:pt x="1797399" y="1451190"/>
                  </a:lnTo>
                  <a:lnTo>
                    <a:pt x="1725503" y="1427548"/>
                  </a:lnTo>
                  <a:lnTo>
                    <a:pt x="1653607" y="1404332"/>
                  </a:lnTo>
                  <a:lnTo>
                    <a:pt x="1581711" y="1381522"/>
                  </a:lnTo>
                  <a:lnTo>
                    <a:pt x="1509815" y="1359097"/>
                  </a:lnTo>
                  <a:lnTo>
                    <a:pt x="1437919" y="1337036"/>
                  </a:lnTo>
                  <a:lnTo>
                    <a:pt x="1366023" y="1315319"/>
                  </a:lnTo>
                  <a:lnTo>
                    <a:pt x="1294127" y="1293925"/>
                  </a:lnTo>
                  <a:lnTo>
                    <a:pt x="1222231" y="1272835"/>
                  </a:lnTo>
                  <a:lnTo>
                    <a:pt x="1150335" y="1252030"/>
                  </a:lnTo>
                  <a:lnTo>
                    <a:pt x="1078439" y="1231493"/>
                  </a:lnTo>
                  <a:lnTo>
                    <a:pt x="1006543" y="1211205"/>
                  </a:lnTo>
                  <a:lnTo>
                    <a:pt x="934647" y="1191152"/>
                  </a:lnTo>
                  <a:lnTo>
                    <a:pt x="862751" y="1171316"/>
                  </a:lnTo>
                  <a:lnTo>
                    <a:pt x="790855" y="1151686"/>
                  </a:lnTo>
                  <a:lnTo>
                    <a:pt x="718959" y="1132246"/>
                  </a:lnTo>
                  <a:lnTo>
                    <a:pt x="647063" y="1112984"/>
                  </a:lnTo>
                  <a:lnTo>
                    <a:pt x="575167" y="1093889"/>
                  </a:lnTo>
                  <a:lnTo>
                    <a:pt x="503271" y="1074951"/>
                  </a:lnTo>
                  <a:lnTo>
                    <a:pt x="431375" y="1056157"/>
                  </a:lnTo>
                  <a:lnTo>
                    <a:pt x="359479" y="1037500"/>
                  </a:lnTo>
                  <a:lnTo>
                    <a:pt x="287583" y="1018971"/>
                  </a:lnTo>
                  <a:lnTo>
                    <a:pt x="215687" y="1000561"/>
                  </a:lnTo>
                  <a:lnTo>
                    <a:pt x="143791" y="982263"/>
                  </a:lnTo>
                  <a:lnTo>
                    <a:pt x="71895" y="964069"/>
                  </a:lnTo>
                  <a:lnTo>
                    <a:pt x="0" y="945975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1256863" y="2134415"/>
              <a:ext cx="5679782" cy="2073681"/>
            </a:xfrm>
            <a:custGeom>
              <a:avLst/>
              <a:gdLst/>
              <a:ahLst/>
              <a:cxnLst/>
              <a:rect l="0" t="0" r="0" b="0"/>
              <a:pathLst>
                <a:path w="5679782" h="2073681">
                  <a:moveTo>
                    <a:pt x="0" y="0"/>
                  </a:moveTo>
                  <a:lnTo>
                    <a:pt x="71895" y="37782"/>
                  </a:lnTo>
                  <a:lnTo>
                    <a:pt x="143791" y="75466"/>
                  </a:lnTo>
                  <a:lnTo>
                    <a:pt x="215687" y="113045"/>
                  </a:lnTo>
                  <a:lnTo>
                    <a:pt x="287583" y="150512"/>
                  </a:lnTo>
                  <a:lnTo>
                    <a:pt x="359479" y="187860"/>
                  </a:lnTo>
                  <a:lnTo>
                    <a:pt x="431375" y="225080"/>
                  </a:lnTo>
                  <a:lnTo>
                    <a:pt x="503271" y="262164"/>
                  </a:lnTo>
                  <a:lnTo>
                    <a:pt x="575167" y="299102"/>
                  </a:lnTo>
                  <a:lnTo>
                    <a:pt x="647063" y="335885"/>
                  </a:lnTo>
                  <a:lnTo>
                    <a:pt x="718959" y="372500"/>
                  </a:lnTo>
                  <a:lnTo>
                    <a:pt x="790855" y="408938"/>
                  </a:lnTo>
                  <a:lnTo>
                    <a:pt x="862751" y="445184"/>
                  </a:lnTo>
                  <a:lnTo>
                    <a:pt x="934647" y="481226"/>
                  </a:lnTo>
                  <a:lnTo>
                    <a:pt x="1006543" y="517050"/>
                  </a:lnTo>
                  <a:lnTo>
                    <a:pt x="1078439" y="552639"/>
                  </a:lnTo>
                  <a:lnTo>
                    <a:pt x="1150335" y="587979"/>
                  </a:lnTo>
                  <a:lnTo>
                    <a:pt x="1222231" y="623051"/>
                  </a:lnTo>
                  <a:lnTo>
                    <a:pt x="1294127" y="657839"/>
                  </a:lnTo>
                  <a:lnTo>
                    <a:pt x="1366023" y="692322"/>
                  </a:lnTo>
                  <a:lnTo>
                    <a:pt x="1437919" y="726482"/>
                  </a:lnTo>
                  <a:lnTo>
                    <a:pt x="1509815" y="760298"/>
                  </a:lnTo>
                  <a:lnTo>
                    <a:pt x="1581711" y="793751"/>
                  </a:lnTo>
                  <a:lnTo>
                    <a:pt x="1653607" y="826818"/>
                  </a:lnTo>
                  <a:lnTo>
                    <a:pt x="1725503" y="859479"/>
                  </a:lnTo>
                  <a:lnTo>
                    <a:pt x="1797399" y="891714"/>
                  </a:lnTo>
                  <a:lnTo>
                    <a:pt x="1869295" y="923502"/>
                  </a:lnTo>
                  <a:lnTo>
                    <a:pt x="1941191" y="954825"/>
                  </a:lnTo>
                  <a:lnTo>
                    <a:pt x="2013087" y="985665"/>
                  </a:lnTo>
                  <a:lnTo>
                    <a:pt x="2084983" y="1016006"/>
                  </a:lnTo>
                  <a:lnTo>
                    <a:pt x="2156879" y="1045835"/>
                  </a:lnTo>
                  <a:lnTo>
                    <a:pt x="2228775" y="1075141"/>
                  </a:lnTo>
                  <a:lnTo>
                    <a:pt x="2300671" y="1103916"/>
                  </a:lnTo>
                  <a:lnTo>
                    <a:pt x="2372567" y="1132154"/>
                  </a:lnTo>
                  <a:lnTo>
                    <a:pt x="2444463" y="1159855"/>
                  </a:lnTo>
                  <a:lnTo>
                    <a:pt x="2516359" y="1187018"/>
                  </a:lnTo>
                  <a:lnTo>
                    <a:pt x="2588255" y="1213649"/>
                  </a:lnTo>
                  <a:lnTo>
                    <a:pt x="2660151" y="1239756"/>
                  </a:lnTo>
                  <a:lnTo>
                    <a:pt x="2732047" y="1265350"/>
                  </a:lnTo>
                  <a:lnTo>
                    <a:pt x="2803943" y="1290443"/>
                  </a:lnTo>
                  <a:lnTo>
                    <a:pt x="2875839" y="1315051"/>
                  </a:lnTo>
                  <a:lnTo>
                    <a:pt x="2947735" y="1339192"/>
                  </a:lnTo>
                  <a:lnTo>
                    <a:pt x="3019631" y="1362885"/>
                  </a:lnTo>
                  <a:lnTo>
                    <a:pt x="3091527" y="1386148"/>
                  </a:lnTo>
                  <a:lnTo>
                    <a:pt x="3163423" y="1409004"/>
                  </a:lnTo>
                  <a:lnTo>
                    <a:pt x="3235319" y="1431471"/>
                  </a:lnTo>
                  <a:lnTo>
                    <a:pt x="3307215" y="1453573"/>
                  </a:lnTo>
                  <a:lnTo>
                    <a:pt x="3379111" y="1475328"/>
                  </a:lnTo>
                  <a:lnTo>
                    <a:pt x="3451007" y="1496757"/>
                  </a:lnTo>
                  <a:lnTo>
                    <a:pt x="3522902" y="1517881"/>
                  </a:lnTo>
                  <a:lnTo>
                    <a:pt x="3594798" y="1538717"/>
                  </a:lnTo>
                  <a:lnTo>
                    <a:pt x="3666694" y="1559284"/>
                  </a:lnTo>
                  <a:lnTo>
                    <a:pt x="3738590" y="1579599"/>
                  </a:lnTo>
                  <a:lnTo>
                    <a:pt x="3810486" y="1599679"/>
                  </a:lnTo>
                  <a:lnTo>
                    <a:pt x="3882382" y="1619538"/>
                  </a:lnTo>
                  <a:lnTo>
                    <a:pt x="3954278" y="1639192"/>
                  </a:lnTo>
                  <a:lnTo>
                    <a:pt x="4026174" y="1658653"/>
                  </a:lnTo>
                  <a:lnTo>
                    <a:pt x="4098070" y="1677934"/>
                  </a:lnTo>
                  <a:lnTo>
                    <a:pt x="4169966" y="1697047"/>
                  </a:lnTo>
                  <a:lnTo>
                    <a:pt x="4241862" y="1716003"/>
                  </a:lnTo>
                  <a:lnTo>
                    <a:pt x="4313758" y="1734813"/>
                  </a:lnTo>
                  <a:lnTo>
                    <a:pt x="4385654" y="1753485"/>
                  </a:lnTo>
                  <a:lnTo>
                    <a:pt x="4457550" y="1772028"/>
                  </a:lnTo>
                  <a:lnTo>
                    <a:pt x="4529446" y="1790451"/>
                  </a:lnTo>
                  <a:lnTo>
                    <a:pt x="4601342" y="1808762"/>
                  </a:lnTo>
                  <a:lnTo>
                    <a:pt x="4673238" y="1826967"/>
                  </a:lnTo>
                  <a:lnTo>
                    <a:pt x="4745134" y="1845072"/>
                  </a:lnTo>
                  <a:lnTo>
                    <a:pt x="4817030" y="1863085"/>
                  </a:lnTo>
                  <a:lnTo>
                    <a:pt x="4888926" y="1881010"/>
                  </a:lnTo>
                  <a:lnTo>
                    <a:pt x="4960822" y="1898853"/>
                  </a:lnTo>
                  <a:lnTo>
                    <a:pt x="5032718" y="1916619"/>
                  </a:lnTo>
                  <a:lnTo>
                    <a:pt x="5104614" y="1934312"/>
                  </a:lnTo>
                  <a:lnTo>
                    <a:pt x="5176510" y="1951936"/>
                  </a:lnTo>
                  <a:lnTo>
                    <a:pt x="5248406" y="1969495"/>
                  </a:lnTo>
                  <a:lnTo>
                    <a:pt x="5320302" y="1986994"/>
                  </a:lnTo>
                  <a:lnTo>
                    <a:pt x="5392198" y="2004434"/>
                  </a:lnTo>
                  <a:lnTo>
                    <a:pt x="5464094" y="2021821"/>
                  </a:lnTo>
                  <a:lnTo>
                    <a:pt x="5535990" y="2039155"/>
                  </a:lnTo>
                  <a:lnTo>
                    <a:pt x="5607886" y="2056441"/>
                  </a:lnTo>
                  <a:lnTo>
                    <a:pt x="5679782" y="2073681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1256863" y="3080390"/>
              <a:ext cx="5679782" cy="2340616"/>
            </a:xfrm>
            <a:custGeom>
              <a:avLst/>
              <a:gdLst/>
              <a:ahLst/>
              <a:cxnLst/>
              <a:rect l="0" t="0" r="0" b="0"/>
              <a:pathLst>
                <a:path w="5679782" h="2340616">
                  <a:moveTo>
                    <a:pt x="5679782" y="2340616"/>
                  </a:moveTo>
                  <a:lnTo>
                    <a:pt x="5607886" y="2301978"/>
                  </a:lnTo>
                  <a:lnTo>
                    <a:pt x="5535990" y="2263387"/>
                  </a:lnTo>
                  <a:lnTo>
                    <a:pt x="5464094" y="2224844"/>
                  </a:lnTo>
                  <a:lnTo>
                    <a:pt x="5392198" y="2186353"/>
                  </a:lnTo>
                  <a:lnTo>
                    <a:pt x="5320302" y="2147917"/>
                  </a:lnTo>
                  <a:lnTo>
                    <a:pt x="5248406" y="2109538"/>
                  </a:lnTo>
                  <a:lnTo>
                    <a:pt x="5176510" y="2071221"/>
                  </a:lnTo>
                  <a:lnTo>
                    <a:pt x="5104614" y="2032968"/>
                  </a:lnTo>
                  <a:lnTo>
                    <a:pt x="5032718" y="1994783"/>
                  </a:lnTo>
                  <a:lnTo>
                    <a:pt x="4960822" y="1956672"/>
                  </a:lnTo>
                  <a:lnTo>
                    <a:pt x="4888926" y="1918637"/>
                  </a:lnTo>
                  <a:lnTo>
                    <a:pt x="4817030" y="1880685"/>
                  </a:lnTo>
                  <a:lnTo>
                    <a:pt x="4745134" y="1842821"/>
                  </a:lnTo>
                  <a:lnTo>
                    <a:pt x="4673238" y="1805049"/>
                  </a:lnTo>
                  <a:lnTo>
                    <a:pt x="4601342" y="1767377"/>
                  </a:lnTo>
                  <a:lnTo>
                    <a:pt x="4529446" y="1729810"/>
                  </a:lnTo>
                  <a:lnTo>
                    <a:pt x="4457550" y="1692356"/>
                  </a:lnTo>
                  <a:lnTo>
                    <a:pt x="4385654" y="1655023"/>
                  </a:lnTo>
                  <a:lnTo>
                    <a:pt x="4313758" y="1617818"/>
                  </a:lnTo>
                  <a:lnTo>
                    <a:pt x="4241862" y="1580750"/>
                  </a:lnTo>
                  <a:lnTo>
                    <a:pt x="4169966" y="1543829"/>
                  </a:lnTo>
                  <a:lnTo>
                    <a:pt x="4098070" y="1507065"/>
                  </a:lnTo>
                  <a:lnTo>
                    <a:pt x="4026174" y="1470469"/>
                  </a:lnTo>
                  <a:lnTo>
                    <a:pt x="3954278" y="1434053"/>
                  </a:lnTo>
                  <a:lnTo>
                    <a:pt x="3882382" y="1397829"/>
                  </a:lnTo>
                  <a:lnTo>
                    <a:pt x="3810486" y="1361811"/>
                  </a:lnTo>
                  <a:lnTo>
                    <a:pt x="3738590" y="1326013"/>
                  </a:lnTo>
                  <a:lnTo>
                    <a:pt x="3666694" y="1290451"/>
                  </a:lnTo>
                  <a:lnTo>
                    <a:pt x="3594798" y="1255141"/>
                  </a:lnTo>
                  <a:lnTo>
                    <a:pt x="3522902" y="1220100"/>
                  </a:lnTo>
                  <a:lnTo>
                    <a:pt x="3451007" y="1185347"/>
                  </a:lnTo>
                  <a:lnTo>
                    <a:pt x="3379111" y="1150899"/>
                  </a:lnTo>
                  <a:lnTo>
                    <a:pt x="3307215" y="1116777"/>
                  </a:lnTo>
                  <a:lnTo>
                    <a:pt x="3235319" y="1083001"/>
                  </a:lnTo>
                  <a:lnTo>
                    <a:pt x="3163423" y="1049592"/>
                  </a:lnTo>
                  <a:lnTo>
                    <a:pt x="3091527" y="1016570"/>
                  </a:lnTo>
                  <a:lnTo>
                    <a:pt x="3019631" y="983956"/>
                  </a:lnTo>
                  <a:lnTo>
                    <a:pt x="2947735" y="951771"/>
                  </a:lnTo>
                  <a:lnTo>
                    <a:pt x="2875839" y="920035"/>
                  </a:lnTo>
                  <a:lnTo>
                    <a:pt x="2803943" y="888766"/>
                  </a:lnTo>
                  <a:lnTo>
                    <a:pt x="2732047" y="857982"/>
                  </a:lnTo>
                  <a:lnTo>
                    <a:pt x="2660151" y="827699"/>
                  </a:lnTo>
                  <a:lnTo>
                    <a:pt x="2588255" y="797929"/>
                  </a:lnTo>
                  <a:lnTo>
                    <a:pt x="2516359" y="768683"/>
                  </a:lnTo>
                  <a:lnTo>
                    <a:pt x="2444463" y="739969"/>
                  </a:lnTo>
                  <a:lnTo>
                    <a:pt x="2372567" y="711792"/>
                  </a:lnTo>
                  <a:lnTo>
                    <a:pt x="2300671" y="684153"/>
                  </a:lnTo>
                  <a:lnTo>
                    <a:pt x="2228775" y="657050"/>
                  </a:lnTo>
                  <a:lnTo>
                    <a:pt x="2156879" y="630479"/>
                  </a:lnTo>
                  <a:lnTo>
                    <a:pt x="2084983" y="604431"/>
                  </a:lnTo>
                  <a:lnTo>
                    <a:pt x="2013087" y="578895"/>
                  </a:lnTo>
                  <a:lnTo>
                    <a:pt x="1941191" y="553858"/>
                  </a:lnTo>
                  <a:lnTo>
                    <a:pt x="1869295" y="529304"/>
                  </a:lnTo>
                  <a:lnTo>
                    <a:pt x="1797399" y="505215"/>
                  </a:lnTo>
                  <a:lnTo>
                    <a:pt x="1725503" y="481572"/>
                  </a:lnTo>
                  <a:lnTo>
                    <a:pt x="1653607" y="458356"/>
                  </a:lnTo>
                  <a:lnTo>
                    <a:pt x="1581711" y="435546"/>
                  </a:lnTo>
                  <a:lnTo>
                    <a:pt x="1509815" y="413121"/>
                  </a:lnTo>
                  <a:lnTo>
                    <a:pt x="1437919" y="391061"/>
                  </a:lnTo>
                  <a:lnTo>
                    <a:pt x="1366023" y="369344"/>
                  </a:lnTo>
                  <a:lnTo>
                    <a:pt x="1294127" y="347950"/>
                  </a:lnTo>
                  <a:lnTo>
                    <a:pt x="1222231" y="326860"/>
                  </a:lnTo>
                  <a:lnTo>
                    <a:pt x="1150335" y="306055"/>
                  </a:lnTo>
                  <a:lnTo>
                    <a:pt x="1078439" y="285518"/>
                  </a:lnTo>
                  <a:lnTo>
                    <a:pt x="1006543" y="265230"/>
                  </a:lnTo>
                  <a:lnTo>
                    <a:pt x="934647" y="245176"/>
                  </a:lnTo>
                  <a:lnTo>
                    <a:pt x="862751" y="225341"/>
                  </a:lnTo>
                  <a:lnTo>
                    <a:pt x="790855" y="205711"/>
                  </a:lnTo>
                  <a:lnTo>
                    <a:pt x="718959" y="186271"/>
                  </a:lnTo>
                  <a:lnTo>
                    <a:pt x="647063" y="167009"/>
                  </a:lnTo>
                  <a:lnTo>
                    <a:pt x="575167" y="147914"/>
                  </a:lnTo>
                  <a:lnTo>
                    <a:pt x="503271" y="128975"/>
                  </a:lnTo>
                  <a:lnTo>
                    <a:pt x="431375" y="110182"/>
                  </a:lnTo>
                  <a:lnTo>
                    <a:pt x="359479" y="91525"/>
                  </a:lnTo>
                  <a:lnTo>
                    <a:pt x="287583" y="72996"/>
                  </a:lnTo>
                  <a:lnTo>
                    <a:pt x="215687" y="54586"/>
                  </a:lnTo>
                  <a:lnTo>
                    <a:pt x="143791" y="36288"/>
                  </a:lnTo>
                  <a:lnTo>
                    <a:pt x="71895" y="180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1256863" y="2607403"/>
              <a:ext cx="5679782" cy="2207148"/>
            </a:xfrm>
            <a:custGeom>
              <a:avLst/>
              <a:gdLst/>
              <a:ahLst/>
              <a:cxnLst/>
              <a:rect l="0" t="0" r="0" b="0"/>
              <a:pathLst>
                <a:path w="5679782" h="2207148">
                  <a:moveTo>
                    <a:pt x="0" y="0"/>
                  </a:moveTo>
                  <a:lnTo>
                    <a:pt x="71895" y="27938"/>
                  </a:lnTo>
                  <a:lnTo>
                    <a:pt x="143791" y="55877"/>
                  </a:lnTo>
                  <a:lnTo>
                    <a:pt x="215687" y="83815"/>
                  </a:lnTo>
                  <a:lnTo>
                    <a:pt x="287583" y="111754"/>
                  </a:lnTo>
                  <a:lnTo>
                    <a:pt x="359479" y="139692"/>
                  </a:lnTo>
                  <a:lnTo>
                    <a:pt x="431375" y="167631"/>
                  </a:lnTo>
                  <a:lnTo>
                    <a:pt x="503271" y="195570"/>
                  </a:lnTo>
                  <a:lnTo>
                    <a:pt x="575167" y="223508"/>
                  </a:lnTo>
                  <a:lnTo>
                    <a:pt x="647063" y="251447"/>
                  </a:lnTo>
                  <a:lnTo>
                    <a:pt x="718959" y="279385"/>
                  </a:lnTo>
                  <a:lnTo>
                    <a:pt x="790855" y="307324"/>
                  </a:lnTo>
                  <a:lnTo>
                    <a:pt x="862751" y="335263"/>
                  </a:lnTo>
                  <a:lnTo>
                    <a:pt x="934647" y="363201"/>
                  </a:lnTo>
                  <a:lnTo>
                    <a:pt x="1006543" y="391140"/>
                  </a:lnTo>
                  <a:lnTo>
                    <a:pt x="1078439" y="419078"/>
                  </a:lnTo>
                  <a:lnTo>
                    <a:pt x="1150335" y="447017"/>
                  </a:lnTo>
                  <a:lnTo>
                    <a:pt x="1222231" y="474956"/>
                  </a:lnTo>
                  <a:lnTo>
                    <a:pt x="1294127" y="502894"/>
                  </a:lnTo>
                  <a:lnTo>
                    <a:pt x="1366023" y="530833"/>
                  </a:lnTo>
                  <a:lnTo>
                    <a:pt x="1437919" y="558771"/>
                  </a:lnTo>
                  <a:lnTo>
                    <a:pt x="1509815" y="586710"/>
                  </a:lnTo>
                  <a:lnTo>
                    <a:pt x="1581711" y="614649"/>
                  </a:lnTo>
                  <a:lnTo>
                    <a:pt x="1653607" y="642587"/>
                  </a:lnTo>
                  <a:lnTo>
                    <a:pt x="1725503" y="670526"/>
                  </a:lnTo>
                  <a:lnTo>
                    <a:pt x="1797399" y="698464"/>
                  </a:lnTo>
                  <a:lnTo>
                    <a:pt x="1869295" y="726403"/>
                  </a:lnTo>
                  <a:lnTo>
                    <a:pt x="1941191" y="754342"/>
                  </a:lnTo>
                  <a:lnTo>
                    <a:pt x="2013087" y="782280"/>
                  </a:lnTo>
                  <a:lnTo>
                    <a:pt x="2084983" y="810219"/>
                  </a:lnTo>
                  <a:lnTo>
                    <a:pt x="2156879" y="838157"/>
                  </a:lnTo>
                  <a:lnTo>
                    <a:pt x="2228775" y="866096"/>
                  </a:lnTo>
                  <a:lnTo>
                    <a:pt x="2300671" y="894034"/>
                  </a:lnTo>
                  <a:lnTo>
                    <a:pt x="2372567" y="921973"/>
                  </a:lnTo>
                  <a:lnTo>
                    <a:pt x="2444463" y="949912"/>
                  </a:lnTo>
                  <a:lnTo>
                    <a:pt x="2516359" y="977850"/>
                  </a:lnTo>
                  <a:lnTo>
                    <a:pt x="2588255" y="1005789"/>
                  </a:lnTo>
                  <a:lnTo>
                    <a:pt x="2660151" y="1033727"/>
                  </a:lnTo>
                  <a:lnTo>
                    <a:pt x="2732047" y="1061666"/>
                  </a:lnTo>
                  <a:lnTo>
                    <a:pt x="2803943" y="1089605"/>
                  </a:lnTo>
                  <a:lnTo>
                    <a:pt x="2875839" y="1117543"/>
                  </a:lnTo>
                  <a:lnTo>
                    <a:pt x="2947735" y="1145482"/>
                  </a:lnTo>
                  <a:lnTo>
                    <a:pt x="3019631" y="1173420"/>
                  </a:lnTo>
                  <a:lnTo>
                    <a:pt x="3091527" y="1201359"/>
                  </a:lnTo>
                  <a:lnTo>
                    <a:pt x="3163423" y="1229298"/>
                  </a:lnTo>
                  <a:lnTo>
                    <a:pt x="3235319" y="1257236"/>
                  </a:lnTo>
                  <a:lnTo>
                    <a:pt x="3307215" y="1285175"/>
                  </a:lnTo>
                  <a:lnTo>
                    <a:pt x="3379111" y="1313113"/>
                  </a:lnTo>
                  <a:lnTo>
                    <a:pt x="3451007" y="1341052"/>
                  </a:lnTo>
                  <a:lnTo>
                    <a:pt x="3522902" y="1368991"/>
                  </a:lnTo>
                  <a:lnTo>
                    <a:pt x="3594798" y="1396929"/>
                  </a:lnTo>
                  <a:lnTo>
                    <a:pt x="3666694" y="1424868"/>
                  </a:lnTo>
                  <a:lnTo>
                    <a:pt x="3738590" y="1452806"/>
                  </a:lnTo>
                  <a:lnTo>
                    <a:pt x="3810486" y="1480745"/>
                  </a:lnTo>
                  <a:lnTo>
                    <a:pt x="3882382" y="1508684"/>
                  </a:lnTo>
                  <a:lnTo>
                    <a:pt x="3954278" y="1536622"/>
                  </a:lnTo>
                  <a:lnTo>
                    <a:pt x="4026174" y="1564561"/>
                  </a:lnTo>
                  <a:lnTo>
                    <a:pt x="4098070" y="1592499"/>
                  </a:lnTo>
                  <a:lnTo>
                    <a:pt x="4169966" y="1620438"/>
                  </a:lnTo>
                  <a:lnTo>
                    <a:pt x="4241862" y="1648376"/>
                  </a:lnTo>
                  <a:lnTo>
                    <a:pt x="4313758" y="1676315"/>
                  </a:lnTo>
                  <a:lnTo>
                    <a:pt x="4385654" y="1704254"/>
                  </a:lnTo>
                  <a:lnTo>
                    <a:pt x="4457550" y="1732192"/>
                  </a:lnTo>
                  <a:lnTo>
                    <a:pt x="4529446" y="1760131"/>
                  </a:lnTo>
                  <a:lnTo>
                    <a:pt x="4601342" y="1788069"/>
                  </a:lnTo>
                  <a:lnTo>
                    <a:pt x="4673238" y="1816008"/>
                  </a:lnTo>
                  <a:lnTo>
                    <a:pt x="4745134" y="1843947"/>
                  </a:lnTo>
                  <a:lnTo>
                    <a:pt x="4817030" y="1871885"/>
                  </a:lnTo>
                  <a:lnTo>
                    <a:pt x="4888926" y="1899824"/>
                  </a:lnTo>
                  <a:lnTo>
                    <a:pt x="4960822" y="1927762"/>
                  </a:lnTo>
                  <a:lnTo>
                    <a:pt x="5032718" y="1955701"/>
                  </a:lnTo>
                  <a:lnTo>
                    <a:pt x="5104614" y="1983640"/>
                  </a:lnTo>
                  <a:lnTo>
                    <a:pt x="5176510" y="2011578"/>
                  </a:lnTo>
                  <a:lnTo>
                    <a:pt x="5248406" y="2039517"/>
                  </a:lnTo>
                  <a:lnTo>
                    <a:pt x="5320302" y="2067455"/>
                  </a:lnTo>
                  <a:lnTo>
                    <a:pt x="5392198" y="2095394"/>
                  </a:lnTo>
                  <a:lnTo>
                    <a:pt x="5464094" y="2123333"/>
                  </a:lnTo>
                  <a:lnTo>
                    <a:pt x="5535990" y="2151271"/>
                  </a:lnTo>
                  <a:lnTo>
                    <a:pt x="5607886" y="2179210"/>
                  </a:lnTo>
                  <a:lnTo>
                    <a:pt x="5679782" y="2207148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t90"/>
            <p:cNvSpPr/>
            <p:nvPr/>
          </p:nvSpPr>
          <p:spPr>
            <a:xfrm>
              <a:off x="1198161" y="327507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t91"/>
            <p:cNvSpPr/>
            <p:nvPr/>
          </p:nvSpPr>
          <p:spPr>
            <a:xfrm>
              <a:off x="1198161" y="300457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t92"/>
            <p:cNvSpPr/>
            <p:nvPr/>
          </p:nvSpPr>
          <p:spPr>
            <a:xfrm>
              <a:off x="1198161" y="296476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t93"/>
            <p:cNvSpPr/>
            <p:nvPr/>
          </p:nvSpPr>
          <p:spPr>
            <a:xfrm>
              <a:off x="3509753" y="335056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t94"/>
            <p:cNvSpPr/>
            <p:nvPr/>
          </p:nvSpPr>
          <p:spPr>
            <a:xfrm>
              <a:off x="3509753" y="323556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t95"/>
            <p:cNvSpPr/>
            <p:nvPr/>
          </p:nvSpPr>
          <p:spPr>
            <a:xfrm>
              <a:off x="3509753" y="311923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t96"/>
            <p:cNvSpPr/>
            <p:nvPr/>
          </p:nvSpPr>
          <p:spPr>
            <a:xfrm>
              <a:off x="1941059" y="348559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t97"/>
            <p:cNvSpPr/>
            <p:nvPr/>
          </p:nvSpPr>
          <p:spPr>
            <a:xfrm>
              <a:off x="1941059" y="302810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t98"/>
            <p:cNvSpPr/>
            <p:nvPr/>
          </p:nvSpPr>
          <p:spPr>
            <a:xfrm>
              <a:off x="1941059" y="311466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t99"/>
            <p:cNvSpPr/>
            <p:nvPr/>
          </p:nvSpPr>
          <p:spPr>
            <a:xfrm>
              <a:off x="3266177" y="293186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t100"/>
            <p:cNvSpPr/>
            <p:nvPr/>
          </p:nvSpPr>
          <p:spPr>
            <a:xfrm>
              <a:off x="3266177" y="234696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t101"/>
            <p:cNvSpPr/>
            <p:nvPr/>
          </p:nvSpPr>
          <p:spPr>
            <a:xfrm>
              <a:off x="3266177" y="248934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t102"/>
            <p:cNvSpPr/>
            <p:nvPr/>
          </p:nvSpPr>
          <p:spPr>
            <a:xfrm>
              <a:off x="3905144" y="374302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t103"/>
            <p:cNvSpPr/>
            <p:nvPr/>
          </p:nvSpPr>
          <p:spPr>
            <a:xfrm>
              <a:off x="3905144" y="268133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t104"/>
            <p:cNvSpPr/>
            <p:nvPr/>
          </p:nvSpPr>
          <p:spPr>
            <a:xfrm>
              <a:off x="3905144" y="344994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t105"/>
            <p:cNvSpPr/>
            <p:nvPr/>
          </p:nvSpPr>
          <p:spPr>
            <a:xfrm>
              <a:off x="3469416" y="35430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t106"/>
            <p:cNvSpPr/>
            <p:nvPr/>
          </p:nvSpPr>
          <p:spPr>
            <a:xfrm>
              <a:off x="3469416" y="391289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t107"/>
            <p:cNvSpPr/>
            <p:nvPr/>
          </p:nvSpPr>
          <p:spPr>
            <a:xfrm>
              <a:off x="3469416" y="363085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t108"/>
            <p:cNvSpPr/>
            <p:nvPr/>
          </p:nvSpPr>
          <p:spPr>
            <a:xfrm>
              <a:off x="4430922" y="518234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t109"/>
            <p:cNvSpPr/>
            <p:nvPr/>
          </p:nvSpPr>
          <p:spPr>
            <a:xfrm>
              <a:off x="4430922" y="497680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t110"/>
            <p:cNvSpPr/>
            <p:nvPr/>
          </p:nvSpPr>
          <p:spPr>
            <a:xfrm>
              <a:off x="4430922" y="51111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t111"/>
            <p:cNvSpPr/>
            <p:nvPr/>
          </p:nvSpPr>
          <p:spPr>
            <a:xfrm>
              <a:off x="6877943" y="490182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t112"/>
            <p:cNvSpPr/>
            <p:nvPr/>
          </p:nvSpPr>
          <p:spPr>
            <a:xfrm>
              <a:off x="6877943" y="465852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t113"/>
            <p:cNvSpPr/>
            <p:nvPr/>
          </p:nvSpPr>
          <p:spPr>
            <a:xfrm>
              <a:off x="6877943" y="500145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1256863" y="2313368"/>
              <a:ext cx="5679782" cy="3235838"/>
            </a:xfrm>
            <a:custGeom>
              <a:avLst/>
              <a:gdLst/>
              <a:ahLst/>
              <a:cxnLst/>
              <a:rect l="0" t="0" r="0" b="0"/>
              <a:pathLst>
                <a:path w="5679782" h="3235838">
                  <a:moveTo>
                    <a:pt x="0" y="0"/>
                  </a:moveTo>
                  <a:lnTo>
                    <a:pt x="71895" y="36990"/>
                  </a:lnTo>
                  <a:lnTo>
                    <a:pt x="143791" y="73878"/>
                  </a:lnTo>
                  <a:lnTo>
                    <a:pt x="215687" y="110657"/>
                  </a:lnTo>
                  <a:lnTo>
                    <a:pt x="287583" y="147319"/>
                  </a:lnTo>
                  <a:lnTo>
                    <a:pt x="359479" y="183858"/>
                  </a:lnTo>
                  <a:lnTo>
                    <a:pt x="431375" y="220264"/>
                  </a:lnTo>
                  <a:lnTo>
                    <a:pt x="503271" y="256528"/>
                  </a:lnTo>
                  <a:lnTo>
                    <a:pt x="575167" y="292641"/>
                  </a:lnTo>
                  <a:lnTo>
                    <a:pt x="647063" y="328593"/>
                  </a:lnTo>
                  <a:lnTo>
                    <a:pt x="718959" y="364370"/>
                  </a:lnTo>
                  <a:lnTo>
                    <a:pt x="790855" y="399963"/>
                  </a:lnTo>
                  <a:lnTo>
                    <a:pt x="862751" y="435357"/>
                  </a:lnTo>
                  <a:lnTo>
                    <a:pt x="934647" y="470539"/>
                  </a:lnTo>
                  <a:lnTo>
                    <a:pt x="1006543" y="505493"/>
                  </a:lnTo>
                  <a:lnTo>
                    <a:pt x="1078439" y="540205"/>
                  </a:lnTo>
                  <a:lnTo>
                    <a:pt x="1150335" y="574657"/>
                  </a:lnTo>
                  <a:lnTo>
                    <a:pt x="1222231" y="608831"/>
                  </a:lnTo>
                  <a:lnTo>
                    <a:pt x="1294127" y="642709"/>
                  </a:lnTo>
                  <a:lnTo>
                    <a:pt x="1366023" y="676271"/>
                  </a:lnTo>
                  <a:lnTo>
                    <a:pt x="1437919" y="709497"/>
                  </a:lnTo>
                  <a:lnTo>
                    <a:pt x="1509815" y="742366"/>
                  </a:lnTo>
                  <a:lnTo>
                    <a:pt x="1581711" y="774856"/>
                  </a:lnTo>
                  <a:lnTo>
                    <a:pt x="1653607" y="806946"/>
                  </a:lnTo>
                  <a:lnTo>
                    <a:pt x="1725503" y="838615"/>
                  </a:lnTo>
                  <a:lnTo>
                    <a:pt x="1797399" y="869840"/>
                  </a:lnTo>
                  <a:lnTo>
                    <a:pt x="1869295" y="900601"/>
                  </a:lnTo>
                  <a:lnTo>
                    <a:pt x="1941191" y="930879"/>
                  </a:lnTo>
                  <a:lnTo>
                    <a:pt x="2013087" y="960655"/>
                  </a:lnTo>
                  <a:lnTo>
                    <a:pt x="2084983" y="989912"/>
                  </a:lnTo>
                  <a:lnTo>
                    <a:pt x="2156879" y="1018638"/>
                  </a:lnTo>
                  <a:lnTo>
                    <a:pt x="2228775" y="1046820"/>
                  </a:lnTo>
                  <a:lnTo>
                    <a:pt x="2300671" y="1074449"/>
                  </a:lnTo>
                  <a:lnTo>
                    <a:pt x="2372567" y="1101522"/>
                  </a:lnTo>
                  <a:lnTo>
                    <a:pt x="2444463" y="1128035"/>
                  </a:lnTo>
                  <a:lnTo>
                    <a:pt x="2516359" y="1153990"/>
                  </a:lnTo>
                  <a:lnTo>
                    <a:pt x="2588255" y="1179392"/>
                  </a:lnTo>
                  <a:lnTo>
                    <a:pt x="2660151" y="1204249"/>
                  </a:lnTo>
                  <a:lnTo>
                    <a:pt x="2732047" y="1228573"/>
                  </a:lnTo>
                  <a:lnTo>
                    <a:pt x="2803943" y="1252377"/>
                  </a:lnTo>
                  <a:lnTo>
                    <a:pt x="2875839" y="1275677"/>
                  </a:lnTo>
                  <a:lnTo>
                    <a:pt x="2947735" y="1298492"/>
                  </a:lnTo>
                  <a:lnTo>
                    <a:pt x="3019631" y="1320840"/>
                  </a:lnTo>
                  <a:lnTo>
                    <a:pt x="3091527" y="1342743"/>
                  </a:lnTo>
                  <a:lnTo>
                    <a:pt x="3163423" y="1364221"/>
                  </a:lnTo>
                  <a:lnTo>
                    <a:pt x="3235319" y="1385296"/>
                  </a:lnTo>
                  <a:lnTo>
                    <a:pt x="3307215" y="1405991"/>
                  </a:lnTo>
                  <a:lnTo>
                    <a:pt x="3379111" y="1426326"/>
                  </a:lnTo>
                  <a:lnTo>
                    <a:pt x="3451007" y="1446323"/>
                  </a:lnTo>
                  <a:lnTo>
                    <a:pt x="3522902" y="1466001"/>
                  </a:lnTo>
                  <a:lnTo>
                    <a:pt x="3594798" y="1485382"/>
                  </a:lnTo>
                  <a:lnTo>
                    <a:pt x="3666694" y="1504482"/>
                  </a:lnTo>
                  <a:lnTo>
                    <a:pt x="3738590" y="1523321"/>
                  </a:lnTo>
                  <a:lnTo>
                    <a:pt x="3810486" y="1541915"/>
                  </a:lnTo>
                  <a:lnTo>
                    <a:pt x="3882382" y="1560280"/>
                  </a:lnTo>
                  <a:lnTo>
                    <a:pt x="3954278" y="1578430"/>
                  </a:lnTo>
                  <a:lnTo>
                    <a:pt x="4026174" y="1596381"/>
                  </a:lnTo>
                  <a:lnTo>
                    <a:pt x="4098070" y="1614146"/>
                  </a:lnTo>
                  <a:lnTo>
                    <a:pt x="4169966" y="1631735"/>
                  </a:lnTo>
                  <a:lnTo>
                    <a:pt x="4241862" y="1649162"/>
                  </a:lnTo>
                  <a:lnTo>
                    <a:pt x="4313758" y="1666435"/>
                  </a:lnTo>
                  <a:lnTo>
                    <a:pt x="4385654" y="1683567"/>
                  </a:lnTo>
                  <a:lnTo>
                    <a:pt x="4457550" y="1700564"/>
                  </a:lnTo>
                  <a:lnTo>
                    <a:pt x="4529446" y="1717437"/>
                  </a:lnTo>
                  <a:lnTo>
                    <a:pt x="4601342" y="1734192"/>
                  </a:lnTo>
                  <a:lnTo>
                    <a:pt x="4673238" y="1750838"/>
                  </a:lnTo>
                  <a:lnTo>
                    <a:pt x="4745134" y="1767381"/>
                  </a:lnTo>
                  <a:lnTo>
                    <a:pt x="4817030" y="1783826"/>
                  </a:lnTo>
                  <a:lnTo>
                    <a:pt x="4888926" y="1800181"/>
                  </a:lnTo>
                  <a:lnTo>
                    <a:pt x="4960822" y="1816451"/>
                  </a:lnTo>
                  <a:lnTo>
                    <a:pt x="5032718" y="1832640"/>
                  </a:lnTo>
                  <a:lnTo>
                    <a:pt x="5104614" y="1848754"/>
                  </a:lnTo>
                  <a:lnTo>
                    <a:pt x="5176510" y="1864796"/>
                  </a:lnTo>
                  <a:lnTo>
                    <a:pt x="5248406" y="1880771"/>
                  </a:lnTo>
                  <a:lnTo>
                    <a:pt x="5320302" y="1896682"/>
                  </a:lnTo>
                  <a:lnTo>
                    <a:pt x="5392198" y="1912534"/>
                  </a:lnTo>
                  <a:lnTo>
                    <a:pt x="5464094" y="1928329"/>
                  </a:lnTo>
                  <a:lnTo>
                    <a:pt x="5535990" y="1944070"/>
                  </a:lnTo>
                  <a:lnTo>
                    <a:pt x="5607886" y="1959761"/>
                  </a:lnTo>
                  <a:lnTo>
                    <a:pt x="5679782" y="1975404"/>
                  </a:lnTo>
                  <a:lnTo>
                    <a:pt x="5679782" y="3235838"/>
                  </a:lnTo>
                  <a:lnTo>
                    <a:pt x="5607886" y="3197959"/>
                  </a:lnTo>
                  <a:lnTo>
                    <a:pt x="5535990" y="3160128"/>
                  </a:lnTo>
                  <a:lnTo>
                    <a:pt x="5464094" y="3122348"/>
                  </a:lnTo>
                  <a:lnTo>
                    <a:pt x="5392198" y="3084621"/>
                  </a:lnTo>
                  <a:lnTo>
                    <a:pt x="5320302" y="3046951"/>
                  </a:lnTo>
                  <a:lnTo>
                    <a:pt x="5248406" y="3009341"/>
                  </a:lnTo>
                  <a:lnTo>
                    <a:pt x="5176510" y="2971795"/>
                  </a:lnTo>
                  <a:lnTo>
                    <a:pt x="5104614" y="2934315"/>
                  </a:lnTo>
                  <a:lnTo>
                    <a:pt x="5032718" y="2896907"/>
                  </a:lnTo>
                  <a:lnTo>
                    <a:pt x="4960822" y="2859575"/>
                  </a:lnTo>
                  <a:lnTo>
                    <a:pt x="4888926" y="2822323"/>
                  </a:lnTo>
                  <a:lnTo>
                    <a:pt x="4817030" y="2785156"/>
                  </a:lnTo>
                  <a:lnTo>
                    <a:pt x="4745134" y="2748081"/>
                  </a:lnTo>
                  <a:lnTo>
                    <a:pt x="4673238" y="2711102"/>
                  </a:lnTo>
                  <a:lnTo>
                    <a:pt x="4601342" y="2674226"/>
                  </a:lnTo>
                  <a:lnTo>
                    <a:pt x="4529446" y="2637460"/>
                  </a:lnTo>
                  <a:lnTo>
                    <a:pt x="4457550" y="2600811"/>
                  </a:lnTo>
                  <a:lnTo>
                    <a:pt x="4385654" y="2564287"/>
                  </a:lnTo>
                  <a:lnTo>
                    <a:pt x="4313758" y="2527896"/>
                  </a:lnTo>
                  <a:lnTo>
                    <a:pt x="4241862" y="2491649"/>
                  </a:lnTo>
                  <a:lnTo>
                    <a:pt x="4169966" y="2455554"/>
                  </a:lnTo>
                  <a:lnTo>
                    <a:pt x="4098070" y="2419622"/>
                  </a:lnTo>
                  <a:lnTo>
                    <a:pt x="4026174" y="2383864"/>
                  </a:lnTo>
                  <a:lnTo>
                    <a:pt x="3954278" y="2348294"/>
                  </a:lnTo>
                  <a:lnTo>
                    <a:pt x="3882382" y="2312923"/>
                  </a:lnTo>
                  <a:lnTo>
                    <a:pt x="3810486" y="2277766"/>
                  </a:lnTo>
                  <a:lnTo>
                    <a:pt x="3738590" y="2242839"/>
                  </a:lnTo>
                  <a:lnTo>
                    <a:pt x="3666694" y="2208156"/>
                  </a:lnTo>
                  <a:lnTo>
                    <a:pt x="3594798" y="2173735"/>
                  </a:lnTo>
                  <a:lnTo>
                    <a:pt x="3522902" y="2139593"/>
                  </a:lnTo>
                  <a:lnTo>
                    <a:pt x="3451007" y="2105750"/>
                  </a:lnTo>
                  <a:lnTo>
                    <a:pt x="3379111" y="2072226"/>
                  </a:lnTo>
                  <a:lnTo>
                    <a:pt x="3307215" y="2039039"/>
                  </a:lnTo>
                  <a:lnTo>
                    <a:pt x="3235319" y="2006212"/>
                  </a:lnTo>
                  <a:lnTo>
                    <a:pt x="3163423" y="1973766"/>
                  </a:lnTo>
                  <a:lnTo>
                    <a:pt x="3091527" y="1941723"/>
                  </a:lnTo>
                  <a:lnTo>
                    <a:pt x="3019631" y="1910104"/>
                  </a:lnTo>
                  <a:lnTo>
                    <a:pt x="2947735" y="1878931"/>
                  </a:lnTo>
                  <a:lnTo>
                    <a:pt x="2875839" y="1848224"/>
                  </a:lnTo>
                  <a:lnTo>
                    <a:pt x="2803943" y="1818002"/>
                  </a:lnTo>
                  <a:lnTo>
                    <a:pt x="2732047" y="1788285"/>
                  </a:lnTo>
                  <a:lnTo>
                    <a:pt x="2660151" y="1759087"/>
                  </a:lnTo>
                  <a:lnTo>
                    <a:pt x="2588255" y="1730423"/>
                  </a:lnTo>
                  <a:lnTo>
                    <a:pt x="2516359" y="1702303"/>
                  </a:lnTo>
                  <a:lnTo>
                    <a:pt x="2444463" y="1674737"/>
                  </a:lnTo>
                  <a:lnTo>
                    <a:pt x="2372567" y="1647728"/>
                  </a:lnTo>
                  <a:lnTo>
                    <a:pt x="2300671" y="1621279"/>
                  </a:lnTo>
                  <a:lnTo>
                    <a:pt x="2228775" y="1595387"/>
                  </a:lnTo>
                  <a:lnTo>
                    <a:pt x="2156879" y="1570048"/>
                  </a:lnTo>
                  <a:lnTo>
                    <a:pt x="2084983" y="1545251"/>
                  </a:lnTo>
                  <a:lnTo>
                    <a:pt x="2013087" y="1520988"/>
                  </a:lnTo>
                  <a:lnTo>
                    <a:pt x="1941191" y="1497242"/>
                  </a:lnTo>
                  <a:lnTo>
                    <a:pt x="1869295" y="1473998"/>
                  </a:lnTo>
                  <a:lnTo>
                    <a:pt x="1797399" y="1451238"/>
                  </a:lnTo>
                  <a:lnTo>
                    <a:pt x="1725503" y="1428941"/>
                  </a:lnTo>
                  <a:lnTo>
                    <a:pt x="1653607" y="1407088"/>
                  </a:lnTo>
                  <a:lnTo>
                    <a:pt x="1581711" y="1385657"/>
                  </a:lnTo>
                  <a:lnTo>
                    <a:pt x="1509815" y="1364626"/>
                  </a:lnTo>
                  <a:lnTo>
                    <a:pt x="1437919" y="1343973"/>
                  </a:lnTo>
                  <a:lnTo>
                    <a:pt x="1366023" y="1323678"/>
                  </a:lnTo>
                  <a:lnTo>
                    <a:pt x="1294127" y="1303718"/>
                  </a:lnTo>
                  <a:lnTo>
                    <a:pt x="1222231" y="1284074"/>
                  </a:lnTo>
                  <a:lnTo>
                    <a:pt x="1150335" y="1264727"/>
                  </a:lnTo>
                  <a:lnTo>
                    <a:pt x="1078439" y="1245657"/>
                  </a:lnTo>
                  <a:lnTo>
                    <a:pt x="1006543" y="1226847"/>
                  </a:lnTo>
                  <a:lnTo>
                    <a:pt x="934647" y="1208280"/>
                  </a:lnTo>
                  <a:lnTo>
                    <a:pt x="862751" y="1189941"/>
                  </a:lnTo>
                  <a:lnTo>
                    <a:pt x="790855" y="1171813"/>
                  </a:lnTo>
                  <a:lnTo>
                    <a:pt x="718959" y="1153884"/>
                  </a:lnTo>
                  <a:lnTo>
                    <a:pt x="647063" y="1136140"/>
                  </a:lnTo>
                  <a:lnTo>
                    <a:pt x="575167" y="1118570"/>
                  </a:lnTo>
                  <a:lnTo>
                    <a:pt x="503271" y="1101161"/>
                  </a:lnTo>
                  <a:lnTo>
                    <a:pt x="431375" y="1083904"/>
                  </a:lnTo>
                  <a:lnTo>
                    <a:pt x="359479" y="1066789"/>
                  </a:lnTo>
                  <a:lnTo>
                    <a:pt x="287583" y="1049806"/>
                  </a:lnTo>
                  <a:lnTo>
                    <a:pt x="215687" y="1032947"/>
                  </a:lnTo>
                  <a:lnTo>
                    <a:pt x="143791" y="1016204"/>
                  </a:lnTo>
                  <a:lnTo>
                    <a:pt x="71895" y="999571"/>
                  </a:lnTo>
                  <a:lnTo>
                    <a:pt x="0" y="983040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1256863" y="2313368"/>
              <a:ext cx="5679782" cy="1975404"/>
            </a:xfrm>
            <a:custGeom>
              <a:avLst/>
              <a:gdLst/>
              <a:ahLst/>
              <a:cxnLst/>
              <a:rect l="0" t="0" r="0" b="0"/>
              <a:pathLst>
                <a:path w="5679782" h="1975404">
                  <a:moveTo>
                    <a:pt x="0" y="0"/>
                  </a:moveTo>
                  <a:lnTo>
                    <a:pt x="71895" y="36990"/>
                  </a:lnTo>
                  <a:lnTo>
                    <a:pt x="143791" y="73878"/>
                  </a:lnTo>
                  <a:lnTo>
                    <a:pt x="215687" y="110657"/>
                  </a:lnTo>
                  <a:lnTo>
                    <a:pt x="287583" y="147319"/>
                  </a:lnTo>
                  <a:lnTo>
                    <a:pt x="359479" y="183858"/>
                  </a:lnTo>
                  <a:lnTo>
                    <a:pt x="431375" y="220264"/>
                  </a:lnTo>
                  <a:lnTo>
                    <a:pt x="503271" y="256528"/>
                  </a:lnTo>
                  <a:lnTo>
                    <a:pt x="575167" y="292641"/>
                  </a:lnTo>
                  <a:lnTo>
                    <a:pt x="647063" y="328593"/>
                  </a:lnTo>
                  <a:lnTo>
                    <a:pt x="718959" y="364370"/>
                  </a:lnTo>
                  <a:lnTo>
                    <a:pt x="790855" y="399963"/>
                  </a:lnTo>
                  <a:lnTo>
                    <a:pt x="862751" y="435357"/>
                  </a:lnTo>
                  <a:lnTo>
                    <a:pt x="934647" y="470539"/>
                  </a:lnTo>
                  <a:lnTo>
                    <a:pt x="1006543" y="505493"/>
                  </a:lnTo>
                  <a:lnTo>
                    <a:pt x="1078439" y="540205"/>
                  </a:lnTo>
                  <a:lnTo>
                    <a:pt x="1150335" y="574657"/>
                  </a:lnTo>
                  <a:lnTo>
                    <a:pt x="1222231" y="608831"/>
                  </a:lnTo>
                  <a:lnTo>
                    <a:pt x="1294127" y="642709"/>
                  </a:lnTo>
                  <a:lnTo>
                    <a:pt x="1366023" y="676271"/>
                  </a:lnTo>
                  <a:lnTo>
                    <a:pt x="1437919" y="709497"/>
                  </a:lnTo>
                  <a:lnTo>
                    <a:pt x="1509815" y="742366"/>
                  </a:lnTo>
                  <a:lnTo>
                    <a:pt x="1581711" y="774856"/>
                  </a:lnTo>
                  <a:lnTo>
                    <a:pt x="1653607" y="806946"/>
                  </a:lnTo>
                  <a:lnTo>
                    <a:pt x="1725503" y="838615"/>
                  </a:lnTo>
                  <a:lnTo>
                    <a:pt x="1797399" y="869840"/>
                  </a:lnTo>
                  <a:lnTo>
                    <a:pt x="1869295" y="900601"/>
                  </a:lnTo>
                  <a:lnTo>
                    <a:pt x="1941191" y="930879"/>
                  </a:lnTo>
                  <a:lnTo>
                    <a:pt x="2013087" y="960655"/>
                  </a:lnTo>
                  <a:lnTo>
                    <a:pt x="2084983" y="989912"/>
                  </a:lnTo>
                  <a:lnTo>
                    <a:pt x="2156879" y="1018638"/>
                  </a:lnTo>
                  <a:lnTo>
                    <a:pt x="2228775" y="1046820"/>
                  </a:lnTo>
                  <a:lnTo>
                    <a:pt x="2300671" y="1074449"/>
                  </a:lnTo>
                  <a:lnTo>
                    <a:pt x="2372567" y="1101522"/>
                  </a:lnTo>
                  <a:lnTo>
                    <a:pt x="2444463" y="1128035"/>
                  </a:lnTo>
                  <a:lnTo>
                    <a:pt x="2516359" y="1153990"/>
                  </a:lnTo>
                  <a:lnTo>
                    <a:pt x="2588255" y="1179392"/>
                  </a:lnTo>
                  <a:lnTo>
                    <a:pt x="2660151" y="1204249"/>
                  </a:lnTo>
                  <a:lnTo>
                    <a:pt x="2732047" y="1228573"/>
                  </a:lnTo>
                  <a:lnTo>
                    <a:pt x="2803943" y="1252377"/>
                  </a:lnTo>
                  <a:lnTo>
                    <a:pt x="2875839" y="1275677"/>
                  </a:lnTo>
                  <a:lnTo>
                    <a:pt x="2947735" y="1298492"/>
                  </a:lnTo>
                  <a:lnTo>
                    <a:pt x="3019631" y="1320840"/>
                  </a:lnTo>
                  <a:lnTo>
                    <a:pt x="3091527" y="1342743"/>
                  </a:lnTo>
                  <a:lnTo>
                    <a:pt x="3163423" y="1364221"/>
                  </a:lnTo>
                  <a:lnTo>
                    <a:pt x="3235319" y="1385296"/>
                  </a:lnTo>
                  <a:lnTo>
                    <a:pt x="3307215" y="1405991"/>
                  </a:lnTo>
                  <a:lnTo>
                    <a:pt x="3379111" y="1426326"/>
                  </a:lnTo>
                  <a:lnTo>
                    <a:pt x="3451007" y="1446323"/>
                  </a:lnTo>
                  <a:lnTo>
                    <a:pt x="3522902" y="1466001"/>
                  </a:lnTo>
                  <a:lnTo>
                    <a:pt x="3594798" y="1485382"/>
                  </a:lnTo>
                  <a:lnTo>
                    <a:pt x="3666694" y="1504482"/>
                  </a:lnTo>
                  <a:lnTo>
                    <a:pt x="3738590" y="1523321"/>
                  </a:lnTo>
                  <a:lnTo>
                    <a:pt x="3810486" y="1541915"/>
                  </a:lnTo>
                  <a:lnTo>
                    <a:pt x="3882382" y="1560280"/>
                  </a:lnTo>
                  <a:lnTo>
                    <a:pt x="3954278" y="1578430"/>
                  </a:lnTo>
                  <a:lnTo>
                    <a:pt x="4026174" y="1596381"/>
                  </a:lnTo>
                  <a:lnTo>
                    <a:pt x="4098070" y="1614146"/>
                  </a:lnTo>
                  <a:lnTo>
                    <a:pt x="4169966" y="1631735"/>
                  </a:lnTo>
                  <a:lnTo>
                    <a:pt x="4241862" y="1649162"/>
                  </a:lnTo>
                  <a:lnTo>
                    <a:pt x="4313758" y="1666435"/>
                  </a:lnTo>
                  <a:lnTo>
                    <a:pt x="4385654" y="1683567"/>
                  </a:lnTo>
                  <a:lnTo>
                    <a:pt x="4457550" y="1700564"/>
                  </a:lnTo>
                  <a:lnTo>
                    <a:pt x="4529446" y="1717437"/>
                  </a:lnTo>
                  <a:lnTo>
                    <a:pt x="4601342" y="1734192"/>
                  </a:lnTo>
                  <a:lnTo>
                    <a:pt x="4673238" y="1750838"/>
                  </a:lnTo>
                  <a:lnTo>
                    <a:pt x="4745134" y="1767381"/>
                  </a:lnTo>
                  <a:lnTo>
                    <a:pt x="4817030" y="1783826"/>
                  </a:lnTo>
                  <a:lnTo>
                    <a:pt x="4888926" y="1800181"/>
                  </a:lnTo>
                  <a:lnTo>
                    <a:pt x="4960822" y="1816451"/>
                  </a:lnTo>
                  <a:lnTo>
                    <a:pt x="5032718" y="1832640"/>
                  </a:lnTo>
                  <a:lnTo>
                    <a:pt x="5104614" y="1848754"/>
                  </a:lnTo>
                  <a:lnTo>
                    <a:pt x="5176510" y="1864796"/>
                  </a:lnTo>
                  <a:lnTo>
                    <a:pt x="5248406" y="1880771"/>
                  </a:lnTo>
                  <a:lnTo>
                    <a:pt x="5320302" y="1896682"/>
                  </a:lnTo>
                  <a:lnTo>
                    <a:pt x="5392198" y="1912534"/>
                  </a:lnTo>
                  <a:lnTo>
                    <a:pt x="5464094" y="1928329"/>
                  </a:lnTo>
                  <a:lnTo>
                    <a:pt x="5535990" y="1944070"/>
                  </a:lnTo>
                  <a:lnTo>
                    <a:pt x="5607886" y="1959761"/>
                  </a:lnTo>
                  <a:lnTo>
                    <a:pt x="5679782" y="197540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1256863" y="3296409"/>
              <a:ext cx="5679782" cy="2252798"/>
            </a:xfrm>
            <a:custGeom>
              <a:avLst/>
              <a:gdLst/>
              <a:ahLst/>
              <a:cxnLst/>
              <a:rect l="0" t="0" r="0" b="0"/>
              <a:pathLst>
                <a:path w="5679782" h="2252798">
                  <a:moveTo>
                    <a:pt x="5679782" y="2252798"/>
                  </a:moveTo>
                  <a:lnTo>
                    <a:pt x="5607886" y="2214919"/>
                  </a:lnTo>
                  <a:lnTo>
                    <a:pt x="5535990" y="2177088"/>
                  </a:lnTo>
                  <a:lnTo>
                    <a:pt x="5464094" y="2139308"/>
                  </a:lnTo>
                  <a:lnTo>
                    <a:pt x="5392198" y="2101581"/>
                  </a:lnTo>
                  <a:lnTo>
                    <a:pt x="5320302" y="2063911"/>
                  </a:lnTo>
                  <a:lnTo>
                    <a:pt x="5248406" y="2026301"/>
                  </a:lnTo>
                  <a:lnTo>
                    <a:pt x="5176510" y="1988754"/>
                  </a:lnTo>
                  <a:lnTo>
                    <a:pt x="5104614" y="1951275"/>
                  </a:lnTo>
                  <a:lnTo>
                    <a:pt x="5032718" y="1913867"/>
                  </a:lnTo>
                  <a:lnTo>
                    <a:pt x="4960822" y="1876535"/>
                  </a:lnTo>
                  <a:lnTo>
                    <a:pt x="4888926" y="1839283"/>
                  </a:lnTo>
                  <a:lnTo>
                    <a:pt x="4817030" y="1802116"/>
                  </a:lnTo>
                  <a:lnTo>
                    <a:pt x="4745134" y="1765041"/>
                  </a:lnTo>
                  <a:lnTo>
                    <a:pt x="4673238" y="1728062"/>
                  </a:lnTo>
                  <a:lnTo>
                    <a:pt x="4601342" y="1691186"/>
                  </a:lnTo>
                  <a:lnTo>
                    <a:pt x="4529446" y="1654420"/>
                  </a:lnTo>
                  <a:lnTo>
                    <a:pt x="4457550" y="1617771"/>
                  </a:lnTo>
                  <a:lnTo>
                    <a:pt x="4385654" y="1581247"/>
                  </a:lnTo>
                  <a:lnTo>
                    <a:pt x="4313758" y="1544856"/>
                  </a:lnTo>
                  <a:lnTo>
                    <a:pt x="4241862" y="1508609"/>
                  </a:lnTo>
                  <a:lnTo>
                    <a:pt x="4169966" y="1472514"/>
                  </a:lnTo>
                  <a:lnTo>
                    <a:pt x="4098070" y="1436582"/>
                  </a:lnTo>
                  <a:lnTo>
                    <a:pt x="4026174" y="1400824"/>
                  </a:lnTo>
                  <a:lnTo>
                    <a:pt x="3954278" y="1365254"/>
                  </a:lnTo>
                  <a:lnTo>
                    <a:pt x="3882382" y="1329883"/>
                  </a:lnTo>
                  <a:lnTo>
                    <a:pt x="3810486" y="1294726"/>
                  </a:lnTo>
                  <a:lnTo>
                    <a:pt x="3738590" y="1259799"/>
                  </a:lnTo>
                  <a:lnTo>
                    <a:pt x="3666694" y="1225116"/>
                  </a:lnTo>
                  <a:lnTo>
                    <a:pt x="3594798" y="1190695"/>
                  </a:lnTo>
                  <a:lnTo>
                    <a:pt x="3522902" y="1156553"/>
                  </a:lnTo>
                  <a:lnTo>
                    <a:pt x="3451007" y="1122710"/>
                  </a:lnTo>
                  <a:lnTo>
                    <a:pt x="3379111" y="1089186"/>
                  </a:lnTo>
                  <a:lnTo>
                    <a:pt x="3307215" y="1055999"/>
                  </a:lnTo>
                  <a:lnTo>
                    <a:pt x="3235319" y="1023172"/>
                  </a:lnTo>
                  <a:lnTo>
                    <a:pt x="3163423" y="990726"/>
                  </a:lnTo>
                  <a:lnTo>
                    <a:pt x="3091527" y="958683"/>
                  </a:lnTo>
                  <a:lnTo>
                    <a:pt x="3019631" y="927064"/>
                  </a:lnTo>
                  <a:lnTo>
                    <a:pt x="2947735" y="895891"/>
                  </a:lnTo>
                  <a:lnTo>
                    <a:pt x="2875839" y="865184"/>
                  </a:lnTo>
                  <a:lnTo>
                    <a:pt x="2803943" y="834962"/>
                  </a:lnTo>
                  <a:lnTo>
                    <a:pt x="2732047" y="805245"/>
                  </a:lnTo>
                  <a:lnTo>
                    <a:pt x="2660151" y="776047"/>
                  </a:lnTo>
                  <a:lnTo>
                    <a:pt x="2588255" y="747383"/>
                  </a:lnTo>
                  <a:lnTo>
                    <a:pt x="2516359" y="719263"/>
                  </a:lnTo>
                  <a:lnTo>
                    <a:pt x="2444463" y="691697"/>
                  </a:lnTo>
                  <a:lnTo>
                    <a:pt x="2372567" y="664688"/>
                  </a:lnTo>
                  <a:lnTo>
                    <a:pt x="2300671" y="638239"/>
                  </a:lnTo>
                  <a:lnTo>
                    <a:pt x="2228775" y="612347"/>
                  </a:lnTo>
                  <a:lnTo>
                    <a:pt x="2156879" y="587008"/>
                  </a:lnTo>
                  <a:lnTo>
                    <a:pt x="2084983" y="562211"/>
                  </a:lnTo>
                  <a:lnTo>
                    <a:pt x="2013087" y="537948"/>
                  </a:lnTo>
                  <a:lnTo>
                    <a:pt x="1941191" y="514202"/>
                  </a:lnTo>
                  <a:lnTo>
                    <a:pt x="1869295" y="490958"/>
                  </a:lnTo>
                  <a:lnTo>
                    <a:pt x="1797399" y="468198"/>
                  </a:lnTo>
                  <a:lnTo>
                    <a:pt x="1725503" y="445901"/>
                  </a:lnTo>
                  <a:lnTo>
                    <a:pt x="1653607" y="424048"/>
                  </a:lnTo>
                  <a:lnTo>
                    <a:pt x="1581711" y="402617"/>
                  </a:lnTo>
                  <a:lnTo>
                    <a:pt x="1509815" y="381586"/>
                  </a:lnTo>
                  <a:lnTo>
                    <a:pt x="1437919" y="360933"/>
                  </a:lnTo>
                  <a:lnTo>
                    <a:pt x="1366023" y="340638"/>
                  </a:lnTo>
                  <a:lnTo>
                    <a:pt x="1294127" y="320678"/>
                  </a:lnTo>
                  <a:lnTo>
                    <a:pt x="1222231" y="301034"/>
                  </a:lnTo>
                  <a:lnTo>
                    <a:pt x="1150335" y="281687"/>
                  </a:lnTo>
                  <a:lnTo>
                    <a:pt x="1078439" y="262617"/>
                  </a:lnTo>
                  <a:lnTo>
                    <a:pt x="1006543" y="243807"/>
                  </a:lnTo>
                  <a:lnTo>
                    <a:pt x="934647" y="225240"/>
                  </a:lnTo>
                  <a:lnTo>
                    <a:pt x="862751" y="206901"/>
                  </a:lnTo>
                  <a:lnTo>
                    <a:pt x="790855" y="188773"/>
                  </a:lnTo>
                  <a:lnTo>
                    <a:pt x="718959" y="170844"/>
                  </a:lnTo>
                  <a:lnTo>
                    <a:pt x="647063" y="153100"/>
                  </a:lnTo>
                  <a:lnTo>
                    <a:pt x="575167" y="135530"/>
                  </a:lnTo>
                  <a:lnTo>
                    <a:pt x="503271" y="118121"/>
                  </a:lnTo>
                  <a:lnTo>
                    <a:pt x="431375" y="100864"/>
                  </a:lnTo>
                  <a:lnTo>
                    <a:pt x="359479" y="83749"/>
                  </a:lnTo>
                  <a:lnTo>
                    <a:pt x="287583" y="66766"/>
                  </a:lnTo>
                  <a:lnTo>
                    <a:pt x="215687" y="49907"/>
                  </a:lnTo>
                  <a:lnTo>
                    <a:pt x="143791" y="33164"/>
                  </a:lnTo>
                  <a:lnTo>
                    <a:pt x="71895" y="165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7" name="pl117"/>
            <p:cNvSpPr/>
            <p:nvPr/>
          </p:nvSpPr>
          <p:spPr>
            <a:xfrm>
              <a:off x="1256863" y="2804889"/>
              <a:ext cx="5679782" cy="2114101"/>
            </a:xfrm>
            <a:custGeom>
              <a:avLst/>
              <a:gdLst/>
              <a:ahLst/>
              <a:cxnLst/>
              <a:rect l="0" t="0" r="0" b="0"/>
              <a:pathLst>
                <a:path w="5679782" h="2114101">
                  <a:moveTo>
                    <a:pt x="0" y="0"/>
                  </a:moveTo>
                  <a:lnTo>
                    <a:pt x="71895" y="26760"/>
                  </a:lnTo>
                  <a:lnTo>
                    <a:pt x="143791" y="53521"/>
                  </a:lnTo>
                  <a:lnTo>
                    <a:pt x="215687" y="80282"/>
                  </a:lnTo>
                  <a:lnTo>
                    <a:pt x="287583" y="107043"/>
                  </a:lnTo>
                  <a:lnTo>
                    <a:pt x="359479" y="133803"/>
                  </a:lnTo>
                  <a:lnTo>
                    <a:pt x="431375" y="160564"/>
                  </a:lnTo>
                  <a:lnTo>
                    <a:pt x="503271" y="187325"/>
                  </a:lnTo>
                  <a:lnTo>
                    <a:pt x="575167" y="214086"/>
                  </a:lnTo>
                  <a:lnTo>
                    <a:pt x="647063" y="240846"/>
                  </a:lnTo>
                  <a:lnTo>
                    <a:pt x="718959" y="267607"/>
                  </a:lnTo>
                  <a:lnTo>
                    <a:pt x="790855" y="294368"/>
                  </a:lnTo>
                  <a:lnTo>
                    <a:pt x="862751" y="321129"/>
                  </a:lnTo>
                  <a:lnTo>
                    <a:pt x="934647" y="347890"/>
                  </a:lnTo>
                  <a:lnTo>
                    <a:pt x="1006543" y="374650"/>
                  </a:lnTo>
                  <a:lnTo>
                    <a:pt x="1078439" y="401411"/>
                  </a:lnTo>
                  <a:lnTo>
                    <a:pt x="1150335" y="428172"/>
                  </a:lnTo>
                  <a:lnTo>
                    <a:pt x="1222231" y="454933"/>
                  </a:lnTo>
                  <a:lnTo>
                    <a:pt x="1294127" y="481693"/>
                  </a:lnTo>
                  <a:lnTo>
                    <a:pt x="1366023" y="508454"/>
                  </a:lnTo>
                  <a:lnTo>
                    <a:pt x="1437919" y="535215"/>
                  </a:lnTo>
                  <a:lnTo>
                    <a:pt x="1509815" y="561976"/>
                  </a:lnTo>
                  <a:lnTo>
                    <a:pt x="1581711" y="588737"/>
                  </a:lnTo>
                  <a:lnTo>
                    <a:pt x="1653607" y="615497"/>
                  </a:lnTo>
                  <a:lnTo>
                    <a:pt x="1725503" y="642258"/>
                  </a:lnTo>
                  <a:lnTo>
                    <a:pt x="1797399" y="669019"/>
                  </a:lnTo>
                  <a:lnTo>
                    <a:pt x="1869295" y="695780"/>
                  </a:lnTo>
                  <a:lnTo>
                    <a:pt x="1941191" y="722540"/>
                  </a:lnTo>
                  <a:lnTo>
                    <a:pt x="2013087" y="749301"/>
                  </a:lnTo>
                  <a:lnTo>
                    <a:pt x="2084983" y="776062"/>
                  </a:lnTo>
                  <a:lnTo>
                    <a:pt x="2156879" y="802823"/>
                  </a:lnTo>
                  <a:lnTo>
                    <a:pt x="2228775" y="829583"/>
                  </a:lnTo>
                  <a:lnTo>
                    <a:pt x="2300671" y="856344"/>
                  </a:lnTo>
                  <a:lnTo>
                    <a:pt x="2372567" y="883105"/>
                  </a:lnTo>
                  <a:lnTo>
                    <a:pt x="2444463" y="909866"/>
                  </a:lnTo>
                  <a:lnTo>
                    <a:pt x="2516359" y="936627"/>
                  </a:lnTo>
                  <a:lnTo>
                    <a:pt x="2588255" y="963387"/>
                  </a:lnTo>
                  <a:lnTo>
                    <a:pt x="2660151" y="990148"/>
                  </a:lnTo>
                  <a:lnTo>
                    <a:pt x="2732047" y="1016909"/>
                  </a:lnTo>
                  <a:lnTo>
                    <a:pt x="2803943" y="1043670"/>
                  </a:lnTo>
                  <a:lnTo>
                    <a:pt x="2875839" y="1070430"/>
                  </a:lnTo>
                  <a:lnTo>
                    <a:pt x="2947735" y="1097191"/>
                  </a:lnTo>
                  <a:lnTo>
                    <a:pt x="3019631" y="1123952"/>
                  </a:lnTo>
                  <a:lnTo>
                    <a:pt x="3091527" y="1150713"/>
                  </a:lnTo>
                  <a:lnTo>
                    <a:pt x="3163423" y="1177474"/>
                  </a:lnTo>
                  <a:lnTo>
                    <a:pt x="3235319" y="1204234"/>
                  </a:lnTo>
                  <a:lnTo>
                    <a:pt x="3307215" y="1230995"/>
                  </a:lnTo>
                  <a:lnTo>
                    <a:pt x="3379111" y="1257756"/>
                  </a:lnTo>
                  <a:lnTo>
                    <a:pt x="3451007" y="1284517"/>
                  </a:lnTo>
                  <a:lnTo>
                    <a:pt x="3522902" y="1311277"/>
                  </a:lnTo>
                  <a:lnTo>
                    <a:pt x="3594798" y="1338038"/>
                  </a:lnTo>
                  <a:lnTo>
                    <a:pt x="3666694" y="1364799"/>
                  </a:lnTo>
                  <a:lnTo>
                    <a:pt x="3738590" y="1391560"/>
                  </a:lnTo>
                  <a:lnTo>
                    <a:pt x="3810486" y="1418321"/>
                  </a:lnTo>
                  <a:lnTo>
                    <a:pt x="3882382" y="1445081"/>
                  </a:lnTo>
                  <a:lnTo>
                    <a:pt x="3954278" y="1471842"/>
                  </a:lnTo>
                  <a:lnTo>
                    <a:pt x="4026174" y="1498603"/>
                  </a:lnTo>
                  <a:lnTo>
                    <a:pt x="4098070" y="1525364"/>
                  </a:lnTo>
                  <a:lnTo>
                    <a:pt x="4169966" y="1552124"/>
                  </a:lnTo>
                  <a:lnTo>
                    <a:pt x="4241862" y="1578885"/>
                  </a:lnTo>
                  <a:lnTo>
                    <a:pt x="4313758" y="1605646"/>
                  </a:lnTo>
                  <a:lnTo>
                    <a:pt x="4385654" y="1632407"/>
                  </a:lnTo>
                  <a:lnTo>
                    <a:pt x="4457550" y="1659167"/>
                  </a:lnTo>
                  <a:lnTo>
                    <a:pt x="4529446" y="1685928"/>
                  </a:lnTo>
                  <a:lnTo>
                    <a:pt x="4601342" y="1712689"/>
                  </a:lnTo>
                  <a:lnTo>
                    <a:pt x="4673238" y="1739450"/>
                  </a:lnTo>
                  <a:lnTo>
                    <a:pt x="4745134" y="1766211"/>
                  </a:lnTo>
                  <a:lnTo>
                    <a:pt x="4817030" y="1792971"/>
                  </a:lnTo>
                  <a:lnTo>
                    <a:pt x="4888926" y="1819732"/>
                  </a:lnTo>
                  <a:lnTo>
                    <a:pt x="4960822" y="1846493"/>
                  </a:lnTo>
                  <a:lnTo>
                    <a:pt x="5032718" y="1873254"/>
                  </a:lnTo>
                  <a:lnTo>
                    <a:pt x="5104614" y="1900014"/>
                  </a:lnTo>
                  <a:lnTo>
                    <a:pt x="5176510" y="1926775"/>
                  </a:lnTo>
                  <a:lnTo>
                    <a:pt x="5248406" y="1953536"/>
                  </a:lnTo>
                  <a:lnTo>
                    <a:pt x="5320302" y="1980297"/>
                  </a:lnTo>
                  <a:lnTo>
                    <a:pt x="5392198" y="2007058"/>
                  </a:lnTo>
                  <a:lnTo>
                    <a:pt x="5464094" y="2033818"/>
                  </a:lnTo>
                  <a:lnTo>
                    <a:pt x="5535990" y="2060579"/>
                  </a:lnTo>
                  <a:lnTo>
                    <a:pt x="5607886" y="2087340"/>
                  </a:lnTo>
                  <a:lnTo>
                    <a:pt x="5679782" y="2114101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l118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530548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4526458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3747433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692708" y="2968408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189383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38079" y="534553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938079" y="456650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938079" y="378748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938079" y="300845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938079" y="222943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gdLst/>
              <a:ahLst/>
              <a:cxnLst/>
              <a:rect l="0" t="0" r="0" b="0"/>
              <a:pathLst>
                <a:path w="624776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101207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273603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445999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l133"/>
            <p:cNvSpPr/>
            <p:nvPr/>
          </p:nvSpPr>
          <p:spPr>
            <a:xfrm>
              <a:off x="618396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tx134"/>
            <p:cNvSpPr/>
            <p:nvPr/>
          </p:nvSpPr>
          <p:spPr>
            <a:xfrm>
              <a:off x="980986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2704947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428909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152871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743659" y="5925448"/>
              <a:ext cx="70619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72874" y="1669789"/>
              <a:ext cx="3323661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(RDA) vs Survival at Lewisetta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47760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3941289" y="235677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3941289" y="248998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3941289" y="229572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1198161" y="265162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1198161" y="24433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1198161" y="234364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4968637" y="227447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4968637" y="214177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4968637" y="22059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6877943" y="226976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6877943" y="250190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6877943" y="227628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1963859" y="210229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1963859" y="20484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1963859" y="211289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1241128" y="238825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1241128" y="239263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1241128" y="29599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1727382" y="35410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1727382" y="342206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1727382" y="276554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4629806" y="26396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4629806" y="287810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4629806" y="300901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56863" y="2070498"/>
              <a:ext cx="5679782" cy="852945"/>
            </a:xfrm>
            <a:custGeom>
              <a:avLst/>
              <a:gdLst/>
              <a:ahLst/>
              <a:cxnLst/>
              <a:rect l="0" t="0" r="0" b="0"/>
              <a:pathLst>
                <a:path w="5679782" h="852945">
                  <a:moveTo>
                    <a:pt x="0" y="358425"/>
                  </a:moveTo>
                  <a:lnTo>
                    <a:pt x="71895" y="359652"/>
                  </a:lnTo>
                  <a:lnTo>
                    <a:pt x="143791" y="360804"/>
                  </a:lnTo>
                  <a:lnTo>
                    <a:pt x="215687" y="361878"/>
                  </a:lnTo>
                  <a:lnTo>
                    <a:pt x="287583" y="362868"/>
                  </a:lnTo>
                  <a:lnTo>
                    <a:pt x="359479" y="363771"/>
                  </a:lnTo>
                  <a:lnTo>
                    <a:pt x="431375" y="364580"/>
                  </a:lnTo>
                  <a:lnTo>
                    <a:pt x="503271" y="365291"/>
                  </a:lnTo>
                  <a:lnTo>
                    <a:pt x="575167" y="365899"/>
                  </a:lnTo>
                  <a:lnTo>
                    <a:pt x="647063" y="366397"/>
                  </a:lnTo>
                  <a:lnTo>
                    <a:pt x="718959" y="366780"/>
                  </a:lnTo>
                  <a:lnTo>
                    <a:pt x="790855" y="367041"/>
                  </a:lnTo>
                  <a:lnTo>
                    <a:pt x="862751" y="367174"/>
                  </a:lnTo>
                  <a:lnTo>
                    <a:pt x="934647" y="367172"/>
                  </a:lnTo>
                  <a:lnTo>
                    <a:pt x="1006543" y="367028"/>
                  </a:lnTo>
                  <a:lnTo>
                    <a:pt x="1078439" y="366737"/>
                  </a:lnTo>
                  <a:lnTo>
                    <a:pt x="1150335" y="366289"/>
                  </a:lnTo>
                  <a:lnTo>
                    <a:pt x="1222231" y="365679"/>
                  </a:lnTo>
                  <a:lnTo>
                    <a:pt x="1294127" y="364899"/>
                  </a:lnTo>
                  <a:lnTo>
                    <a:pt x="1366023" y="363942"/>
                  </a:lnTo>
                  <a:lnTo>
                    <a:pt x="1437919" y="362802"/>
                  </a:lnTo>
                  <a:lnTo>
                    <a:pt x="1509815" y="361471"/>
                  </a:lnTo>
                  <a:lnTo>
                    <a:pt x="1581711" y="359943"/>
                  </a:lnTo>
                  <a:lnTo>
                    <a:pt x="1653607" y="358213"/>
                  </a:lnTo>
                  <a:lnTo>
                    <a:pt x="1725503" y="356274"/>
                  </a:lnTo>
                  <a:lnTo>
                    <a:pt x="1797399" y="354123"/>
                  </a:lnTo>
                  <a:lnTo>
                    <a:pt x="1869295" y="351755"/>
                  </a:lnTo>
                  <a:lnTo>
                    <a:pt x="1941191" y="349166"/>
                  </a:lnTo>
                  <a:lnTo>
                    <a:pt x="2013087" y="346353"/>
                  </a:lnTo>
                  <a:lnTo>
                    <a:pt x="2084983" y="343316"/>
                  </a:lnTo>
                  <a:lnTo>
                    <a:pt x="2156879" y="340053"/>
                  </a:lnTo>
                  <a:lnTo>
                    <a:pt x="2228775" y="336563"/>
                  </a:lnTo>
                  <a:lnTo>
                    <a:pt x="2300671" y="332849"/>
                  </a:lnTo>
                  <a:lnTo>
                    <a:pt x="2372567" y="328912"/>
                  </a:lnTo>
                  <a:lnTo>
                    <a:pt x="2444463" y="324754"/>
                  </a:lnTo>
                  <a:lnTo>
                    <a:pt x="2516359" y="320379"/>
                  </a:lnTo>
                  <a:lnTo>
                    <a:pt x="2588255" y="315791"/>
                  </a:lnTo>
                  <a:lnTo>
                    <a:pt x="2660151" y="310995"/>
                  </a:lnTo>
                  <a:lnTo>
                    <a:pt x="2732047" y="305996"/>
                  </a:lnTo>
                  <a:lnTo>
                    <a:pt x="2803943" y="300801"/>
                  </a:lnTo>
                  <a:lnTo>
                    <a:pt x="2875839" y="295415"/>
                  </a:lnTo>
                  <a:lnTo>
                    <a:pt x="2947735" y="289846"/>
                  </a:lnTo>
                  <a:lnTo>
                    <a:pt x="3019631" y="284101"/>
                  </a:lnTo>
                  <a:lnTo>
                    <a:pt x="3091527" y="278185"/>
                  </a:lnTo>
                  <a:lnTo>
                    <a:pt x="3163423" y="272107"/>
                  </a:lnTo>
                  <a:lnTo>
                    <a:pt x="3235319" y="265873"/>
                  </a:lnTo>
                  <a:lnTo>
                    <a:pt x="3307215" y="259491"/>
                  </a:lnTo>
                  <a:lnTo>
                    <a:pt x="3379111" y="252968"/>
                  </a:lnTo>
                  <a:lnTo>
                    <a:pt x="3451007" y="246310"/>
                  </a:lnTo>
                  <a:lnTo>
                    <a:pt x="3522902" y="239524"/>
                  </a:lnTo>
                  <a:lnTo>
                    <a:pt x="3594798" y="232616"/>
                  </a:lnTo>
                  <a:lnTo>
                    <a:pt x="3666694" y="225593"/>
                  </a:lnTo>
                  <a:lnTo>
                    <a:pt x="3738590" y="218461"/>
                  </a:lnTo>
                  <a:lnTo>
                    <a:pt x="3810486" y="211225"/>
                  </a:lnTo>
                  <a:lnTo>
                    <a:pt x="3882382" y="203892"/>
                  </a:lnTo>
                  <a:lnTo>
                    <a:pt x="3954278" y="196465"/>
                  </a:lnTo>
                  <a:lnTo>
                    <a:pt x="4026174" y="188950"/>
                  </a:lnTo>
                  <a:lnTo>
                    <a:pt x="4098070" y="181352"/>
                  </a:lnTo>
                  <a:lnTo>
                    <a:pt x="4169966" y="173675"/>
                  </a:lnTo>
                  <a:lnTo>
                    <a:pt x="4241862" y="165924"/>
                  </a:lnTo>
                  <a:lnTo>
                    <a:pt x="4313758" y="158102"/>
                  </a:lnTo>
                  <a:lnTo>
                    <a:pt x="4385654" y="150213"/>
                  </a:lnTo>
                  <a:lnTo>
                    <a:pt x="4457550" y="142261"/>
                  </a:lnTo>
                  <a:lnTo>
                    <a:pt x="4529446" y="134249"/>
                  </a:lnTo>
                  <a:lnTo>
                    <a:pt x="4601342" y="126180"/>
                  </a:lnTo>
                  <a:lnTo>
                    <a:pt x="4673238" y="118058"/>
                  </a:lnTo>
                  <a:lnTo>
                    <a:pt x="4745134" y="109884"/>
                  </a:lnTo>
                  <a:lnTo>
                    <a:pt x="4817030" y="101662"/>
                  </a:lnTo>
                  <a:lnTo>
                    <a:pt x="4888926" y="93395"/>
                  </a:lnTo>
                  <a:lnTo>
                    <a:pt x="4960822" y="85083"/>
                  </a:lnTo>
                  <a:lnTo>
                    <a:pt x="5032718" y="76731"/>
                  </a:lnTo>
                  <a:lnTo>
                    <a:pt x="5104614" y="68339"/>
                  </a:lnTo>
                  <a:lnTo>
                    <a:pt x="5176510" y="59909"/>
                  </a:lnTo>
                  <a:lnTo>
                    <a:pt x="5248406" y="51444"/>
                  </a:lnTo>
                  <a:lnTo>
                    <a:pt x="5320302" y="42946"/>
                  </a:lnTo>
                  <a:lnTo>
                    <a:pt x="5392198" y="34415"/>
                  </a:lnTo>
                  <a:lnTo>
                    <a:pt x="5464094" y="25854"/>
                  </a:lnTo>
                  <a:lnTo>
                    <a:pt x="5535990" y="17263"/>
                  </a:lnTo>
                  <a:lnTo>
                    <a:pt x="5607886" y="8645"/>
                  </a:lnTo>
                  <a:lnTo>
                    <a:pt x="5679782" y="0"/>
                  </a:lnTo>
                  <a:lnTo>
                    <a:pt x="5679782" y="696051"/>
                  </a:lnTo>
                  <a:lnTo>
                    <a:pt x="5607886" y="693929"/>
                  </a:lnTo>
                  <a:lnTo>
                    <a:pt x="5535990" y="691833"/>
                  </a:lnTo>
                  <a:lnTo>
                    <a:pt x="5464094" y="689766"/>
                  </a:lnTo>
                  <a:lnTo>
                    <a:pt x="5392198" y="687727"/>
                  </a:lnTo>
                  <a:lnTo>
                    <a:pt x="5320302" y="685720"/>
                  </a:lnTo>
                  <a:lnTo>
                    <a:pt x="5248406" y="683744"/>
                  </a:lnTo>
                  <a:lnTo>
                    <a:pt x="5176510" y="681802"/>
                  </a:lnTo>
                  <a:lnTo>
                    <a:pt x="5104614" y="679896"/>
                  </a:lnTo>
                  <a:lnTo>
                    <a:pt x="5032718" y="678027"/>
                  </a:lnTo>
                  <a:lnTo>
                    <a:pt x="4960822" y="676197"/>
                  </a:lnTo>
                  <a:lnTo>
                    <a:pt x="4888926" y="674409"/>
                  </a:lnTo>
                  <a:lnTo>
                    <a:pt x="4817030" y="672664"/>
                  </a:lnTo>
                  <a:lnTo>
                    <a:pt x="4745134" y="670965"/>
                  </a:lnTo>
                  <a:lnTo>
                    <a:pt x="4673238" y="669315"/>
                  </a:lnTo>
                  <a:lnTo>
                    <a:pt x="4601342" y="667716"/>
                  </a:lnTo>
                  <a:lnTo>
                    <a:pt x="4529446" y="666170"/>
                  </a:lnTo>
                  <a:lnTo>
                    <a:pt x="4457550" y="664681"/>
                  </a:lnTo>
                  <a:lnTo>
                    <a:pt x="4385654" y="663252"/>
                  </a:lnTo>
                  <a:lnTo>
                    <a:pt x="4313758" y="661886"/>
                  </a:lnTo>
                  <a:lnTo>
                    <a:pt x="4241862" y="660587"/>
                  </a:lnTo>
                  <a:lnTo>
                    <a:pt x="4169966" y="659359"/>
                  </a:lnTo>
                  <a:lnTo>
                    <a:pt x="4098070" y="658205"/>
                  </a:lnTo>
                  <a:lnTo>
                    <a:pt x="4026174" y="657130"/>
                  </a:lnTo>
                  <a:lnTo>
                    <a:pt x="3954278" y="656138"/>
                  </a:lnTo>
                  <a:lnTo>
                    <a:pt x="3882382" y="655235"/>
                  </a:lnTo>
                  <a:lnTo>
                    <a:pt x="3810486" y="654424"/>
                  </a:lnTo>
                  <a:lnTo>
                    <a:pt x="3738590" y="653711"/>
                  </a:lnTo>
                  <a:lnTo>
                    <a:pt x="3666694" y="653102"/>
                  </a:lnTo>
                  <a:lnTo>
                    <a:pt x="3594798" y="652602"/>
                  </a:lnTo>
                  <a:lnTo>
                    <a:pt x="3522902" y="652217"/>
                  </a:lnTo>
                  <a:lnTo>
                    <a:pt x="3451007" y="651954"/>
                  </a:lnTo>
                  <a:lnTo>
                    <a:pt x="3379111" y="651819"/>
                  </a:lnTo>
                  <a:lnTo>
                    <a:pt x="3307215" y="651819"/>
                  </a:lnTo>
                  <a:lnTo>
                    <a:pt x="3235319" y="651960"/>
                  </a:lnTo>
                  <a:lnTo>
                    <a:pt x="3163423" y="652250"/>
                  </a:lnTo>
                  <a:lnTo>
                    <a:pt x="3091527" y="652694"/>
                  </a:lnTo>
                  <a:lnTo>
                    <a:pt x="3019631" y="653302"/>
                  </a:lnTo>
                  <a:lnTo>
                    <a:pt x="2947735" y="654079"/>
                  </a:lnTo>
                  <a:lnTo>
                    <a:pt x="2875839" y="655033"/>
                  </a:lnTo>
                  <a:lnTo>
                    <a:pt x="2803943" y="656171"/>
                  </a:lnTo>
                  <a:lnTo>
                    <a:pt x="2732047" y="657499"/>
                  </a:lnTo>
                  <a:lnTo>
                    <a:pt x="2660151" y="659023"/>
                  </a:lnTo>
                  <a:lnTo>
                    <a:pt x="2588255" y="660750"/>
                  </a:lnTo>
                  <a:lnTo>
                    <a:pt x="2516359" y="662685"/>
                  </a:lnTo>
                  <a:lnTo>
                    <a:pt x="2444463" y="664833"/>
                  </a:lnTo>
                  <a:lnTo>
                    <a:pt x="2372567" y="667198"/>
                  </a:lnTo>
                  <a:lnTo>
                    <a:pt x="2300671" y="669784"/>
                  </a:lnTo>
                  <a:lnTo>
                    <a:pt x="2228775" y="672593"/>
                  </a:lnTo>
                  <a:lnTo>
                    <a:pt x="2156879" y="675626"/>
                  </a:lnTo>
                  <a:lnTo>
                    <a:pt x="2084983" y="678886"/>
                  </a:lnTo>
                  <a:lnTo>
                    <a:pt x="2013087" y="682372"/>
                  </a:lnTo>
                  <a:lnTo>
                    <a:pt x="1941191" y="686082"/>
                  </a:lnTo>
                  <a:lnTo>
                    <a:pt x="1869295" y="690016"/>
                  </a:lnTo>
                  <a:lnTo>
                    <a:pt x="1797399" y="694171"/>
                  </a:lnTo>
                  <a:lnTo>
                    <a:pt x="1725503" y="698543"/>
                  </a:lnTo>
                  <a:lnTo>
                    <a:pt x="1653607" y="703127"/>
                  </a:lnTo>
                  <a:lnTo>
                    <a:pt x="1581711" y="707920"/>
                  </a:lnTo>
                  <a:lnTo>
                    <a:pt x="1509815" y="712916"/>
                  </a:lnTo>
                  <a:lnTo>
                    <a:pt x="1437919" y="718108"/>
                  </a:lnTo>
                  <a:lnTo>
                    <a:pt x="1366023" y="723490"/>
                  </a:lnTo>
                  <a:lnTo>
                    <a:pt x="1294127" y="729056"/>
                  </a:lnTo>
                  <a:lnTo>
                    <a:pt x="1222231" y="734799"/>
                  </a:lnTo>
                  <a:lnTo>
                    <a:pt x="1150335" y="740712"/>
                  </a:lnTo>
                  <a:lnTo>
                    <a:pt x="1078439" y="746788"/>
                  </a:lnTo>
                  <a:lnTo>
                    <a:pt x="1006543" y="753019"/>
                  </a:lnTo>
                  <a:lnTo>
                    <a:pt x="934647" y="759399"/>
                  </a:lnTo>
                  <a:lnTo>
                    <a:pt x="862751" y="765920"/>
                  </a:lnTo>
                  <a:lnTo>
                    <a:pt x="790855" y="772576"/>
                  </a:lnTo>
                  <a:lnTo>
                    <a:pt x="718959" y="779360"/>
                  </a:lnTo>
                  <a:lnTo>
                    <a:pt x="647063" y="786266"/>
                  </a:lnTo>
                  <a:lnTo>
                    <a:pt x="575167" y="793287"/>
                  </a:lnTo>
                  <a:lnTo>
                    <a:pt x="503271" y="800417"/>
                  </a:lnTo>
                  <a:lnTo>
                    <a:pt x="431375" y="807652"/>
                  </a:lnTo>
                  <a:lnTo>
                    <a:pt x="359479" y="814984"/>
                  </a:lnTo>
                  <a:lnTo>
                    <a:pt x="287583" y="822409"/>
                  </a:lnTo>
                  <a:lnTo>
                    <a:pt x="215687" y="829923"/>
                  </a:lnTo>
                  <a:lnTo>
                    <a:pt x="143791" y="837520"/>
                  </a:lnTo>
                  <a:lnTo>
                    <a:pt x="71895" y="845195"/>
                  </a:lnTo>
                  <a:lnTo>
                    <a:pt x="0" y="852945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56863" y="2070498"/>
              <a:ext cx="5679782" cy="367174"/>
            </a:xfrm>
            <a:custGeom>
              <a:avLst/>
              <a:gdLst/>
              <a:ahLst/>
              <a:cxnLst/>
              <a:rect l="0" t="0" r="0" b="0"/>
              <a:pathLst>
                <a:path w="5679782" h="367174">
                  <a:moveTo>
                    <a:pt x="0" y="358425"/>
                  </a:moveTo>
                  <a:lnTo>
                    <a:pt x="71895" y="359652"/>
                  </a:lnTo>
                  <a:lnTo>
                    <a:pt x="143791" y="360804"/>
                  </a:lnTo>
                  <a:lnTo>
                    <a:pt x="215687" y="361878"/>
                  </a:lnTo>
                  <a:lnTo>
                    <a:pt x="287583" y="362868"/>
                  </a:lnTo>
                  <a:lnTo>
                    <a:pt x="359479" y="363771"/>
                  </a:lnTo>
                  <a:lnTo>
                    <a:pt x="431375" y="364580"/>
                  </a:lnTo>
                  <a:lnTo>
                    <a:pt x="503271" y="365291"/>
                  </a:lnTo>
                  <a:lnTo>
                    <a:pt x="575167" y="365899"/>
                  </a:lnTo>
                  <a:lnTo>
                    <a:pt x="647063" y="366397"/>
                  </a:lnTo>
                  <a:lnTo>
                    <a:pt x="718959" y="366780"/>
                  </a:lnTo>
                  <a:lnTo>
                    <a:pt x="790855" y="367041"/>
                  </a:lnTo>
                  <a:lnTo>
                    <a:pt x="862751" y="367174"/>
                  </a:lnTo>
                  <a:lnTo>
                    <a:pt x="934647" y="367172"/>
                  </a:lnTo>
                  <a:lnTo>
                    <a:pt x="1006543" y="367028"/>
                  </a:lnTo>
                  <a:lnTo>
                    <a:pt x="1078439" y="366737"/>
                  </a:lnTo>
                  <a:lnTo>
                    <a:pt x="1150335" y="366289"/>
                  </a:lnTo>
                  <a:lnTo>
                    <a:pt x="1222231" y="365679"/>
                  </a:lnTo>
                  <a:lnTo>
                    <a:pt x="1294127" y="364899"/>
                  </a:lnTo>
                  <a:lnTo>
                    <a:pt x="1366023" y="363942"/>
                  </a:lnTo>
                  <a:lnTo>
                    <a:pt x="1437919" y="362802"/>
                  </a:lnTo>
                  <a:lnTo>
                    <a:pt x="1509815" y="361471"/>
                  </a:lnTo>
                  <a:lnTo>
                    <a:pt x="1581711" y="359943"/>
                  </a:lnTo>
                  <a:lnTo>
                    <a:pt x="1653607" y="358213"/>
                  </a:lnTo>
                  <a:lnTo>
                    <a:pt x="1725503" y="356274"/>
                  </a:lnTo>
                  <a:lnTo>
                    <a:pt x="1797399" y="354123"/>
                  </a:lnTo>
                  <a:lnTo>
                    <a:pt x="1869295" y="351755"/>
                  </a:lnTo>
                  <a:lnTo>
                    <a:pt x="1941191" y="349166"/>
                  </a:lnTo>
                  <a:lnTo>
                    <a:pt x="2013087" y="346353"/>
                  </a:lnTo>
                  <a:lnTo>
                    <a:pt x="2084983" y="343316"/>
                  </a:lnTo>
                  <a:lnTo>
                    <a:pt x="2156879" y="340053"/>
                  </a:lnTo>
                  <a:lnTo>
                    <a:pt x="2228775" y="336563"/>
                  </a:lnTo>
                  <a:lnTo>
                    <a:pt x="2300671" y="332849"/>
                  </a:lnTo>
                  <a:lnTo>
                    <a:pt x="2372567" y="328912"/>
                  </a:lnTo>
                  <a:lnTo>
                    <a:pt x="2444463" y="324754"/>
                  </a:lnTo>
                  <a:lnTo>
                    <a:pt x="2516359" y="320379"/>
                  </a:lnTo>
                  <a:lnTo>
                    <a:pt x="2588255" y="315791"/>
                  </a:lnTo>
                  <a:lnTo>
                    <a:pt x="2660151" y="310995"/>
                  </a:lnTo>
                  <a:lnTo>
                    <a:pt x="2732047" y="305996"/>
                  </a:lnTo>
                  <a:lnTo>
                    <a:pt x="2803943" y="300801"/>
                  </a:lnTo>
                  <a:lnTo>
                    <a:pt x="2875839" y="295415"/>
                  </a:lnTo>
                  <a:lnTo>
                    <a:pt x="2947735" y="289846"/>
                  </a:lnTo>
                  <a:lnTo>
                    <a:pt x="3019631" y="284101"/>
                  </a:lnTo>
                  <a:lnTo>
                    <a:pt x="3091527" y="278185"/>
                  </a:lnTo>
                  <a:lnTo>
                    <a:pt x="3163423" y="272107"/>
                  </a:lnTo>
                  <a:lnTo>
                    <a:pt x="3235319" y="265873"/>
                  </a:lnTo>
                  <a:lnTo>
                    <a:pt x="3307215" y="259491"/>
                  </a:lnTo>
                  <a:lnTo>
                    <a:pt x="3379111" y="252968"/>
                  </a:lnTo>
                  <a:lnTo>
                    <a:pt x="3451007" y="246310"/>
                  </a:lnTo>
                  <a:lnTo>
                    <a:pt x="3522902" y="239524"/>
                  </a:lnTo>
                  <a:lnTo>
                    <a:pt x="3594798" y="232616"/>
                  </a:lnTo>
                  <a:lnTo>
                    <a:pt x="3666694" y="225593"/>
                  </a:lnTo>
                  <a:lnTo>
                    <a:pt x="3738590" y="218461"/>
                  </a:lnTo>
                  <a:lnTo>
                    <a:pt x="3810486" y="211225"/>
                  </a:lnTo>
                  <a:lnTo>
                    <a:pt x="3882382" y="203892"/>
                  </a:lnTo>
                  <a:lnTo>
                    <a:pt x="3954278" y="196465"/>
                  </a:lnTo>
                  <a:lnTo>
                    <a:pt x="4026174" y="188950"/>
                  </a:lnTo>
                  <a:lnTo>
                    <a:pt x="4098070" y="181352"/>
                  </a:lnTo>
                  <a:lnTo>
                    <a:pt x="4169966" y="173675"/>
                  </a:lnTo>
                  <a:lnTo>
                    <a:pt x="4241862" y="165924"/>
                  </a:lnTo>
                  <a:lnTo>
                    <a:pt x="4313758" y="158102"/>
                  </a:lnTo>
                  <a:lnTo>
                    <a:pt x="4385654" y="150213"/>
                  </a:lnTo>
                  <a:lnTo>
                    <a:pt x="4457550" y="142261"/>
                  </a:lnTo>
                  <a:lnTo>
                    <a:pt x="4529446" y="134249"/>
                  </a:lnTo>
                  <a:lnTo>
                    <a:pt x="4601342" y="126180"/>
                  </a:lnTo>
                  <a:lnTo>
                    <a:pt x="4673238" y="118058"/>
                  </a:lnTo>
                  <a:lnTo>
                    <a:pt x="4745134" y="109884"/>
                  </a:lnTo>
                  <a:lnTo>
                    <a:pt x="4817030" y="101662"/>
                  </a:lnTo>
                  <a:lnTo>
                    <a:pt x="4888926" y="93395"/>
                  </a:lnTo>
                  <a:lnTo>
                    <a:pt x="4960822" y="85083"/>
                  </a:lnTo>
                  <a:lnTo>
                    <a:pt x="5032718" y="76731"/>
                  </a:lnTo>
                  <a:lnTo>
                    <a:pt x="5104614" y="68339"/>
                  </a:lnTo>
                  <a:lnTo>
                    <a:pt x="5176510" y="59909"/>
                  </a:lnTo>
                  <a:lnTo>
                    <a:pt x="5248406" y="51444"/>
                  </a:lnTo>
                  <a:lnTo>
                    <a:pt x="5320302" y="42946"/>
                  </a:lnTo>
                  <a:lnTo>
                    <a:pt x="5392198" y="34415"/>
                  </a:lnTo>
                  <a:lnTo>
                    <a:pt x="5464094" y="25854"/>
                  </a:lnTo>
                  <a:lnTo>
                    <a:pt x="5535990" y="17263"/>
                  </a:lnTo>
                  <a:lnTo>
                    <a:pt x="5607886" y="8645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56863" y="2722318"/>
              <a:ext cx="5679782" cy="201126"/>
            </a:xfrm>
            <a:custGeom>
              <a:avLst/>
              <a:gdLst/>
              <a:ahLst/>
              <a:cxnLst/>
              <a:rect l="0" t="0" r="0" b="0"/>
              <a:pathLst>
                <a:path w="5679782" h="201126">
                  <a:moveTo>
                    <a:pt x="5679782" y="44231"/>
                  </a:moveTo>
                  <a:lnTo>
                    <a:pt x="5607886" y="42109"/>
                  </a:lnTo>
                  <a:lnTo>
                    <a:pt x="5535990" y="40014"/>
                  </a:lnTo>
                  <a:lnTo>
                    <a:pt x="5464094" y="37946"/>
                  </a:lnTo>
                  <a:lnTo>
                    <a:pt x="5392198" y="35908"/>
                  </a:lnTo>
                  <a:lnTo>
                    <a:pt x="5320302" y="33900"/>
                  </a:lnTo>
                  <a:lnTo>
                    <a:pt x="5248406" y="31924"/>
                  </a:lnTo>
                  <a:lnTo>
                    <a:pt x="5176510" y="29983"/>
                  </a:lnTo>
                  <a:lnTo>
                    <a:pt x="5104614" y="28076"/>
                  </a:lnTo>
                  <a:lnTo>
                    <a:pt x="5032718" y="26207"/>
                  </a:lnTo>
                  <a:lnTo>
                    <a:pt x="4960822" y="24378"/>
                  </a:lnTo>
                  <a:lnTo>
                    <a:pt x="4888926" y="22589"/>
                  </a:lnTo>
                  <a:lnTo>
                    <a:pt x="4817030" y="20845"/>
                  </a:lnTo>
                  <a:lnTo>
                    <a:pt x="4745134" y="19146"/>
                  </a:lnTo>
                  <a:lnTo>
                    <a:pt x="4673238" y="17495"/>
                  </a:lnTo>
                  <a:lnTo>
                    <a:pt x="4601342" y="15896"/>
                  </a:lnTo>
                  <a:lnTo>
                    <a:pt x="4529446" y="14350"/>
                  </a:lnTo>
                  <a:lnTo>
                    <a:pt x="4457550" y="12861"/>
                  </a:lnTo>
                  <a:lnTo>
                    <a:pt x="4385654" y="11432"/>
                  </a:lnTo>
                  <a:lnTo>
                    <a:pt x="4313758" y="10067"/>
                  </a:lnTo>
                  <a:lnTo>
                    <a:pt x="4241862" y="8768"/>
                  </a:lnTo>
                  <a:lnTo>
                    <a:pt x="4169966" y="7539"/>
                  </a:lnTo>
                  <a:lnTo>
                    <a:pt x="4098070" y="6386"/>
                  </a:lnTo>
                  <a:lnTo>
                    <a:pt x="4026174" y="5311"/>
                  </a:lnTo>
                  <a:lnTo>
                    <a:pt x="3954278" y="4319"/>
                  </a:lnTo>
                  <a:lnTo>
                    <a:pt x="3882382" y="3415"/>
                  </a:lnTo>
                  <a:lnTo>
                    <a:pt x="3810486" y="2604"/>
                  </a:lnTo>
                  <a:lnTo>
                    <a:pt x="3738590" y="1891"/>
                  </a:lnTo>
                  <a:lnTo>
                    <a:pt x="3666694" y="1282"/>
                  </a:lnTo>
                  <a:lnTo>
                    <a:pt x="3594798" y="782"/>
                  </a:lnTo>
                  <a:lnTo>
                    <a:pt x="3522902" y="398"/>
                  </a:lnTo>
                  <a:lnTo>
                    <a:pt x="3451007" y="135"/>
                  </a:lnTo>
                  <a:lnTo>
                    <a:pt x="3379111" y="0"/>
                  </a:lnTo>
                  <a:lnTo>
                    <a:pt x="3307215" y="0"/>
                  </a:lnTo>
                  <a:lnTo>
                    <a:pt x="3235319" y="141"/>
                  </a:lnTo>
                  <a:lnTo>
                    <a:pt x="3163423" y="430"/>
                  </a:lnTo>
                  <a:lnTo>
                    <a:pt x="3091527" y="875"/>
                  </a:lnTo>
                  <a:lnTo>
                    <a:pt x="3019631" y="1482"/>
                  </a:lnTo>
                  <a:lnTo>
                    <a:pt x="2947735" y="2260"/>
                  </a:lnTo>
                  <a:lnTo>
                    <a:pt x="2875839" y="3214"/>
                  </a:lnTo>
                  <a:lnTo>
                    <a:pt x="2803943" y="4351"/>
                  </a:lnTo>
                  <a:lnTo>
                    <a:pt x="2732047" y="5679"/>
                  </a:lnTo>
                  <a:lnTo>
                    <a:pt x="2660151" y="7204"/>
                  </a:lnTo>
                  <a:lnTo>
                    <a:pt x="2588255" y="8931"/>
                  </a:lnTo>
                  <a:lnTo>
                    <a:pt x="2516359" y="10866"/>
                  </a:lnTo>
                  <a:lnTo>
                    <a:pt x="2444463" y="13014"/>
                  </a:lnTo>
                  <a:lnTo>
                    <a:pt x="2372567" y="15379"/>
                  </a:lnTo>
                  <a:lnTo>
                    <a:pt x="2300671" y="17964"/>
                  </a:lnTo>
                  <a:lnTo>
                    <a:pt x="2228775" y="20773"/>
                  </a:lnTo>
                  <a:lnTo>
                    <a:pt x="2156879" y="23807"/>
                  </a:lnTo>
                  <a:lnTo>
                    <a:pt x="2084983" y="27067"/>
                  </a:lnTo>
                  <a:lnTo>
                    <a:pt x="2013087" y="30552"/>
                  </a:lnTo>
                  <a:lnTo>
                    <a:pt x="1941191" y="34263"/>
                  </a:lnTo>
                  <a:lnTo>
                    <a:pt x="1869295" y="38197"/>
                  </a:lnTo>
                  <a:lnTo>
                    <a:pt x="1797399" y="42351"/>
                  </a:lnTo>
                  <a:lnTo>
                    <a:pt x="1725503" y="46723"/>
                  </a:lnTo>
                  <a:lnTo>
                    <a:pt x="1653607" y="51308"/>
                  </a:lnTo>
                  <a:lnTo>
                    <a:pt x="1581711" y="56101"/>
                  </a:lnTo>
                  <a:lnTo>
                    <a:pt x="1509815" y="61096"/>
                  </a:lnTo>
                  <a:lnTo>
                    <a:pt x="1437919" y="66288"/>
                  </a:lnTo>
                  <a:lnTo>
                    <a:pt x="1366023" y="71671"/>
                  </a:lnTo>
                  <a:lnTo>
                    <a:pt x="1294127" y="77237"/>
                  </a:lnTo>
                  <a:lnTo>
                    <a:pt x="1222231" y="82980"/>
                  </a:lnTo>
                  <a:lnTo>
                    <a:pt x="1150335" y="88893"/>
                  </a:lnTo>
                  <a:lnTo>
                    <a:pt x="1078439" y="94968"/>
                  </a:lnTo>
                  <a:lnTo>
                    <a:pt x="1006543" y="101200"/>
                  </a:lnTo>
                  <a:lnTo>
                    <a:pt x="934647" y="107579"/>
                  </a:lnTo>
                  <a:lnTo>
                    <a:pt x="862751" y="114101"/>
                  </a:lnTo>
                  <a:lnTo>
                    <a:pt x="790855" y="120757"/>
                  </a:lnTo>
                  <a:lnTo>
                    <a:pt x="718959" y="127541"/>
                  </a:lnTo>
                  <a:lnTo>
                    <a:pt x="647063" y="134446"/>
                  </a:lnTo>
                  <a:lnTo>
                    <a:pt x="575167" y="141467"/>
                  </a:lnTo>
                  <a:lnTo>
                    <a:pt x="503271" y="148598"/>
                  </a:lnTo>
                  <a:lnTo>
                    <a:pt x="431375" y="155832"/>
                  </a:lnTo>
                  <a:lnTo>
                    <a:pt x="359479" y="163164"/>
                  </a:lnTo>
                  <a:lnTo>
                    <a:pt x="287583" y="170590"/>
                  </a:lnTo>
                  <a:lnTo>
                    <a:pt x="215687" y="178103"/>
                  </a:lnTo>
                  <a:lnTo>
                    <a:pt x="143791" y="185700"/>
                  </a:lnTo>
                  <a:lnTo>
                    <a:pt x="71895" y="193376"/>
                  </a:lnTo>
                  <a:lnTo>
                    <a:pt x="0" y="20112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56863" y="2418524"/>
              <a:ext cx="5679782" cy="257659"/>
            </a:xfrm>
            <a:custGeom>
              <a:avLst/>
              <a:gdLst/>
              <a:ahLst/>
              <a:cxnLst/>
              <a:rect l="0" t="0" r="0" b="0"/>
              <a:pathLst>
                <a:path w="5679782" h="257659">
                  <a:moveTo>
                    <a:pt x="0" y="257659"/>
                  </a:moveTo>
                  <a:lnTo>
                    <a:pt x="71895" y="254398"/>
                  </a:lnTo>
                  <a:lnTo>
                    <a:pt x="143791" y="251136"/>
                  </a:lnTo>
                  <a:lnTo>
                    <a:pt x="215687" y="247875"/>
                  </a:lnTo>
                  <a:lnTo>
                    <a:pt x="287583" y="244613"/>
                  </a:lnTo>
                  <a:lnTo>
                    <a:pt x="359479" y="241352"/>
                  </a:lnTo>
                  <a:lnTo>
                    <a:pt x="431375" y="238090"/>
                  </a:lnTo>
                  <a:lnTo>
                    <a:pt x="503271" y="234829"/>
                  </a:lnTo>
                  <a:lnTo>
                    <a:pt x="575167" y="231567"/>
                  </a:lnTo>
                  <a:lnTo>
                    <a:pt x="647063" y="228306"/>
                  </a:lnTo>
                  <a:lnTo>
                    <a:pt x="718959" y="225044"/>
                  </a:lnTo>
                  <a:lnTo>
                    <a:pt x="790855" y="221783"/>
                  </a:lnTo>
                  <a:lnTo>
                    <a:pt x="862751" y="218521"/>
                  </a:lnTo>
                  <a:lnTo>
                    <a:pt x="934647" y="215260"/>
                  </a:lnTo>
                  <a:lnTo>
                    <a:pt x="1006543" y="211998"/>
                  </a:lnTo>
                  <a:lnTo>
                    <a:pt x="1078439" y="208737"/>
                  </a:lnTo>
                  <a:lnTo>
                    <a:pt x="1150335" y="205475"/>
                  </a:lnTo>
                  <a:lnTo>
                    <a:pt x="1222231" y="202214"/>
                  </a:lnTo>
                  <a:lnTo>
                    <a:pt x="1294127" y="198952"/>
                  </a:lnTo>
                  <a:lnTo>
                    <a:pt x="1366023" y="195691"/>
                  </a:lnTo>
                  <a:lnTo>
                    <a:pt x="1437919" y="192429"/>
                  </a:lnTo>
                  <a:lnTo>
                    <a:pt x="1509815" y="189168"/>
                  </a:lnTo>
                  <a:lnTo>
                    <a:pt x="1581711" y="185906"/>
                  </a:lnTo>
                  <a:lnTo>
                    <a:pt x="1653607" y="182644"/>
                  </a:lnTo>
                  <a:lnTo>
                    <a:pt x="1725503" y="179383"/>
                  </a:lnTo>
                  <a:lnTo>
                    <a:pt x="1797399" y="176121"/>
                  </a:lnTo>
                  <a:lnTo>
                    <a:pt x="1869295" y="172860"/>
                  </a:lnTo>
                  <a:lnTo>
                    <a:pt x="1941191" y="169598"/>
                  </a:lnTo>
                  <a:lnTo>
                    <a:pt x="2013087" y="166337"/>
                  </a:lnTo>
                  <a:lnTo>
                    <a:pt x="2084983" y="163075"/>
                  </a:lnTo>
                  <a:lnTo>
                    <a:pt x="2156879" y="159814"/>
                  </a:lnTo>
                  <a:lnTo>
                    <a:pt x="2228775" y="156552"/>
                  </a:lnTo>
                  <a:lnTo>
                    <a:pt x="2300671" y="153291"/>
                  </a:lnTo>
                  <a:lnTo>
                    <a:pt x="2372567" y="150029"/>
                  </a:lnTo>
                  <a:lnTo>
                    <a:pt x="2444463" y="146768"/>
                  </a:lnTo>
                  <a:lnTo>
                    <a:pt x="2516359" y="143506"/>
                  </a:lnTo>
                  <a:lnTo>
                    <a:pt x="2588255" y="140245"/>
                  </a:lnTo>
                  <a:lnTo>
                    <a:pt x="2660151" y="136983"/>
                  </a:lnTo>
                  <a:lnTo>
                    <a:pt x="2732047" y="133722"/>
                  </a:lnTo>
                  <a:lnTo>
                    <a:pt x="2803943" y="130460"/>
                  </a:lnTo>
                  <a:lnTo>
                    <a:pt x="2875839" y="127199"/>
                  </a:lnTo>
                  <a:lnTo>
                    <a:pt x="2947735" y="123937"/>
                  </a:lnTo>
                  <a:lnTo>
                    <a:pt x="3019631" y="120676"/>
                  </a:lnTo>
                  <a:lnTo>
                    <a:pt x="3091527" y="117414"/>
                  </a:lnTo>
                  <a:lnTo>
                    <a:pt x="3163423" y="114153"/>
                  </a:lnTo>
                  <a:lnTo>
                    <a:pt x="3235319" y="110891"/>
                  </a:lnTo>
                  <a:lnTo>
                    <a:pt x="3307215" y="107630"/>
                  </a:lnTo>
                  <a:lnTo>
                    <a:pt x="3379111" y="104368"/>
                  </a:lnTo>
                  <a:lnTo>
                    <a:pt x="3451007" y="101107"/>
                  </a:lnTo>
                  <a:lnTo>
                    <a:pt x="3522902" y="97845"/>
                  </a:lnTo>
                  <a:lnTo>
                    <a:pt x="3594798" y="94584"/>
                  </a:lnTo>
                  <a:lnTo>
                    <a:pt x="3666694" y="91322"/>
                  </a:lnTo>
                  <a:lnTo>
                    <a:pt x="3738590" y="88060"/>
                  </a:lnTo>
                  <a:lnTo>
                    <a:pt x="3810486" y="84799"/>
                  </a:lnTo>
                  <a:lnTo>
                    <a:pt x="3882382" y="81537"/>
                  </a:lnTo>
                  <a:lnTo>
                    <a:pt x="3954278" y="78276"/>
                  </a:lnTo>
                  <a:lnTo>
                    <a:pt x="4026174" y="75014"/>
                  </a:lnTo>
                  <a:lnTo>
                    <a:pt x="4098070" y="71753"/>
                  </a:lnTo>
                  <a:lnTo>
                    <a:pt x="4169966" y="68491"/>
                  </a:lnTo>
                  <a:lnTo>
                    <a:pt x="4241862" y="65230"/>
                  </a:lnTo>
                  <a:lnTo>
                    <a:pt x="4313758" y="61968"/>
                  </a:lnTo>
                  <a:lnTo>
                    <a:pt x="4385654" y="58707"/>
                  </a:lnTo>
                  <a:lnTo>
                    <a:pt x="4457550" y="55445"/>
                  </a:lnTo>
                  <a:lnTo>
                    <a:pt x="4529446" y="52184"/>
                  </a:lnTo>
                  <a:lnTo>
                    <a:pt x="4601342" y="48922"/>
                  </a:lnTo>
                  <a:lnTo>
                    <a:pt x="4673238" y="45661"/>
                  </a:lnTo>
                  <a:lnTo>
                    <a:pt x="4745134" y="42399"/>
                  </a:lnTo>
                  <a:lnTo>
                    <a:pt x="4817030" y="39138"/>
                  </a:lnTo>
                  <a:lnTo>
                    <a:pt x="4888926" y="35876"/>
                  </a:lnTo>
                  <a:lnTo>
                    <a:pt x="4960822" y="32615"/>
                  </a:lnTo>
                  <a:lnTo>
                    <a:pt x="5032718" y="29353"/>
                  </a:lnTo>
                  <a:lnTo>
                    <a:pt x="5104614" y="26092"/>
                  </a:lnTo>
                  <a:lnTo>
                    <a:pt x="5176510" y="22830"/>
                  </a:lnTo>
                  <a:lnTo>
                    <a:pt x="5248406" y="19569"/>
                  </a:lnTo>
                  <a:lnTo>
                    <a:pt x="5320302" y="16307"/>
                  </a:lnTo>
                  <a:lnTo>
                    <a:pt x="5392198" y="13046"/>
                  </a:lnTo>
                  <a:lnTo>
                    <a:pt x="5464094" y="9784"/>
                  </a:lnTo>
                  <a:lnTo>
                    <a:pt x="5535990" y="6523"/>
                  </a:lnTo>
                  <a:lnTo>
                    <a:pt x="5607886" y="3261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3941289" y="291402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3941289" y="33110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3941289" y="285449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198161" y="309838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198161" y="311846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198161" y="33239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4968637" y="28311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4968637" y="287266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4968637" y="29143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6877943" y="31497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6877943" y="300174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6877943" y="30843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1963859" y="267920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1963859" y="25189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1963859" y="27069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1241128" y="303637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1241128" y="34002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1241128" y="302500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1727382" y="444248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1727382" y="38958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1727382" y="352647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4629806" y="350803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t56"/>
            <p:cNvSpPr/>
            <p:nvPr/>
          </p:nvSpPr>
          <p:spPr>
            <a:xfrm>
              <a:off x="4629806" y="361011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t57"/>
            <p:cNvSpPr/>
            <p:nvPr/>
          </p:nvSpPr>
          <p:spPr>
            <a:xfrm>
              <a:off x="4629806" y="36441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1256863" y="2759387"/>
              <a:ext cx="5679782" cy="818839"/>
            </a:xfrm>
            <a:custGeom>
              <a:avLst/>
              <a:gdLst/>
              <a:ahLst/>
              <a:cxnLst/>
              <a:rect l="0" t="0" r="0" b="0"/>
              <a:pathLst>
                <a:path w="5679782" h="818839">
                  <a:moveTo>
                    <a:pt x="0" y="272453"/>
                  </a:moveTo>
                  <a:lnTo>
                    <a:pt x="71895" y="275373"/>
                  </a:lnTo>
                  <a:lnTo>
                    <a:pt x="143791" y="278210"/>
                  </a:lnTo>
                  <a:lnTo>
                    <a:pt x="215687" y="280961"/>
                  </a:lnTo>
                  <a:lnTo>
                    <a:pt x="287583" y="283619"/>
                  </a:lnTo>
                  <a:lnTo>
                    <a:pt x="359479" y="286180"/>
                  </a:lnTo>
                  <a:lnTo>
                    <a:pt x="431375" y="288639"/>
                  </a:lnTo>
                  <a:lnTo>
                    <a:pt x="503271" y="290988"/>
                  </a:lnTo>
                  <a:lnTo>
                    <a:pt x="575167" y="293224"/>
                  </a:lnTo>
                  <a:lnTo>
                    <a:pt x="647063" y="295338"/>
                  </a:lnTo>
                  <a:lnTo>
                    <a:pt x="718959" y="297325"/>
                  </a:lnTo>
                  <a:lnTo>
                    <a:pt x="790855" y="299178"/>
                  </a:lnTo>
                  <a:lnTo>
                    <a:pt x="862751" y="300888"/>
                  </a:lnTo>
                  <a:lnTo>
                    <a:pt x="934647" y="302451"/>
                  </a:lnTo>
                  <a:lnTo>
                    <a:pt x="1006543" y="303856"/>
                  </a:lnTo>
                  <a:lnTo>
                    <a:pt x="1078439" y="305098"/>
                  </a:lnTo>
                  <a:lnTo>
                    <a:pt x="1150335" y="306168"/>
                  </a:lnTo>
                  <a:lnTo>
                    <a:pt x="1222231" y="307058"/>
                  </a:lnTo>
                  <a:lnTo>
                    <a:pt x="1294127" y="307760"/>
                  </a:lnTo>
                  <a:lnTo>
                    <a:pt x="1366023" y="308267"/>
                  </a:lnTo>
                  <a:lnTo>
                    <a:pt x="1437919" y="308571"/>
                  </a:lnTo>
                  <a:lnTo>
                    <a:pt x="1509815" y="308665"/>
                  </a:lnTo>
                  <a:lnTo>
                    <a:pt x="1581711" y="308541"/>
                  </a:lnTo>
                  <a:lnTo>
                    <a:pt x="1653607" y="308193"/>
                  </a:lnTo>
                  <a:lnTo>
                    <a:pt x="1725503" y="307616"/>
                  </a:lnTo>
                  <a:lnTo>
                    <a:pt x="1797399" y="306803"/>
                  </a:lnTo>
                  <a:lnTo>
                    <a:pt x="1869295" y="305750"/>
                  </a:lnTo>
                  <a:lnTo>
                    <a:pt x="1941191" y="304453"/>
                  </a:lnTo>
                  <a:lnTo>
                    <a:pt x="2013087" y="302910"/>
                  </a:lnTo>
                  <a:lnTo>
                    <a:pt x="2084983" y="301118"/>
                  </a:lnTo>
                  <a:lnTo>
                    <a:pt x="2156879" y="299077"/>
                  </a:lnTo>
                  <a:lnTo>
                    <a:pt x="2228775" y="296786"/>
                  </a:lnTo>
                  <a:lnTo>
                    <a:pt x="2300671" y="294246"/>
                  </a:lnTo>
                  <a:lnTo>
                    <a:pt x="2372567" y="291460"/>
                  </a:lnTo>
                  <a:lnTo>
                    <a:pt x="2444463" y="288430"/>
                  </a:lnTo>
                  <a:lnTo>
                    <a:pt x="2516359" y="285160"/>
                  </a:lnTo>
                  <a:lnTo>
                    <a:pt x="2588255" y="281655"/>
                  </a:lnTo>
                  <a:lnTo>
                    <a:pt x="2660151" y="277920"/>
                  </a:lnTo>
                  <a:lnTo>
                    <a:pt x="2732047" y="273961"/>
                  </a:lnTo>
                  <a:lnTo>
                    <a:pt x="2803943" y="269785"/>
                  </a:lnTo>
                  <a:lnTo>
                    <a:pt x="2875839" y="265399"/>
                  </a:lnTo>
                  <a:lnTo>
                    <a:pt x="2947735" y="260810"/>
                  </a:lnTo>
                  <a:lnTo>
                    <a:pt x="3019631" y="256026"/>
                  </a:lnTo>
                  <a:lnTo>
                    <a:pt x="3091527" y="251054"/>
                  </a:lnTo>
                  <a:lnTo>
                    <a:pt x="3163423" y="245902"/>
                  </a:lnTo>
                  <a:lnTo>
                    <a:pt x="3235319" y="240579"/>
                  </a:lnTo>
                  <a:lnTo>
                    <a:pt x="3307215" y="235092"/>
                  </a:lnTo>
                  <a:lnTo>
                    <a:pt x="3379111" y="229448"/>
                  </a:lnTo>
                  <a:lnTo>
                    <a:pt x="3451007" y="223656"/>
                  </a:lnTo>
                  <a:lnTo>
                    <a:pt x="3522902" y="217722"/>
                  </a:lnTo>
                  <a:lnTo>
                    <a:pt x="3594798" y="211655"/>
                  </a:lnTo>
                  <a:lnTo>
                    <a:pt x="3666694" y="205459"/>
                  </a:lnTo>
                  <a:lnTo>
                    <a:pt x="3738590" y="199143"/>
                  </a:lnTo>
                  <a:lnTo>
                    <a:pt x="3810486" y="192713"/>
                  </a:lnTo>
                  <a:lnTo>
                    <a:pt x="3882382" y="186173"/>
                  </a:lnTo>
                  <a:lnTo>
                    <a:pt x="3954278" y="179532"/>
                  </a:lnTo>
                  <a:lnTo>
                    <a:pt x="4026174" y="172793"/>
                  </a:lnTo>
                  <a:lnTo>
                    <a:pt x="4098070" y="165962"/>
                  </a:lnTo>
                  <a:lnTo>
                    <a:pt x="4169966" y="159044"/>
                  </a:lnTo>
                  <a:lnTo>
                    <a:pt x="4241862" y="152044"/>
                  </a:lnTo>
                  <a:lnTo>
                    <a:pt x="4313758" y="144966"/>
                  </a:lnTo>
                  <a:lnTo>
                    <a:pt x="4385654" y="137814"/>
                  </a:lnTo>
                  <a:lnTo>
                    <a:pt x="4457550" y="130592"/>
                  </a:lnTo>
                  <a:lnTo>
                    <a:pt x="4529446" y="123304"/>
                  </a:lnTo>
                  <a:lnTo>
                    <a:pt x="4601342" y="115953"/>
                  </a:lnTo>
                  <a:lnTo>
                    <a:pt x="4673238" y="108542"/>
                  </a:lnTo>
                  <a:lnTo>
                    <a:pt x="4745134" y="101076"/>
                  </a:lnTo>
                  <a:lnTo>
                    <a:pt x="4817030" y="93556"/>
                  </a:lnTo>
                  <a:lnTo>
                    <a:pt x="4888926" y="85985"/>
                  </a:lnTo>
                  <a:lnTo>
                    <a:pt x="4960822" y="78366"/>
                  </a:lnTo>
                  <a:lnTo>
                    <a:pt x="5032718" y="70701"/>
                  </a:lnTo>
                  <a:lnTo>
                    <a:pt x="5104614" y="62993"/>
                  </a:lnTo>
                  <a:lnTo>
                    <a:pt x="5176510" y="55244"/>
                  </a:lnTo>
                  <a:lnTo>
                    <a:pt x="5248406" y="47455"/>
                  </a:lnTo>
                  <a:lnTo>
                    <a:pt x="5320302" y="39630"/>
                  </a:lnTo>
                  <a:lnTo>
                    <a:pt x="5392198" y="31768"/>
                  </a:lnTo>
                  <a:lnTo>
                    <a:pt x="5464094" y="23873"/>
                  </a:lnTo>
                  <a:lnTo>
                    <a:pt x="5535990" y="15945"/>
                  </a:lnTo>
                  <a:lnTo>
                    <a:pt x="5607886" y="7987"/>
                  </a:lnTo>
                  <a:lnTo>
                    <a:pt x="5679782" y="0"/>
                  </a:lnTo>
                  <a:lnTo>
                    <a:pt x="5679782" y="769053"/>
                  </a:lnTo>
                  <a:lnTo>
                    <a:pt x="5607886" y="765145"/>
                  </a:lnTo>
                  <a:lnTo>
                    <a:pt x="5535990" y="761265"/>
                  </a:lnTo>
                  <a:lnTo>
                    <a:pt x="5464094" y="757417"/>
                  </a:lnTo>
                  <a:lnTo>
                    <a:pt x="5392198" y="753600"/>
                  </a:lnTo>
                  <a:lnTo>
                    <a:pt x="5320302" y="749818"/>
                  </a:lnTo>
                  <a:lnTo>
                    <a:pt x="5248406" y="746071"/>
                  </a:lnTo>
                  <a:lnTo>
                    <a:pt x="5176510" y="742362"/>
                  </a:lnTo>
                  <a:lnTo>
                    <a:pt x="5104614" y="738691"/>
                  </a:lnTo>
                  <a:lnTo>
                    <a:pt x="5032718" y="735062"/>
                  </a:lnTo>
                  <a:lnTo>
                    <a:pt x="4960822" y="731477"/>
                  </a:lnTo>
                  <a:lnTo>
                    <a:pt x="4888926" y="727937"/>
                  </a:lnTo>
                  <a:lnTo>
                    <a:pt x="4817030" y="724445"/>
                  </a:lnTo>
                  <a:lnTo>
                    <a:pt x="4745134" y="721004"/>
                  </a:lnTo>
                  <a:lnTo>
                    <a:pt x="4673238" y="717616"/>
                  </a:lnTo>
                  <a:lnTo>
                    <a:pt x="4601342" y="714285"/>
                  </a:lnTo>
                  <a:lnTo>
                    <a:pt x="4529446" y="711013"/>
                  </a:lnTo>
                  <a:lnTo>
                    <a:pt x="4457550" y="707804"/>
                  </a:lnTo>
                  <a:lnTo>
                    <a:pt x="4385654" y="704661"/>
                  </a:lnTo>
                  <a:lnTo>
                    <a:pt x="4313758" y="701588"/>
                  </a:lnTo>
                  <a:lnTo>
                    <a:pt x="4241862" y="698588"/>
                  </a:lnTo>
                  <a:lnTo>
                    <a:pt x="4169966" y="695667"/>
                  </a:lnTo>
                  <a:lnTo>
                    <a:pt x="4098070" y="692828"/>
                  </a:lnTo>
                  <a:lnTo>
                    <a:pt x="4026174" y="690076"/>
                  </a:lnTo>
                  <a:lnTo>
                    <a:pt x="3954278" y="687416"/>
                  </a:lnTo>
                  <a:lnTo>
                    <a:pt x="3882382" y="684854"/>
                  </a:lnTo>
                  <a:lnTo>
                    <a:pt x="3810486" y="682394"/>
                  </a:lnTo>
                  <a:lnTo>
                    <a:pt x="3738590" y="680042"/>
                  </a:lnTo>
                  <a:lnTo>
                    <a:pt x="3666694" y="677805"/>
                  </a:lnTo>
                  <a:lnTo>
                    <a:pt x="3594798" y="675689"/>
                  </a:lnTo>
                  <a:lnTo>
                    <a:pt x="3522902" y="673700"/>
                  </a:lnTo>
                  <a:lnTo>
                    <a:pt x="3451007" y="671845"/>
                  </a:lnTo>
                  <a:lnTo>
                    <a:pt x="3379111" y="670132"/>
                  </a:lnTo>
                  <a:lnTo>
                    <a:pt x="3307215" y="668567"/>
                  </a:lnTo>
                  <a:lnTo>
                    <a:pt x="3235319" y="667159"/>
                  </a:lnTo>
                  <a:lnTo>
                    <a:pt x="3163423" y="665915"/>
                  </a:lnTo>
                  <a:lnTo>
                    <a:pt x="3091527" y="664842"/>
                  </a:lnTo>
                  <a:lnTo>
                    <a:pt x="3019631" y="663949"/>
                  </a:lnTo>
                  <a:lnTo>
                    <a:pt x="2947735" y="663244"/>
                  </a:lnTo>
                  <a:lnTo>
                    <a:pt x="2875839" y="662734"/>
                  </a:lnTo>
                  <a:lnTo>
                    <a:pt x="2803943" y="662427"/>
                  </a:lnTo>
                  <a:lnTo>
                    <a:pt x="2732047" y="662330"/>
                  </a:lnTo>
                  <a:lnTo>
                    <a:pt x="2660151" y="662450"/>
                  </a:lnTo>
                  <a:lnTo>
                    <a:pt x="2588255" y="662794"/>
                  </a:lnTo>
                  <a:lnTo>
                    <a:pt x="2516359" y="663368"/>
                  </a:lnTo>
                  <a:lnTo>
                    <a:pt x="2444463" y="664177"/>
                  </a:lnTo>
                  <a:lnTo>
                    <a:pt x="2372567" y="665226"/>
                  </a:lnTo>
                  <a:lnTo>
                    <a:pt x="2300671" y="666519"/>
                  </a:lnTo>
                  <a:lnTo>
                    <a:pt x="2228775" y="668058"/>
                  </a:lnTo>
                  <a:lnTo>
                    <a:pt x="2156879" y="669846"/>
                  </a:lnTo>
                  <a:lnTo>
                    <a:pt x="2084983" y="671883"/>
                  </a:lnTo>
                  <a:lnTo>
                    <a:pt x="2013087" y="674171"/>
                  </a:lnTo>
                  <a:lnTo>
                    <a:pt x="1941191" y="676706"/>
                  </a:lnTo>
                  <a:lnTo>
                    <a:pt x="1869295" y="679489"/>
                  </a:lnTo>
                  <a:lnTo>
                    <a:pt x="1797399" y="682515"/>
                  </a:lnTo>
                  <a:lnTo>
                    <a:pt x="1725503" y="685781"/>
                  </a:lnTo>
                  <a:lnTo>
                    <a:pt x="1653607" y="689283"/>
                  </a:lnTo>
                  <a:lnTo>
                    <a:pt x="1581711" y="693014"/>
                  </a:lnTo>
                  <a:lnTo>
                    <a:pt x="1509815" y="696969"/>
                  </a:lnTo>
                  <a:lnTo>
                    <a:pt x="1437919" y="701142"/>
                  </a:lnTo>
                  <a:lnTo>
                    <a:pt x="1366023" y="705525"/>
                  </a:lnTo>
                  <a:lnTo>
                    <a:pt x="1294127" y="710110"/>
                  </a:lnTo>
                  <a:lnTo>
                    <a:pt x="1222231" y="714892"/>
                  </a:lnTo>
                  <a:lnTo>
                    <a:pt x="1150335" y="719861"/>
                  </a:lnTo>
                  <a:lnTo>
                    <a:pt x="1078439" y="725009"/>
                  </a:lnTo>
                  <a:lnTo>
                    <a:pt x="1006543" y="730330"/>
                  </a:lnTo>
                  <a:lnTo>
                    <a:pt x="934647" y="735815"/>
                  </a:lnTo>
                  <a:lnTo>
                    <a:pt x="862751" y="741456"/>
                  </a:lnTo>
                  <a:lnTo>
                    <a:pt x="790855" y="747246"/>
                  </a:lnTo>
                  <a:lnTo>
                    <a:pt x="718959" y="753177"/>
                  </a:lnTo>
                  <a:lnTo>
                    <a:pt x="647063" y="759243"/>
                  </a:lnTo>
                  <a:lnTo>
                    <a:pt x="575167" y="765437"/>
                  </a:lnTo>
                  <a:lnTo>
                    <a:pt x="503271" y="771751"/>
                  </a:lnTo>
                  <a:lnTo>
                    <a:pt x="431375" y="778180"/>
                  </a:lnTo>
                  <a:lnTo>
                    <a:pt x="359479" y="784717"/>
                  </a:lnTo>
                  <a:lnTo>
                    <a:pt x="287583" y="791357"/>
                  </a:lnTo>
                  <a:lnTo>
                    <a:pt x="215687" y="798094"/>
                  </a:lnTo>
                  <a:lnTo>
                    <a:pt x="143791" y="804924"/>
                  </a:lnTo>
                  <a:lnTo>
                    <a:pt x="71895" y="811840"/>
                  </a:lnTo>
                  <a:lnTo>
                    <a:pt x="0" y="818839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56863" y="2759387"/>
              <a:ext cx="5679782" cy="308665"/>
            </a:xfrm>
            <a:custGeom>
              <a:avLst/>
              <a:gdLst/>
              <a:ahLst/>
              <a:cxnLst/>
              <a:rect l="0" t="0" r="0" b="0"/>
              <a:pathLst>
                <a:path w="5679782" h="308665">
                  <a:moveTo>
                    <a:pt x="0" y="272453"/>
                  </a:moveTo>
                  <a:lnTo>
                    <a:pt x="71895" y="275373"/>
                  </a:lnTo>
                  <a:lnTo>
                    <a:pt x="143791" y="278210"/>
                  </a:lnTo>
                  <a:lnTo>
                    <a:pt x="215687" y="280961"/>
                  </a:lnTo>
                  <a:lnTo>
                    <a:pt x="287583" y="283619"/>
                  </a:lnTo>
                  <a:lnTo>
                    <a:pt x="359479" y="286180"/>
                  </a:lnTo>
                  <a:lnTo>
                    <a:pt x="431375" y="288639"/>
                  </a:lnTo>
                  <a:lnTo>
                    <a:pt x="503271" y="290988"/>
                  </a:lnTo>
                  <a:lnTo>
                    <a:pt x="575167" y="293224"/>
                  </a:lnTo>
                  <a:lnTo>
                    <a:pt x="647063" y="295338"/>
                  </a:lnTo>
                  <a:lnTo>
                    <a:pt x="718959" y="297325"/>
                  </a:lnTo>
                  <a:lnTo>
                    <a:pt x="790855" y="299178"/>
                  </a:lnTo>
                  <a:lnTo>
                    <a:pt x="862751" y="300888"/>
                  </a:lnTo>
                  <a:lnTo>
                    <a:pt x="934647" y="302451"/>
                  </a:lnTo>
                  <a:lnTo>
                    <a:pt x="1006543" y="303856"/>
                  </a:lnTo>
                  <a:lnTo>
                    <a:pt x="1078439" y="305098"/>
                  </a:lnTo>
                  <a:lnTo>
                    <a:pt x="1150335" y="306168"/>
                  </a:lnTo>
                  <a:lnTo>
                    <a:pt x="1222231" y="307058"/>
                  </a:lnTo>
                  <a:lnTo>
                    <a:pt x="1294127" y="307760"/>
                  </a:lnTo>
                  <a:lnTo>
                    <a:pt x="1366023" y="308267"/>
                  </a:lnTo>
                  <a:lnTo>
                    <a:pt x="1437919" y="308571"/>
                  </a:lnTo>
                  <a:lnTo>
                    <a:pt x="1509815" y="308665"/>
                  </a:lnTo>
                  <a:lnTo>
                    <a:pt x="1581711" y="308541"/>
                  </a:lnTo>
                  <a:lnTo>
                    <a:pt x="1653607" y="308193"/>
                  </a:lnTo>
                  <a:lnTo>
                    <a:pt x="1725503" y="307616"/>
                  </a:lnTo>
                  <a:lnTo>
                    <a:pt x="1797399" y="306803"/>
                  </a:lnTo>
                  <a:lnTo>
                    <a:pt x="1869295" y="305750"/>
                  </a:lnTo>
                  <a:lnTo>
                    <a:pt x="1941191" y="304453"/>
                  </a:lnTo>
                  <a:lnTo>
                    <a:pt x="2013087" y="302910"/>
                  </a:lnTo>
                  <a:lnTo>
                    <a:pt x="2084983" y="301118"/>
                  </a:lnTo>
                  <a:lnTo>
                    <a:pt x="2156879" y="299077"/>
                  </a:lnTo>
                  <a:lnTo>
                    <a:pt x="2228775" y="296786"/>
                  </a:lnTo>
                  <a:lnTo>
                    <a:pt x="2300671" y="294246"/>
                  </a:lnTo>
                  <a:lnTo>
                    <a:pt x="2372567" y="291460"/>
                  </a:lnTo>
                  <a:lnTo>
                    <a:pt x="2444463" y="288430"/>
                  </a:lnTo>
                  <a:lnTo>
                    <a:pt x="2516359" y="285160"/>
                  </a:lnTo>
                  <a:lnTo>
                    <a:pt x="2588255" y="281655"/>
                  </a:lnTo>
                  <a:lnTo>
                    <a:pt x="2660151" y="277920"/>
                  </a:lnTo>
                  <a:lnTo>
                    <a:pt x="2732047" y="273961"/>
                  </a:lnTo>
                  <a:lnTo>
                    <a:pt x="2803943" y="269785"/>
                  </a:lnTo>
                  <a:lnTo>
                    <a:pt x="2875839" y="265399"/>
                  </a:lnTo>
                  <a:lnTo>
                    <a:pt x="2947735" y="260810"/>
                  </a:lnTo>
                  <a:lnTo>
                    <a:pt x="3019631" y="256026"/>
                  </a:lnTo>
                  <a:lnTo>
                    <a:pt x="3091527" y="251054"/>
                  </a:lnTo>
                  <a:lnTo>
                    <a:pt x="3163423" y="245902"/>
                  </a:lnTo>
                  <a:lnTo>
                    <a:pt x="3235319" y="240579"/>
                  </a:lnTo>
                  <a:lnTo>
                    <a:pt x="3307215" y="235092"/>
                  </a:lnTo>
                  <a:lnTo>
                    <a:pt x="3379111" y="229448"/>
                  </a:lnTo>
                  <a:lnTo>
                    <a:pt x="3451007" y="223656"/>
                  </a:lnTo>
                  <a:lnTo>
                    <a:pt x="3522902" y="217722"/>
                  </a:lnTo>
                  <a:lnTo>
                    <a:pt x="3594798" y="211655"/>
                  </a:lnTo>
                  <a:lnTo>
                    <a:pt x="3666694" y="205459"/>
                  </a:lnTo>
                  <a:lnTo>
                    <a:pt x="3738590" y="199143"/>
                  </a:lnTo>
                  <a:lnTo>
                    <a:pt x="3810486" y="192713"/>
                  </a:lnTo>
                  <a:lnTo>
                    <a:pt x="3882382" y="186173"/>
                  </a:lnTo>
                  <a:lnTo>
                    <a:pt x="3954278" y="179532"/>
                  </a:lnTo>
                  <a:lnTo>
                    <a:pt x="4026174" y="172793"/>
                  </a:lnTo>
                  <a:lnTo>
                    <a:pt x="4098070" y="165962"/>
                  </a:lnTo>
                  <a:lnTo>
                    <a:pt x="4169966" y="159044"/>
                  </a:lnTo>
                  <a:lnTo>
                    <a:pt x="4241862" y="152044"/>
                  </a:lnTo>
                  <a:lnTo>
                    <a:pt x="4313758" y="144966"/>
                  </a:lnTo>
                  <a:lnTo>
                    <a:pt x="4385654" y="137814"/>
                  </a:lnTo>
                  <a:lnTo>
                    <a:pt x="4457550" y="130592"/>
                  </a:lnTo>
                  <a:lnTo>
                    <a:pt x="4529446" y="123304"/>
                  </a:lnTo>
                  <a:lnTo>
                    <a:pt x="4601342" y="115953"/>
                  </a:lnTo>
                  <a:lnTo>
                    <a:pt x="4673238" y="108542"/>
                  </a:lnTo>
                  <a:lnTo>
                    <a:pt x="4745134" y="101076"/>
                  </a:lnTo>
                  <a:lnTo>
                    <a:pt x="4817030" y="93556"/>
                  </a:lnTo>
                  <a:lnTo>
                    <a:pt x="4888926" y="85985"/>
                  </a:lnTo>
                  <a:lnTo>
                    <a:pt x="4960822" y="78366"/>
                  </a:lnTo>
                  <a:lnTo>
                    <a:pt x="5032718" y="70701"/>
                  </a:lnTo>
                  <a:lnTo>
                    <a:pt x="5104614" y="62993"/>
                  </a:lnTo>
                  <a:lnTo>
                    <a:pt x="5176510" y="55244"/>
                  </a:lnTo>
                  <a:lnTo>
                    <a:pt x="5248406" y="47455"/>
                  </a:lnTo>
                  <a:lnTo>
                    <a:pt x="5320302" y="39630"/>
                  </a:lnTo>
                  <a:lnTo>
                    <a:pt x="5392198" y="31768"/>
                  </a:lnTo>
                  <a:lnTo>
                    <a:pt x="5464094" y="23873"/>
                  </a:lnTo>
                  <a:lnTo>
                    <a:pt x="5535990" y="15945"/>
                  </a:lnTo>
                  <a:lnTo>
                    <a:pt x="5607886" y="7987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1256863" y="3421717"/>
              <a:ext cx="5679782" cy="156509"/>
            </a:xfrm>
            <a:custGeom>
              <a:avLst/>
              <a:gdLst/>
              <a:ahLst/>
              <a:cxnLst/>
              <a:rect l="0" t="0" r="0" b="0"/>
              <a:pathLst>
                <a:path w="5679782" h="156509">
                  <a:moveTo>
                    <a:pt x="5679782" y="106723"/>
                  </a:moveTo>
                  <a:lnTo>
                    <a:pt x="5607886" y="102814"/>
                  </a:lnTo>
                  <a:lnTo>
                    <a:pt x="5535990" y="98935"/>
                  </a:lnTo>
                  <a:lnTo>
                    <a:pt x="5464094" y="95087"/>
                  </a:lnTo>
                  <a:lnTo>
                    <a:pt x="5392198" y="91270"/>
                  </a:lnTo>
                  <a:lnTo>
                    <a:pt x="5320302" y="87488"/>
                  </a:lnTo>
                  <a:lnTo>
                    <a:pt x="5248406" y="83741"/>
                  </a:lnTo>
                  <a:lnTo>
                    <a:pt x="5176510" y="80031"/>
                  </a:lnTo>
                  <a:lnTo>
                    <a:pt x="5104614" y="76361"/>
                  </a:lnTo>
                  <a:lnTo>
                    <a:pt x="5032718" y="72732"/>
                  </a:lnTo>
                  <a:lnTo>
                    <a:pt x="4960822" y="69146"/>
                  </a:lnTo>
                  <a:lnTo>
                    <a:pt x="4888926" y="65606"/>
                  </a:lnTo>
                  <a:lnTo>
                    <a:pt x="4817030" y="62115"/>
                  </a:lnTo>
                  <a:lnTo>
                    <a:pt x="4745134" y="58673"/>
                  </a:lnTo>
                  <a:lnTo>
                    <a:pt x="4673238" y="55286"/>
                  </a:lnTo>
                  <a:lnTo>
                    <a:pt x="4601342" y="51954"/>
                  </a:lnTo>
                  <a:lnTo>
                    <a:pt x="4529446" y="48683"/>
                  </a:lnTo>
                  <a:lnTo>
                    <a:pt x="4457550" y="45473"/>
                  </a:lnTo>
                  <a:lnTo>
                    <a:pt x="4385654" y="42330"/>
                  </a:lnTo>
                  <a:lnTo>
                    <a:pt x="4313758" y="39257"/>
                  </a:lnTo>
                  <a:lnTo>
                    <a:pt x="4241862" y="36258"/>
                  </a:lnTo>
                  <a:lnTo>
                    <a:pt x="4169966" y="33337"/>
                  </a:lnTo>
                  <a:lnTo>
                    <a:pt x="4098070" y="30498"/>
                  </a:lnTo>
                  <a:lnTo>
                    <a:pt x="4026174" y="27746"/>
                  </a:lnTo>
                  <a:lnTo>
                    <a:pt x="3954278" y="25086"/>
                  </a:lnTo>
                  <a:lnTo>
                    <a:pt x="3882382" y="22524"/>
                  </a:lnTo>
                  <a:lnTo>
                    <a:pt x="3810486" y="20064"/>
                  </a:lnTo>
                  <a:lnTo>
                    <a:pt x="3738590" y="17712"/>
                  </a:lnTo>
                  <a:lnTo>
                    <a:pt x="3666694" y="15475"/>
                  </a:lnTo>
                  <a:lnTo>
                    <a:pt x="3594798" y="13358"/>
                  </a:lnTo>
                  <a:lnTo>
                    <a:pt x="3522902" y="11369"/>
                  </a:lnTo>
                  <a:lnTo>
                    <a:pt x="3451007" y="9515"/>
                  </a:lnTo>
                  <a:lnTo>
                    <a:pt x="3379111" y="7802"/>
                  </a:lnTo>
                  <a:lnTo>
                    <a:pt x="3307215" y="6237"/>
                  </a:lnTo>
                  <a:lnTo>
                    <a:pt x="3235319" y="4829"/>
                  </a:lnTo>
                  <a:lnTo>
                    <a:pt x="3163423" y="3584"/>
                  </a:lnTo>
                  <a:lnTo>
                    <a:pt x="3091527" y="2512"/>
                  </a:lnTo>
                  <a:lnTo>
                    <a:pt x="3019631" y="1619"/>
                  </a:lnTo>
                  <a:lnTo>
                    <a:pt x="2947735" y="914"/>
                  </a:lnTo>
                  <a:lnTo>
                    <a:pt x="2875839" y="404"/>
                  </a:lnTo>
                  <a:lnTo>
                    <a:pt x="2803943" y="96"/>
                  </a:lnTo>
                  <a:lnTo>
                    <a:pt x="2732047" y="0"/>
                  </a:lnTo>
                  <a:lnTo>
                    <a:pt x="2660151" y="120"/>
                  </a:lnTo>
                  <a:lnTo>
                    <a:pt x="2588255" y="464"/>
                  </a:lnTo>
                  <a:lnTo>
                    <a:pt x="2516359" y="1038"/>
                  </a:lnTo>
                  <a:lnTo>
                    <a:pt x="2444463" y="1847"/>
                  </a:lnTo>
                  <a:lnTo>
                    <a:pt x="2372567" y="2896"/>
                  </a:lnTo>
                  <a:lnTo>
                    <a:pt x="2300671" y="4189"/>
                  </a:lnTo>
                  <a:lnTo>
                    <a:pt x="2228775" y="5728"/>
                  </a:lnTo>
                  <a:lnTo>
                    <a:pt x="2156879" y="7516"/>
                  </a:lnTo>
                  <a:lnTo>
                    <a:pt x="2084983" y="9553"/>
                  </a:lnTo>
                  <a:lnTo>
                    <a:pt x="2013087" y="11840"/>
                  </a:lnTo>
                  <a:lnTo>
                    <a:pt x="1941191" y="14376"/>
                  </a:lnTo>
                  <a:lnTo>
                    <a:pt x="1869295" y="17159"/>
                  </a:lnTo>
                  <a:lnTo>
                    <a:pt x="1797399" y="20185"/>
                  </a:lnTo>
                  <a:lnTo>
                    <a:pt x="1725503" y="23451"/>
                  </a:lnTo>
                  <a:lnTo>
                    <a:pt x="1653607" y="26952"/>
                  </a:lnTo>
                  <a:lnTo>
                    <a:pt x="1581711" y="30684"/>
                  </a:lnTo>
                  <a:lnTo>
                    <a:pt x="1509815" y="34639"/>
                  </a:lnTo>
                  <a:lnTo>
                    <a:pt x="1437919" y="38811"/>
                  </a:lnTo>
                  <a:lnTo>
                    <a:pt x="1366023" y="43194"/>
                  </a:lnTo>
                  <a:lnTo>
                    <a:pt x="1294127" y="47780"/>
                  </a:lnTo>
                  <a:lnTo>
                    <a:pt x="1222231" y="52562"/>
                  </a:lnTo>
                  <a:lnTo>
                    <a:pt x="1150335" y="57531"/>
                  </a:lnTo>
                  <a:lnTo>
                    <a:pt x="1078439" y="62679"/>
                  </a:lnTo>
                  <a:lnTo>
                    <a:pt x="1006543" y="68000"/>
                  </a:lnTo>
                  <a:lnTo>
                    <a:pt x="934647" y="73485"/>
                  </a:lnTo>
                  <a:lnTo>
                    <a:pt x="862751" y="79126"/>
                  </a:lnTo>
                  <a:lnTo>
                    <a:pt x="790855" y="84916"/>
                  </a:lnTo>
                  <a:lnTo>
                    <a:pt x="718959" y="90847"/>
                  </a:lnTo>
                  <a:lnTo>
                    <a:pt x="647063" y="96913"/>
                  </a:lnTo>
                  <a:lnTo>
                    <a:pt x="575167" y="103106"/>
                  </a:lnTo>
                  <a:lnTo>
                    <a:pt x="503271" y="109421"/>
                  </a:lnTo>
                  <a:lnTo>
                    <a:pt x="431375" y="115849"/>
                  </a:lnTo>
                  <a:lnTo>
                    <a:pt x="359479" y="122387"/>
                  </a:lnTo>
                  <a:lnTo>
                    <a:pt x="287583" y="129027"/>
                  </a:lnTo>
                  <a:lnTo>
                    <a:pt x="215687" y="135764"/>
                  </a:lnTo>
                  <a:lnTo>
                    <a:pt x="143791" y="142594"/>
                  </a:lnTo>
                  <a:lnTo>
                    <a:pt x="71895" y="149510"/>
                  </a:lnTo>
                  <a:lnTo>
                    <a:pt x="0" y="15650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1256863" y="3143914"/>
              <a:ext cx="5679782" cy="161119"/>
            </a:xfrm>
            <a:custGeom>
              <a:avLst/>
              <a:gdLst/>
              <a:ahLst/>
              <a:cxnLst/>
              <a:rect l="0" t="0" r="0" b="0"/>
              <a:pathLst>
                <a:path w="5679782" h="161119">
                  <a:moveTo>
                    <a:pt x="0" y="161119"/>
                  </a:moveTo>
                  <a:lnTo>
                    <a:pt x="71895" y="159080"/>
                  </a:lnTo>
                  <a:lnTo>
                    <a:pt x="143791" y="157040"/>
                  </a:lnTo>
                  <a:lnTo>
                    <a:pt x="215687" y="155001"/>
                  </a:lnTo>
                  <a:lnTo>
                    <a:pt x="287583" y="152961"/>
                  </a:lnTo>
                  <a:lnTo>
                    <a:pt x="359479" y="150922"/>
                  </a:lnTo>
                  <a:lnTo>
                    <a:pt x="431375" y="148882"/>
                  </a:lnTo>
                  <a:lnTo>
                    <a:pt x="503271" y="146843"/>
                  </a:lnTo>
                  <a:lnTo>
                    <a:pt x="575167" y="144803"/>
                  </a:lnTo>
                  <a:lnTo>
                    <a:pt x="647063" y="142764"/>
                  </a:lnTo>
                  <a:lnTo>
                    <a:pt x="718959" y="140724"/>
                  </a:lnTo>
                  <a:lnTo>
                    <a:pt x="790855" y="138685"/>
                  </a:lnTo>
                  <a:lnTo>
                    <a:pt x="862751" y="136645"/>
                  </a:lnTo>
                  <a:lnTo>
                    <a:pt x="934647" y="134606"/>
                  </a:lnTo>
                  <a:lnTo>
                    <a:pt x="1006543" y="132566"/>
                  </a:lnTo>
                  <a:lnTo>
                    <a:pt x="1078439" y="130527"/>
                  </a:lnTo>
                  <a:lnTo>
                    <a:pt x="1150335" y="128487"/>
                  </a:lnTo>
                  <a:lnTo>
                    <a:pt x="1222231" y="126448"/>
                  </a:lnTo>
                  <a:lnTo>
                    <a:pt x="1294127" y="124408"/>
                  </a:lnTo>
                  <a:lnTo>
                    <a:pt x="1366023" y="122369"/>
                  </a:lnTo>
                  <a:lnTo>
                    <a:pt x="1437919" y="120329"/>
                  </a:lnTo>
                  <a:lnTo>
                    <a:pt x="1509815" y="118290"/>
                  </a:lnTo>
                  <a:lnTo>
                    <a:pt x="1581711" y="116250"/>
                  </a:lnTo>
                  <a:lnTo>
                    <a:pt x="1653607" y="114211"/>
                  </a:lnTo>
                  <a:lnTo>
                    <a:pt x="1725503" y="112171"/>
                  </a:lnTo>
                  <a:lnTo>
                    <a:pt x="1797399" y="110132"/>
                  </a:lnTo>
                  <a:lnTo>
                    <a:pt x="1869295" y="108092"/>
                  </a:lnTo>
                  <a:lnTo>
                    <a:pt x="1941191" y="106053"/>
                  </a:lnTo>
                  <a:lnTo>
                    <a:pt x="2013087" y="104014"/>
                  </a:lnTo>
                  <a:lnTo>
                    <a:pt x="2084983" y="101974"/>
                  </a:lnTo>
                  <a:lnTo>
                    <a:pt x="2156879" y="99935"/>
                  </a:lnTo>
                  <a:lnTo>
                    <a:pt x="2228775" y="97895"/>
                  </a:lnTo>
                  <a:lnTo>
                    <a:pt x="2300671" y="95856"/>
                  </a:lnTo>
                  <a:lnTo>
                    <a:pt x="2372567" y="93816"/>
                  </a:lnTo>
                  <a:lnTo>
                    <a:pt x="2444463" y="91777"/>
                  </a:lnTo>
                  <a:lnTo>
                    <a:pt x="2516359" y="89737"/>
                  </a:lnTo>
                  <a:lnTo>
                    <a:pt x="2588255" y="87698"/>
                  </a:lnTo>
                  <a:lnTo>
                    <a:pt x="2660151" y="85658"/>
                  </a:lnTo>
                  <a:lnTo>
                    <a:pt x="2732047" y="83619"/>
                  </a:lnTo>
                  <a:lnTo>
                    <a:pt x="2803943" y="81579"/>
                  </a:lnTo>
                  <a:lnTo>
                    <a:pt x="2875839" y="79540"/>
                  </a:lnTo>
                  <a:lnTo>
                    <a:pt x="2947735" y="77500"/>
                  </a:lnTo>
                  <a:lnTo>
                    <a:pt x="3019631" y="75461"/>
                  </a:lnTo>
                  <a:lnTo>
                    <a:pt x="3091527" y="73421"/>
                  </a:lnTo>
                  <a:lnTo>
                    <a:pt x="3163423" y="71382"/>
                  </a:lnTo>
                  <a:lnTo>
                    <a:pt x="3235319" y="69342"/>
                  </a:lnTo>
                  <a:lnTo>
                    <a:pt x="3307215" y="67303"/>
                  </a:lnTo>
                  <a:lnTo>
                    <a:pt x="3379111" y="65263"/>
                  </a:lnTo>
                  <a:lnTo>
                    <a:pt x="3451007" y="63224"/>
                  </a:lnTo>
                  <a:lnTo>
                    <a:pt x="3522902" y="61184"/>
                  </a:lnTo>
                  <a:lnTo>
                    <a:pt x="3594798" y="59145"/>
                  </a:lnTo>
                  <a:lnTo>
                    <a:pt x="3666694" y="57105"/>
                  </a:lnTo>
                  <a:lnTo>
                    <a:pt x="3738590" y="55066"/>
                  </a:lnTo>
                  <a:lnTo>
                    <a:pt x="3810486" y="53026"/>
                  </a:lnTo>
                  <a:lnTo>
                    <a:pt x="3882382" y="50987"/>
                  </a:lnTo>
                  <a:lnTo>
                    <a:pt x="3954278" y="48947"/>
                  </a:lnTo>
                  <a:lnTo>
                    <a:pt x="4026174" y="46908"/>
                  </a:lnTo>
                  <a:lnTo>
                    <a:pt x="4098070" y="44868"/>
                  </a:lnTo>
                  <a:lnTo>
                    <a:pt x="4169966" y="42829"/>
                  </a:lnTo>
                  <a:lnTo>
                    <a:pt x="4241862" y="40789"/>
                  </a:lnTo>
                  <a:lnTo>
                    <a:pt x="4313758" y="38750"/>
                  </a:lnTo>
                  <a:lnTo>
                    <a:pt x="4385654" y="36710"/>
                  </a:lnTo>
                  <a:lnTo>
                    <a:pt x="4457550" y="34671"/>
                  </a:lnTo>
                  <a:lnTo>
                    <a:pt x="4529446" y="32631"/>
                  </a:lnTo>
                  <a:lnTo>
                    <a:pt x="4601342" y="30592"/>
                  </a:lnTo>
                  <a:lnTo>
                    <a:pt x="4673238" y="28552"/>
                  </a:lnTo>
                  <a:lnTo>
                    <a:pt x="4745134" y="26513"/>
                  </a:lnTo>
                  <a:lnTo>
                    <a:pt x="4817030" y="24473"/>
                  </a:lnTo>
                  <a:lnTo>
                    <a:pt x="4888926" y="22434"/>
                  </a:lnTo>
                  <a:lnTo>
                    <a:pt x="4960822" y="20394"/>
                  </a:lnTo>
                  <a:lnTo>
                    <a:pt x="5032718" y="18355"/>
                  </a:lnTo>
                  <a:lnTo>
                    <a:pt x="5104614" y="16315"/>
                  </a:lnTo>
                  <a:lnTo>
                    <a:pt x="5176510" y="14276"/>
                  </a:lnTo>
                  <a:lnTo>
                    <a:pt x="5248406" y="12236"/>
                  </a:lnTo>
                  <a:lnTo>
                    <a:pt x="5320302" y="10197"/>
                  </a:lnTo>
                  <a:lnTo>
                    <a:pt x="5392198" y="8157"/>
                  </a:lnTo>
                  <a:lnTo>
                    <a:pt x="5464094" y="6118"/>
                  </a:lnTo>
                  <a:lnTo>
                    <a:pt x="5535990" y="4078"/>
                  </a:lnTo>
                  <a:lnTo>
                    <a:pt x="5607886" y="2039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t62"/>
            <p:cNvSpPr/>
            <p:nvPr/>
          </p:nvSpPr>
          <p:spPr>
            <a:xfrm>
              <a:off x="3941289" y="451496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t63"/>
            <p:cNvSpPr/>
            <p:nvPr/>
          </p:nvSpPr>
          <p:spPr>
            <a:xfrm>
              <a:off x="3941289" y="431168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t64"/>
            <p:cNvSpPr/>
            <p:nvPr/>
          </p:nvSpPr>
          <p:spPr>
            <a:xfrm>
              <a:off x="3941289" y="431145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t65"/>
            <p:cNvSpPr/>
            <p:nvPr/>
          </p:nvSpPr>
          <p:spPr>
            <a:xfrm>
              <a:off x="1198161" y="381633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t66"/>
            <p:cNvSpPr/>
            <p:nvPr/>
          </p:nvSpPr>
          <p:spPr>
            <a:xfrm>
              <a:off x="1198161" y="372374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t67"/>
            <p:cNvSpPr/>
            <p:nvPr/>
          </p:nvSpPr>
          <p:spPr>
            <a:xfrm>
              <a:off x="1198161" y="376941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t68"/>
            <p:cNvSpPr/>
            <p:nvPr/>
          </p:nvSpPr>
          <p:spPr>
            <a:xfrm>
              <a:off x="4968637" y="422117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t69"/>
            <p:cNvSpPr/>
            <p:nvPr/>
          </p:nvSpPr>
          <p:spPr>
            <a:xfrm>
              <a:off x="4968637" y="366906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t70"/>
            <p:cNvSpPr/>
            <p:nvPr/>
          </p:nvSpPr>
          <p:spPr>
            <a:xfrm>
              <a:off x="4968637" y="39520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t71"/>
            <p:cNvSpPr/>
            <p:nvPr/>
          </p:nvSpPr>
          <p:spPr>
            <a:xfrm>
              <a:off x="6877943" y="460526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t72"/>
            <p:cNvSpPr/>
            <p:nvPr/>
          </p:nvSpPr>
          <p:spPr>
            <a:xfrm>
              <a:off x="6877943" y="415385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t73"/>
            <p:cNvSpPr/>
            <p:nvPr/>
          </p:nvSpPr>
          <p:spPr>
            <a:xfrm>
              <a:off x="6877943" y="44873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t74"/>
            <p:cNvSpPr/>
            <p:nvPr/>
          </p:nvSpPr>
          <p:spPr>
            <a:xfrm>
              <a:off x="1963859" y="335864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t75"/>
            <p:cNvSpPr/>
            <p:nvPr/>
          </p:nvSpPr>
          <p:spPr>
            <a:xfrm>
              <a:off x="1963859" y="362495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t76"/>
            <p:cNvSpPr/>
            <p:nvPr/>
          </p:nvSpPr>
          <p:spPr>
            <a:xfrm>
              <a:off x="1963859" y="36664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t77"/>
            <p:cNvSpPr/>
            <p:nvPr/>
          </p:nvSpPr>
          <p:spPr>
            <a:xfrm>
              <a:off x="1241128" y="36255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t78"/>
            <p:cNvSpPr/>
            <p:nvPr/>
          </p:nvSpPr>
          <p:spPr>
            <a:xfrm>
              <a:off x="1241128" y="38635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t79"/>
            <p:cNvSpPr/>
            <p:nvPr/>
          </p:nvSpPr>
          <p:spPr>
            <a:xfrm>
              <a:off x="1241128" y="398342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t80"/>
            <p:cNvSpPr/>
            <p:nvPr/>
          </p:nvSpPr>
          <p:spPr>
            <a:xfrm>
              <a:off x="1727382" y="528903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t81"/>
            <p:cNvSpPr/>
            <p:nvPr/>
          </p:nvSpPr>
          <p:spPr>
            <a:xfrm>
              <a:off x="1727382" y="54905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t82"/>
            <p:cNvSpPr/>
            <p:nvPr/>
          </p:nvSpPr>
          <p:spPr>
            <a:xfrm>
              <a:off x="1727382" y="532671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4629806" y="541500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t84"/>
            <p:cNvSpPr/>
            <p:nvPr/>
          </p:nvSpPr>
          <p:spPr>
            <a:xfrm>
              <a:off x="4629806" y="532616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4629806" y="54197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1256863" y="3773069"/>
              <a:ext cx="5679782" cy="1533973"/>
            </a:xfrm>
            <a:custGeom>
              <a:avLst/>
              <a:gdLst/>
              <a:ahLst/>
              <a:cxnLst/>
              <a:rect l="0" t="0" r="0" b="0"/>
              <a:pathLst>
                <a:path w="5679782" h="1533973">
                  <a:moveTo>
                    <a:pt x="0" y="0"/>
                  </a:moveTo>
                  <a:lnTo>
                    <a:pt x="71895" y="14155"/>
                  </a:lnTo>
                  <a:lnTo>
                    <a:pt x="143791" y="28182"/>
                  </a:lnTo>
                  <a:lnTo>
                    <a:pt x="215687" y="42072"/>
                  </a:lnTo>
                  <a:lnTo>
                    <a:pt x="287583" y="55819"/>
                  </a:lnTo>
                  <a:lnTo>
                    <a:pt x="359479" y="69414"/>
                  </a:lnTo>
                  <a:lnTo>
                    <a:pt x="431375" y="82848"/>
                  </a:lnTo>
                  <a:lnTo>
                    <a:pt x="503271" y="96112"/>
                  </a:lnTo>
                  <a:lnTo>
                    <a:pt x="575167" y="109198"/>
                  </a:lnTo>
                  <a:lnTo>
                    <a:pt x="647063" y="122094"/>
                  </a:lnTo>
                  <a:lnTo>
                    <a:pt x="718959" y="134791"/>
                  </a:lnTo>
                  <a:lnTo>
                    <a:pt x="790855" y="147278"/>
                  </a:lnTo>
                  <a:lnTo>
                    <a:pt x="862751" y="159544"/>
                  </a:lnTo>
                  <a:lnTo>
                    <a:pt x="934647" y="171577"/>
                  </a:lnTo>
                  <a:lnTo>
                    <a:pt x="1006543" y="183365"/>
                  </a:lnTo>
                  <a:lnTo>
                    <a:pt x="1078439" y="194897"/>
                  </a:lnTo>
                  <a:lnTo>
                    <a:pt x="1150335" y="206161"/>
                  </a:lnTo>
                  <a:lnTo>
                    <a:pt x="1222231" y="217143"/>
                  </a:lnTo>
                  <a:lnTo>
                    <a:pt x="1294127" y="227832"/>
                  </a:lnTo>
                  <a:lnTo>
                    <a:pt x="1366023" y="238216"/>
                  </a:lnTo>
                  <a:lnTo>
                    <a:pt x="1437919" y="248282"/>
                  </a:lnTo>
                  <a:lnTo>
                    <a:pt x="1509815" y="258019"/>
                  </a:lnTo>
                  <a:lnTo>
                    <a:pt x="1581711" y="267417"/>
                  </a:lnTo>
                  <a:lnTo>
                    <a:pt x="1653607" y="276465"/>
                  </a:lnTo>
                  <a:lnTo>
                    <a:pt x="1725503" y="285153"/>
                  </a:lnTo>
                  <a:lnTo>
                    <a:pt x="1797399" y="293474"/>
                  </a:lnTo>
                  <a:lnTo>
                    <a:pt x="1869295" y="301419"/>
                  </a:lnTo>
                  <a:lnTo>
                    <a:pt x="1941191" y="308984"/>
                  </a:lnTo>
                  <a:lnTo>
                    <a:pt x="2013087" y="316163"/>
                  </a:lnTo>
                  <a:lnTo>
                    <a:pt x="2084983" y="322953"/>
                  </a:lnTo>
                  <a:lnTo>
                    <a:pt x="2156879" y="329353"/>
                  </a:lnTo>
                  <a:lnTo>
                    <a:pt x="2228775" y="335363"/>
                  </a:lnTo>
                  <a:lnTo>
                    <a:pt x="2300671" y="340984"/>
                  </a:lnTo>
                  <a:lnTo>
                    <a:pt x="2372567" y="346220"/>
                  </a:lnTo>
                  <a:lnTo>
                    <a:pt x="2444463" y="351075"/>
                  </a:lnTo>
                  <a:lnTo>
                    <a:pt x="2516359" y="355555"/>
                  </a:lnTo>
                  <a:lnTo>
                    <a:pt x="2588255" y="359667"/>
                  </a:lnTo>
                  <a:lnTo>
                    <a:pt x="2660151" y="363420"/>
                  </a:lnTo>
                  <a:lnTo>
                    <a:pt x="2732047" y="366823"/>
                  </a:lnTo>
                  <a:lnTo>
                    <a:pt x="2803943" y="369886"/>
                  </a:lnTo>
                  <a:lnTo>
                    <a:pt x="2875839" y="372621"/>
                  </a:lnTo>
                  <a:lnTo>
                    <a:pt x="2947735" y="375039"/>
                  </a:lnTo>
                  <a:lnTo>
                    <a:pt x="3019631" y="377151"/>
                  </a:lnTo>
                  <a:lnTo>
                    <a:pt x="3091527" y="378971"/>
                  </a:lnTo>
                  <a:lnTo>
                    <a:pt x="3163423" y="380509"/>
                  </a:lnTo>
                  <a:lnTo>
                    <a:pt x="3235319" y="381779"/>
                  </a:lnTo>
                  <a:lnTo>
                    <a:pt x="3307215" y="382793"/>
                  </a:lnTo>
                  <a:lnTo>
                    <a:pt x="3379111" y="383562"/>
                  </a:lnTo>
                  <a:lnTo>
                    <a:pt x="3451007" y="384099"/>
                  </a:lnTo>
                  <a:lnTo>
                    <a:pt x="3522902" y="384415"/>
                  </a:lnTo>
                  <a:lnTo>
                    <a:pt x="3594798" y="384521"/>
                  </a:lnTo>
                  <a:lnTo>
                    <a:pt x="3666694" y="384428"/>
                  </a:lnTo>
                  <a:lnTo>
                    <a:pt x="3738590" y="384146"/>
                  </a:lnTo>
                  <a:lnTo>
                    <a:pt x="3810486" y="383685"/>
                  </a:lnTo>
                  <a:lnTo>
                    <a:pt x="3882382" y="383055"/>
                  </a:lnTo>
                  <a:lnTo>
                    <a:pt x="3954278" y="382264"/>
                  </a:lnTo>
                  <a:lnTo>
                    <a:pt x="4026174" y="381321"/>
                  </a:lnTo>
                  <a:lnTo>
                    <a:pt x="4098070" y="380235"/>
                  </a:lnTo>
                  <a:lnTo>
                    <a:pt x="4169966" y="379012"/>
                  </a:lnTo>
                  <a:lnTo>
                    <a:pt x="4241862" y="377661"/>
                  </a:lnTo>
                  <a:lnTo>
                    <a:pt x="4313758" y="376188"/>
                  </a:lnTo>
                  <a:lnTo>
                    <a:pt x="4385654" y="374599"/>
                  </a:lnTo>
                  <a:lnTo>
                    <a:pt x="4457550" y="372901"/>
                  </a:lnTo>
                  <a:lnTo>
                    <a:pt x="4529446" y="371100"/>
                  </a:lnTo>
                  <a:lnTo>
                    <a:pt x="4601342" y="369200"/>
                  </a:lnTo>
                  <a:lnTo>
                    <a:pt x="4673238" y="367208"/>
                  </a:lnTo>
                  <a:lnTo>
                    <a:pt x="4745134" y="365127"/>
                  </a:lnTo>
                  <a:lnTo>
                    <a:pt x="4817030" y="362963"/>
                  </a:lnTo>
                  <a:lnTo>
                    <a:pt x="4888926" y="360720"/>
                  </a:lnTo>
                  <a:lnTo>
                    <a:pt x="4960822" y="358402"/>
                  </a:lnTo>
                  <a:lnTo>
                    <a:pt x="5032718" y="356012"/>
                  </a:lnTo>
                  <a:lnTo>
                    <a:pt x="5104614" y="353554"/>
                  </a:lnTo>
                  <a:lnTo>
                    <a:pt x="5176510" y="351032"/>
                  </a:lnTo>
                  <a:lnTo>
                    <a:pt x="5248406" y="348448"/>
                  </a:lnTo>
                  <a:lnTo>
                    <a:pt x="5320302" y="345806"/>
                  </a:lnTo>
                  <a:lnTo>
                    <a:pt x="5392198" y="343109"/>
                  </a:lnTo>
                  <a:lnTo>
                    <a:pt x="5464094" y="340358"/>
                  </a:lnTo>
                  <a:lnTo>
                    <a:pt x="5535990" y="337557"/>
                  </a:lnTo>
                  <a:lnTo>
                    <a:pt x="5607886" y="334708"/>
                  </a:lnTo>
                  <a:lnTo>
                    <a:pt x="5679782" y="331814"/>
                  </a:lnTo>
                  <a:lnTo>
                    <a:pt x="5679782" y="1533973"/>
                  </a:lnTo>
                  <a:lnTo>
                    <a:pt x="5607886" y="1518272"/>
                  </a:lnTo>
                  <a:lnTo>
                    <a:pt x="5535990" y="1502617"/>
                  </a:lnTo>
                  <a:lnTo>
                    <a:pt x="5464094" y="1487010"/>
                  </a:lnTo>
                  <a:lnTo>
                    <a:pt x="5392198" y="1471453"/>
                  </a:lnTo>
                  <a:lnTo>
                    <a:pt x="5320302" y="1455949"/>
                  </a:lnTo>
                  <a:lnTo>
                    <a:pt x="5248406" y="1440501"/>
                  </a:lnTo>
                  <a:lnTo>
                    <a:pt x="5176510" y="1425111"/>
                  </a:lnTo>
                  <a:lnTo>
                    <a:pt x="5104614" y="1409782"/>
                  </a:lnTo>
                  <a:lnTo>
                    <a:pt x="5032718" y="1394518"/>
                  </a:lnTo>
                  <a:lnTo>
                    <a:pt x="4960822" y="1379322"/>
                  </a:lnTo>
                  <a:lnTo>
                    <a:pt x="4888926" y="1364198"/>
                  </a:lnTo>
                  <a:lnTo>
                    <a:pt x="4817030" y="1349148"/>
                  </a:lnTo>
                  <a:lnTo>
                    <a:pt x="4745134" y="1334178"/>
                  </a:lnTo>
                  <a:lnTo>
                    <a:pt x="4673238" y="1319291"/>
                  </a:lnTo>
                  <a:lnTo>
                    <a:pt x="4601342" y="1304493"/>
                  </a:lnTo>
                  <a:lnTo>
                    <a:pt x="4529446" y="1289787"/>
                  </a:lnTo>
                  <a:lnTo>
                    <a:pt x="4457550" y="1275179"/>
                  </a:lnTo>
                  <a:lnTo>
                    <a:pt x="4385654" y="1260675"/>
                  </a:lnTo>
                  <a:lnTo>
                    <a:pt x="4313758" y="1246280"/>
                  </a:lnTo>
                  <a:lnTo>
                    <a:pt x="4241862" y="1232001"/>
                  </a:lnTo>
                  <a:lnTo>
                    <a:pt x="4169966" y="1217843"/>
                  </a:lnTo>
                  <a:lnTo>
                    <a:pt x="4098070" y="1203814"/>
                  </a:lnTo>
                  <a:lnTo>
                    <a:pt x="4026174" y="1189921"/>
                  </a:lnTo>
                  <a:lnTo>
                    <a:pt x="3954278" y="1176172"/>
                  </a:lnTo>
                  <a:lnTo>
                    <a:pt x="3882382" y="1162575"/>
                  </a:lnTo>
                  <a:lnTo>
                    <a:pt x="3810486" y="1149139"/>
                  </a:lnTo>
                  <a:lnTo>
                    <a:pt x="3738590" y="1135871"/>
                  </a:lnTo>
                  <a:lnTo>
                    <a:pt x="3666694" y="1122783"/>
                  </a:lnTo>
                  <a:lnTo>
                    <a:pt x="3594798" y="1109884"/>
                  </a:lnTo>
                  <a:lnTo>
                    <a:pt x="3522902" y="1097184"/>
                  </a:lnTo>
                  <a:lnTo>
                    <a:pt x="3451007" y="1084693"/>
                  </a:lnTo>
                  <a:lnTo>
                    <a:pt x="3379111" y="1072424"/>
                  </a:lnTo>
                  <a:lnTo>
                    <a:pt x="3307215" y="1060387"/>
                  </a:lnTo>
                  <a:lnTo>
                    <a:pt x="3235319" y="1048595"/>
                  </a:lnTo>
                  <a:lnTo>
                    <a:pt x="3163423" y="1037058"/>
                  </a:lnTo>
                  <a:lnTo>
                    <a:pt x="3091527" y="1025791"/>
                  </a:lnTo>
                  <a:lnTo>
                    <a:pt x="3019631" y="1014804"/>
                  </a:lnTo>
                  <a:lnTo>
                    <a:pt x="2947735" y="1004110"/>
                  </a:lnTo>
                  <a:lnTo>
                    <a:pt x="2875839" y="993722"/>
                  </a:lnTo>
                  <a:lnTo>
                    <a:pt x="2803943" y="983650"/>
                  </a:lnTo>
                  <a:lnTo>
                    <a:pt x="2732047" y="973907"/>
                  </a:lnTo>
                  <a:lnTo>
                    <a:pt x="2660151" y="964504"/>
                  </a:lnTo>
                  <a:lnTo>
                    <a:pt x="2588255" y="955451"/>
                  </a:lnTo>
                  <a:lnTo>
                    <a:pt x="2516359" y="946757"/>
                  </a:lnTo>
                  <a:lnTo>
                    <a:pt x="2444463" y="938430"/>
                  </a:lnTo>
                  <a:lnTo>
                    <a:pt x="2372567" y="930479"/>
                  </a:lnTo>
                  <a:lnTo>
                    <a:pt x="2300671" y="922908"/>
                  </a:lnTo>
                  <a:lnTo>
                    <a:pt x="2228775" y="915723"/>
                  </a:lnTo>
                  <a:lnTo>
                    <a:pt x="2156879" y="908927"/>
                  </a:lnTo>
                  <a:lnTo>
                    <a:pt x="2084983" y="902521"/>
                  </a:lnTo>
                  <a:lnTo>
                    <a:pt x="2013087" y="896505"/>
                  </a:lnTo>
                  <a:lnTo>
                    <a:pt x="1941191" y="890877"/>
                  </a:lnTo>
                  <a:lnTo>
                    <a:pt x="1869295" y="885636"/>
                  </a:lnTo>
                  <a:lnTo>
                    <a:pt x="1797399" y="880775"/>
                  </a:lnTo>
                  <a:lnTo>
                    <a:pt x="1725503" y="876289"/>
                  </a:lnTo>
                  <a:lnTo>
                    <a:pt x="1653607" y="872171"/>
                  </a:lnTo>
                  <a:lnTo>
                    <a:pt x="1581711" y="868413"/>
                  </a:lnTo>
                  <a:lnTo>
                    <a:pt x="1509815" y="865004"/>
                  </a:lnTo>
                  <a:lnTo>
                    <a:pt x="1437919" y="861936"/>
                  </a:lnTo>
                  <a:lnTo>
                    <a:pt x="1366023" y="859196"/>
                  </a:lnTo>
                  <a:lnTo>
                    <a:pt x="1294127" y="856773"/>
                  </a:lnTo>
                  <a:lnTo>
                    <a:pt x="1222231" y="854656"/>
                  </a:lnTo>
                  <a:lnTo>
                    <a:pt x="1150335" y="852832"/>
                  </a:lnTo>
                  <a:lnTo>
                    <a:pt x="1078439" y="851289"/>
                  </a:lnTo>
                  <a:lnTo>
                    <a:pt x="1006543" y="850015"/>
                  </a:lnTo>
                  <a:lnTo>
                    <a:pt x="934647" y="848997"/>
                  </a:lnTo>
                  <a:lnTo>
                    <a:pt x="862751" y="848224"/>
                  </a:lnTo>
                  <a:lnTo>
                    <a:pt x="790855" y="847683"/>
                  </a:lnTo>
                  <a:lnTo>
                    <a:pt x="718959" y="847364"/>
                  </a:lnTo>
                  <a:lnTo>
                    <a:pt x="647063" y="847255"/>
                  </a:lnTo>
                  <a:lnTo>
                    <a:pt x="575167" y="847345"/>
                  </a:lnTo>
                  <a:lnTo>
                    <a:pt x="503271" y="847624"/>
                  </a:lnTo>
                  <a:lnTo>
                    <a:pt x="431375" y="848082"/>
                  </a:lnTo>
                  <a:lnTo>
                    <a:pt x="359479" y="848710"/>
                  </a:lnTo>
                  <a:lnTo>
                    <a:pt x="287583" y="849498"/>
                  </a:lnTo>
                  <a:lnTo>
                    <a:pt x="215687" y="850439"/>
                  </a:lnTo>
                  <a:lnTo>
                    <a:pt x="143791" y="851523"/>
                  </a:lnTo>
                  <a:lnTo>
                    <a:pt x="71895" y="852744"/>
                  </a:lnTo>
                  <a:lnTo>
                    <a:pt x="0" y="854093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1256863" y="3773069"/>
              <a:ext cx="5679782" cy="384521"/>
            </a:xfrm>
            <a:custGeom>
              <a:avLst/>
              <a:gdLst/>
              <a:ahLst/>
              <a:cxnLst/>
              <a:rect l="0" t="0" r="0" b="0"/>
              <a:pathLst>
                <a:path w="5679782" h="384521">
                  <a:moveTo>
                    <a:pt x="0" y="0"/>
                  </a:moveTo>
                  <a:lnTo>
                    <a:pt x="71895" y="14155"/>
                  </a:lnTo>
                  <a:lnTo>
                    <a:pt x="143791" y="28182"/>
                  </a:lnTo>
                  <a:lnTo>
                    <a:pt x="215687" y="42072"/>
                  </a:lnTo>
                  <a:lnTo>
                    <a:pt x="287583" y="55819"/>
                  </a:lnTo>
                  <a:lnTo>
                    <a:pt x="359479" y="69414"/>
                  </a:lnTo>
                  <a:lnTo>
                    <a:pt x="431375" y="82848"/>
                  </a:lnTo>
                  <a:lnTo>
                    <a:pt x="503271" y="96112"/>
                  </a:lnTo>
                  <a:lnTo>
                    <a:pt x="575167" y="109198"/>
                  </a:lnTo>
                  <a:lnTo>
                    <a:pt x="647063" y="122094"/>
                  </a:lnTo>
                  <a:lnTo>
                    <a:pt x="718959" y="134791"/>
                  </a:lnTo>
                  <a:lnTo>
                    <a:pt x="790855" y="147278"/>
                  </a:lnTo>
                  <a:lnTo>
                    <a:pt x="862751" y="159544"/>
                  </a:lnTo>
                  <a:lnTo>
                    <a:pt x="934647" y="171577"/>
                  </a:lnTo>
                  <a:lnTo>
                    <a:pt x="1006543" y="183365"/>
                  </a:lnTo>
                  <a:lnTo>
                    <a:pt x="1078439" y="194897"/>
                  </a:lnTo>
                  <a:lnTo>
                    <a:pt x="1150335" y="206161"/>
                  </a:lnTo>
                  <a:lnTo>
                    <a:pt x="1222231" y="217143"/>
                  </a:lnTo>
                  <a:lnTo>
                    <a:pt x="1294127" y="227832"/>
                  </a:lnTo>
                  <a:lnTo>
                    <a:pt x="1366023" y="238216"/>
                  </a:lnTo>
                  <a:lnTo>
                    <a:pt x="1437919" y="248282"/>
                  </a:lnTo>
                  <a:lnTo>
                    <a:pt x="1509815" y="258019"/>
                  </a:lnTo>
                  <a:lnTo>
                    <a:pt x="1581711" y="267417"/>
                  </a:lnTo>
                  <a:lnTo>
                    <a:pt x="1653607" y="276465"/>
                  </a:lnTo>
                  <a:lnTo>
                    <a:pt x="1725503" y="285153"/>
                  </a:lnTo>
                  <a:lnTo>
                    <a:pt x="1797399" y="293474"/>
                  </a:lnTo>
                  <a:lnTo>
                    <a:pt x="1869295" y="301419"/>
                  </a:lnTo>
                  <a:lnTo>
                    <a:pt x="1941191" y="308984"/>
                  </a:lnTo>
                  <a:lnTo>
                    <a:pt x="2013087" y="316163"/>
                  </a:lnTo>
                  <a:lnTo>
                    <a:pt x="2084983" y="322953"/>
                  </a:lnTo>
                  <a:lnTo>
                    <a:pt x="2156879" y="329353"/>
                  </a:lnTo>
                  <a:lnTo>
                    <a:pt x="2228775" y="335363"/>
                  </a:lnTo>
                  <a:lnTo>
                    <a:pt x="2300671" y="340984"/>
                  </a:lnTo>
                  <a:lnTo>
                    <a:pt x="2372567" y="346220"/>
                  </a:lnTo>
                  <a:lnTo>
                    <a:pt x="2444463" y="351075"/>
                  </a:lnTo>
                  <a:lnTo>
                    <a:pt x="2516359" y="355555"/>
                  </a:lnTo>
                  <a:lnTo>
                    <a:pt x="2588255" y="359667"/>
                  </a:lnTo>
                  <a:lnTo>
                    <a:pt x="2660151" y="363420"/>
                  </a:lnTo>
                  <a:lnTo>
                    <a:pt x="2732047" y="366823"/>
                  </a:lnTo>
                  <a:lnTo>
                    <a:pt x="2803943" y="369886"/>
                  </a:lnTo>
                  <a:lnTo>
                    <a:pt x="2875839" y="372621"/>
                  </a:lnTo>
                  <a:lnTo>
                    <a:pt x="2947735" y="375039"/>
                  </a:lnTo>
                  <a:lnTo>
                    <a:pt x="3019631" y="377151"/>
                  </a:lnTo>
                  <a:lnTo>
                    <a:pt x="3091527" y="378971"/>
                  </a:lnTo>
                  <a:lnTo>
                    <a:pt x="3163423" y="380509"/>
                  </a:lnTo>
                  <a:lnTo>
                    <a:pt x="3235319" y="381779"/>
                  </a:lnTo>
                  <a:lnTo>
                    <a:pt x="3307215" y="382793"/>
                  </a:lnTo>
                  <a:lnTo>
                    <a:pt x="3379111" y="383562"/>
                  </a:lnTo>
                  <a:lnTo>
                    <a:pt x="3451007" y="384099"/>
                  </a:lnTo>
                  <a:lnTo>
                    <a:pt x="3522902" y="384415"/>
                  </a:lnTo>
                  <a:lnTo>
                    <a:pt x="3594798" y="384521"/>
                  </a:lnTo>
                  <a:lnTo>
                    <a:pt x="3666694" y="384428"/>
                  </a:lnTo>
                  <a:lnTo>
                    <a:pt x="3738590" y="384146"/>
                  </a:lnTo>
                  <a:lnTo>
                    <a:pt x="3810486" y="383685"/>
                  </a:lnTo>
                  <a:lnTo>
                    <a:pt x="3882382" y="383055"/>
                  </a:lnTo>
                  <a:lnTo>
                    <a:pt x="3954278" y="382264"/>
                  </a:lnTo>
                  <a:lnTo>
                    <a:pt x="4026174" y="381321"/>
                  </a:lnTo>
                  <a:lnTo>
                    <a:pt x="4098070" y="380235"/>
                  </a:lnTo>
                  <a:lnTo>
                    <a:pt x="4169966" y="379012"/>
                  </a:lnTo>
                  <a:lnTo>
                    <a:pt x="4241862" y="377661"/>
                  </a:lnTo>
                  <a:lnTo>
                    <a:pt x="4313758" y="376188"/>
                  </a:lnTo>
                  <a:lnTo>
                    <a:pt x="4385654" y="374599"/>
                  </a:lnTo>
                  <a:lnTo>
                    <a:pt x="4457550" y="372901"/>
                  </a:lnTo>
                  <a:lnTo>
                    <a:pt x="4529446" y="371100"/>
                  </a:lnTo>
                  <a:lnTo>
                    <a:pt x="4601342" y="369200"/>
                  </a:lnTo>
                  <a:lnTo>
                    <a:pt x="4673238" y="367208"/>
                  </a:lnTo>
                  <a:lnTo>
                    <a:pt x="4745134" y="365127"/>
                  </a:lnTo>
                  <a:lnTo>
                    <a:pt x="4817030" y="362963"/>
                  </a:lnTo>
                  <a:lnTo>
                    <a:pt x="4888926" y="360720"/>
                  </a:lnTo>
                  <a:lnTo>
                    <a:pt x="4960822" y="358402"/>
                  </a:lnTo>
                  <a:lnTo>
                    <a:pt x="5032718" y="356012"/>
                  </a:lnTo>
                  <a:lnTo>
                    <a:pt x="5104614" y="353554"/>
                  </a:lnTo>
                  <a:lnTo>
                    <a:pt x="5176510" y="351032"/>
                  </a:lnTo>
                  <a:lnTo>
                    <a:pt x="5248406" y="348448"/>
                  </a:lnTo>
                  <a:lnTo>
                    <a:pt x="5320302" y="345806"/>
                  </a:lnTo>
                  <a:lnTo>
                    <a:pt x="5392198" y="343109"/>
                  </a:lnTo>
                  <a:lnTo>
                    <a:pt x="5464094" y="340358"/>
                  </a:lnTo>
                  <a:lnTo>
                    <a:pt x="5535990" y="337557"/>
                  </a:lnTo>
                  <a:lnTo>
                    <a:pt x="5607886" y="334708"/>
                  </a:lnTo>
                  <a:lnTo>
                    <a:pt x="5679782" y="33181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1256863" y="4620325"/>
              <a:ext cx="5679782" cy="686717"/>
            </a:xfrm>
            <a:custGeom>
              <a:avLst/>
              <a:gdLst/>
              <a:ahLst/>
              <a:cxnLst/>
              <a:rect l="0" t="0" r="0" b="0"/>
              <a:pathLst>
                <a:path w="5679782" h="686717">
                  <a:moveTo>
                    <a:pt x="5679782" y="686717"/>
                  </a:moveTo>
                  <a:lnTo>
                    <a:pt x="5607886" y="671016"/>
                  </a:lnTo>
                  <a:lnTo>
                    <a:pt x="5535990" y="655361"/>
                  </a:lnTo>
                  <a:lnTo>
                    <a:pt x="5464094" y="639754"/>
                  </a:lnTo>
                  <a:lnTo>
                    <a:pt x="5392198" y="624197"/>
                  </a:lnTo>
                  <a:lnTo>
                    <a:pt x="5320302" y="608694"/>
                  </a:lnTo>
                  <a:lnTo>
                    <a:pt x="5248406" y="593245"/>
                  </a:lnTo>
                  <a:lnTo>
                    <a:pt x="5176510" y="577856"/>
                  </a:lnTo>
                  <a:lnTo>
                    <a:pt x="5104614" y="562527"/>
                  </a:lnTo>
                  <a:lnTo>
                    <a:pt x="5032718" y="547263"/>
                  </a:lnTo>
                  <a:lnTo>
                    <a:pt x="4960822" y="532067"/>
                  </a:lnTo>
                  <a:lnTo>
                    <a:pt x="4888926" y="516942"/>
                  </a:lnTo>
                  <a:lnTo>
                    <a:pt x="4817030" y="501893"/>
                  </a:lnTo>
                  <a:lnTo>
                    <a:pt x="4745134" y="486923"/>
                  </a:lnTo>
                  <a:lnTo>
                    <a:pt x="4673238" y="472036"/>
                  </a:lnTo>
                  <a:lnTo>
                    <a:pt x="4601342" y="457237"/>
                  </a:lnTo>
                  <a:lnTo>
                    <a:pt x="4529446" y="442532"/>
                  </a:lnTo>
                  <a:lnTo>
                    <a:pt x="4457550" y="427924"/>
                  </a:lnTo>
                  <a:lnTo>
                    <a:pt x="4385654" y="413420"/>
                  </a:lnTo>
                  <a:lnTo>
                    <a:pt x="4313758" y="399025"/>
                  </a:lnTo>
                  <a:lnTo>
                    <a:pt x="4241862" y="384745"/>
                  </a:lnTo>
                  <a:lnTo>
                    <a:pt x="4169966" y="370588"/>
                  </a:lnTo>
                  <a:lnTo>
                    <a:pt x="4098070" y="356559"/>
                  </a:lnTo>
                  <a:lnTo>
                    <a:pt x="4026174" y="342666"/>
                  </a:lnTo>
                  <a:lnTo>
                    <a:pt x="3954278" y="328917"/>
                  </a:lnTo>
                  <a:lnTo>
                    <a:pt x="3882382" y="315320"/>
                  </a:lnTo>
                  <a:lnTo>
                    <a:pt x="3810486" y="301883"/>
                  </a:lnTo>
                  <a:lnTo>
                    <a:pt x="3738590" y="288616"/>
                  </a:lnTo>
                  <a:lnTo>
                    <a:pt x="3666694" y="275528"/>
                  </a:lnTo>
                  <a:lnTo>
                    <a:pt x="3594798" y="262629"/>
                  </a:lnTo>
                  <a:lnTo>
                    <a:pt x="3522902" y="249928"/>
                  </a:lnTo>
                  <a:lnTo>
                    <a:pt x="3451007" y="237438"/>
                  </a:lnTo>
                  <a:lnTo>
                    <a:pt x="3379111" y="225169"/>
                  </a:lnTo>
                  <a:lnTo>
                    <a:pt x="3307215" y="213132"/>
                  </a:lnTo>
                  <a:lnTo>
                    <a:pt x="3235319" y="201339"/>
                  </a:lnTo>
                  <a:lnTo>
                    <a:pt x="3163423" y="189803"/>
                  </a:lnTo>
                  <a:lnTo>
                    <a:pt x="3091527" y="178535"/>
                  </a:lnTo>
                  <a:lnTo>
                    <a:pt x="3019631" y="167548"/>
                  </a:lnTo>
                  <a:lnTo>
                    <a:pt x="2947735" y="156855"/>
                  </a:lnTo>
                  <a:lnTo>
                    <a:pt x="2875839" y="146466"/>
                  </a:lnTo>
                  <a:lnTo>
                    <a:pt x="2803943" y="136395"/>
                  </a:lnTo>
                  <a:lnTo>
                    <a:pt x="2732047" y="126652"/>
                  </a:lnTo>
                  <a:lnTo>
                    <a:pt x="2660151" y="117249"/>
                  </a:lnTo>
                  <a:lnTo>
                    <a:pt x="2588255" y="108196"/>
                  </a:lnTo>
                  <a:lnTo>
                    <a:pt x="2516359" y="99501"/>
                  </a:lnTo>
                  <a:lnTo>
                    <a:pt x="2444463" y="91175"/>
                  </a:lnTo>
                  <a:lnTo>
                    <a:pt x="2372567" y="83224"/>
                  </a:lnTo>
                  <a:lnTo>
                    <a:pt x="2300671" y="75653"/>
                  </a:lnTo>
                  <a:lnTo>
                    <a:pt x="2228775" y="68468"/>
                  </a:lnTo>
                  <a:lnTo>
                    <a:pt x="2156879" y="61672"/>
                  </a:lnTo>
                  <a:lnTo>
                    <a:pt x="2084983" y="55265"/>
                  </a:lnTo>
                  <a:lnTo>
                    <a:pt x="2013087" y="49249"/>
                  </a:lnTo>
                  <a:lnTo>
                    <a:pt x="1941191" y="43622"/>
                  </a:lnTo>
                  <a:lnTo>
                    <a:pt x="1869295" y="38380"/>
                  </a:lnTo>
                  <a:lnTo>
                    <a:pt x="1797399" y="33520"/>
                  </a:lnTo>
                  <a:lnTo>
                    <a:pt x="1725503" y="29034"/>
                  </a:lnTo>
                  <a:lnTo>
                    <a:pt x="1653607" y="24916"/>
                  </a:lnTo>
                  <a:lnTo>
                    <a:pt x="1581711" y="21157"/>
                  </a:lnTo>
                  <a:lnTo>
                    <a:pt x="1509815" y="17749"/>
                  </a:lnTo>
                  <a:lnTo>
                    <a:pt x="1437919" y="14680"/>
                  </a:lnTo>
                  <a:lnTo>
                    <a:pt x="1366023" y="11940"/>
                  </a:lnTo>
                  <a:lnTo>
                    <a:pt x="1294127" y="9518"/>
                  </a:lnTo>
                  <a:lnTo>
                    <a:pt x="1222231" y="7400"/>
                  </a:lnTo>
                  <a:lnTo>
                    <a:pt x="1150335" y="5576"/>
                  </a:lnTo>
                  <a:lnTo>
                    <a:pt x="1078439" y="4034"/>
                  </a:lnTo>
                  <a:lnTo>
                    <a:pt x="1006543" y="2759"/>
                  </a:lnTo>
                  <a:lnTo>
                    <a:pt x="934647" y="1742"/>
                  </a:lnTo>
                  <a:lnTo>
                    <a:pt x="862751" y="969"/>
                  </a:lnTo>
                  <a:lnTo>
                    <a:pt x="790855" y="428"/>
                  </a:lnTo>
                  <a:lnTo>
                    <a:pt x="718959" y="109"/>
                  </a:lnTo>
                  <a:lnTo>
                    <a:pt x="647063" y="0"/>
                  </a:lnTo>
                  <a:lnTo>
                    <a:pt x="575167" y="90"/>
                  </a:lnTo>
                  <a:lnTo>
                    <a:pt x="503271" y="369"/>
                  </a:lnTo>
                  <a:lnTo>
                    <a:pt x="431375" y="827"/>
                  </a:lnTo>
                  <a:lnTo>
                    <a:pt x="359479" y="1455"/>
                  </a:lnTo>
                  <a:lnTo>
                    <a:pt x="287583" y="2243"/>
                  </a:lnTo>
                  <a:lnTo>
                    <a:pt x="215687" y="3183"/>
                  </a:lnTo>
                  <a:lnTo>
                    <a:pt x="143791" y="4268"/>
                  </a:lnTo>
                  <a:lnTo>
                    <a:pt x="71895" y="5488"/>
                  </a:lnTo>
                  <a:lnTo>
                    <a:pt x="0" y="6838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1256863" y="4200116"/>
              <a:ext cx="5679782" cy="505847"/>
            </a:xfrm>
            <a:custGeom>
              <a:avLst/>
              <a:gdLst/>
              <a:ahLst/>
              <a:cxnLst/>
              <a:rect l="0" t="0" r="0" b="0"/>
              <a:pathLst>
                <a:path w="5679782" h="505847">
                  <a:moveTo>
                    <a:pt x="0" y="0"/>
                  </a:moveTo>
                  <a:lnTo>
                    <a:pt x="71895" y="6403"/>
                  </a:lnTo>
                  <a:lnTo>
                    <a:pt x="143791" y="12806"/>
                  </a:lnTo>
                  <a:lnTo>
                    <a:pt x="215687" y="19209"/>
                  </a:lnTo>
                  <a:lnTo>
                    <a:pt x="287583" y="25612"/>
                  </a:lnTo>
                  <a:lnTo>
                    <a:pt x="359479" y="32015"/>
                  </a:lnTo>
                  <a:lnTo>
                    <a:pt x="431375" y="38418"/>
                  </a:lnTo>
                  <a:lnTo>
                    <a:pt x="503271" y="44821"/>
                  </a:lnTo>
                  <a:lnTo>
                    <a:pt x="575167" y="51225"/>
                  </a:lnTo>
                  <a:lnTo>
                    <a:pt x="647063" y="57628"/>
                  </a:lnTo>
                  <a:lnTo>
                    <a:pt x="718959" y="64031"/>
                  </a:lnTo>
                  <a:lnTo>
                    <a:pt x="790855" y="70434"/>
                  </a:lnTo>
                  <a:lnTo>
                    <a:pt x="862751" y="76837"/>
                  </a:lnTo>
                  <a:lnTo>
                    <a:pt x="934647" y="83240"/>
                  </a:lnTo>
                  <a:lnTo>
                    <a:pt x="1006543" y="89643"/>
                  </a:lnTo>
                  <a:lnTo>
                    <a:pt x="1078439" y="96046"/>
                  </a:lnTo>
                  <a:lnTo>
                    <a:pt x="1150335" y="102450"/>
                  </a:lnTo>
                  <a:lnTo>
                    <a:pt x="1222231" y="108853"/>
                  </a:lnTo>
                  <a:lnTo>
                    <a:pt x="1294127" y="115256"/>
                  </a:lnTo>
                  <a:lnTo>
                    <a:pt x="1366023" y="121659"/>
                  </a:lnTo>
                  <a:lnTo>
                    <a:pt x="1437919" y="128062"/>
                  </a:lnTo>
                  <a:lnTo>
                    <a:pt x="1509815" y="134465"/>
                  </a:lnTo>
                  <a:lnTo>
                    <a:pt x="1581711" y="140868"/>
                  </a:lnTo>
                  <a:lnTo>
                    <a:pt x="1653607" y="147271"/>
                  </a:lnTo>
                  <a:lnTo>
                    <a:pt x="1725503" y="153675"/>
                  </a:lnTo>
                  <a:lnTo>
                    <a:pt x="1797399" y="160078"/>
                  </a:lnTo>
                  <a:lnTo>
                    <a:pt x="1869295" y="166481"/>
                  </a:lnTo>
                  <a:lnTo>
                    <a:pt x="1941191" y="172884"/>
                  </a:lnTo>
                  <a:lnTo>
                    <a:pt x="2013087" y="179287"/>
                  </a:lnTo>
                  <a:lnTo>
                    <a:pt x="2084983" y="185690"/>
                  </a:lnTo>
                  <a:lnTo>
                    <a:pt x="2156879" y="192093"/>
                  </a:lnTo>
                  <a:lnTo>
                    <a:pt x="2228775" y="198496"/>
                  </a:lnTo>
                  <a:lnTo>
                    <a:pt x="2300671" y="204900"/>
                  </a:lnTo>
                  <a:lnTo>
                    <a:pt x="2372567" y="211303"/>
                  </a:lnTo>
                  <a:lnTo>
                    <a:pt x="2444463" y="217706"/>
                  </a:lnTo>
                  <a:lnTo>
                    <a:pt x="2516359" y="224109"/>
                  </a:lnTo>
                  <a:lnTo>
                    <a:pt x="2588255" y="230512"/>
                  </a:lnTo>
                  <a:lnTo>
                    <a:pt x="2660151" y="236915"/>
                  </a:lnTo>
                  <a:lnTo>
                    <a:pt x="2732047" y="243318"/>
                  </a:lnTo>
                  <a:lnTo>
                    <a:pt x="2803943" y="249721"/>
                  </a:lnTo>
                  <a:lnTo>
                    <a:pt x="2875839" y="256125"/>
                  </a:lnTo>
                  <a:lnTo>
                    <a:pt x="2947735" y="262528"/>
                  </a:lnTo>
                  <a:lnTo>
                    <a:pt x="3019631" y="268931"/>
                  </a:lnTo>
                  <a:lnTo>
                    <a:pt x="3091527" y="275334"/>
                  </a:lnTo>
                  <a:lnTo>
                    <a:pt x="3163423" y="281737"/>
                  </a:lnTo>
                  <a:lnTo>
                    <a:pt x="3235319" y="288140"/>
                  </a:lnTo>
                  <a:lnTo>
                    <a:pt x="3307215" y="294543"/>
                  </a:lnTo>
                  <a:lnTo>
                    <a:pt x="3379111" y="300946"/>
                  </a:lnTo>
                  <a:lnTo>
                    <a:pt x="3451007" y="307350"/>
                  </a:lnTo>
                  <a:lnTo>
                    <a:pt x="3522902" y="313753"/>
                  </a:lnTo>
                  <a:lnTo>
                    <a:pt x="3594798" y="320156"/>
                  </a:lnTo>
                  <a:lnTo>
                    <a:pt x="3666694" y="326559"/>
                  </a:lnTo>
                  <a:lnTo>
                    <a:pt x="3738590" y="332962"/>
                  </a:lnTo>
                  <a:lnTo>
                    <a:pt x="3810486" y="339365"/>
                  </a:lnTo>
                  <a:lnTo>
                    <a:pt x="3882382" y="345768"/>
                  </a:lnTo>
                  <a:lnTo>
                    <a:pt x="3954278" y="352171"/>
                  </a:lnTo>
                  <a:lnTo>
                    <a:pt x="4026174" y="358575"/>
                  </a:lnTo>
                  <a:lnTo>
                    <a:pt x="4098070" y="364978"/>
                  </a:lnTo>
                  <a:lnTo>
                    <a:pt x="4169966" y="371381"/>
                  </a:lnTo>
                  <a:lnTo>
                    <a:pt x="4241862" y="377784"/>
                  </a:lnTo>
                  <a:lnTo>
                    <a:pt x="4313758" y="384187"/>
                  </a:lnTo>
                  <a:lnTo>
                    <a:pt x="4385654" y="390590"/>
                  </a:lnTo>
                  <a:lnTo>
                    <a:pt x="4457550" y="396993"/>
                  </a:lnTo>
                  <a:lnTo>
                    <a:pt x="4529446" y="403396"/>
                  </a:lnTo>
                  <a:lnTo>
                    <a:pt x="4601342" y="409800"/>
                  </a:lnTo>
                  <a:lnTo>
                    <a:pt x="4673238" y="416203"/>
                  </a:lnTo>
                  <a:lnTo>
                    <a:pt x="4745134" y="422606"/>
                  </a:lnTo>
                  <a:lnTo>
                    <a:pt x="4817030" y="429009"/>
                  </a:lnTo>
                  <a:lnTo>
                    <a:pt x="4888926" y="435412"/>
                  </a:lnTo>
                  <a:lnTo>
                    <a:pt x="4960822" y="441815"/>
                  </a:lnTo>
                  <a:lnTo>
                    <a:pt x="5032718" y="448218"/>
                  </a:lnTo>
                  <a:lnTo>
                    <a:pt x="5104614" y="454622"/>
                  </a:lnTo>
                  <a:lnTo>
                    <a:pt x="5176510" y="461025"/>
                  </a:lnTo>
                  <a:lnTo>
                    <a:pt x="5248406" y="467428"/>
                  </a:lnTo>
                  <a:lnTo>
                    <a:pt x="5320302" y="473831"/>
                  </a:lnTo>
                  <a:lnTo>
                    <a:pt x="5392198" y="480234"/>
                  </a:lnTo>
                  <a:lnTo>
                    <a:pt x="5464094" y="486637"/>
                  </a:lnTo>
                  <a:lnTo>
                    <a:pt x="5535990" y="493040"/>
                  </a:lnTo>
                  <a:lnTo>
                    <a:pt x="5607886" y="499443"/>
                  </a:lnTo>
                  <a:lnTo>
                    <a:pt x="5679782" y="505847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t90"/>
            <p:cNvSpPr/>
            <p:nvPr/>
          </p:nvSpPr>
          <p:spPr>
            <a:xfrm>
              <a:off x="3941289" y="449657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t91"/>
            <p:cNvSpPr/>
            <p:nvPr/>
          </p:nvSpPr>
          <p:spPr>
            <a:xfrm>
              <a:off x="3941289" y="461964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t92"/>
            <p:cNvSpPr/>
            <p:nvPr/>
          </p:nvSpPr>
          <p:spPr>
            <a:xfrm>
              <a:off x="3941289" y="470201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t93"/>
            <p:cNvSpPr/>
            <p:nvPr/>
          </p:nvSpPr>
          <p:spPr>
            <a:xfrm>
              <a:off x="1198161" y="40701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t94"/>
            <p:cNvSpPr/>
            <p:nvPr/>
          </p:nvSpPr>
          <p:spPr>
            <a:xfrm>
              <a:off x="1198161" y="435614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t95"/>
            <p:cNvSpPr/>
            <p:nvPr/>
          </p:nvSpPr>
          <p:spPr>
            <a:xfrm>
              <a:off x="1198161" y="397191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t96"/>
            <p:cNvSpPr/>
            <p:nvPr/>
          </p:nvSpPr>
          <p:spPr>
            <a:xfrm>
              <a:off x="4968637" y="425693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t97"/>
            <p:cNvSpPr/>
            <p:nvPr/>
          </p:nvSpPr>
          <p:spPr>
            <a:xfrm>
              <a:off x="4968637" y="386575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t98"/>
            <p:cNvSpPr/>
            <p:nvPr/>
          </p:nvSpPr>
          <p:spPr>
            <a:xfrm>
              <a:off x="4968637" y="42038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t99"/>
            <p:cNvSpPr/>
            <p:nvPr/>
          </p:nvSpPr>
          <p:spPr>
            <a:xfrm>
              <a:off x="6877943" y="48815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t100"/>
            <p:cNvSpPr/>
            <p:nvPr/>
          </p:nvSpPr>
          <p:spPr>
            <a:xfrm>
              <a:off x="6877943" y="450921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t101"/>
            <p:cNvSpPr/>
            <p:nvPr/>
          </p:nvSpPr>
          <p:spPr>
            <a:xfrm>
              <a:off x="6877943" y="484590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t102"/>
            <p:cNvSpPr/>
            <p:nvPr/>
          </p:nvSpPr>
          <p:spPr>
            <a:xfrm>
              <a:off x="1963859" y="375193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t103"/>
            <p:cNvSpPr/>
            <p:nvPr/>
          </p:nvSpPr>
          <p:spPr>
            <a:xfrm>
              <a:off x="1963859" y="411459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t104"/>
            <p:cNvSpPr/>
            <p:nvPr/>
          </p:nvSpPr>
          <p:spPr>
            <a:xfrm>
              <a:off x="1963859" y="395737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t105"/>
            <p:cNvSpPr/>
            <p:nvPr/>
          </p:nvSpPr>
          <p:spPr>
            <a:xfrm>
              <a:off x="1241128" y="382031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t106"/>
            <p:cNvSpPr/>
            <p:nvPr/>
          </p:nvSpPr>
          <p:spPr>
            <a:xfrm>
              <a:off x="1241128" y="406661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t107"/>
            <p:cNvSpPr/>
            <p:nvPr/>
          </p:nvSpPr>
          <p:spPr>
            <a:xfrm>
              <a:off x="1241128" y="406092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t108"/>
            <p:cNvSpPr/>
            <p:nvPr/>
          </p:nvSpPr>
          <p:spPr>
            <a:xfrm>
              <a:off x="1727382" y="540468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t109"/>
            <p:cNvSpPr/>
            <p:nvPr/>
          </p:nvSpPr>
          <p:spPr>
            <a:xfrm>
              <a:off x="1727382" y="537037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t110"/>
            <p:cNvSpPr/>
            <p:nvPr/>
          </p:nvSpPr>
          <p:spPr>
            <a:xfrm>
              <a:off x="4629806" y="547743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t111"/>
            <p:cNvSpPr/>
            <p:nvPr/>
          </p:nvSpPr>
          <p:spPr>
            <a:xfrm>
              <a:off x="4629806" y="536671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1256863" y="3972655"/>
              <a:ext cx="5679782" cy="1366698"/>
            </a:xfrm>
            <a:custGeom>
              <a:avLst/>
              <a:gdLst/>
              <a:ahLst/>
              <a:cxnLst/>
              <a:rect l="0" t="0" r="0" b="0"/>
              <a:pathLst>
                <a:path w="5679782" h="1366698">
                  <a:moveTo>
                    <a:pt x="0" y="0"/>
                  </a:moveTo>
                  <a:lnTo>
                    <a:pt x="71895" y="12981"/>
                  </a:lnTo>
                  <a:lnTo>
                    <a:pt x="143791" y="25858"/>
                  </a:lnTo>
                  <a:lnTo>
                    <a:pt x="215687" y="38627"/>
                  </a:lnTo>
                  <a:lnTo>
                    <a:pt x="287583" y="51280"/>
                  </a:lnTo>
                  <a:lnTo>
                    <a:pt x="359479" y="63812"/>
                  </a:lnTo>
                  <a:lnTo>
                    <a:pt x="431375" y="76216"/>
                  </a:lnTo>
                  <a:lnTo>
                    <a:pt x="503271" y="88485"/>
                  </a:lnTo>
                  <a:lnTo>
                    <a:pt x="575167" y="100611"/>
                  </a:lnTo>
                  <a:lnTo>
                    <a:pt x="647063" y="112586"/>
                  </a:lnTo>
                  <a:lnTo>
                    <a:pt x="718959" y="124404"/>
                  </a:lnTo>
                  <a:lnTo>
                    <a:pt x="790855" y="136054"/>
                  </a:lnTo>
                  <a:lnTo>
                    <a:pt x="862751" y="147529"/>
                  </a:lnTo>
                  <a:lnTo>
                    <a:pt x="934647" y="158820"/>
                  </a:lnTo>
                  <a:lnTo>
                    <a:pt x="1006543" y="169918"/>
                  </a:lnTo>
                  <a:lnTo>
                    <a:pt x="1078439" y="180813"/>
                  </a:lnTo>
                  <a:lnTo>
                    <a:pt x="1150335" y="191497"/>
                  </a:lnTo>
                  <a:lnTo>
                    <a:pt x="1222231" y="201958"/>
                  </a:lnTo>
                  <a:lnTo>
                    <a:pt x="1294127" y="212189"/>
                  </a:lnTo>
                  <a:lnTo>
                    <a:pt x="1366023" y="222180"/>
                  </a:lnTo>
                  <a:lnTo>
                    <a:pt x="1437919" y="231921"/>
                  </a:lnTo>
                  <a:lnTo>
                    <a:pt x="1509815" y="241404"/>
                  </a:lnTo>
                  <a:lnTo>
                    <a:pt x="1581711" y="250620"/>
                  </a:lnTo>
                  <a:lnTo>
                    <a:pt x="1653607" y="259562"/>
                  </a:lnTo>
                  <a:lnTo>
                    <a:pt x="1725503" y="268222"/>
                  </a:lnTo>
                  <a:lnTo>
                    <a:pt x="1797399" y="276594"/>
                  </a:lnTo>
                  <a:lnTo>
                    <a:pt x="1869295" y="284672"/>
                  </a:lnTo>
                  <a:lnTo>
                    <a:pt x="1941191" y="292451"/>
                  </a:lnTo>
                  <a:lnTo>
                    <a:pt x="2013087" y="299928"/>
                  </a:lnTo>
                  <a:lnTo>
                    <a:pt x="2084983" y="307101"/>
                  </a:lnTo>
                  <a:lnTo>
                    <a:pt x="2156879" y="313967"/>
                  </a:lnTo>
                  <a:lnTo>
                    <a:pt x="2228775" y="320526"/>
                  </a:lnTo>
                  <a:lnTo>
                    <a:pt x="2300671" y="326781"/>
                  </a:lnTo>
                  <a:lnTo>
                    <a:pt x="2372567" y="332732"/>
                  </a:lnTo>
                  <a:lnTo>
                    <a:pt x="2444463" y="338383"/>
                  </a:lnTo>
                  <a:lnTo>
                    <a:pt x="2516359" y="343738"/>
                  </a:lnTo>
                  <a:lnTo>
                    <a:pt x="2588255" y="348803"/>
                  </a:lnTo>
                  <a:lnTo>
                    <a:pt x="2660151" y="353584"/>
                  </a:lnTo>
                  <a:lnTo>
                    <a:pt x="2732047" y="358088"/>
                  </a:lnTo>
                  <a:lnTo>
                    <a:pt x="2803943" y="362323"/>
                  </a:lnTo>
                  <a:lnTo>
                    <a:pt x="2875839" y="366297"/>
                  </a:lnTo>
                  <a:lnTo>
                    <a:pt x="2947735" y="370018"/>
                  </a:lnTo>
                  <a:lnTo>
                    <a:pt x="3019631" y="373496"/>
                  </a:lnTo>
                  <a:lnTo>
                    <a:pt x="3091527" y="376739"/>
                  </a:lnTo>
                  <a:lnTo>
                    <a:pt x="3163423" y="379758"/>
                  </a:lnTo>
                  <a:lnTo>
                    <a:pt x="3235319" y="382562"/>
                  </a:lnTo>
                  <a:lnTo>
                    <a:pt x="3307215" y="385161"/>
                  </a:lnTo>
                  <a:lnTo>
                    <a:pt x="3379111" y="387562"/>
                  </a:lnTo>
                  <a:lnTo>
                    <a:pt x="3451007" y="389777"/>
                  </a:lnTo>
                  <a:lnTo>
                    <a:pt x="3522902" y="391813"/>
                  </a:lnTo>
                  <a:lnTo>
                    <a:pt x="3594798" y="393680"/>
                  </a:lnTo>
                  <a:lnTo>
                    <a:pt x="3666694" y="395385"/>
                  </a:lnTo>
                  <a:lnTo>
                    <a:pt x="3738590" y="396937"/>
                  </a:lnTo>
                  <a:lnTo>
                    <a:pt x="3810486" y="398345"/>
                  </a:lnTo>
                  <a:lnTo>
                    <a:pt x="3882382" y="399614"/>
                  </a:lnTo>
                  <a:lnTo>
                    <a:pt x="3954278" y="400753"/>
                  </a:lnTo>
                  <a:lnTo>
                    <a:pt x="4026174" y="401769"/>
                  </a:lnTo>
                  <a:lnTo>
                    <a:pt x="4098070" y="402667"/>
                  </a:lnTo>
                  <a:lnTo>
                    <a:pt x="4169966" y="403454"/>
                  </a:lnTo>
                  <a:lnTo>
                    <a:pt x="4241862" y="404136"/>
                  </a:lnTo>
                  <a:lnTo>
                    <a:pt x="4313758" y="404718"/>
                  </a:lnTo>
                  <a:lnTo>
                    <a:pt x="4385654" y="405205"/>
                  </a:lnTo>
                  <a:lnTo>
                    <a:pt x="4457550" y="405603"/>
                  </a:lnTo>
                  <a:lnTo>
                    <a:pt x="4529446" y="405916"/>
                  </a:lnTo>
                  <a:lnTo>
                    <a:pt x="4601342" y="406149"/>
                  </a:lnTo>
                  <a:lnTo>
                    <a:pt x="4673238" y="406305"/>
                  </a:lnTo>
                  <a:lnTo>
                    <a:pt x="4745134" y="406389"/>
                  </a:lnTo>
                  <a:lnTo>
                    <a:pt x="4817030" y="406404"/>
                  </a:lnTo>
                  <a:lnTo>
                    <a:pt x="4888926" y="406354"/>
                  </a:lnTo>
                  <a:lnTo>
                    <a:pt x="4960822" y="406242"/>
                  </a:lnTo>
                  <a:lnTo>
                    <a:pt x="5032718" y="406071"/>
                  </a:lnTo>
                  <a:lnTo>
                    <a:pt x="5104614" y="405844"/>
                  </a:lnTo>
                  <a:lnTo>
                    <a:pt x="5176510" y="405563"/>
                  </a:lnTo>
                  <a:lnTo>
                    <a:pt x="5248406" y="405233"/>
                  </a:lnTo>
                  <a:lnTo>
                    <a:pt x="5320302" y="404853"/>
                  </a:lnTo>
                  <a:lnTo>
                    <a:pt x="5392198" y="404428"/>
                  </a:lnTo>
                  <a:lnTo>
                    <a:pt x="5464094" y="403960"/>
                  </a:lnTo>
                  <a:lnTo>
                    <a:pt x="5535990" y="403449"/>
                  </a:lnTo>
                  <a:lnTo>
                    <a:pt x="5607886" y="402899"/>
                  </a:lnTo>
                  <a:lnTo>
                    <a:pt x="5679782" y="402311"/>
                  </a:lnTo>
                  <a:lnTo>
                    <a:pt x="5679782" y="1366698"/>
                  </a:lnTo>
                  <a:lnTo>
                    <a:pt x="5607886" y="1352481"/>
                  </a:lnTo>
                  <a:lnTo>
                    <a:pt x="5535990" y="1338302"/>
                  </a:lnTo>
                  <a:lnTo>
                    <a:pt x="5464094" y="1324163"/>
                  </a:lnTo>
                  <a:lnTo>
                    <a:pt x="5392198" y="1310066"/>
                  </a:lnTo>
                  <a:lnTo>
                    <a:pt x="5320302" y="1296013"/>
                  </a:lnTo>
                  <a:lnTo>
                    <a:pt x="5248406" y="1282005"/>
                  </a:lnTo>
                  <a:lnTo>
                    <a:pt x="5176510" y="1268046"/>
                  </a:lnTo>
                  <a:lnTo>
                    <a:pt x="5104614" y="1254137"/>
                  </a:lnTo>
                  <a:lnTo>
                    <a:pt x="5032718" y="1240282"/>
                  </a:lnTo>
                  <a:lnTo>
                    <a:pt x="4960822" y="1226482"/>
                  </a:lnTo>
                  <a:lnTo>
                    <a:pt x="4888926" y="1212742"/>
                  </a:lnTo>
                  <a:lnTo>
                    <a:pt x="4817030" y="1199063"/>
                  </a:lnTo>
                  <a:lnTo>
                    <a:pt x="4745134" y="1185450"/>
                  </a:lnTo>
                  <a:lnTo>
                    <a:pt x="4673238" y="1171905"/>
                  </a:lnTo>
                  <a:lnTo>
                    <a:pt x="4601342" y="1158433"/>
                  </a:lnTo>
                  <a:lnTo>
                    <a:pt x="4529446" y="1145037"/>
                  </a:lnTo>
                  <a:lnTo>
                    <a:pt x="4457550" y="1131721"/>
                  </a:lnTo>
                  <a:lnTo>
                    <a:pt x="4385654" y="1118491"/>
                  </a:lnTo>
                  <a:lnTo>
                    <a:pt x="4313758" y="1105350"/>
                  </a:lnTo>
                  <a:lnTo>
                    <a:pt x="4241862" y="1092304"/>
                  </a:lnTo>
                  <a:lnTo>
                    <a:pt x="4169966" y="1079357"/>
                  </a:lnTo>
                  <a:lnTo>
                    <a:pt x="4098070" y="1066515"/>
                  </a:lnTo>
                  <a:lnTo>
                    <a:pt x="4026174" y="1053785"/>
                  </a:lnTo>
                  <a:lnTo>
                    <a:pt x="3954278" y="1041172"/>
                  </a:lnTo>
                  <a:lnTo>
                    <a:pt x="3882382" y="1028682"/>
                  </a:lnTo>
                  <a:lnTo>
                    <a:pt x="3810486" y="1016324"/>
                  </a:lnTo>
                  <a:lnTo>
                    <a:pt x="3738590" y="1004102"/>
                  </a:lnTo>
                  <a:lnTo>
                    <a:pt x="3666694" y="992026"/>
                  </a:lnTo>
                  <a:lnTo>
                    <a:pt x="3594798" y="980103"/>
                  </a:lnTo>
                  <a:lnTo>
                    <a:pt x="3522902" y="968342"/>
                  </a:lnTo>
                  <a:lnTo>
                    <a:pt x="3451007" y="956749"/>
                  </a:lnTo>
                  <a:lnTo>
                    <a:pt x="3379111" y="945335"/>
                  </a:lnTo>
                  <a:lnTo>
                    <a:pt x="3307215" y="934109"/>
                  </a:lnTo>
                  <a:lnTo>
                    <a:pt x="3235319" y="923078"/>
                  </a:lnTo>
                  <a:lnTo>
                    <a:pt x="3163423" y="912254"/>
                  </a:lnTo>
                  <a:lnTo>
                    <a:pt x="3091527" y="901644"/>
                  </a:lnTo>
                  <a:lnTo>
                    <a:pt x="3019631" y="891260"/>
                  </a:lnTo>
                  <a:lnTo>
                    <a:pt x="2947735" y="881109"/>
                  </a:lnTo>
                  <a:lnTo>
                    <a:pt x="2875839" y="871202"/>
                  </a:lnTo>
                  <a:lnTo>
                    <a:pt x="2803943" y="861547"/>
                  </a:lnTo>
                  <a:lnTo>
                    <a:pt x="2732047" y="852153"/>
                  </a:lnTo>
                  <a:lnTo>
                    <a:pt x="2660151" y="843029"/>
                  </a:lnTo>
                  <a:lnTo>
                    <a:pt x="2588255" y="834181"/>
                  </a:lnTo>
                  <a:lnTo>
                    <a:pt x="2516359" y="825618"/>
                  </a:lnTo>
                  <a:lnTo>
                    <a:pt x="2444463" y="817345"/>
                  </a:lnTo>
                  <a:lnTo>
                    <a:pt x="2372567" y="809367"/>
                  </a:lnTo>
                  <a:lnTo>
                    <a:pt x="2300671" y="801690"/>
                  </a:lnTo>
                  <a:lnTo>
                    <a:pt x="2228775" y="794316"/>
                  </a:lnTo>
                  <a:lnTo>
                    <a:pt x="2156879" y="787247"/>
                  </a:lnTo>
                  <a:lnTo>
                    <a:pt x="2084983" y="780485"/>
                  </a:lnTo>
                  <a:lnTo>
                    <a:pt x="2013087" y="774028"/>
                  </a:lnTo>
                  <a:lnTo>
                    <a:pt x="1941191" y="767877"/>
                  </a:lnTo>
                  <a:lnTo>
                    <a:pt x="1869295" y="762028"/>
                  </a:lnTo>
                  <a:lnTo>
                    <a:pt x="1797399" y="756477"/>
                  </a:lnTo>
                  <a:lnTo>
                    <a:pt x="1725503" y="751220"/>
                  </a:lnTo>
                  <a:lnTo>
                    <a:pt x="1653607" y="746252"/>
                  </a:lnTo>
                  <a:lnTo>
                    <a:pt x="1581711" y="741566"/>
                  </a:lnTo>
                  <a:lnTo>
                    <a:pt x="1509815" y="737153"/>
                  </a:lnTo>
                  <a:lnTo>
                    <a:pt x="1437919" y="733008"/>
                  </a:lnTo>
                  <a:lnTo>
                    <a:pt x="1366023" y="729121"/>
                  </a:lnTo>
                  <a:lnTo>
                    <a:pt x="1294127" y="725483"/>
                  </a:lnTo>
                  <a:lnTo>
                    <a:pt x="1222231" y="722085"/>
                  </a:lnTo>
                  <a:lnTo>
                    <a:pt x="1150335" y="718919"/>
                  </a:lnTo>
                  <a:lnTo>
                    <a:pt x="1078439" y="715973"/>
                  </a:lnTo>
                  <a:lnTo>
                    <a:pt x="1006543" y="713240"/>
                  </a:lnTo>
                  <a:lnTo>
                    <a:pt x="934647" y="710709"/>
                  </a:lnTo>
                  <a:lnTo>
                    <a:pt x="862751" y="708372"/>
                  </a:lnTo>
                  <a:lnTo>
                    <a:pt x="790855" y="706219"/>
                  </a:lnTo>
                  <a:lnTo>
                    <a:pt x="718959" y="704241"/>
                  </a:lnTo>
                  <a:lnTo>
                    <a:pt x="647063" y="702430"/>
                  </a:lnTo>
                  <a:lnTo>
                    <a:pt x="575167" y="700777"/>
                  </a:lnTo>
                  <a:lnTo>
                    <a:pt x="503271" y="699274"/>
                  </a:lnTo>
                  <a:lnTo>
                    <a:pt x="431375" y="697914"/>
                  </a:lnTo>
                  <a:lnTo>
                    <a:pt x="359479" y="696690"/>
                  </a:lnTo>
                  <a:lnTo>
                    <a:pt x="287583" y="695593"/>
                  </a:lnTo>
                  <a:lnTo>
                    <a:pt x="215687" y="694618"/>
                  </a:lnTo>
                  <a:lnTo>
                    <a:pt x="143791" y="693758"/>
                  </a:lnTo>
                  <a:lnTo>
                    <a:pt x="71895" y="693008"/>
                  </a:lnTo>
                  <a:lnTo>
                    <a:pt x="0" y="692360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3" name="pl113"/>
            <p:cNvSpPr/>
            <p:nvPr/>
          </p:nvSpPr>
          <p:spPr>
            <a:xfrm>
              <a:off x="1256863" y="3972655"/>
              <a:ext cx="5679782" cy="406404"/>
            </a:xfrm>
            <a:custGeom>
              <a:avLst/>
              <a:gdLst/>
              <a:ahLst/>
              <a:cxnLst/>
              <a:rect l="0" t="0" r="0" b="0"/>
              <a:pathLst>
                <a:path w="5679782" h="406404">
                  <a:moveTo>
                    <a:pt x="0" y="0"/>
                  </a:moveTo>
                  <a:lnTo>
                    <a:pt x="71895" y="12981"/>
                  </a:lnTo>
                  <a:lnTo>
                    <a:pt x="143791" y="25858"/>
                  </a:lnTo>
                  <a:lnTo>
                    <a:pt x="215687" y="38627"/>
                  </a:lnTo>
                  <a:lnTo>
                    <a:pt x="287583" y="51280"/>
                  </a:lnTo>
                  <a:lnTo>
                    <a:pt x="359479" y="63812"/>
                  </a:lnTo>
                  <a:lnTo>
                    <a:pt x="431375" y="76216"/>
                  </a:lnTo>
                  <a:lnTo>
                    <a:pt x="503271" y="88485"/>
                  </a:lnTo>
                  <a:lnTo>
                    <a:pt x="575167" y="100611"/>
                  </a:lnTo>
                  <a:lnTo>
                    <a:pt x="647063" y="112586"/>
                  </a:lnTo>
                  <a:lnTo>
                    <a:pt x="718959" y="124404"/>
                  </a:lnTo>
                  <a:lnTo>
                    <a:pt x="790855" y="136054"/>
                  </a:lnTo>
                  <a:lnTo>
                    <a:pt x="862751" y="147529"/>
                  </a:lnTo>
                  <a:lnTo>
                    <a:pt x="934647" y="158820"/>
                  </a:lnTo>
                  <a:lnTo>
                    <a:pt x="1006543" y="169918"/>
                  </a:lnTo>
                  <a:lnTo>
                    <a:pt x="1078439" y="180813"/>
                  </a:lnTo>
                  <a:lnTo>
                    <a:pt x="1150335" y="191497"/>
                  </a:lnTo>
                  <a:lnTo>
                    <a:pt x="1222231" y="201958"/>
                  </a:lnTo>
                  <a:lnTo>
                    <a:pt x="1294127" y="212189"/>
                  </a:lnTo>
                  <a:lnTo>
                    <a:pt x="1366023" y="222180"/>
                  </a:lnTo>
                  <a:lnTo>
                    <a:pt x="1437919" y="231921"/>
                  </a:lnTo>
                  <a:lnTo>
                    <a:pt x="1509815" y="241404"/>
                  </a:lnTo>
                  <a:lnTo>
                    <a:pt x="1581711" y="250620"/>
                  </a:lnTo>
                  <a:lnTo>
                    <a:pt x="1653607" y="259562"/>
                  </a:lnTo>
                  <a:lnTo>
                    <a:pt x="1725503" y="268222"/>
                  </a:lnTo>
                  <a:lnTo>
                    <a:pt x="1797399" y="276594"/>
                  </a:lnTo>
                  <a:lnTo>
                    <a:pt x="1869295" y="284672"/>
                  </a:lnTo>
                  <a:lnTo>
                    <a:pt x="1941191" y="292451"/>
                  </a:lnTo>
                  <a:lnTo>
                    <a:pt x="2013087" y="299928"/>
                  </a:lnTo>
                  <a:lnTo>
                    <a:pt x="2084983" y="307101"/>
                  </a:lnTo>
                  <a:lnTo>
                    <a:pt x="2156879" y="313967"/>
                  </a:lnTo>
                  <a:lnTo>
                    <a:pt x="2228775" y="320526"/>
                  </a:lnTo>
                  <a:lnTo>
                    <a:pt x="2300671" y="326781"/>
                  </a:lnTo>
                  <a:lnTo>
                    <a:pt x="2372567" y="332732"/>
                  </a:lnTo>
                  <a:lnTo>
                    <a:pt x="2444463" y="338383"/>
                  </a:lnTo>
                  <a:lnTo>
                    <a:pt x="2516359" y="343738"/>
                  </a:lnTo>
                  <a:lnTo>
                    <a:pt x="2588255" y="348803"/>
                  </a:lnTo>
                  <a:lnTo>
                    <a:pt x="2660151" y="353584"/>
                  </a:lnTo>
                  <a:lnTo>
                    <a:pt x="2732047" y="358088"/>
                  </a:lnTo>
                  <a:lnTo>
                    <a:pt x="2803943" y="362323"/>
                  </a:lnTo>
                  <a:lnTo>
                    <a:pt x="2875839" y="366297"/>
                  </a:lnTo>
                  <a:lnTo>
                    <a:pt x="2947735" y="370018"/>
                  </a:lnTo>
                  <a:lnTo>
                    <a:pt x="3019631" y="373496"/>
                  </a:lnTo>
                  <a:lnTo>
                    <a:pt x="3091527" y="376739"/>
                  </a:lnTo>
                  <a:lnTo>
                    <a:pt x="3163423" y="379758"/>
                  </a:lnTo>
                  <a:lnTo>
                    <a:pt x="3235319" y="382562"/>
                  </a:lnTo>
                  <a:lnTo>
                    <a:pt x="3307215" y="385161"/>
                  </a:lnTo>
                  <a:lnTo>
                    <a:pt x="3379111" y="387562"/>
                  </a:lnTo>
                  <a:lnTo>
                    <a:pt x="3451007" y="389777"/>
                  </a:lnTo>
                  <a:lnTo>
                    <a:pt x="3522902" y="391813"/>
                  </a:lnTo>
                  <a:lnTo>
                    <a:pt x="3594798" y="393680"/>
                  </a:lnTo>
                  <a:lnTo>
                    <a:pt x="3666694" y="395385"/>
                  </a:lnTo>
                  <a:lnTo>
                    <a:pt x="3738590" y="396937"/>
                  </a:lnTo>
                  <a:lnTo>
                    <a:pt x="3810486" y="398345"/>
                  </a:lnTo>
                  <a:lnTo>
                    <a:pt x="3882382" y="399614"/>
                  </a:lnTo>
                  <a:lnTo>
                    <a:pt x="3954278" y="400753"/>
                  </a:lnTo>
                  <a:lnTo>
                    <a:pt x="4026174" y="401769"/>
                  </a:lnTo>
                  <a:lnTo>
                    <a:pt x="4098070" y="402667"/>
                  </a:lnTo>
                  <a:lnTo>
                    <a:pt x="4169966" y="403454"/>
                  </a:lnTo>
                  <a:lnTo>
                    <a:pt x="4241862" y="404136"/>
                  </a:lnTo>
                  <a:lnTo>
                    <a:pt x="4313758" y="404718"/>
                  </a:lnTo>
                  <a:lnTo>
                    <a:pt x="4385654" y="405205"/>
                  </a:lnTo>
                  <a:lnTo>
                    <a:pt x="4457550" y="405603"/>
                  </a:lnTo>
                  <a:lnTo>
                    <a:pt x="4529446" y="405916"/>
                  </a:lnTo>
                  <a:lnTo>
                    <a:pt x="4601342" y="406149"/>
                  </a:lnTo>
                  <a:lnTo>
                    <a:pt x="4673238" y="406305"/>
                  </a:lnTo>
                  <a:lnTo>
                    <a:pt x="4745134" y="406389"/>
                  </a:lnTo>
                  <a:lnTo>
                    <a:pt x="4817030" y="406404"/>
                  </a:lnTo>
                  <a:lnTo>
                    <a:pt x="4888926" y="406354"/>
                  </a:lnTo>
                  <a:lnTo>
                    <a:pt x="4960822" y="406242"/>
                  </a:lnTo>
                  <a:lnTo>
                    <a:pt x="5032718" y="406071"/>
                  </a:lnTo>
                  <a:lnTo>
                    <a:pt x="5104614" y="405844"/>
                  </a:lnTo>
                  <a:lnTo>
                    <a:pt x="5176510" y="405563"/>
                  </a:lnTo>
                  <a:lnTo>
                    <a:pt x="5248406" y="405233"/>
                  </a:lnTo>
                  <a:lnTo>
                    <a:pt x="5320302" y="404853"/>
                  </a:lnTo>
                  <a:lnTo>
                    <a:pt x="5392198" y="404428"/>
                  </a:lnTo>
                  <a:lnTo>
                    <a:pt x="5464094" y="403960"/>
                  </a:lnTo>
                  <a:lnTo>
                    <a:pt x="5535990" y="403449"/>
                  </a:lnTo>
                  <a:lnTo>
                    <a:pt x="5607886" y="402899"/>
                  </a:lnTo>
                  <a:lnTo>
                    <a:pt x="5679782" y="402311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4" name="pl114"/>
            <p:cNvSpPr/>
            <p:nvPr/>
          </p:nvSpPr>
          <p:spPr>
            <a:xfrm>
              <a:off x="1256863" y="4665016"/>
              <a:ext cx="5679782" cy="674337"/>
            </a:xfrm>
            <a:custGeom>
              <a:avLst/>
              <a:gdLst/>
              <a:ahLst/>
              <a:cxnLst/>
              <a:rect l="0" t="0" r="0" b="0"/>
              <a:pathLst>
                <a:path w="5679782" h="674337">
                  <a:moveTo>
                    <a:pt x="5679782" y="674337"/>
                  </a:moveTo>
                  <a:lnTo>
                    <a:pt x="5607886" y="660120"/>
                  </a:lnTo>
                  <a:lnTo>
                    <a:pt x="5535990" y="645942"/>
                  </a:lnTo>
                  <a:lnTo>
                    <a:pt x="5464094" y="631803"/>
                  </a:lnTo>
                  <a:lnTo>
                    <a:pt x="5392198" y="617705"/>
                  </a:lnTo>
                  <a:lnTo>
                    <a:pt x="5320302" y="603652"/>
                  </a:lnTo>
                  <a:lnTo>
                    <a:pt x="5248406" y="589644"/>
                  </a:lnTo>
                  <a:lnTo>
                    <a:pt x="5176510" y="575685"/>
                  </a:lnTo>
                  <a:lnTo>
                    <a:pt x="5104614" y="561776"/>
                  </a:lnTo>
                  <a:lnTo>
                    <a:pt x="5032718" y="547921"/>
                  </a:lnTo>
                  <a:lnTo>
                    <a:pt x="4960822" y="534121"/>
                  </a:lnTo>
                  <a:lnTo>
                    <a:pt x="4888926" y="520381"/>
                  </a:lnTo>
                  <a:lnTo>
                    <a:pt x="4817030" y="506702"/>
                  </a:lnTo>
                  <a:lnTo>
                    <a:pt x="4745134" y="493089"/>
                  </a:lnTo>
                  <a:lnTo>
                    <a:pt x="4673238" y="479544"/>
                  </a:lnTo>
                  <a:lnTo>
                    <a:pt x="4601342" y="466072"/>
                  </a:lnTo>
                  <a:lnTo>
                    <a:pt x="4529446" y="452676"/>
                  </a:lnTo>
                  <a:lnTo>
                    <a:pt x="4457550" y="439361"/>
                  </a:lnTo>
                  <a:lnTo>
                    <a:pt x="4385654" y="426130"/>
                  </a:lnTo>
                  <a:lnTo>
                    <a:pt x="4313758" y="412989"/>
                  </a:lnTo>
                  <a:lnTo>
                    <a:pt x="4241862" y="399943"/>
                  </a:lnTo>
                  <a:lnTo>
                    <a:pt x="4169966" y="386996"/>
                  </a:lnTo>
                  <a:lnTo>
                    <a:pt x="4098070" y="374155"/>
                  </a:lnTo>
                  <a:lnTo>
                    <a:pt x="4026174" y="361424"/>
                  </a:lnTo>
                  <a:lnTo>
                    <a:pt x="3954278" y="348811"/>
                  </a:lnTo>
                  <a:lnTo>
                    <a:pt x="3882382" y="336322"/>
                  </a:lnTo>
                  <a:lnTo>
                    <a:pt x="3810486" y="323963"/>
                  </a:lnTo>
                  <a:lnTo>
                    <a:pt x="3738590" y="311742"/>
                  </a:lnTo>
                  <a:lnTo>
                    <a:pt x="3666694" y="299666"/>
                  </a:lnTo>
                  <a:lnTo>
                    <a:pt x="3594798" y="287743"/>
                  </a:lnTo>
                  <a:lnTo>
                    <a:pt x="3522902" y="275981"/>
                  </a:lnTo>
                  <a:lnTo>
                    <a:pt x="3451007" y="264389"/>
                  </a:lnTo>
                  <a:lnTo>
                    <a:pt x="3379111" y="252975"/>
                  </a:lnTo>
                  <a:lnTo>
                    <a:pt x="3307215" y="241748"/>
                  </a:lnTo>
                  <a:lnTo>
                    <a:pt x="3235319" y="230718"/>
                  </a:lnTo>
                  <a:lnTo>
                    <a:pt x="3163423" y="219893"/>
                  </a:lnTo>
                  <a:lnTo>
                    <a:pt x="3091527" y="209284"/>
                  </a:lnTo>
                  <a:lnTo>
                    <a:pt x="3019631" y="198899"/>
                  </a:lnTo>
                  <a:lnTo>
                    <a:pt x="2947735" y="188748"/>
                  </a:lnTo>
                  <a:lnTo>
                    <a:pt x="2875839" y="178841"/>
                  </a:lnTo>
                  <a:lnTo>
                    <a:pt x="2803943" y="169186"/>
                  </a:lnTo>
                  <a:lnTo>
                    <a:pt x="2732047" y="159792"/>
                  </a:lnTo>
                  <a:lnTo>
                    <a:pt x="2660151" y="150668"/>
                  </a:lnTo>
                  <a:lnTo>
                    <a:pt x="2588255" y="141820"/>
                  </a:lnTo>
                  <a:lnTo>
                    <a:pt x="2516359" y="133257"/>
                  </a:lnTo>
                  <a:lnTo>
                    <a:pt x="2444463" y="124984"/>
                  </a:lnTo>
                  <a:lnTo>
                    <a:pt x="2372567" y="117007"/>
                  </a:lnTo>
                  <a:lnTo>
                    <a:pt x="2300671" y="109329"/>
                  </a:lnTo>
                  <a:lnTo>
                    <a:pt x="2228775" y="101955"/>
                  </a:lnTo>
                  <a:lnTo>
                    <a:pt x="2156879" y="94886"/>
                  </a:lnTo>
                  <a:lnTo>
                    <a:pt x="2084983" y="88124"/>
                  </a:lnTo>
                  <a:lnTo>
                    <a:pt x="2013087" y="81668"/>
                  </a:lnTo>
                  <a:lnTo>
                    <a:pt x="1941191" y="75516"/>
                  </a:lnTo>
                  <a:lnTo>
                    <a:pt x="1869295" y="69667"/>
                  </a:lnTo>
                  <a:lnTo>
                    <a:pt x="1797399" y="64116"/>
                  </a:lnTo>
                  <a:lnTo>
                    <a:pt x="1725503" y="58860"/>
                  </a:lnTo>
                  <a:lnTo>
                    <a:pt x="1653607" y="53891"/>
                  </a:lnTo>
                  <a:lnTo>
                    <a:pt x="1581711" y="49205"/>
                  </a:lnTo>
                  <a:lnTo>
                    <a:pt x="1509815" y="44793"/>
                  </a:lnTo>
                  <a:lnTo>
                    <a:pt x="1437919" y="40647"/>
                  </a:lnTo>
                  <a:lnTo>
                    <a:pt x="1366023" y="36760"/>
                  </a:lnTo>
                  <a:lnTo>
                    <a:pt x="1294127" y="33122"/>
                  </a:lnTo>
                  <a:lnTo>
                    <a:pt x="1222231" y="29725"/>
                  </a:lnTo>
                  <a:lnTo>
                    <a:pt x="1150335" y="26558"/>
                  </a:lnTo>
                  <a:lnTo>
                    <a:pt x="1078439" y="23613"/>
                  </a:lnTo>
                  <a:lnTo>
                    <a:pt x="1006543" y="20879"/>
                  </a:lnTo>
                  <a:lnTo>
                    <a:pt x="934647" y="18349"/>
                  </a:lnTo>
                  <a:lnTo>
                    <a:pt x="862751" y="16011"/>
                  </a:lnTo>
                  <a:lnTo>
                    <a:pt x="790855" y="13858"/>
                  </a:lnTo>
                  <a:lnTo>
                    <a:pt x="718959" y="11880"/>
                  </a:lnTo>
                  <a:lnTo>
                    <a:pt x="647063" y="10069"/>
                  </a:lnTo>
                  <a:lnTo>
                    <a:pt x="575167" y="8416"/>
                  </a:lnTo>
                  <a:lnTo>
                    <a:pt x="503271" y="6914"/>
                  </a:lnTo>
                  <a:lnTo>
                    <a:pt x="431375" y="5554"/>
                  </a:lnTo>
                  <a:lnTo>
                    <a:pt x="359479" y="4329"/>
                  </a:lnTo>
                  <a:lnTo>
                    <a:pt x="287583" y="3232"/>
                  </a:lnTo>
                  <a:lnTo>
                    <a:pt x="215687" y="2258"/>
                  </a:lnTo>
                  <a:lnTo>
                    <a:pt x="143791" y="1398"/>
                  </a:lnTo>
                  <a:lnTo>
                    <a:pt x="71895" y="6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1256863" y="4318836"/>
              <a:ext cx="5679782" cy="538324"/>
            </a:xfrm>
            <a:custGeom>
              <a:avLst/>
              <a:gdLst/>
              <a:ahLst/>
              <a:cxnLst/>
              <a:rect l="0" t="0" r="0" b="0"/>
              <a:pathLst>
                <a:path w="5679782" h="538324">
                  <a:moveTo>
                    <a:pt x="0" y="0"/>
                  </a:moveTo>
                  <a:lnTo>
                    <a:pt x="71895" y="6814"/>
                  </a:lnTo>
                  <a:lnTo>
                    <a:pt x="143791" y="13628"/>
                  </a:lnTo>
                  <a:lnTo>
                    <a:pt x="215687" y="20442"/>
                  </a:lnTo>
                  <a:lnTo>
                    <a:pt x="287583" y="27256"/>
                  </a:lnTo>
                  <a:lnTo>
                    <a:pt x="359479" y="34071"/>
                  </a:lnTo>
                  <a:lnTo>
                    <a:pt x="431375" y="40885"/>
                  </a:lnTo>
                  <a:lnTo>
                    <a:pt x="503271" y="47699"/>
                  </a:lnTo>
                  <a:lnTo>
                    <a:pt x="575167" y="54513"/>
                  </a:lnTo>
                  <a:lnTo>
                    <a:pt x="647063" y="61328"/>
                  </a:lnTo>
                  <a:lnTo>
                    <a:pt x="718959" y="68142"/>
                  </a:lnTo>
                  <a:lnTo>
                    <a:pt x="790855" y="74956"/>
                  </a:lnTo>
                  <a:lnTo>
                    <a:pt x="862751" y="81770"/>
                  </a:lnTo>
                  <a:lnTo>
                    <a:pt x="934647" y="88585"/>
                  </a:lnTo>
                  <a:lnTo>
                    <a:pt x="1006543" y="95399"/>
                  </a:lnTo>
                  <a:lnTo>
                    <a:pt x="1078439" y="102213"/>
                  </a:lnTo>
                  <a:lnTo>
                    <a:pt x="1150335" y="109027"/>
                  </a:lnTo>
                  <a:lnTo>
                    <a:pt x="1222231" y="115841"/>
                  </a:lnTo>
                  <a:lnTo>
                    <a:pt x="1294127" y="122656"/>
                  </a:lnTo>
                  <a:lnTo>
                    <a:pt x="1366023" y="129470"/>
                  </a:lnTo>
                  <a:lnTo>
                    <a:pt x="1437919" y="136284"/>
                  </a:lnTo>
                  <a:lnTo>
                    <a:pt x="1509815" y="143098"/>
                  </a:lnTo>
                  <a:lnTo>
                    <a:pt x="1581711" y="149913"/>
                  </a:lnTo>
                  <a:lnTo>
                    <a:pt x="1653607" y="156727"/>
                  </a:lnTo>
                  <a:lnTo>
                    <a:pt x="1725503" y="163541"/>
                  </a:lnTo>
                  <a:lnTo>
                    <a:pt x="1797399" y="170355"/>
                  </a:lnTo>
                  <a:lnTo>
                    <a:pt x="1869295" y="177170"/>
                  </a:lnTo>
                  <a:lnTo>
                    <a:pt x="1941191" y="183984"/>
                  </a:lnTo>
                  <a:lnTo>
                    <a:pt x="2013087" y="190798"/>
                  </a:lnTo>
                  <a:lnTo>
                    <a:pt x="2084983" y="197612"/>
                  </a:lnTo>
                  <a:lnTo>
                    <a:pt x="2156879" y="204426"/>
                  </a:lnTo>
                  <a:lnTo>
                    <a:pt x="2228775" y="211241"/>
                  </a:lnTo>
                  <a:lnTo>
                    <a:pt x="2300671" y="218055"/>
                  </a:lnTo>
                  <a:lnTo>
                    <a:pt x="2372567" y="224869"/>
                  </a:lnTo>
                  <a:lnTo>
                    <a:pt x="2444463" y="231683"/>
                  </a:lnTo>
                  <a:lnTo>
                    <a:pt x="2516359" y="238498"/>
                  </a:lnTo>
                  <a:lnTo>
                    <a:pt x="2588255" y="245312"/>
                  </a:lnTo>
                  <a:lnTo>
                    <a:pt x="2660151" y="252126"/>
                  </a:lnTo>
                  <a:lnTo>
                    <a:pt x="2732047" y="258940"/>
                  </a:lnTo>
                  <a:lnTo>
                    <a:pt x="2803943" y="265755"/>
                  </a:lnTo>
                  <a:lnTo>
                    <a:pt x="2875839" y="272569"/>
                  </a:lnTo>
                  <a:lnTo>
                    <a:pt x="2947735" y="279383"/>
                  </a:lnTo>
                  <a:lnTo>
                    <a:pt x="3019631" y="286197"/>
                  </a:lnTo>
                  <a:lnTo>
                    <a:pt x="3091527" y="293012"/>
                  </a:lnTo>
                  <a:lnTo>
                    <a:pt x="3163423" y="299826"/>
                  </a:lnTo>
                  <a:lnTo>
                    <a:pt x="3235319" y="306640"/>
                  </a:lnTo>
                  <a:lnTo>
                    <a:pt x="3307215" y="313454"/>
                  </a:lnTo>
                  <a:lnTo>
                    <a:pt x="3379111" y="320268"/>
                  </a:lnTo>
                  <a:lnTo>
                    <a:pt x="3451007" y="327083"/>
                  </a:lnTo>
                  <a:lnTo>
                    <a:pt x="3522902" y="333897"/>
                  </a:lnTo>
                  <a:lnTo>
                    <a:pt x="3594798" y="340711"/>
                  </a:lnTo>
                  <a:lnTo>
                    <a:pt x="3666694" y="347525"/>
                  </a:lnTo>
                  <a:lnTo>
                    <a:pt x="3738590" y="354340"/>
                  </a:lnTo>
                  <a:lnTo>
                    <a:pt x="3810486" y="361154"/>
                  </a:lnTo>
                  <a:lnTo>
                    <a:pt x="3882382" y="367968"/>
                  </a:lnTo>
                  <a:lnTo>
                    <a:pt x="3954278" y="374782"/>
                  </a:lnTo>
                  <a:lnTo>
                    <a:pt x="4026174" y="381597"/>
                  </a:lnTo>
                  <a:lnTo>
                    <a:pt x="4098070" y="388411"/>
                  </a:lnTo>
                  <a:lnTo>
                    <a:pt x="4169966" y="395225"/>
                  </a:lnTo>
                  <a:lnTo>
                    <a:pt x="4241862" y="402039"/>
                  </a:lnTo>
                  <a:lnTo>
                    <a:pt x="4313758" y="408853"/>
                  </a:lnTo>
                  <a:lnTo>
                    <a:pt x="4385654" y="415668"/>
                  </a:lnTo>
                  <a:lnTo>
                    <a:pt x="4457550" y="422482"/>
                  </a:lnTo>
                  <a:lnTo>
                    <a:pt x="4529446" y="429296"/>
                  </a:lnTo>
                  <a:lnTo>
                    <a:pt x="4601342" y="436110"/>
                  </a:lnTo>
                  <a:lnTo>
                    <a:pt x="4673238" y="442925"/>
                  </a:lnTo>
                  <a:lnTo>
                    <a:pt x="4745134" y="449739"/>
                  </a:lnTo>
                  <a:lnTo>
                    <a:pt x="4817030" y="456553"/>
                  </a:lnTo>
                  <a:lnTo>
                    <a:pt x="4888926" y="463367"/>
                  </a:lnTo>
                  <a:lnTo>
                    <a:pt x="4960822" y="470182"/>
                  </a:lnTo>
                  <a:lnTo>
                    <a:pt x="5032718" y="476996"/>
                  </a:lnTo>
                  <a:lnTo>
                    <a:pt x="5104614" y="483810"/>
                  </a:lnTo>
                  <a:lnTo>
                    <a:pt x="5176510" y="490624"/>
                  </a:lnTo>
                  <a:lnTo>
                    <a:pt x="5248406" y="497438"/>
                  </a:lnTo>
                  <a:lnTo>
                    <a:pt x="5320302" y="504253"/>
                  </a:lnTo>
                  <a:lnTo>
                    <a:pt x="5392198" y="511067"/>
                  </a:lnTo>
                  <a:lnTo>
                    <a:pt x="5464094" y="517881"/>
                  </a:lnTo>
                  <a:lnTo>
                    <a:pt x="5535990" y="524695"/>
                  </a:lnTo>
                  <a:lnTo>
                    <a:pt x="5607886" y="531510"/>
                  </a:lnTo>
                  <a:lnTo>
                    <a:pt x="5679782" y="538324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tx117"/>
            <p:cNvSpPr/>
            <p:nvPr/>
          </p:nvSpPr>
          <p:spPr>
            <a:xfrm>
              <a:off x="692708" y="552730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64424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76119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87813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19950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938079" y="556735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l123"/>
            <p:cNvSpPr/>
            <p:nvPr/>
          </p:nvSpPr>
          <p:spPr>
            <a:xfrm>
              <a:off x="938079" y="468429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124"/>
            <p:cNvSpPr/>
            <p:nvPr/>
          </p:nvSpPr>
          <p:spPr>
            <a:xfrm>
              <a:off x="938079" y="380124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938079" y="291818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938079" y="203513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gdLst/>
              <a:ahLst/>
              <a:cxnLst/>
              <a:rect l="0" t="0" r="0" b="0"/>
              <a:pathLst>
                <a:path w="624776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300797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504541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708284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tx131"/>
            <p:cNvSpPr/>
            <p:nvPr/>
          </p:nvSpPr>
          <p:spPr>
            <a:xfrm>
              <a:off x="2976888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5014321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7051754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743659" y="5925448"/>
              <a:ext cx="70619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7" name="tx137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9" name="pt139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rc140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1" name="pt141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3" name="pt143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rc144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5" name="pt145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tx146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72874" y="1669789"/>
              <a:ext cx="3397818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(RDA) vs Survival at York River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47760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98161" y="24016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98161" y="239974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98161" y="231203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3695501" y="23896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3695501" y="33603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3695501" y="28911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5266964" y="25041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5266964" y="22572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5266964" y="25333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5038545" y="255823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5038545" y="233171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5038545" y="226251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6380241" y="29873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6380241" y="236016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6380241" y="26699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3154688" y="25491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3154688" y="375376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3154688" y="32243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4904853" y="343228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4904853" y="36486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4904853" y="372352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877943" y="372681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877943" y="432654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877943" y="26929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56863" y="2070498"/>
              <a:ext cx="5679782" cy="1518987"/>
            </a:xfrm>
            <a:custGeom>
              <a:avLst/>
              <a:gdLst/>
              <a:ahLst/>
              <a:cxnLst/>
              <a:rect l="0" t="0" r="0" b="0"/>
              <a:pathLst>
                <a:path w="5679782" h="1518987">
                  <a:moveTo>
                    <a:pt x="0" y="0"/>
                  </a:moveTo>
                  <a:lnTo>
                    <a:pt x="71895" y="16230"/>
                  </a:lnTo>
                  <a:lnTo>
                    <a:pt x="143791" y="32417"/>
                  </a:lnTo>
                  <a:lnTo>
                    <a:pt x="215687" y="48558"/>
                  </a:lnTo>
                  <a:lnTo>
                    <a:pt x="287583" y="64651"/>
                  </a:lnTo>
                  <a:lnTo>
                    <a:pt x="359479" y="80692"/>
                  </a:lnTo>
                  <a:lnTo>
                    <a:pt x="431375" y="96680"/>
                  </a:lnTo>
                  <a:lnTo>
                    <a:pt x="503271" y="112611"/>
                  </a:lnTo>
                  <a:lnTo>
                    <a:pt x="575167" y="128481"/>
                  </a:lnTo>
                  <a:lnTo>
                    <a:pt x="647063" y="144288"/>
                  </a:lnTo>
                  <a:lnTo>
                    <a:pt x="718959" y="160027"/>
                  </a:lnTo>
                  <a:lnTo>
                    <a:pt x="790855" y="175695"/>
                  </a:lnTo>
                  <a:lnTo>
                    <a:pt x="862751" y="191287"/>
                  </a:lnTo>
                  <a:lnTo>
                    <a:pt x="934647" y="206800"/>
                  </a:lnTo>
                  <a:lnTo>
                    <a:pt x="1006543" y="222227"/>
                  </a:lnTo>
                  <a:lnTo>
                    <a:pt x="1078439" y="237565"/>
                  </a:lnTo>
                  <a:lnTo>
                    <a:pt x="1150335" y="252806"/>
                  </a:lnTo>
                  <a:lnTo>
                    <a:pt x="1222231" y="267946"/>
                  </a:lnTo>
                  <a:lnTo>
                    <a:pt x="1294127" y="282978"/>
                  </a:lnTo>
                  <a:lnTo>
                    <a:pt x="1366023" y="297895"/>
                  </a:lnTo>
                  <a:lnTo>
                    <a:pt x="1437919" y="312690"/>
                  </a:lnTo>
                  <a:lnTo>
                    <a:pt x="1509815" y="327354"/>
                  </a:lnTo>
                  <a:lnTo>
                    <a:pt x="1581711" y="341880"/>
                  </a:lnTo>
                  <a:lnTo>
                    <a:pt x="1653607" y="356258"/>
                  </a:lnTo>
                  <a:lnTo>
                    <a:pt x="1725503" y="370479"/>
                  </a:lnTo>
                  <a:lnTo>
                    <a:pt x="1797399" y="384533"/>
                  </a:lnTo>
                  <a:lnTo>
                    <a:pt x="1869295" y="398409"/>
                  </a:lnTo>
                  <a:lnTo>
                    <a:pt x="1941191" y="412095"/>
                  </a:lnTo>
                  <a:lnTo>
                    <a:pt x="2013087" y="425580"/>
                  </a:lnTo>
                  <a:lnTo>
                    <a:pt x="2084983" y="438850"/>
                  </a:lnTo>
                  <a:lnTo>
                    <a:pt x="2156879" y="451892"/>
                  </a:lnTo>
                  <a:lnTo>
                    <a:pt x="2228775" y="464692"/>
                  </a:lnTo>
                  <a:lnTo>
                    <a:pt x="2300671" y="477236"/>
                  </a:lnTo>
                  <a:lnTo>
                    <a:pt x="2372567" y="489508"/>
                  </a:lnTo>
                  <a:lnTo>
                    <a:pt x="2444463" y="501493"/>
                  </a:lnTo>
                  <a:lnTo>
                    <a:pt x="2516359" y="513176"/>
                  </a:lnTo>
                  <a:lnTo>
                    <a:pt x="2588255" y="524539"/>
                  </a:lnTo>
                  <a:lnTo>
                    <a:pt x="2660151" y="535568"/>
                  </a:lnTo>
                  <a:lnTo>
                    <a:pt x="2732047" y="546247"/>
                  </a:lnTo>
                  <a:lnTo>
                    <a:pt x="2803943" y="556560"/>
                  </a:lnTo>
                  <a:lnTo>
                    <a:pt x="2875839" y="566493"/>
                  </a:lnTo>
                  <a:lnTo>
                    <a:pt x="2947735" y="576033"/>
                  </a:lnTo>
                  <a:lnTo>
                    <a:pt x="3019631" y="585166"/>
                  </a:lnTo>
                  <a:lnTo>
                    <a:pt x="3091527" y="593883"/>
                  </a:lnTo>
                  <a:lnTo>
                    <a:pt x="3163423" y="602173"/>
                  </a:lnTo>
                  <a:lnTo>
                    <a:pt x="3235319" y="610030"/>
                  </a:lnTo>
                  <a:lnTo>
                    <a:pt x="3307215" y="617447"/>
                  </a:lnTo>
                  <a:lnTo>
                    <a:pt x="3379111" y="624423"/>
                  </a:lnTo>
                  <a:lnTo>
                    <a:pt x="3451007" y="630956"/>
                  </a:lnTo>
                  <a:lnTo>
                    <a:pt x="3522902" y="637048"/>
                  </a:lnTo>
                  <a:lnTo>
                    <a:pt x="3594798" y="642702"/>
                  </a:lnTo>
                  <a:lnTo>
                    <a:pt x="3666694" y="647925"/>
                  </a:lnTo>
                  <a:lnTo>
                    <a:pt x="3738590" y="652725"/>
                  </a:lnTo>
                  <a:lnTo>
                    <a:pt x="3810486" y="657112"/>
                  </a:lnTo>
                  <a:lnTo>
                    <a:pt x="3882382" y="661097"/>
                  </a:lnTo>
                  <a:lnTo>
                    <a:pt x="3954278" y="664693"/>
                  </a:lnTo>
                  <a:lnTo>
                    <a:pt x="4026174" y="667914"/>
                  </a:lnTo>
                  <a:lnTo>
                    <a:pt x="4098070" y="670774"/>
                  </a:lnTo>
                  <a:lnTo>
                    <a:pt x="4169966" y="673290"/>
                  </a:lnTo>
                  <a:lnTo>
                    <a:pt x="4241862" y="675477"/>
                  </a:lnTo>
                  <a:lnTo>
                    <a:pt x="4313758" y="677351"/>
                  </a:lnTo>
                  <a:lnTo>
                    <a:pt x="4385654" y="678927"/>
                  </a:lnTo>
                  <a:lnTo>
                    <a:pt x="4457550" y="680222"/>
                  </a:lnTo>
                  <a:lnTo>
                    <a:pt x="4529446" y="681251"/>
                  </a:lnTo>
                  <a:lnTo>
                    <a:pt x="4601342" y="682029"/>
                  </a:lnTo>
                  <a:lnTo>
                    <a:pt x="4673238" y="682569"/>
                  </a:lnTo>
                  <a:lnTo>
                    <a:pt x="4745134" y="682887"/>
                  </a:lnTo>
                  <a:lnTo>
                    <a:pt x="4817030" y="682994"/>
                  </a:lnTo>
                  <a:lnTo>
                    <a:pt x="4888926" y="682904"/>
                  </a:lnTo>
                  <a:lnTo>
                    <a:pt x="4960822" y="682629"/>
                  </a:lnTo>
                  <a:lnTo>
                    <a:pt x="5032718" y="682179"/>
                  </a:lnTo>
                  <a:lnTo>
                    <a:pt x="5104614" y="681566"/>
                  </a:lnTo>
                  <a:lnTo>
                    <a:pt x="5176510" y="680799"/>
                  </a:lnTo>
                  <a:lnTo>
                    <a:pt x="5248406" y="679888"/>
                  </a:lnTo>
                  <a:lnTo>
                    <a:pt x="5320302" y="678842"/>
                  </a:lnTo>
                  <a:lnTo>
                    <a:pt x="5392198" y="677667"/>
                  </a:lnTo>
                  <a:lnTo>
                    <a:pt x="5464094" y="676374"/>
                  </a:lnTo>
                  <a:lnTo>
                    <a:pt x="5535990" y="674968"/>
                  </a:lnTo>
                  <a:lnTo>
                    <a:pt x="5607886" y="673456"/>
                  </a:lnTo>
                  <a:lnTo>
                    <a:pt x="5679782" y="671844"/>
                  </a:lnTo>
                  <a:lnTo>
                    <a:pt x="5679782" y="1518987"/>
                  </a:lnTo>
                  <a:lnTo>
                    <a:pt x="5607886" y="1503711"/>
                  </a:lnTo>
                  <a:lnTo>
                    <a:pt x="5535990" y="1488534"/>
                  </a:lnTo>
                  <a:lnTo>
                    <a:pt x="5464094" y="1473464"/>
                  </a:lnTo>
                  <a:lnTo>
                    <a:pt x="5392198" y="1458505"/>
                  </a:lnTo>
                  <a:lnTo>
                    <a:pt x="5320302" y="1443667"/>
                  </a:lnTo>
                  <a:lnTo>
                    <a:pt x="5248406" y="1428956"/>
                  </a:lnTo>
                  <a:lnTo>
                    <a:pt x="5176510" y="1414380"/>
                  </a:lnTo>
                  <a:lnTo>
                    <a:pt x="5104614" y="1399949"/>
                  </a:lnTo>
                  <a:lnTo>
                    <a:pt x="5032718" y="1385671"/>
                  </a:lnTo>
                  <a:lnTo>
                    <a:pt x="4960822" y="1371557"/>
                  </a:lnTo>
                  <a:lnTo>
                    <a:pt x="4888926" y="1357617"/>
                  </a:lnTo>
                  <a:lnTo>
                    <a:pt x="4817030" y="1343863"/>
                  </a:lnTo>
                  <a:lnTo>
                    <a:pt x="4745134" y="1330306"/>
                  </a:lnTo>
                  <a:lnTo>
                    <a:pt x="4673238" y="1316959"/>
                  </a:lnTo>
                  <a:lnTo>
                    <a:pt x="4601342" y="1303835"/>
                  </a:lnTo>
                  <a:lnTo>
                    <a:pt x="4529446" y="1290948"/>
                  </a:lnTo>
                  <a:lnTo>
                    <a:pt x="4457550" y="1278312"/>
                  </a:lnTo>
                  <a:lnTo>
                    <a:pt x="4385654" y="1265942"/>
                  </a:lnTo>
                  <a:lnTo>
                    <a:pt x="4313758" y="1253854"/>
                  </a:lnTo>
                  <a:lnTo>
                    <a:pt x="4241862" y="1242064"/>
                  </a:lnTo>
                  <a:lnTo>
                    <a:pt x="4169966" y="1230586"/>
                  </a:lnTo>
                  <a:lnTo>
                    <a:pt x="4098070" y="1219438"/>
                  </a:lnTo>
                  <a:lnTo>
                    <a:pt x="4026174" y="1208634"/>
                  </a:lnTo>
                  <a:lnTo>
                    <a:pt x="3954278" y="1198190"/>
                  </a:lnTo>
                  <a:lnTo>
                    <a:pt x="3882382" y="1188121"/>
                  </a:lnTo>
                  <a:lnTo>
                    <a:pt x="3810486" y="1178442"/>
                  </a:lnTo>
                  <a:lnTo>
                    <a:pt x="3738590" y="1169164"/>
                  </a:lnTo>
                  <a:lnTo>
                    <a:pt x="3666694" y="1160299"/>
                  </a:lnTo>
                  <a:lnTo>
                    <a:pt x="3594798" y="1151858"/>
                  </a:lnTo>
                  <a:lnTo>
                    <a:pt x="3522902" y="1143848"/>
                  </a:lnTo>
                  <a:lnTo>
                    <a:pt x="3451007" y="1136275"/>
                  </a:lnTo>
                  <a:lnTo>
                    <a:pt x="3379111" y="1129144"/>
                  </a:lnTo>
                  <a:lnTo>
                    <a:pt x="3307215" y="1122455"/>
                  </a:lnTo>
                  <a:lnTo>
                    <a:pt x="3235319" y="1116208"/>
                  </a:lnTo>
                  <a:lnTo>
                    <a:pt x="3163423" y="1110400"/>
                  </a:lnTo>
                  <a:lnTo>
                    <a:pt x="3091527" y="1105026"/>
                  </a:lnTo>
                  <a:lnTo>
                    <a:pt x="3019631" y="1100078"/>
                  </a:lnTo>
                  <a:lnTo>
                    <a:pt x="2947735" y="1095547"/>
                  </a:lnTo>
                  <a:lnTo>
                    <a:pt x="2875839" y="1091422"/>
                  </a:lnTo>
                  <a:lnTo>
                    <a:pt x="2803943" y="1087691"/>
                  </a:lnTo>
                  <a:lnTo>
                    <a:pt x="2732047" y="1084340"/>
                  </a:lnTo>
                  <a:lnTo>
                    <a:pt x="2660151" y="1081354"/>
                  </a:lnTo>
                  <a:lnTo>
                    <a:pt x="2588255" y="1078718"/>
                  </a:lnTo>
                  <a:lnTo>
                    <a:pt x="2516359" y="1076417"/>
                  </a:lnTo>
                  <a:lnTo>
                    <a:pt x="2444463" y="1074435"/>
                  </a:lnTo>
                  <a:lnTo>
                    <a:pt x="2372567" y="1072756"/>
                  </a:lnTo>
                  <a:lnTo>
                    <a:pt x="2300671" y="1071363"/>
                  </a:lnTo>
                  <a:lnTo>
                    <a:pt x="2228775" y="1070242"/>
                  </a:lnTo>
                  <a:lnTo>
                    <a:pt x="2156879" y="1069378"/>
                  </a:lnTo>
                  <a:lnTo>
                    <a:pt x="2084983" y="1068756"/>
                  </a:lnTo>
                  <a:lnTo>
                    <a:pt x="2013087" y="1068361"/>
                  </a:lnTo>
                  <a:lnTo>
                    <a:pt x="1941191" y="1068181"/>
                  </a:lnTo>
                  <a:lnTo>
                    <a:pt x="1869295" y="1068203"/>
                  </a:lnTo>
                  <a:lnTo>
                    <a:pt x="1797399" y="1068414"/>
                  </a:lnTo>
                  <a:lnTo>
                    <a:pt x="1725503" y="1068804"/>
                  </a:lnTo>
                  <a:lnTo>
                    <a:pt x="1653607" y="1069361"/>
                  </a:lnTo>
                  <a:lnTo>
                    <a:pt x="1581711" y="1070074"/>
                  </a:lnTo>
                  <a:lnTo>
                    <a:pt x="1509815" y="1070936"/>
                  </a:lnTo>
                  <a:lnTo>
                    <a:pt x="1437919" y="1071936"/>
                  </a:lnTo>
                  <a:lnTo>
                    <a:pt x="1366023" y="1073066"/>
                  </a:lnTo>
                  <a:lnTo>
                    <a:pt x="1294127" y="1074318"/>
                  </a:lnTo>
                  <a:lnTo>
                    <a:pt x="1222231" y="1075685"/>
                  </a:lnTo>
                  <a:lnTo>
                    <a:pt x="1150335" y="1077161"/>
                  </a:lnTo>
                  <a:lnTo>
                    <a:pt x="1078439" y="1078738"/>
                  </a:lnTo>
                  <a:lnTo>
                    <a:pt x="1006543" y="1080411"/>
                  </a:lnTo>
                  <a:lnTo>
                    <a:pt x="934647" y="1082174"/>
                  </a:lnTo>
                  <a:lnTo>
                    <a:pt x="862751" y="1084022"/>
                  </a:lnTo>
                  <a:lnTo>
                    <a:pt x="790855" y="1085950"/>
                  </a:lnTo>
                  <a:lnTo>
                    <a:pt x="718959" y="1087953"/>
                  </a:lnTo>
                  <a:lnTo>
                    <a:pt x="647063" y="1090028"/>
                  </a:lnTo>
                  <a:lnTo>
                    <a:pt x="575167" y="1092170"/>
                  </a:lnTo>
                  <a:lnTo>
                    <a:pt x="503271" y="1094376"/>
                  </a:lnTo>
                  <a:lnTo>
                    <a:pt x="431375" y="1096642"/>
                  </a:lnTo>
                  <a:lnTo>
                    <a:pt x="359479" y="1098965"/>
                  </a:lnTo>
                  <a:lnTo>
                    <a:pt x="287583" y="1101342"/>
                  </a:lnTo>
                  <a:lnTo>
                    <a:pt x="215687" y="1103770"/>
                  </a:lnTo>
                  <a:lnTo>
                    <a:pt x="143791" y="1106247"/>
                  </a:lnTo>
                  <a:lnTo>
                    <a:pt x="71895" y="1108769"/>
                  </a:lnTo>
                  <a:lnTo>
                    <a:pt x="0" y="1111336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56863" y="2070498"/>
              <a:ext cx="5679782" cy="682994"/>
            </a:xfrm>
            <a:custGeom>
              <a:avLst/>
              <a:gdLst/>
              <a:ahLst/>
              <a:cxnLst/>
              <a:rect l="0" t="0" r="0" b="0"/>
              <a:pathLst>
                <a:path w="5679782" h="682994">
                  <a:moveTo>
                    <a:pt x="0" y="0"/>
                  </a:moveTo>
                  <a:lnTo>
                    <a:pt x="71895" y="16230"/>
                  </a:lnTo>
                  <a:lnTo>
                    <a:pt x="143791" y="32417"/>
                  </a:lnTo>
                  <a:lnTo>
                    <a:pt x="215687" y="48558"/>
                  </a:lnTo>
                  <a:lnTo>
                    <a:pt x="287583" y="64651"/>
                  </a:lnTo>
                  <a:lnTo>
                    <a:pt x="359479" y="80692"/>
                  </a:lnTo>
                  <a:lnTo>
                    <a:pt x="431375" y="96680"/>
                  </a:lnTo>
                  <a:lnTo>
                    <a:pt x="503271" y="112611"/>
                  </a:lnTo>
                  <a:lnTo>
                    <a:pt x="575167" y="128481"/>
                  </a:lnTo>
                  <a:lnTo>
                    <a:pt x="647063" y="144288"/>
                  </a:lnTo>
                  <a:lnTo>
                    <a:pt x="718959" y="160027"/>
                  </a:lnTo>
                  <a:lnTo>
                    <a:pt x="790855" y="175695"/>
                  </a:lnTo>
                  <a:lnTo>
                    <a:pt x="862751" y="191287"/>
                  </a:lnTo>
                  <a:lnTo>
                    <a:pt x="934647" y="206800"/>
                  </a:lnTo>
                  <a:lnTo>
                    <a:pt x="1006543" y="222227"/>
                  </a:lnTo>
                  <a:lnTo>
                    <a:pt x="1078439" y="237565"/>
                  </a:lnTo>
                  <a:lnTo>
                    <a:pt x="1150335" y="252806"/>
                  </a:lnTo>
                  <a:lnTo>
                    <a:pt x="1222231" y="267946"/>
                  </a:lnTo>
                  <a:lnTo>
                    <a:pt x="1294127" y="282978"/>
                  </a:lnTo>
                  <a:lnTo>
                    <a:pt x="1366023" y="297895"/>
                  </a:lnTo>
                  <a:lnTo>
                    <a:pt x="1437919" y="312690"/>
                  </a:lnTo>
                  <a:lnTo>
                    <a:pt x="1509815" y="327354"/>
                  </a:lnTo>
                  <a:lnTo>
                    <a:pt x="1581711" y="341880"/>
                  </a:lnTo>
                  <a:lnTo>
                    <a:pt x="1653607" y="356258"/>
                  </a:lnTo>
                  <a:lnTo>
                    <a:pt x="1725503" y="370479"/>
                  </a:lnTo>
                  <a:lnTo>
                    <a:pt x="1797399" y="384533"/>
                  </a:lnTo>
                  <a:lnTo>
                    <a:pt x="1869295" y="398409"/>
                  </a:lnTo>
                  <a:lnTo>
                    <a:pt x="1941191" y="412095"/>
                  </a:lnTo>
                  <a:lnTo>
                    <a:pt x="2013087" y="425580"/>
                  </a:lnTo>
                  <a:lnTo>
                    <a:pt x="2084983" y="438850"/>
                  </a:lnTo>
                  <a:lnTo>
                    <a:pt x="2156879" y="451892"/>
                  </a:lnTo>
                  <a:lnTo>
                    <a:pt x="2228775" y="464692"/>
                  </a:lnTo>
                  <a:lnTo>
                    <a:pt x="2300671" y="477236"/>
                  </a:lnTo>
                  <a:lnTo>
                    <a:pt x="2372567" y="489508"/>
                  </a:lnTo>
                  <a:lnTo>
                    <a:pt x="2444463" y="501493"/>
                  </a:lnTo>
                  <a:lnTo>
                    <a:pt x="2516359" y="513176"/>
                  </a:lnTo>
                  <a:lnTo>
                    <a:pt x="2588255" y="524539"/>
                  </a:lnTo>
                  <a:lnTo>
                    <a:pt x="2660151" y="535568"/>
                  </a:lnTo>
                  <a:lnTo>
                    <a:pt x="2732047" y="546247"/>
                  </a:lnTo>
                  <a:lnTo>
                    <a:pt x="2803943" y="556560"/>
                  </a:lnTo>
                  <a:lnTo>
                    <a:pt x="2875839" y="566493"/>
                  </a:lnTo>
                  <a:lnTo>
                    <a:pt x="2947735" y="576033"/>
                  </a:lnTo>
                  <a:lnTo>
                    <a:pt x="3019631" y="585166"/>
                  </a:lnTo>
                  <a:lnTo>
                    <a:pt x="3091527" y="593883"/>
                  </a:lnTo>
                  <a:lnTo>
                    <a:pt x="3163423" y="602173"/>
                  </a:lnTo>
                  <a:lnTo>
                    <a:pt x="3235319" y="610030"/>
                  </a:lnTo>
                  <a:lnTo>
                    <a:pt x="3307215" y="617447"/>
                  </a:lnTo>
                  <a:lnTo>
                    <a:pt x="3379111" y="624423"/>
                  </a:lnTo>
                  <a:lnTo>
                    <a:pt x="3451007" y="630956"/>
                  </a:lnTo>
                  <a:lnTo>
                    <a:pt x="3522902" y="637048"/>
                  </a:lnTo>
                  <a:lnTo>
                    <a:pt x="3594798" y="642702"/>
                  </a:lnTo>
                  <a:lnTo>
                    <a:pt x="3666694" y="647925"/>
                  </a:lnTo>
                  <a:lnTo>
                    <a:pt x="3738590" y="652725"/>
                  </a:lnTo>
                  <a:lnTo>
                    <a:pt x="3810486" y="657112"/>
                  </a:lnTo>
                  <a:lnTo>
                    <a:pt x="3882382" y="661097"/>
                  </a:lnTo>
                  <a:lnTo>
                    <a:pt x="3954278" y="664693"/>
                  </a:lnTo>
                  <a:lnTo>
                    <a:pt x="4026174" y="667914"/>
                  </a:lnTo>
                  <a:lnTo>
                    <a:pt x="4098070" y="670774"/>
                  </a:lnTo>
                  <a:lnTo>
                    <a:pt x="4169966" y="673290"/>
                  </a:lnTo>
                  <a:lnTo>
                    <a:pt x="4241862" y="675477"/>
                  </a:lnTo>
                  <a:lnTo>
                    <a:pt x="4313758" y="677351"/>
                  </a:lnTo>
                  <a:lnTo>
                    <a:pt x="4385654" y="678927"/>
                  </a:lnTo>
                  <a:lnTo>
                    <a:pt x="4457550" y="680222"/>
                  </a:lnTo>
                  <a:lnTo>
                    <a:pt x="4529446" y="681251"/>
                  </a:lnTo>
                  <a:lnTo>
                    <a:pt x="4601342" y="682029"/>
                  </a:lnTo>
                  <a:lnTo>
                    <a:pt x="4673238" y="682569"/>
                  </a:lnTo>
                  <a:lnTo>
                    <a:pt x="4745134" y="682887"/>
                  </a:lnTo>
                  <a:lnTo>
                    <a:pt x="4817030" y="682994"/>
                  </a:lnTo>
                  <a:lnTo>
                    <a:pt x="4888926" y="682904"/>
                  </a:lnTo>
                  <a:lnTo>
                    <a:pt x="4960822" y="682629"/>
                  </a:lnTo>
                  <a:lnTo>
                    <a:pt x="5032718" y="682179"/>
                  </a:lnTo>
                  <a:lnTo>
                    <a:pt x="5104614" y="681566"/>
                  </a:lnTo>
                  <a:lnTo>
                    <a:pt x="5176510" y="680799"/>
                  </a:lnTo>
                  <a:lnTo>
                    <a:pt x="5248406" y="679888"/>
                  </a:lnTo>
                  <a:lnTo>
                    <a:pt x="5320302" y="678842"/>
                  </a:lnTo>
                  <a:lnTo>
                    <a:pt x="5392198" y="677667"/>
                  </a:lnTo>
                  <a:lnTo>
                    <a:pt x="5464094" y="676374"/>
                  </a:lnTo>
                  <a:lnTo>
                    <a:pt x="5535990" y="674968"/>
                  </a:lnTo>
                  <a:lnTo>
                    <a:pt x="5607886" y="673456"/>
                  </a:lnTo>
                  <a:lnTo>
                    <a:pt x="5679782" y="67184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56863" y="3138680"/>
              <a:ext cx="5679782" cy="450805"/>
            </a:xfrm>
            <a:custGeom>
              <a:avLst/>
              <a:gdLst/>
              <a:ahLst/>
              <a:cxnLst/>
              <a:rect l="0" t="0" r="0" b="0"/>
              <a:pathLst>
                <a:path w="5679782" h="450805">
                  <a:moveTo>
                    <a:pt x="5679782" y="450805"/>
                  </a:moveTo>
                  <a:lnTo>
                    <a:pt x="5607886" y="435529"/>
                  </a:lnTo>
                  <a:lnTo>
                    <a:pt x="5535990" y="420352"/>
                  </a:lnTo>
                  <a:lnTo>
                    <a:pt x="5464094" y="405282"/>
                  </a:lnTo>
                  <a:lnTo>
                    <a:pt x="5392198" y="390324"/>
                  </a:lnTo>
                  <a:lnTo>
                    <a:pt x="5320302" y="375485"/>
                  </a:lnTo>
                  <a:lnTo>
                    <a:pt x="5248406" y="360774"/>
                  </a:lnTo>
                  <a:lnTo>
                    <a:pt x="5176510" y="346198"/>
                  </a:lnTo>
                  <a:lnTo>
                    <a:pt x="5104614" y="331767"/>
                  </a:lnTo>
                  <a:lnTo>
                    <a:pt x="5032718" y="317489"/>
                  </a:lnTo>
                  <a:lnTo>
                    <a:pt x="4960822" y="303375"/>
                  </a:lnTo>
                  <a:lnTo>
                    <a:pt x="4888926" y="289435"/>
                  </a:lnTo>
                  <a:lnTo>
                    <a:pt x="4817030" y="275681"/>
                  </a:lnTo>
                  <a:lnTo>
                    <a:pt x="4745134" y="262124"/>
                  </a:lnTo>
                  <a:lnTo>
                    <a:pt x="4673238" y="248777"/>
                  </a:lnTo>
                  <a:lnTo>
                    <a:pt x="4601342" y="235653"/>
                  </a:lnTo>
                  <a:lnTo>
                    <a:pt x="4529446" y="222766"/>
                  </a:lnTo>
                  <a:lnTo>
                    <a:pt x="4457550" y="210130"/>
                  </a:lnTo>
                  <a:lnTo>
                    <a:pt x="4385654" y="197761"/>
                  </a:lnTo>
                  <a:lnTo>
                    <a:pt x="4313758" y="185673"/>
                  </a:lnTo>
                  <a:lnTo>
                    <a:pt x="4241862" y="173882"/>
                  </a:lnTo>
                  <a:lnTo>
                    <a:pt x="4169966" y="162404"/>
                  </a:lnTo>
                  <a:lnTo>
                    <a:pt x="4098070" y="151256"/>
                  </a:lnTo>
                  <a:lnTo>
                    <a:pt x="4026174" y="140452"/>
                  </a:lnTo>
                  <a:lnTo>
                    <a:pt x="3954278" y="130008"/>
                  </a:lnTo>
                  <a:lnTo>
                    <a:pt x="3882382" y="119940"/>
                  </a:lnTo>
                  <a:lnTo>
                    <a:pt x="3810486" y="110260"/>
                  </a:lnTo>
                  <a:lnTo>
                    <a:pt x="3738590" y="100982"/>
                  </a:lnTo>
                  <a:lnTo>
                    <a:pt x="3666694" y="92118"/>
                  </a:lnTo>
                  <a:lnTo>
                    <a:pt x="3594798" y="83676"/>
                  </a:lnTo>
                  <a:lnTo>
                    <a:pt x="3522902" y="75666"/>
                  </a:lnTo>
                  <a:lnTo>
                    <a:pt x="3451007" y="68094"/>
                  </a:lnTo>
                  <a:lnTo>
                    <a:pt x="3379111" y="60962"/>
                  </a:lnTo>
                  <a:lnTo>
                    <a:pt x="3307215" y="54273"/>
                  </a:lnTo>
                  <a:lnTo>
                    <a:pt x="3235319" y="48026"/>
                  </a:lnTo>
                  <a:lnTo>
                    <a:pt x="3163423" y="42218"/>
                  </a:lnTo>
                  <a:lnTo>
                    <a:pt x="3091527" y="36844"/>
                  </a:lnTo>
                  <a:lnTo>
                    <a:pt x="3019631" y="31896"/>
                  </a:lnTo>
                  <a:lnTo>
                    <a:pt x="2947735" y="27365"/>
                  </a:lnTo>
                  <a:lnTo>
                    <a:pt x="2875839" y="23240"/>
                  </a:lnTo>
                  <a:lnTo>
                    <a:pt x="2803943" y="19509"/>
                  </a:lnTo>
                  <a:lnTo>
                    <a:pt x="2732047" y="16158"/>
                  </a:lnTo>
                  <a:lnTo>
                    <a:pt x="2660151" y="13172"/>
                  </a:lnTo>
                  <a:lnTo>
                    <a:pt x="2588255" y="10536"/>
                  </a:lnTo>
                  <a:lnTo>
                    <a:pt x="2516359" y="8235"/>
                  </a:lnTo>
                  <a:lnTo>
                    <a:pt x="2444463" y="6253"/>
                  </a:lnTo>
                  <a:lnTo>
                    <a:pt x="2372567" y="4574"/>
                  </a:lnTo>
                  <a:lnTo>
                    <a:pt x="2300671" y="3181"/>
                  </a:lnTo>
                  <a:lnTo>
                    <a:pt x="2228775" y="2061"/>
                  </a:lnTo>
                  <a:lnTo>
                    <a:pt x="2156879" y="1196"/>
                  </a:lnTo>
                  <a:lnTo>
                    <a:pt x="2084983" y="574"/>
                  </a:lnTo>
                  <a:lnTo>
                    <a:pt x="2013087" y="179"/>
                  </a:lnTo>
                  <a:lnTo>
                    <a:pt x="1941191" y="0"/>
                  </a:lnTo>
                  <a:lnTo>
                    <a:pt x="1869295" y="21"/>
                  </a:lnTo>
                  <a:lnTo>
                    <a:pt x="1797399" y="233"/>
                  </a:lnTo>
                  <a:lnTo>
                    <a:pt x="1725503" y="622"/>
                  </a:lnTo>
                  <a:lnTo>
                    <a:pt x="1653607" y="1179"/>
                  </a:lnTo>
                  <a:lnTo>
                    <a:pt x="1581711" y="1893"/>
                  </a:lnTo>
                  <a:lnTo>
                    <a:pt x="1509815" y="2754"/>
                  </a:lnTo>
                  <a:lnTo>
                    <a:pt x="1437919" y="3754"/>
                  </a:lnTo>
                  <a:lnTo>
                    <a:pt x="1366023" y="4884"/>
                  </a:lnTo>
                  <a:lnTo>
                    <a:pt x="1294127" y="6136"/>
                  </a:lnTo>
                  <a:lnTo>
                    <a:pt x="1222231" y="7504"/>
                  </a:lnTo>
                  <a:lnTo>
                    <a:pt x="1150335" y="8979"/>
                  </a:lnTo>
                  <a:lnTo>
                    <a:pt x="1078439" y="10556"/>
                  </a:lnTo>
                  <a:lnTo>
                    <a:pt x="1006543" y="12229"/>
                  </a:lnTo>
                  <a:lnTo>
                    <a:pt x="934647" y="13992"/>
                  </a:lnTo>
                  <a:lnTo>
                    <a:pt x="862751" y="15840"/>
                  </a:lnTo>
                  <a:lnTo>
                    <a:pt x="790855" y="17768"/>
                  </a:lnTo>
                  <a:lnTo>
                    <a:pt x="718959" y="19772"/>
                  </a:lnTo>
                  <a:lnTo>
                    <a:pt x="647063" y="21846"/>
                  </a:lnTo>
                  <a:lnTo>
                    <a:pt x="575167" y="23989"/>
                  </a:lnTo>
                  <a:lnTo>
                    <a:pt x="503271" y="26194"/>
                  </a:lnTo>
                  <a:lnTo>
                    <a:pt x="431375" y="28461"/>
                  </a:lnTo>
                  <a:lnTo>
                    <a:pt x="359479" y="30784"/>
                  </a:lnTo>
                  <a:lnTo>
                    <a:pt x="287583" y="33160"/>
                  </a:lnTo>
                  <a:lnTo>
                    <a:pt x="215687" y="35589"/>
                  </a:lnTo>
                  <a:lnTo>
                    <a:pt x="143791" y="38065"/>
                  </a:lnTo>
                  <a:lnTo>
                    <a:pt x="71895" y="40588"/>
                  </a:lnTo>
                  <a:lnTo>
                    <a:pt x="0" y="4315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56863" y="2626166"/>
              <a:ext cx="5679782" cy="539747"/>
            </a:xfrm>
            <a:custGeom>
              <a:avLst/>
              <a:gdLst/>
              <a:ahLst/>
              <a:cxnLst/>
              <a:rect l="0" t="0" r="0" b="0"/>
              <a:pathLst>
                <a:path w="5679782" h="539747">
                  <a:moveTo>
                    <a:pt x="0" y="0"/>
                  </a:moveTo>
                  <a:lnTo>
                    <a:pt x="71895" y="6832"/>
                  </a:lnTo>
                  <a:lnTo>
                    <a:pt x="143791" y="13664"/>
                  </a:lnTo>
                  <a:lnTo>
                    <a:pt x="215687" y="20496"/>
                  </a:lnTo>
                  <a:lnTo>
                    <a:pt x="287583" y="27329"/>
                  </a:lnTo>
                  <a:lnTo>
                    <a:pt x="359479" y="34161"/>
                  </a:lnTo>
                  <a:lnTo>
                    <a:pt x="431375" y="40993"/>
                  </a:lnTo>
                  <a:lnTo>
                    <a:pt x="503271" y="47825"/>
                  </a:lnTo>
                  <a:lnTo>
                    <a:pt x="575167" y="54658"/>
                  </a:lnTo>
                  <a:lnTo>
                    <a:pt x="647063" y="61490"/>
                  </a:lnTo>
                  <a:lnTo>
                    <a:pt x="718959" y="68322"/>
                  </a:lnTo>
                  <a:lnTo>
                    <a:pt x="790855" y="75154"/>
                  </a:lnTo>
                  <a:lnTo>
                    <a:pt x="862751" y="81987"/>
                  </a:lnTo>
                  <a:lnTo>
                    <a:pt x="934647" y="88819"/>
                  </a:lnTo>
                  <a:lnTo>
                    <a:pt x="1006543" y="95651"/>
                  </a:lnTo>
                  <a:lnTo>
                    <a:pt x="1078439" y="102483"/>
                  </a:lnTo>
                  <a:lnTo>
                    <a:pt x="1150335" y="109316"/>
                  </a:lnTo>
                  <a:lnTo>
                    <a:pt x="1222231" y="116148"/>
                  </a:lnTo>
                  <a:lnTo>
                    <a:pt x="1294127" y="122980"/>
                  </a:lnTo>
                  <a:lnTo>
                    <a:pt x="1366023" y="129812"/>
                  </a:lnTo>
                  <a:lnTo>
                    <a:pt x="1437919" y="136645"/>
                  </a:lnTo>
                  <a:lnTo>
                    <a:pt x="1509815" y="143477"/>
                  </a:lnTo>
                  <a:lnTo>
                    <a:pt x="1581711" y="150309"/>
                  </a:lnTo>
                  <a:lnTo>
                    <a:pt x="1653607" y="157141"/>
                  </a:lnTo>
                  <a:lnTo>
                    <a:pt x="1725503" y="163974"/>
                  </a:lnTo>
                  <a:lnTo>
                    <a:pt x="1797399" y="170806"/>
                  </a:lnTo>
                  <a:lnTo>
                    <a:pt x="1869295" y="177638"/>
                  </a:lnTo>
                  <a:lnTo>
                    <a:pt x="1941191" y="184470"/>
                  </a:lnTo>
                  <a:lnTo>
                    <a:pt x="2013087" y="191303"/>
                  </a:lnTo>
                  <a:lnTo>
                    <a:pt x="2084983" y="198135"/>
                  </a:lnTo>
                  <a:lnTo>
                    <a:pt x="2156879" y="204967"/>
                  </a:lnTo>
                  <a:lnTo>
                    <a:pt x="2228775" y="211799"/>
                  </a:lnTo>
                  <a:lnTo>
                    <a:pt x="2300671" y="218632"/>
                  </a:lnTo>
                  <a:lnTo>
                    <a:pt x="2372567" y="225464"/>
                  </a:lnTo>
                  <a:lnTo>
                    <a:pt x="2444463" y="232296"/>
                  </a:lnTo>
                  <a:lnTo>
                    <a:pt x="2516359" y="239128"/>
                  </a:lnTo>
                  <a:lnTo>
                    <a:pt x="2588255" y="245961"/>
                  </a:lnTo>
                  <a:lnTo>
                    <a:pt x="2660151" y="252793"/>
                  </a:lnTo>
                  <a:lnTo>
                    <a:pt x="2732047" y="259625"/>
                  </a:lnTo>
                  <a:lnTo>
                    <a:pt x="2803943" y="266457"/>
                  </a:lnTo>
                  <a:lnTo>
                    <a:pt x="2875839" y="273290"/>
                  </a:lnTo>
                  <a:lnTo>
                    <a:pt x="2947735" y="280122"/>
                  </a:lnTo>
                  <a:lnTo>
                    <a:pt x="3019631" y="286954"/>
                  </a:lnTo>
                  <a:lnTo>
                    <a:pt x="3091527" y="293786"/>
                  </a:lnTo>
                  <a:lnTo>
                    <a:pt x="3163423" y="300619"/>
                  </a:lnTo>
                  <a:lnTo>
                    <a:pt x="3235319" y="307451"/>
                  </a:lnTo>
                  <a:lnTo>
                    <a:pt x="3307215" y="314283"/>
                  </a:lnTo>
                  <a:lnTo>
                    <a:pt x="3379111" y="321115"/>
                  </a:lnTo>
                  <a:lnTo>
                    <a:pt x="3451007" y="327948"/>
                  </a:lnTo>
                  <a:lnTo>
                    <a:pt x="3522902" y="334780"/>
                  </a:lnTo>
                  <a:lnTo>
                    <a:pt x="3594798" y="341612"/>
                  </a:lnTo>
                  <a:lnTo>
                    <a:pt x="3666694" y="348444"/>
                  </a:lnTo>
                  <a:lnTo>
                    <a:pt x="3738590" y="355277"/>
                  </a:lnTo>
                  <a:lnTo>
                    <a:pt x="3810486" y="362109"/>
                  </a:lnTo>
                  <a:lnTo>
                    <a:pt x="3882382" y="368941"/>
                  </a:lnTo>
                  <a:lnTo>
                    <a:pt x="3954278" y="375773"/>
                  </a:lnTo>
                  <a:lnTo>
                    <a:pt x="4026174" y="382606"/>
                  </a:lnTo>
                  <a:lnTo>
                    <a:pt x="4098070" y="389438"/>
                  </a:lnTo>
                  <a:lnTo>
                    <a:pt x="4169966" y="396270"/>
                  </a:lnTo>
                  <a:lnTo>
                    <a:pt x="4241862" y="403102"/>
                  </a:lnTo>
                  <a:lnTo>
                    <a:pt x="4313758" y="409935"/>
                  </a:lnTo>
                  <a:lnTo>
                    <a:pt x="4385654" y="416767"/>
                  </a:lnTo>
                  <a:lnTo>
                    <a:pt x="4457550" y="423599"/>
                  </a:lnTo>
                  <a:lnTo>
                    <a:pt x="4529446" y="430431"/>
                  </a:lnTo>
                  <a:lnTo>
                    <a:pt x="4601342" y="437264"/>
                  </a:lnTo>
                  <a:lnTo>
                    <a:pt x="4673238" y="444096"/>
                  </a:lnTo>
                  <a:lnTo>
                    <a:pt x="4745134" y="450928"/>
                  </a:lnTo>
                  <a:lnTo>
                    <a:pt x="4817030" y="457760"/>
                  </a:lnTo>
                  <a:lnTo>
                    <a:pt x="4888926" y="464593"/>
                  </a:lnTo>
                  <a:lnTo>
                    <a:pt x="4960822" y="471425"/>
                  </a:lnTo>
                  <a:lnTo>
                    <a:pt x="5032718" y="478257"/>
                  </a:lnTo>
                  <a:lnTo>
                    <a:pt x="5104614" y="485089"/>
                  </a:lnTo>
                  <a:lnTo>
                    <a:pt x="5176510" y="491922"/>
                  </a:lnTo>
                  <a:lnTo>
                    <a:pt x="5248406" y="498754"/>
                  </a:lnTo>
                  <a:lnTo>
                    <a:pt x="5320302" y="505586"/>
                  </a:lnTo>
                  <a:lnTo>
                    <a:pt x="5392198" y="512418"/>
                  </a:lnTo>
                  <a:lnTo>
                    <a:pt x="5464094" y="519251"/>
                  </a:lnTo>
                  <a:lnTo>
                    <a:pt x="5535990" y="526083"/>
                  </a:lnTo>
                  <a:lnTo>
                    <a:pt x="5607886" y="532915"/>
                  </a:lnTo>
                  <a:lnTo>
                    <a:pt x="5679782" y="539747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1198161" y="25924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1198161" y="25413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1198161" y="261277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3695501" y="344145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3695501" y="281522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3695501" y="285432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5266964" y="254583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5266964" y="230159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5266964" y="25986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5038545" y="204964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5038545" y="242489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5038545" y="23424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6380241" y="301993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6380241" y="313664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6380241" y="255606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3154688" y="310460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3154688" y="386341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3154688" y="331283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4904853" y="388514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4904853" y="390647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4904853" y="39530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6877943" y="445736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t56"/>
            <p:cNvSpPr/>
            <p:nvPr/>
          </p:nvSpPr>
          <p:spPr>
            <a:xfrm>
              <a:off x="6877943" y="324572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t57"/>
            <p:cNvSpPr/>
            <p:nvPr/>
          </p:nvSpPr>
          <p:spPr>
            <a:xfrm>
              <a:off x="6877943" y="386518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1256863" y="2206138"/>
              <a:ext cx="5679782" cy="1583826"/>
            </a:xfrm>
            <a:custGeom>
              <a:avLst/>
              <a:gdLst/>
              <a:ahLst/>
              <a:cxnLst/>
              <a:rect l="0" t="0" r="0" b="0"/>
              <a:pathLst>
                <a:path w="5679782" h="1583826">
                  <a:moveTo>
                    <a:pt x="0" y="0"/>
                  </a:moveTo>
                  <a:lnTo>
                    <a:pt x="71895" y="16810"/>
                  </a:lnTo>
                  <a:lnTo>
                    <a:pt x="143791" y="33574"/>
                  </a:lnTo>
                  <a:lnTo>
                    <a:pt x="215687" y="50288"/>
                  </a:lnTo>
                  <a:lnTo>
                    <a:pt x="287583" y="66950"/>
                  </a:lnTo>
                  <a:lnTo>
                    <a:pt x="359479" y="83556"/>
                  </a:lnTo>
                  <a:lnTo>
                    <a:pt x="431375" y="100104"/>
                  </a:lnTo>
                  <a:lnTo>
                    <a:pt x="503271" y="116590"/>
                  </a:lnTo>
                  <a:lnTo>
                    <a:pt x="575167" y="133012"/>
                  </a:lnTo>
                  <a:lnTo>
                    <a:pt x="647063" y="149365"/>
                  </a:lnTo>
                  <a:lnTo>
                    <a:pt x="718959" y="165645"/>
                  </a:lnTo>
                  <a:lnTo>
                    <a:pt x="790855" y="181848"/>
                  </a:lnTo>
                  <a:lnTo>
                    <a:pt x="862751" y="197969"/>
                  </a:lnTo>
                  <a:lnTo>
                    <a:pt x="934647" y="214004"/>
                  </a:lnTo>
                  <a:lnTo>
                    <a:pt x="1006543" y="229947"/>
                  </a:lnTo>
                  <a:lnTo>
                    <a:pt x="1078439" y="245793"/>
                  </a:lnTo>
                  <a:lnTo>
                    <a:pt x="1150335" y="261535"/>
                  </a:lnTo>
                  <a:lnTo>
                    <a:pt x="1222231" y="277167"/>
                  </a:lnTo>
                  <a:lnTo>
                    <a:pt x="1294127" y="292683"/>
                  </a:lnTo>
                  <a:lnTo>
                    <a:pt x="1366023" y="308074"/>
                  </a:lnTo>
                  <a:lnTo>
                    <a:pt x="1437919" y="323334"/>
                  </a:lnTo>
                  <a:lnTo>
                    <a:pt x="1509815" y="338452"/>
                  </a:lnTo>
                  <a:lnTo>
                    <a:pt x="1581711" y="353422"/>
                  </a:lnTo>
                  <a:lnTo>
                    <a:pt x="1653607" y="368231"/>
                  </a:lnTo>
                  <a:lnTo>
                    <a:pt x="1725503" y="382871"/>
                  </a:lnTo>
                  <a:lnTo>
                    <a:pt x="1797399" y="397330"/>
                  </a:lnTo>
                  <a:lnTo>
                    <a:pt x="1869295" y="411597"/>
                  </a:lnTo>
                  <a:lnTo>
                    <a:pt x="1941191" y="425659"/>
                  </a:lnTo>
                  <a:lnTo>
                    <a:pt x="2013087" y="439503"/>
                  </a:lnTo>
                  <a:lnTo>
                    <a:pt x="2084983" y="453116"/>
                  </a:lnTo>
                  <a:lnTo>
                    <a:pt x="2156879" y="466482"/>
                  </a:lnTo>
                  <a:lnTo>
                    <a:pt x="2228775" y="479587"/>
                  </a:lnTo>
                  <a:lnTo>
                    <a:pt x="2300671" y="492414"/>
                  </a:lnTo>
                  <a:lnTo>
                    <a:pt x="2372567" y="504949"/>
                  </a:lnTo>
                  <a:lnTo>
                    <a:pt x="2444463" y="517173"/>
                  </a:lnTo>
                  <a:lnTo>
                    <a:pt x="2516359" y="529070"/>
                  </a:lnTo>
                  <a:lnTo>
                    <a:pt x="2588255" y="540623"/>
                  </a:lnTo>
                  <a:lnTo>
                    <a:pt x="2660151" y="551814"/>
                  </a:lnTo>
                  <a:lnTo>
                    <a:pt x="2732047" y="562627"/>
                  </a:lnTo>
                  <a:lnTo>
                    <a:pt x="2803943" y="573045"/>
                  </a:lnTo>
                  <a:lnTo>
                    <a:pt x="2875839" y="583053"/>
                  </a:lnTo>
                  <a:lnTo>
                    <a:pt x="2947735" y="592635"/>
                  </a:lnTo>
                  <a:lnTo>
                    <a:pt x="3019631" y="601779"/>
                  </a:lnTo>
                  <a:lnTo>
                    <a:pt x="3091527" y="610472"/>
                  </a:lnTo>
                  <a:lnTo>
                    <a:pt x="3163423" y="618705"/>
                  </a:lnTo>
                  <a:lnTo>
                    <a:pt x="3235319" y="626469"/>
                  </a:lnTo>
                  <a:lnTo>
                    <a:pt x="3307215" y="633759"/>
                  </a:lnTo>
                  <a:lnTo>
                    <a:pt x="3379111" y="640571"/>
                  </a:lnTo>
                  <a:lnTo>
                    <a:pt x="3451007" y="646906"/>
                  </a:lnTo>
                  <a:lnTo>
                    <a:pt x="3522902" y="652763"/>
                  </a:lnTo>
                  <a:lnTo>
                    <a:pt x="3594798" y="658149"/>
                  </a:lnTo>
                  <a:lnTo>
                    <a:pt x="3666694" y="663068"/>
                  </a:lnTo>
                  <a:lnTo>
                    <a:pt x="3738590" y="667530"/>
                  </a:lnTo>
                  <a:lnTo>
                    <a:pt x="3810486" y="671546"/>
                  </a:lnTo>
                  <a:lnTo>
                    <a:pt x="3882382" y="675127"/>
                  </a:lnTo>
                  <a:lnTo>
                    <a:pt x="3954278" y="678288"/>
                  </a:lnTo>
                  <a:lnTo>
                    <a:pt x="4026174" y="681045"/>
                  </a:lnTo>
                  <a:lnTo>
                    <a:pt x="4098070" y="683412"/>
                  </a:lnTo>
                  <a:lnTo>
                    <a:pt x="4169966" y="685406"/>
                  </a:lnTo>
                  <a:lnTo>
                    <a:pt x="4241862" y="687046"/>
                  </a:lnTo>
                  <a:lnTo>
                    <a:pt x="4313758" y="688347"/>
                  </a:lnTo>
                  <a:lnTo>
                    <a:pt x="4385654" y="689326"/>
                  </a:lnTo>
                  <a:lnTo>
                    <a:pt x="4457550" y="690002"/>
                  </a:lnTo>
                  <a:lnTo>
                    <a:pt x="4529446" y="690390"/>
                  </a:lnTo>
                  <a:lnTo>
                    <a:pt x="4601342" y="690507"/>
                  </a:lnTo>
                  <a:lnTo>
                    <a:pt x="4673238" y="690367"/>
                  </a:lnTo>
                  <a:lnTo>
                    <a:pt x="4745134" y="689987"/>
                  </a:lnTo>
                  <a:lnTo>
                    <a:pt x="4817030" y="689380"/>
                  </a:lnTo>
                  <a:lnTo>
                    <a:pt x="4888926" y="688559"/>
                  </a:lnTo>
                  <a:lnTo>
                    <a:pt x="4960822" y="687539"/>
                  </a:lnTo>
                  <a:lnTo>
                    <a:pt x="5032718" y="686330"/>
                  </a:lnTo>
                  <a:lnTo>
                    <a:pt x="5104614" y="684944"/>
                  </a:lnTo>
                  <a:lnTo>
                    <a:pt x="5176510" y="683392"/>
                  </a:lnTo>
                  <a:lnTo>
                    <a:pt x="5248406" y="681685"/>
                  </a:lnTo>
                  <a:lnTo>
                    <a:pt x="5320302" y="679831"/>
                  </a:lnTo>
                  <a:lnTo>
                    <a:pt x="5392198" y="677839"/>
                  </a:lnTo>
                  <a:lnTo>
                    <a:pt x="5464094" y="675718"/>
                  </a:lnTo>
                  <a:lnTo>
                    <a:pt x="5535990" y="673476"/>
                  </a:lnTo>
                  <a:lnTo>
                    <a:pt x="5607886" y="671119"/>
                  </a:lnTo>
                  <a:lnTo>
                    <a:pt x="5679782" y="668655"/>
                  </a:lnTo>
                  <a:lnTo>
                    <a:pt x="5679782" y="1583826"/>
                  </a:lnTo>
                  <a:lnTo>
                    <a:pt x="5607886" y="1568047"/>
                  </a:lnTo>
                  <a:lnTo>
                    <a:pt x="5535990" y="1552375"/>
                  </a:lnTo>
                  <a:lnTo>
                    <a:pt x="5464094" y="1536817"/>
                  </a:lnTo>
                  <a:lnTo>
                    <a:pt x="5392198" y="1521381"/>
                  </a:lnTo>
                  <a:lnTo>
                    <a:pt x="5320302" y="1506074"/>
                  </a:lnTo>
                  <a:lnTo>
                    <a:pt x="5248406" y="1490905"/>
                  </a:lnTo>
                  <a:lnTo>
                    <a:pt x="5176510" y="1475882"/>
                  </a:lnTo>
                  <a:lnTo>
                    <a:pt x="5104614" y="1461015"/>
                  </a:lnTo>
                  <a:lnTo>
                    <a:pt x="5032718" y="1446314"/>
                  </a:lnTo>
                  <a:lnTo>
                    <a:pt x="4960822" y="1431790"/>
                  </a:lnTo>
                  <a:lnTo>
                    <a:pt x="4888926" y="1417454"/>
                  </a:lnTo>
                  <a:lnTo>
                    <a:pt x="4817030" y="1403319"/>
                  </a:lnTo>
                  <a:lnTo>
                    <a:pt x="4745134" y="1389396"/>
                  </a:lnTo>
                  <a:lnTo>
                    <a:pt x="4673238" y="1375701"/>
                  </a:lnTo>
                  <a:lnTo>
                    <a:pt x="4601342" y="1362246"/>
                  </a:lnTo>
                  <a:lnTo>
                    <a:pt x="4529446" y="1349047"/>
                  </a:lnTo>
                  <a:lnTo>
                    <a:pt x="4457550" y="1336120"/>
                  </a:lnTo>
                  <a:lnTo>
                    <a:pt x="4385654" y="1323481"/>
                  </a:lnTo>
                  <a:lnTo>
                    <a:pt x="4313758" y="1311145"/>
                  </a:lnTo>
                  <a:lnTo>
                    <a:pt x="4241862" y="1299131"/>
                  </a:lnTo>
                  <a:lnTo>
                    <a:pt x="4169966" y="1287455"/>
                  </a:lnTo>
                  <a:lnTo>
                    <a:pt x="4098070" y="1276135"/>
                  </a:lnTo>
                  <a:lnTo>
                    <a:pt x="4026174" y="1265187"/>
                  </a:lnTo>
                  <a:lnTo>
                    <a:pt x="3954278" y="1254628"/>
                  </a:lnTo>
                  <a:lnTo>
                    <a:pt x="3882382" y="1244474"/>
                  </a:lnTo>
                  <a:lnTo>
                    <a:pt x="3810486" y="1234740"/>
                  </a:lnTo>
                  <a:lnTo>
                    <a:pt x="3738590" y="1225440"/>
                  </a:lnTo>
                  <a:lnTo>
                    <a:pt x="3666694" y="1216587"/>
                  </a:lnTo>
                  <a:lnTo>
                    <a:pt x="3594798" y="1208191"/>
                  </a:lnTo>
                  <a:lnTo>
                    <a:pt x="3522902" y="1200261"/>
                  </a:lnTo>
                  <a:lnTo>
                    <a:pt x="3451007" y="1192804"/>
                  </a:lnTo>
                  <a:lnTo>
                    <a:pt x="3379111" y="1185823"/>
                  </a:lnTo>
                  <a:lnTo>
                    <a:pt x="3307215" y="1179320"/>
                  </a:lnTo>
                  <a:lnTo>
                    <a:pt x="3235319" y="1173295"/>
                  </a:lnTo>
                  <a:lnTo>
                    <a:pt x="3163423" y="1167744"/>
                  </a:lnTo>
                  <a:lnTo>
                    <a:pt x="3091527" y="1162662"/>
                  </a:lnTo>
                  <a:lnTo>
                    <a:pt x="3019631" y="1158040"/>
                  </a:lnTo>
                  <a:lnTo>
                    <a:pt x="2947735" y="1153868"/>
                  </a:lnTo>
                  <a:lnTo>
                    <a:pt x="2875839" y="1150135"/>
                  </a:lnTo>
                  <a:lnTo>
                    <a:pt x="2803943" y="1146828"/>
                  </a:lnTo>
                  <a:lnTo>
                    <a:pt x="2732047" y="1143931"/>
                  </a:lnTo>
                  <a:lnTo>
                    <a:pt x="2660151" y="1141428"/>
                  </a:lnTo>
                  <a:lnTo>
                    <a:pt x="2588255" y="1139304"/>
                  </a:lnTo>
                  <a:lnTo>
                    <a:pt x="2516359" y="1137542"/>
                  </a:lnTo>
                  <a:lnTo>
                    <a:pt x="2444463" y="1136124"/>
                  </a:lnTo>
                  <a:lnTo>
                    <a:pt x="2372567" y="1135033"/>
                  </a:lnTo>
                  <a:lnTo>
                    <a:pt x="2300671" y="1134252"/>
                  </a:lnTo>
                  <a:lnTo>
                    <a:pt x="2228775" y="1133764"/>
                  </a:lnTo>
                  <a:lnTo>
                    <a:pt x="2156879" y="1133554"/>
                  </a:lnTo>
                  <a:lnTo>
                    <a:pt x="2084983" y="1133605"/>
                  </a:lnTo>
                  <a:lnTo>
                    <a:pt x="2013087" y="1133902"/>
                  </a:lnTo>
                  <a:lnTo>
                    <a:pt x="1941191" y="1134431"/>
                  </a:lnTo>
                  <a:lnTo>
                    <a:pt x="1869295" y="1135178"/>
                  </a:lnTo>
                  <a:lnTo>
                    <a:pt x="1797399" y="1136130"/>
                  </a:lnTo>
                  <a:lnTo>
                    <a:pt x="1725503" y="1137274"/>
                  </a:lnTo>
                  <a:lnTo>
                    <a:pt x="1653607" y="1138598"/>
                  </a:lnTo>
                  <a:lnTo>
                    <a:pt x="1581711" y="1140093"/>
                  </a:lnTo>
                  <a:lnTo>
                    <a:pt x="1509815" y="1141747"/>
                  </a:lnTo>
                  <a:lnTo>
                    <a:pt x="1437919" y="1143550"/>
                  </a:lnTo>
                  <a:lnTo>
                    <a:pt x="1366023" y="1145494"/>
                  </a:lnTo>
                  <a:lnTo>
                    <a:pt x="1294127" y="1147571"/>
                  </a:lnTo>
                  <a:lnTo>
                    <a:pt x="1222231" y="1149771"/>
                  </a:lnTo>
                  <a:lnTo>
                    <a:pt x="1150335" y="1152088"/>
                  </a:lnTo>
                  <a:lnTo>
                    <a:pt x="1078439" y="1154515"/>
                  </a:lnTo>
                  <a:lnTo>
                    <a:pt x="1006543" y="1157046"/>
                  </a:lnTo>
                  <a:lnTo>
                    <a:pt x="934647" y="1159674"/>
                  </a:lnTo>
                  <a:lnTo>
                    <a:pt x="862751" y="1162393"/>
                  </a:lnTo>
                  <a:lnTo>
                    <a:pt x="790855" y="1165199"/>
                  </a:lnTo>
                  <a:lnTo>
                    <a:pt x="718959" y="1168087"/>
                  </a:lnTo>
                  <a:lnTo>
                    <a:pt x="647063" y="1171052"/>
                  </a:lnTo>
                  <a:lnTo>
                    <a:pt x="575167" y="1174089"/>
                  </a:lnTo>
                  <a:lnTo>
                    <a:pt x="503271" y="1177196"/>
                  </a:lnTo>
                  <a:lnTo>
                    <a:pt x="431375" y="1180367"/>
                  </a:lnTo>
                  <a:lnTo>
                    <a:pt x="359479" y="1183600"/>
                  </a:lnTo>
                  <a:lnTo>
                    <a:pt x="287583" y="1186891"/>
                  </a:lnTo>
                  <a:lnTo>
                    <a:pt x="215687" y="1190237"/>
                  </a:lnTo>
                  <a:lnTo>
                    <a:pt x="143791" y="1193636"/>
                  </a:lnTo>
                  <a:lnTo>
                    <a:pt x="71895" y="1197085"/>
                  </a:lnTo>
                  <a:lnTo>
                    <a:pt x="0" y="1200580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56863" y="2206138"/>
              <a:ext cx="5679782" cy="690507"/>
            </a:xfrm>
            <a:custGeom>
              <a:avLst/>
              <a:gdLst/>
              <a:ahLst/>
              <a:cxnLst/>
              <a:rect l="0" t="0" r="0" b="0"/>
              <a:pathLst>
                <a:path w="5679782" h="690507">
                  <a:moveTo>
                    <a:pt x="0" y="0"/>
                  </a:moveTo>
                  <a:lnTo>
                    <a:pt x="71895" y="16810"/>
                  </a:lnTo>
                  <a:lnTo>
                    <a:pt x="143791" y="33574"/>
                  </a:lnTo>
                  <a:lnTo>
                    <a:pt x="215687" y="50288"/>
                  </a:lnTo>
                  <a:lnTo>
                    <a:pt x="287583" y="66950"/>
                  </a:lnTo>
                  <a:lnTo>
                    <a:pt x="359479" y="83556"/>
                  </a:lnTo>
                  <a:lnTo>
                    <a:pt x="431375" y="100104"/>
                  </a:lnTo>
                  <a:lnTo>
                    <a:pt x="503271" y="116590"/>
                  </a:lnTo>
                  <a:lnTo>
                    <a:pt x="575167" y="133012"/>
                  </a:lnTo>
                  <a:lnTo>
                    <a:pt x="647063" y="149365"/>
                  </a:lnTo>
                  <a:lnTo>
                    <a:pt x="718959" y="165645"/>
                  </a:lnTo>
                  <a:lnTo>
                    <a:pt x="790855" y="181848"/>
                  </a:lnTo>
                  <a:lnTo>
                    <a:pt x="862751" y="197969"/>
                  </a:lnTo>
                  <a:lnTo>
                    <a:pt x="934647" y="214004"/>
                  </a:lnTo>
                  <a:lnTo>
                    <a:pt x="1006543" y="229947"/>
                  </a:lnTo>
                  <a:lnTo>
                    <a:pt x="1078439" y="245793"/>
                  </a:lnTo>
                  <a:lnTo>
                    <a:pt x="1150335" y="261535"/>
                  </a:lnTo>
                  <a:lnTo>
                    <a:pt x="1222231" y="277167"/>
                  </a:lnTo>
                  <a:lnTo>
                    <a:pt x="1294127" y="292683"/>
                  </a:lnTo>
                  <a:lnTo>
                    <a:pt x="1366023" y="308074"/>
                  </a:lnTo>
                  <a:lnTo>
                    <a:pt x="1437919" y="323334"/>
                  </a:lnTo>
                  <a:lnTo>
                    <a:pt x="1509815" y="338452"/>
                  </a:lnTo>
                  <a:lnTo>
                    <a:pt x="1581711" y="353422"/>
                  </a:lnTo>
                  <a:lnTo>
                    <a:pt x="1653607" y="368231"/>
                  </a:lnTo>
                  <a:lnTo>
                    <a:pt x="1725503" y="382871"/>
                  </a:lnTo>
                  <a:lnTo>
                    <a:pt x="1797399" y="397330"/>
                  </a:lnTo>
                  <a:lnTo>
                    <a:pt x="1869295" y="411597"/>
                  </a:lnTo>
                  <a:lnTo>
                    <a:pt x="1941191" y="425659"/>
                  </a:lnTo>
                  <a:lnTo>
                    <a:pt x="2013087" y="439503"/>
                  </a:lnTo>
                  <a:lnTo>
                    <a:pt x="2084983" y="453116"/>
                  </a:lnTo>
                  <a:lnTo>
                    <a:pt x="2156879" y="466482"/>
                  </a:lnTo>
                  <a:lnTo>
                    <a:pt x="2228775" y="479587"/>
                  </a:lnTo>
                  <a:lnTo>
                    <a:pt x="2300671" y="492414"/>
                  </a:lnTo>
                  <a:lnTo>
                    <a:pt x="2372567" y="504949"/>
                  </a:lnTo>
                  <a:lnTo>
                    <a:pt x="2444463" y="517173"/>
                  </a:lnTo>
                  <a:lnTo>
                    <a:pt x="2516359" y="529070"/>
                  </a:lnTo>
                  <a:lnTo>
                    <a:pt x="2588255" y="540623"/>
                  </a:lnTo>
                  <a:lnTo>
                    <a:pt x="2660151" y="551814"/>
                  </a:lnTo>
                  <a:lnTo>
                    <a:pt x="2732047" y="562627"/>
                  </a:lnTo>
                  <a:lnTo>
                    <a:pt x="2803943" y="573045"/>
                  </a:lnTo>
                  <a:lnTo>
                    <a:pt x="2875839" y="583053"/>
                  </a:lnTo>
                  <a:lnTo>
                    <a:pt x="2947735" y="592635"/>
                  </a:lnTo>
                  <a:lnTo>
                    <a:pt x="3019631" y="601779"/>
                  </a:lnTo>
                  <a:lnTo>
                    <a:pt x="3091527" y="610472"/>
                  </a:lnTo>
                  <a:lnTo>
                    <a:pt x="3163423" y="618705"/>
                  </a:lnTo>
                  <a:lnTo>
                    <a:pt x="3235319" y="626469"/>
                  </a:lnTo>
                  <a:lnTo>
                    <a:pt x="3307215" y="633759"/>
                  </a:lnTo>
                  <a:lnTo>
                    <a:pt x="3379111" y="640571"/>
                  </a:lnTo>
                  <a:lnTo>
                    <a:pt x="3451007" y="646906"/>
                  </a:lnTo>
                  <a:lnTo>
                    <a:pt x="3522902" y="652763"/>
                  </a:lnTo>
                  <a:lnTo>
                    <a:pt x="3594798" y="658149"/>
                  </a:lnTo>
                  <a:lnTo>
                    <a:pt x="3666694" y="663068"/>
                  </a:lnTo>
                  <a:lnTo>
                    <a:pt x="3738590" y="667530"/>
                  </a:lnTo>
                  <a:lnTo>
                    <a:pt x="3810486" y="671546"/>
                  </a:lnTo>
                  <a:lnTo>
                    <a:pt x="3882382" y="675127"/>
                  </a:lnTo>
                  <a:lnTo>
                    <a:pt x="3954278" y="678288"/>
                  </a:lnTo>
                  <a:lnTo>
                    <a:pt x="4026174" y="681045"/>
                  </a:lnTo>
                  <a:lnTo>
                    <a:pt x="4098070" y="683412"/>
                  </a:lnTo>
                  <a:lnTo>
                    <a:pt x="4169966" y="685406"/>
                  </a:lnTo>
                  <a:lnTo>
                    <a:pt x="4241862" y="687046"/>
                  </a:lnTo>
                  <a:lnTo>
                    <a:pt x="4313758" y="688347"/>
                  </a:lnTo>
                  <a:lnTo>
                    <a:pt x="4385654" y="689326"/>
                  </a:lnTo>
                  <a:lnTo>
                    <a:pt x="4457550" y="690002"/>
                  </a:lnTo>
                  <a:lnTo>
                    <a:pt x="4529446" y="690390"/>
                  </a:lnTo>
                  <a:lnTo>
                    <a:pt x="4601342" y="690507"/>
                  </a:lnTo>
                  <a:lnTo>
                    <a:pt x="4673238" y="690367"/>
                  </a:lnTo>
                  <a:lnTo>
                    <a:pt x="4745134" y="689987"/>
                  </a:lnTo>
                  <a:lnTo>
                    <a:pt x="4817030" y="689380"/>
                  </a:lnTo>
                  <a:lnTo>
                    <a:pt x="4888926" y="688559"/>
                  </a:lnTo>
                  <a:lnTo>
                    <a:pt x="4960822" y="687539"/>
                  </a:lnTo>
                  <a:lnTo>
                    <a:pt x="5032718" y="686330"/>
                  </a:lnTo>
                  <a:lnTo>
                    <a:pt x="5104614" y="684944"/>
                  </a:lnTo>
                  <a:lnTo>
                    <a:pt x="5176510" y="683392"/>
                  </a:lnTo>
                  <a:lnTo>
                    <a:pt x="5248406" y="681685"/>
                  </a:lnTo>
                  <a:lnTo>
                    <a:pt x="5320302" y="679831"/>
                  </a:lnTo>
                  <a:lnTo>
                    <a:pt x="5392198" y="677839"/>
                  </a:lnTo>
                  <a:lnTo>
                    <a:pt x="5464094" y="675718"/>
                  </a:lnTo>
                  <a:lnTo>
                    <a:pt x="5535990" y="673476"/>
                  </a:lnTo>
                  <a:lnTo>
                    <a:pt x="5607886" y="671119"/>
                  </a:lnTo>
                  <a:lnTo>
                    <a:pt x="5679782" y="668655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1256863" y="3339693"/>
              <a:ext cx="5679782" cy="450272"/>
            </a:xfrm>
            <a:custGeom>
              <a:avLst/>
              <a:gdLst/>
              <a:ahLst/>
              <a:cxnLst/>
              <a:rect l="0" t="0" r="0" b="0"/>
              <a:pathLst>
                <a:path w="5679782" h="450272">
                  <a:moveTo>
                    <a:pt x="5679782" y="450272"/>
                  </a:moveTo>
                  <a:lnTo>
                    <a:pt x="5607886" y="434492"/>
                  </a:lnTo>
                  <a:lnTo>
                    <a:pt x="5535990" y="418820"/>
                  </a:lnTo>
                  <a:lnTo>
                    <a:pt x="5464094" y="403263"/>
                  </a:lnTo>
                  <a:lnTo>
                    <a:pt x="5392198" y="387826"/>
                  </a:lnTo>
                  <a:lnTo>
                    <a:pt x="5320302" y="372520"/>
                  </a:lnTo>
                  <a:lnTo>
                    <a:pt x="5248406" y="357350"/>
                  </a:lnTo>
                  <a:lnTo>
                    <a:pt x="5176510" y="342328"/>
                  </a:lnTo>
                  <a:lnTo>
                    <a:pt x="5104614" y="327461"/>
                  </a:lnTo>
                  <a:lnTo>
                    <a:pt x="5032718" y="312760"/>
                  </a:lnTo>
                  <a:lnTo>
                    <a:pt x="4960822" y="298236"/>
                  </a:lnTo>
                  <a:lnTo>
                    <a:pt x="4888926" y="283900"/>
                  </a:lnTo>
                  <a:lnTo>
                    <a:pt x="4817030" y="269764"/>
                  </a:lnTo>
                  <a:lnTo>
                    <a:pt x="4745134" y="255842"/>
                  </a:lnTo>
                  <a:lnTo>
                    <a:pt x="4673238" y="242146"/>
                  </a:lnTo>
                  <a:lnTo>
                    <a:pt x="4601342" y="228691"/>
                  </a:lnTo>
                  <a:lnTo>
                    <a:pt x="4529446" y="215493"/>
                  </a:lnTo>
                  <a:lnTo>
                    <a:pt x="4457550" y="202566"/>
                  </a:lnTo>
                  <a:lnTo>
                    <a:pt x="4385654" y="189926"/>
                  </a:lnTo>
                  <a:lnTo>
                    <a:pt x="4313758" y="177591"/>
                  </a:lnTo>
                  <a:lnTo>
                    <a:pt x="4241862" y="165577"/>
                  </a:lnTo>
                  <a:lnTo>
                    <a:pt x="4169966" y="153901"/>
                  </a:lnTo>
                  <a:lnTo>
                    <a:pt x="4098070" y="142580"/>
                  </a:lnTo>
                  <a:lnTo>
                    <a:pt x="4026174" y="131632"/>
                  </a:lnTo>
                  <a:lnTo>
                    <a:pt x="3954278" y="121073"/>
                  </a:lnTo>
                  <a:lnTo>
                    <a:pt x="3882382" y="110919"/>
                  </a:lnTo>
                  <a:lnTo>
                    <a:pt x="3810486" y="101185"/>
                  </a:lnTo>
                  <a:lnTo>
                    <a:pt x="3738590" y="91886"/>
                  </a:lnTo>
                  <a:lnTo>
                    <a:pt x="3666694" y="83033"/>
                  </a:lnTo>
                  <a:lnTo>
                    <a:pt x="3594798" y="74637"/>
                  </a:lnTo>
                  <a:lnTo>
                    <a:pt x="3522902" y="66707"/>
                  </a:lnTo>
                  <a:lnTo>
                    <a:pt x="3451007" y="59249"/>
                  </a:lnTo>
                  <a:lnTo>
                    <a:pt x="3379111" y="52268"/>
                  </a:lnTo>
                  <a:lnTo>
                    <a:pt x="3307215" y="45766"/>
                  </a:lnTo>
                  <a:lnTo>
                    <a:pt x="3235319" y="39741"/>
                  </a:lnTo>
                  <a:lnTo>
                    <a:pt x="3163423" y="34190"/>
                  </a:lnTo>
                  <a:lnTo>
                    <a:pt x="3091527" y="29107"/>
                  </a:lnTo>
                  <a:lnTo>
                    <a:pt x="3019631" y="24485"/>
                  </a:lnTo>
                  <a:lnTo>
                    <a:pt x="2947735" y="20314"/>
                  </a:lnTo>
                  <a:lnTo>
                    <a:pt x="2875839" y="16581"/>
                  </a:lnTo>
                  <a:lnTo>
                    <a:pt x="2803943" y="13273"/>
                  </a:lnTo>
                  <a:lnTo>
                    <a:pt x="2732047" y="10376"/>
                  </a:lnTo>
                  <a:lnTo>
                    <a:pt x="2660151" y="7874"/>
                  </a:lnTo>
                  <a:lnTo>
                    <a:pt x="2588255" y="5750"/>
                  </a:lnTo>
                  <a:lnTo>
                    <a:pt x="2516359" y="3987"/>
                  </a:lnTo>
                  <a:lnTo>
                    <a:pt x="2444463" y="2569"/>
                  </a:lnTo>
                  <a:lnTo>
                    <a:pt x="2372567" y="1478"/>
                  </a:lnTo>
                  <a:lnTo>
                    <a:pt x="2300671" y="697"/>
                  </a:lnTo>
                  <a:lnTo>
                    <a:pt x="2228775" y="210"/>
                  </a:lnTo>
                  <a:lnTo>
                    <a:pt x="2156879" y="0"/>
                  </a:lnTo>
                  <a:lnTo>
                    <a:pt x="2084983" y="50"/>
                  </a:lnTo>
                  <a:lnTo>
                    <a:pt x="2013087" y="348"/>
                  </a:lnTo>
                  <a:lnTo>
                    <a:pt x="1941191" y="877"/>
                  </a:lnTo>
                  <a:lnTo>
                    <a:pt x="1869295" y="1623"/>
                  </a:lnTo>
                  <a:lnTo>
                    <a:pt x="1797399" y="2575"/>
                  </a:lnTo>
                  <a:lnTo>
                    <a:pt x="1725503" y="3719"/>
                  </a:lnTo>
                  <a:lnTo>
                    <a:pt x="1653607" y="5044"/>
                  </a:lnTo>
                  <a:lnTo>
                    <a:pt x="1581711" y="6538"/>
                  </a:lnTo>
                  <a:lnTo>
                    <a:pt x="1509815" y="8192"/>
                  </a:lnTo>
                  <a:lnTo>
                    <a:pt x="1437919" y="9996"/>
                  </a:lnTo>
                  <a:lnTo>
                    <a:pt x="1366023" y="11940"/>
                  </a:lnTo>
                  <a:lnTo>
                    <a:pt x="1294127" y="14016"/>
                  </a:lnTo>
                  <a:lnTo>
                    <a:pt x="1222231" y="16216"/>
                  </a:lnTo>
                  <a:lnTo>
                    <a:pt x="1150335" y="18534"/>
                  </a:lnTo>
                  <a:lnTo>
                    <a:pt x="1078439" y="20961"/>
                  </a:lnTo>
                  <a:lnTo>
                    <a:pt x="1006543" y="23491"/>
                  </a:lnTo>
                  <a:lnTo>
                    <a:pt x="934647" y="26119"/>
                  </a:lnTo>
                  <a:lnTo>
                    <a:pt x="862751" y="28839"/>
                  </a:lnTo>
                  <a:lnTo>
                    <a:pt x="790855" y="31645"/>
                  </a:lnTo>
                  <a:lnTo>
                    <a:pt x="718959" y="34533"/>
                  </a:lnTo>
                  <a:lnTo>
                    <a:pt x="647063" y="37497"/>
                  </a:lnTo>
                  <a:lnTo>
                    <a:pt x="575167" y="40535"/>
                  </a:lnTo>
                  <a:lnTo>
                    <a:pt x="503271" y="43641"/>
                  </a:lnTo>
                  <a:lnTo>
                    <a:pt x="431375" y="46812"/>
                  </a:lnTo>
                  <a:lnTo>
                    <a:pt x="359479" y="50045"/>
                  </a:lnTo>
                  <a:lnTo>
                    <a:pt x="287583" y="53336"/>
                  </a:lnTo>
                  <a:lnTo>
                    <a:pt x="215687" y="56683"/>
                  </a:lnTo>
                  <a:lnTo>
                    <a:pt x="143791" y="60082"/>
                  </a:lnTo>
                  <a:lnTo>
                    <a:pt x="71895" y="63530"/>
                  </a:lnTo>
                  <a:lnTo>
                    <a:pt x="0" y="6702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1256863" y="2806429"/>
              <a:ext cx="5679782" cy="525950"/>
            </a:xfrm>
            <a:custGeom>
              <a:avLst/>
              <a:gdLst/>
              <a:ahLst/>
              <a:cxnLst/>
              <a:rect l="0" t="0" r="0" b="0"/>
              <a:pathLst>
                <a:path w="5679782" h="525950">
                  <a:moveTo>
                    <a:pt x="0" y="0"/>
                  </a:moveTo>
                  <a:lnTo>
                    <a:pt x="71895" y="6657"/>
                  </a:lnTo>
                  <a:lnTo>
                    <a:pt x="143791" y="13315"/>
                  </a:lnTo>
                  <a:lnTo>
                    <a:pt x="215687" y="19972"/>
                  </a:lnTo>
                  <a:lnTo>
                    <a:pt x="287583" y="26630"/>
                  </a:lnTo>
                  <a:lnTo>
                    <a:pt x="359479" y="33288"/>
                  </a:lnTo>
                  <a:lnTo>
                    <a:pt x="431375" y="39945"/>
                  </a:lnTo>
                  <a:lnTo>
                    <a:pt x="503271" y="46603"/>
                  </a:lnTo>
                  <a:lnTo>
                    <a:pt x="575167" y="53260"/>
                  </a:lnTo>
                  <a:lnTo>
                    <a:pt x="647063" y="59918"/>
                  </a:lnTo>
                  <a:lnTo>
                    <a:pt x="718959" y="66576"/>
                  </a:lnTo>
                  <a:lnTo>
                    <a:pt x="790855" y="73233"/>
                  </a:lnTo>
                  <a:lnTo>
                    <a:pt x="862751" y="79891"/>
                  </a:lnTo>
                  <a:lnTo>
                    <a:pt x="934647" y="86548"/>
                  </a:lnTo>
                  <a:lnTo>
                    <a:pt x="1006543" y="93206"/>
                  </a:lnTo>
                  <a:lnTo>
                    <a:pt x="1078439" y="99864"/>
                  </a:lnTo>
                  <a:lnTo>
                    <a:pt x="1150335" y="106521"/>
                  </a:lnTo>
                  <a:lnTo>
                    <a:pt x="1222231" y="113179"/>
                  </a:lnTo>
                  <a:lnTo>
                    <a:pt x="1294127" y="119836"/>
                  </a:lnTo>
                  <a:lnTo>
                    <a:pt x="1366023" y="126494"/>
                  </a:lnTo>
                  <a:lnTo>
                    <a:pt x="1437919" y="133152"/>
                  </a:lnTo>
                  <a:lnTo>
                    <a:pt x="1509815" y="139809"/>
                  </a:lnTo>
                  <a:lnTo>
                    <a:pt x="1581711" y="146467"/>
                  </a:lnTo>
                  <a:lnTo>
                    <a:pt x="1653607" y="153124"/>
                  </a:lnTo>
                  <a:lnTo>
                    <a:pt x="1725503" y="159782"/>
                  </a:lnTo>
                  <a:lnTo>
                    <a:pt x="1797399" y="166440"/>
                  </a:lnTo>
                  <a:lnTo>
                    <a:pt x="1869295" y="173097"/>
                  </a:lnTo>
                  <a:lnTo>
                    <a:pt x="1941191" y="179755"/>
                  </a:lnTo>
                  <a:lnTo>
                    <a:pt x="2013087" y="186412"/>
                  </a:lnTo>
                  <a:lnTo>
                    <a:pt x="2084983" y="193070"/>
                  </a:lnTo>
                  <a:lnTo>
                    <a:pt x="2156879" y="199728"/>
                  </a:lnTo>
                  <a:lnTo>
                    <a:pt x="2228775" y="206385"/>
                  </a:lnTo>
                  <a:lnTo>
                    <a:pt x="2300671" y="213043"/>
                  </a:lnTo>
                  <a:lnTo>
                    <a:pt x="2372567" y="219700"/>
                  </a:lnTo>
                  <a:lnTo>
                    <a:pt x="2444463" y="226358"/>
                  </a:lnTo>
                  <a:lnTo>
                    <a:pt x="2516359" y="233016"/>
                  </a:lnTo>
                  <a:lnTo>
                    <a:pt x="2588255" y="239673"/>
                  </a:lnTo>
                  <a:lnTo>
                    <a:pt x="2660151" y="246331"/>
                  </a:lnTo>
                  <a:lnTo>
                    <a:pt x="2732047" y="252988"/>
                  </a:lnTo>
                  <a:lnTo>
                    <a:pt x="2803943" y="259646"/>
                  </a:lnTo>
                  <a:lnTo>
                    <a:pt x="2875839" y="266304"/>
                  </a:lnTo>
                  <a:lnTo>
                    <a:pt x="2947735" y="272961"/>
                  </a:lnTo>
                  <a:lnTo>
                    <a:pt x="3019631" y="279619"/>
                  </a:lnTo>
                  <a:lnTo>
                    <a:pt x="3091527" y="286276"/>
                  </a:lnTo>
                  <a:lnTo>
                    <a:pt x="3163423" y="292934"/>
                  </a:lnTo>
                  <a:lnTo>
                    <a:pt x="3235319" y="299592"/>
                  </a:lnTo>
                  <a:lnTo>
                    <a:pt x="3307215" y="306249"/>
                  </a:lnTo>
                  <a:lnTo>
                    <a:pt x="3379111" y="312907"/>
                  </a:lnTo>
                  <a:lnTo>
                    <a:pt x="3451007" y="319564"/>
                  </a:lnTo>
                  <a:lnTo>
                    <a:pt x="3522902" y="326222"/>
                  </a:lnTo>
                  <a:lnTo>
                    <a:pt x="3594798" y="332880"/>
                  </a:lnTo>
                  <a:lnTo>
                    <a:pt x="3666694" y="339537"/>
                  </a:lnTo>
                  <a:lnTo>
                    <a:pt x="3738590" y="346195"/>
                  </a:lnTo>
                  <a:lnTo>
                    <a:pt x="3810486" y="352852"/>
                  </a:lnTo>
                  <a:lnTo>
                    <a:pt x="3882382" y="359510"/>
                  </a:lnTo>
                  <a:lnTo>
                    <a:pt x="3954278" y="366168"/>
                  </a:lnTo>
                  <a:lnTo>
                    <a:pt x="4026174" y="372825"/>
                  </a:lnTo>
                  <a:lnTo>
                    <a:pt x="4098070" y="379483"/>
                  </a:lnTo>
                  <a:lnTo>
                    <a:pt x="4169966" y="386140"/>
                  </a:lnTo>
                  <a:lnTo>
                    <a:pt x="4241862" y="392798"/>
                  </a:lnTo>
                  <a:lnTo>
                    <a:pt x="4313758" y="399456"/>
                  </a:lnTo>
                  <a:lnTo>
                    <a:pt x="4385654" y="406113"/>
                  </a:lnTo>
                  <a:lnTo>
                    <a:pt x="4457550" y="412771"/>
                  </a:lnTo>
                  <a:lnTo>
                    <a:pt x="4529446" y="419428"/>
                  </a:lnTo>
                  <a:lnTo>
                    <a:pt x="4601342" y="426086"/>
                  </a:lnTo>
                  <a:lnTo>
                    <a:pt x="4673238" y="432744"/>
                  </a:lnTo>
                  <a:lnTo>
                    <a:pt x="4745134" y="439401"/>
                  </a:lnTo>
                  <a:lnTo>
                    <a:pt x="4817030" y="446059"/>
                  </a:lnTo>
                  <a:lnTo>
                    <a:pt x="4888926" y="452716"/>
                  </a:lnTo>
                  <a:lnTo>
                    <a:pt x="4960822" y="459374"/>
                  </a:lnTo>
                  <a:lnTo>
                    <a:pt x="5032718" y="466032"/>
                  </a:lnTo>
                  <a:lnTo>
                    <a:pt x="5104614" y="472689"/>
                  </a:lnTo>
                  <a:lnTo>
                    <a:pt x="5176510" y="479347"/>
                  </a:lnTo>
                  <a:lnTo>
                    <a:pt x="5248406" y="486004"/>
                  </a:lnTo>
                  <a:lnTo>
                    <a:pt x="5320302" y="492662"/>
                  </a:lnTo>
                  <a:lnTo>
                    <a:pt x="5392198" y="499320"/>
                  </a:lnTo>
                  <a:lnTo>
                    <a:pt x="5464094" y="505977"/>
                  </a:lnTo>
                  <a:lnTo>
                    <a:pt x="5535990" y="512635"/>
                  </a:lnTo>
                  <a:lnTo>
                    <a:pt x="5607886" y="519292"/>
                  </a:lnTo>
                  <a:lnTo>
                    <a:pt x="5679782" y="52595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t62"/>
            <p:cNvSpPr/>
            <p:nvPr/>
          </p:nvSpPr>
          <p:spPr>
            <a:xfrm>
              <a:off x="1198161" y="290038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t63"/>
            <p:cNvSpPr/>
            <p:nvPr/>
          </p:nvSpPr>
          <p:spPr>
            <a:xfrm>
              <a:off x="1198161" y="30205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t64"/>
            <p:cNvSpPr/>
            <p:nvPr/>
          </p:nvSpPr>
          <p:spPr>
            <a:xfrm>
              <a:off x="1198161" y="29066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t65"/>
            <p:cNvSpPr/>
            <p:nvPr/>
          </p:nvSpPr>
          <p:spPr>
            <a:xfrm>
              <a:off x="3695501" y="36995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t66"/>
            <p:cNvSpPr/>
            <p:nvPr/>
          </p:nvSpPr>
          <p:spPr>
            <a:xfrm>
              <a:off x="3695501" y="301832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t67"/>
            <p:cNvSpPr/>
            <p:nvPr/>
          </p:nvSpPr>
          <p:spPr>
            <a:xfrm>
              <a:off x="3695501" y="3242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t68"/>
            <p:cNvSpPr/>
            <p:nvPr/>
          </p:nvSpPr>
          <p:spPr>
            <a:xfrm>
              <a:off x="5266964" y="334048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t69"/>
            <p:cNvSpPr/>
            <p:nvPr/>
          </p:nvSpPr>
          <p:spPr>
            <a:xfrm>
              <a:off x="5266964" y="27095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t70"/>
            <p:cNvSpPr/>
            <p:nvPr/>
          </p:nvSpPr>
          <p:spPr>
            <a:xfrm>
              <a:off x="5266964" y="291873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t71"/>
            <p:cNvSpPr/>
            <p:nvPr/>
          </p:nvSpPr>
          <p:spPr>
            <a:xfrm>
              <a:off x="5038545" y="250614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t72"/>
            <p:cNvSpPr/>
            <p:nvPr/>
          </p:nvSpPr>
          <p:spPr>
            <a:xfrm>
              <a:off x="5038545" y="242576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t73"/>
            <p:cNvSpPr/>
            <p:nvPr/>
          </p:nvSpPr>
          <p:spPr>
            <a:xfrm>
              <a:off x="5038545" y="22615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t74"/>
            <p:cNvSpPr/>
            <p:nvPr/>
          </p:nvSpPr>
          <p:spPr>
            <a:xfrm>
              <a:off x="6380241" y="346255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t75"/>
            <p:cNvSpPr/>
            <p:nvPr/>
          </p:nvSpPr>
          <p:spPr>
            <a:xfrm>
              <a:off x="6380241" y="266503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t76"/>
            <p:cNvSpPr/>
            <p:nvPr/>
          </p:nvSpPr>
          <p:spPr>
            <a:xfrm>
              <a:off x="6380241" y="325113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t77"/>
            <p:cNvSpPr/>
            <p:nvPr/>
          </p:nvSpPr>
          <p:spPr>
            <a:xfrm>
              <a:off x="3154688" y="361577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t78"/>
            <p:cNvSpPr/>
            <p:nvPr/>
          </p:nvSpPr>
          <p:spPr>
            <a:xfrm>
              <a:off x="3154688" y="35276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t79"/>
            <p:cNvSpPr/>
            <p:nvPr/>
          </p:nvSpPr>
          <p:spPr>
            <a:xfrm>
              <a:off x="3154688" y="40118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t80"/>
            <p:cNvSpPr/>
            <p:nvPr/>
          </p:nvSpPr>
          <p:spPr>
            <a:xfrm>
              <a:off x="4904853" y="497700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t81"/>
            <p:cNvSpPr/>
            <p:nvPr/>
          </p:nvSpPr>
          <p:spPr>
            <a:xfrm>
              <a:off x="4904853" y="506519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t82"/>
            <p:cNvSpPr/>
            <p:nvPr/>
          </p:nvSpPr>
          <p:spPr>
            <a:xfrm>
              <a:off x="4904853" y="536838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6877943" y="505430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t84"/>
            <p:cNvSpPr/>
            <p:nvPr/>
          </p:nvSpPr>
          <p:spPr>
            <a:xfrm>
              <a:off x="6877943" y="528845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6877943" y="46927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1256863" y="2153689"/>
              <a:ext cx="5679782" cy="2572490"/>
            </a:xfrm>
            <a:custGeom>
              <a:avLst/>
              <a:gdLst/>
              <a:ahLst/>
              <a:cxnLst/>
              <a:rect l="0" t="0" r="0" b="0"/>
              <a:pathLst>
                <a:path w="5679782" h="2572490">
                  <a:moveTo>
                    <a:pt x="0" y="0"/>
                  </a:moveTo>
                  <a:lnTo>
                    <a:pt x="71895" y="27803"/>
                  </a:lnTo>
                  <a:lnTo>
                    <a:pt x="143791" y="55538"/>
                  </a:lnTo>
                  <a:lnTo>
                    <a:pt x="215687" y="83199"/>
                  </a:lnTo>
                  <a:lnTo>
                    <a:pt x="287583" y="110784"/>
                  </a:lnTo>
                  <a:lnTo>
                    <a:pt x="359479" y="138287"/>
                  </a:lnTo>
                  <a:lnTo>
                    <a:pt x="431375" y="165705"/>
                  </a:lnTo>
                  <a:lnTo>
                    <a:pt x="503271" y="193032"/>
                  </a:lnTo>
                  <a:lnTo>
                    <a:pt x="575167" y="220263"/>
                  </a:lnTo>
                  <a:lnTo>
                    <a:pt x="647063" y="247394"/>
                  </a:lnTo>
                  <a:lnTo>
                    <a:pt x="718959" y="274417"/>
                  </a:lnTo>
                  <a:lnTo>
                    <a:pt x="790855" y="301328"/>
                  </a:lnTo>
                  <a:lnTo>
                    <a:pt x="862751" y="328118"/>
                  </a:lnTo>
                  <a:lnTo>
                    <a:pt x="934647" y="354781"/>
                  </a:lnTo>
                  <a:lnTo>
                    <a:pt x="1006543" y="381309"/>
                  </a:lnTo>
                  <a:lnTo>
                    <a:pt x="1078439" y="407694"/>
                  </a:lnTo>
                  <a:lnTo>
                    <a:pt x="1150335" y="433928"/>
                  </a:lnTo>
                  <a:lnTo>
                    <a:pt x="1222231" y="459999"/>
                  </a:lnTo>
                  <a:lnTo>
                    <a:pt x="1294127" y="485899"/>
                  </a:lnTo>
                  <a:lnTo>
                    <a:pt x="1366023" y="511617"/>
                  </a:lnTo>
                  <a:lnTo>
                    <a:pt x="1437919" y="537140"/>
                  </a:lnTo>
                  <a:lnTo>
                    <a:pt x="1509815" y="562456"/>
                  </a:lnTo>
                  <a:lnTo>
                    <a:pt x="1581711" y="587553"/>
                  </a:lnTo>
                  <a:lnTo>
                    <a:pt x="1653607" y="612415"/>
                  </a:lnTo>
                  <a:lnTo>
                    <a:pt x="1725503" y="637027"/>
                  </a:lnTo>
                  <a:lnTo>
                    <a:pt x="1797399" y="661374"/>
                  </a:lnTo>
                  <a:lnTo>
                    <a:pt x="1869295" y="685439"/>
                  </a:lnTo>
                  <a:lnTo>
                    <a:pt x="1941191" y="709202"/>
                  </a:lnTo>
                  <a:lnTo>
                    <a:pt x="2013087" y="732644"/>
                  </a:lnTo>
                  <a:lnTo>
                    <a:pt x="2084983" y="755747"/>
                  </a:lnTo>
                  <a:lnTo>
                    <a:pt x="2156879" y="778487"/>
                  </a:lnTo>
                  <a:lnTo>
                    <a:pt x="2228775" y="800843"/>
                  </a:lnTo>
                  <a:lnTo>
                    <a:pt x="2300671" y="822791"/>
                  </a:lnTo>
                  <a:lnTo>
                    <a:pt x="2372567" y="844309"/>
                  </a:lnTo>
                  <a:lnTo>
                    <a:pt x="2444463" y="865370"/>
                  </a:lnTo>
                  <a:lnTo>
                    <a:pt x="2516359" y="885951"/>
                  </a:lnTo>
                  <a:lnTo>
                    <a:pt x="2588255" y="906025"/>
                  </a:lnTo>
                  <a:lnTo>
                    <a:pt x="2660151" y="925569"/>
                  </a:lnTo>
                  <a:lnTo>
                    <a:pt x="2732047" y="944555"/>
                  </a:lnTo>
                  <a:lnTo>
                    <a:pt x="2803943" y="962962"/>
                  </a:lnTo>
                  <a:lnTo>
                    <a:pt x="2875839" y="980765"/>
                  </a:lnTo>
                  <a:lnTo>
                    <a:pt x="2947735" y="997943"/>
                  </a:lnTo>
                  <a:lnTo>
                    <a:pt x="3019631" y="1014476"/>
                  </a:lnTo>
                  <a:lnTo>
                    <a:pt x="3091527" y="1030347"/>
                  </a:lnTo>
                  <a:lnTo>
                    <a:pt x="3163423" y="1045541"/>
                  </a:lnTo>
                  <a:lnTo>
                    <a:pt x="3235319" y="1060046"/>
                  </a:lnTo>
                  <a:lnTo>
                    <a:pt x="3307215" y="1073854"/>
                  </a:lnTo>
                  <a:lnTo>
                    <a:pt x="3379111" y="1086961"/>
                  </a:lnTo>
                  <a:lnTo>
                    <a:pt x="3451007" y="1099364"/>
                  </a:lnTo>
                  <a:lnTo>
                    <a:pt x="3522902" y="1111067"/>
                  </a:lnTo>
                  <a:lnTo>
                    <a:pt x="3594798" y="1122075"/>
                  </a:lnTo>
                  <a:lnTo>
                    <a:pt x="3666694" y="1132398"/>
                  </a:lnTo>
                  <a:lnTo>
                    <a:pt x="3738590" y="1142049"/>
                  </a:lnTo>
                  <a:lnTo>
                    <a:pt x="3810486" y="1151044"/>
                  </a:lnTo>
                  <a:lnTo>
                    <a:pt x="3882382" y="1159401"/>
                  </a:lnTo>
                  <a:lnTo>
                    <a:pt x="3954278" y="1167140"/>
                  </a:lnTo>
                  <a:lnTo>
                    <a:pt x="4026174" y="1174283"/>
                  </a:lnTo>
                  <a:lnTo>
                    <a:pt x="4098070" y="1180855"/>
                  </a:lnTo>
                  <a:lnTo>
                    <a:pt x="4169966" y="1186879"/>
                  </a:lnTo>
                  <a:lnTo>
                    <a:pt x="4241862" y="1192380"/>
                  </a:lnTo>
                  <a:lnTo>
                    <a:pt x="4313758" y="1197385"/>
                  </a:lnTo>
                  <a:lnTo>
                    <a:pt x="4385654" y="1201917"/>
                  </a:lnTo>
                  <a:lnTo>
                    <a:pt x="4457550" y="1206002"/>
                  </a:lnTo>
                  <a:lnTo>
                    <a:pt x="4529446" y="1209664"/>
                  </a:lnTo>
                  <a:lnTo>
                    <a:pt x="4601342" y="1212928"/>
                  </a:lnTo>
                  <a:lnTo>
                    <a:pt x="4673238" y="1215814"/>
                  </a:lnTo>
                  <a:lnTo>
                    <a:pt x="4745134" y="1218347"/>
                  </a:lnTo>
                  <a:lnTo>
                    <a:pt x="4817030" y="1220546"/>
                  </a:lnTo>
                  <a:lnTo>
                    <a:pt x="4888926" y="1222432"/>
                  </a:lnTo>
                  <a:lnTo>
                    <a:pt x="4960822" y="1224024"/>
                  </a:lnTo>
                  <a:lnTo>
                    <a:pt x="5032718" y="1225338"/>
                  </a:lnTo>
                  <a:lnTo>
                    <a:pt x="5104614" y="1226393"/>
                  </a:lnTo>
                  <a:lnTo>
                    <a:pt x="5176510" y="1227204"/>
                  </a:lnTo>
                  <a:lnTo>
                    <a:pt x="5248406" y="1227786"/>
                  </a:lnTo>
                  <a:lnTo>
                    <a:pt x="5320302" y="1228152"/>
                  </a:lnTo>
                  <a:lnTo>
                    <a:pt x="5392198" y="1228316"/>
                  </a:lnTo>
                  <a:lnTo>
                    <a:pt x="5464094" y="1228290"/>
                  </a:lnTo>
                  <a:lnTo>
                    <a:pt x="5535990" y="1228086"/>
                  </a:lnTo>
                  <a:lnTo>
                    <a:pt x="5607886" y="1227713"/>
                  </a:lnTo>
                  <a:lnTo>
                    <a:pt x="5679782" y="1227183"/>
                  </a:lnTo>
                  <a:lnTo>
                    <a:pt x="5679782" y="2572490"/>
                  </a:lnTo>
                  <a:lnTo>
                    <a:pt x="5607886" y="2546203"/>
                  </a:lnTo>
                  <a:lnTo>
                    <a:pt x="5535990" y="2520073"/>
                  </a:lnTo>
                  <a:lnTo>
                    <a:pt x="5464094" y="2494111"/>
                  </a:lnTo>
                  <a:lnTo>
                    <a:pt x="5392198" y="2468328"/>
                  </a:lnTo>
                  <a:lnTo>
                    <a:pt x="5320302" y="2442736"/>
                  </a:lnTo>
                  <a:lnTo>
                    <a:pt x="5248406" y="2417345"/>
                  </a:lnTo>
                  <a:lnTo>
                    <a:pt x="5176510" y="2392169"/>
                  </a:lnTo>
                  <a:lnTo>
                    <a:pt x="5104614" y="2367223"/>
                  </a:lnTo>
                  <a:lnTo>
                    <a:pt x="5032718" y="2342521"/>
                  </a:lnTo>
                  <a:lnTo>
                    <a:pt x="4960822" y="2318078"/>
                  </a:lnTo>
                  <a:lnTo>
                    <a:pt x="4888926" y="2293912"/>
                  </a:lnTo>
                  <a:lnTo>
                    <a:pt x="4817030" y="2270041"/>
                  </a:lnTo>
                  <a:lnTo>
                    <a:pt x="4745134" y="2246483"/>
                  </a:lnTo>
                  <a:lnTo>
                    <a:pt x="4673238" y="2223259"/>
                  </a:lnTo>
                  <a:lnTo>
                    <a:pt x="4601342" y="2200389"/>
                  </a:lnTo>
                  <a:lnTo>
                    <a:pt x="4529446" y="2177895"/>
                  </a:lnTo>
                  <a:lnTo>
                    <a:pt x="4457550" y="2155800"/>
                  </a:lnTo>
                  <a:lnTo>
                    <a:pt x="4385654" y="2134128"/>
                  </a:lnTo>
                  <a:lnTo>
                    <a:pt x="4313758" y="2112903"/>
                  </a:lnTo>
                  <a:lnTo>
                    <a:pt x="4241862" y="2092150"/>
                  </a:lnTo>
                  <a:lnTo>
                    <a:pt x="4169966" y="2071895"/>
                  </a:lnTo>
                  <a:lnTo>
                    <a:pt x="4098070" y="2052162"/>
                  </a:lnTo>
                  <a:lnTo>
                    <a:pt x="4026174" y="2032976"/>
                  </a:lnTo>
                  <a:lnTo>
                    <a:pt x="3954278" y="2014362"/>
                  </a:lnTo>
                  <a:lnTo>
                    <a:pt x="3882382" y="1996344"/>
                  </a:lnTo>
                  <a:lnTo>
                    <a:pt x="3810486" y="1978944"/>
                  </a:lnTo>
                  <a:lnTo>
                    <a:pt x="3738590" y="1962181"/>
                  </a:lnTo>
                  <a:lnTo>
                    <a:pt x="3666694" y="1946076"/>
                  </a:lnTo>
                  <a:lnTo>
                    <a:pt x="3594798" y="1930642"/>
                  </a:lnTo>
                  <a:lnTo>
                    <a:pt x="3522902" y="1915893"/>
                  </a:lnTo>
                  <a:lnTo>
                    <a:pt x="3451007" y="1901838"/>
                  </a:lnTo>
                  <a:lnTo>
                    <a:pt x="3379111" y="1888484"/>
                  </a:lnTo>
                  <a:lnTo>
                    <a:pt x="3307215" y="1875834"/>
                  </a:lnTo>
                  <a:lnTo>
                    <a:pt x="3235319" y="1863885"/>
                  </a:lnTo>
                  <a:lnTo>
                    <a:pt x="3163423" y="1852633"/>
                  </a:lnTo>
                  <a:lnTo>
                    <a:pt x="3091527" y="1842070"/>
                  </a:lnTo>
                  <a:lnTo>
                    <a:pt x="3019631" y="1832184"/>
                  </a:lnTo>
                  <a:lnTo>
                    <a:pt x="2947735" y="1822960"/>
                  </a:lnTo>
                  <a:lnTo>
                    <a:pt x="2875839" y="1814380"/>
                  </a:lnTo>
                  <a:lnTo>
                    <a:pt x="2803943" y="1806426"/>
                  </a:lnTo>
                  <a:lnTo>
                    <a:pt x="2732047" y="1799076"/>
                  </a:lnTo>
                  <a:lnTo>
                    <a:pt x="2660151" y="1792306"/>
                  </a:lnTo>
                  <a:lnTo>
                    <a:pt x="2588255" y="1786092"/>
                  </a:lnTo>
                  <a:lnTo>
                    <a:pt x="2516359" y="1780409"/>
                  </a:lnTo>
                  <a:lnTo>
                    <a:pt x="2444463" y="1775232"/>
                  </a:lnTo>
                  <a:lnTo>
                    <a:pt x="2372567" y="1770537"/>
                  </a:lnTo>
                  <a:lnTo>
                    <a:pt x="2300671" y="1766297"/>
                  </a:lnTo>
                  <a:lnTo>
                    <a:pt x="2228775" y="1762489"/>
                  </a:lnTo>
                  <a:lnTo>
                    <a:pt x="2156879" y="1759087"/>
                  </a:lnTo>
                  <a:lnTo>
                    <a:pt x="2084983" y="1756071"/>
                  </a:lnTo>
                  <a:lnTo>
                    <a:pt x="2013087" y="1753416"/>
                  </a:lnTo>
                  <a:lnTo>
                    <a:pt x="1941191" y="1751101"/>
                  </a:lnTo>
                  <a:lnTo>
                    <a:pt x="1869295" y="1749107"/>
                  </a:lnTo>
                  <a:lnTo>
                    <a:pt x="1797399" y="1747414"/>
                  </a:lnTo>
                  <a:lnTo>
                    <a:pt x="1725503" y="1746004"/>
                  </a:lnTo>
                  <a:lnTo>
                    <a:pt x="1653607" y="1744860"/>
                  </a:lnTo>
                  <a:lnTo>
                    <a:pt x="1581711" y="1743965"/>
                  </a:lnTo>
                  <a:lnTo>
                    <a:pt x="1509815" y="1743304"/>
                  </a:lnTo>
                  <a:lnTo>
                    <a:pt x="1437919" y="1742863"/>
                  </a:lnTo>
                  <a:lnTo>
                    <a:pt x="1366023" y="1742629"/>
                  </a:lnTo>
                  <a:lnTo>
                    <a:pt x="1294127" y="1742590"/>
                  </a:lnTo>
                  <a:lnTo>
                    <a:pt x="1222231" y="1742732"/>
                  </a:lnTo>
                  <a:lnTo>
                    <a:pt x="1150335" y="1743047"/>
                  </a:lnTo>
                  <a:lnTo>
                    <a:pt x="1078439" y="1743523"/>
                  </a:lnTo>
                  <a:lnTo>
                    <a:pt x="1006543" y="1744151"/>
                  </a:lnTo>
                  <a:lnTo>
                    <a:pt x="934647" y="1744922"/>
                  </a:lnTo>
                  <a:lnTo>
                    <a:pt x="862751" y="1745828"/>
                  </a:lnTo>
                  <a:lnTo>
                    <a:pt x="790855" y="1746861"/>
                  </a:lnTo>
                  <a:lnTo>
                    <a:pt x="718959" y="1748015"/>
                  </a:lnTo>
                  <a:lnTo>
                    <a:pt x="647063" y="1749281"/>
                  </a:lnTo>
                  <a:lnTo>
                    <a:pt x="575167" y="1750654"/>
                  </a:lnTo>
                  <a:lnTo>
                    <a:pt x="503271" y="1752129"/>
                  </a:lnTo>
                  <a:lnTo>
                    <a:pt x="431375" y="1753699"/>
                  </a:lnTo>
                  <a:lnTo>
                    <a:pt x="359479" y="1755359"/>
                  </a:lnTo>
                  <a:lnTo>
                    <a:pt x="287583" y="1757105"/>
                  </a:lnTo>
                  <a:lnTo>
                    <a:pt x="215687" y="1758933"/>
                  </a:lnTo>
                  <a:lnTo>
                    <a:pt x="143791" y="1760837"/>
                  </a:lnTo>
                  <a:lnTo>
                    <a:pt x="71895" y="1762814"/>
                  </a:lnTo>
                  <a:lnTo>
                    <a:pt x="0" y="1764861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1256863" y="2153689"/>
              <a:ext cx="5679782" cy="1228316"/>
            </a:xfrm>
            <a:custGeom>
              <a:avLst/>
              <a:gdLst/>
              <a:ahLst/>
              <a:cxnLst/>
              <a:rect l="0" t="0" r="0" b="0"/>
              <a:pathLst>
                <a:path w="5679782" h="1228316">
                  <a:moveTo>
                    <a:pt x="0" y="0"/>
                  </a:moveTo>
                  <a:lnTo>
                    <a:pt x="71895" y="27803"/>
                  </a:lnTo>
                  <a:lnTo>
                    <a:pt x="143791" y="55538"/>
                  </a:lnTo>
                  <a:lnTo>
                    <a:pt x="215687" y="83199"/>
                  </a:lnTo>
                  <a:lnTo>
                    <a:pt x="287583" y="110784"/>
                  </a:lnTo>
                  <a:lnTo>
                    <a:pt x="359479" y="138287"/>
                  </a:lnTo>
                  <a:lnTo>
                    <a:pt x="431375" y="165705"/>
                  </a:lnTo>
                  <a:lnTo>
                    <a:pt x="503271" y="193032"/>
                  </a:lnTo>
                  <a:lnTo>
                    <a:pt x="575167" y="220263"/>
                  </a:lnTo>
                  <a:lnTo>
                    <a:pt x="647063" y="247394"/>
                  </a:lnTo>
                  <a:lnTo>
                    <a:pt x="718959" y="274417"/>
                  </a:lnTo>
                  <a:lnTo>
                    <a:pt x="790855" y="301328"/>
                  </a:lnTo>
                  <a:lnTo>
                    <a:pt x="862751" y="328118"/>
                  </a:lnTo>
                  <a:lnTo>
                    <a:pt x="934647" y="354781"/>
                  </a:lnTo>
                  <a:lnTo>
                    <a:pt x="1006543" y="381309"/>
                  </a:lnTo>
                  <a:lnTo>
                    <a:pt x="1078439" y="407694"/>
                  </a:lnTo>
                  <a:lnTo>
                    <a:pt x="1150335" y="433928"/>
                  </a:lnTo>
                  <a:lnTo>
                    <a:pt x="1222231" y="459999"/>
                  </a:lnTo>
                  <a:lnTo>
                    <a:pt x="1294127" y="485899"/>
                  </a:lnTo>
                  <a:lnTo>
                    <a:pt x="1366023" y="511617"/>
                  </a:lnTo>
                  <a:lnTo>
                    <a:pt x="1437919" y="537140"/>
                  </a:lnTo>
                  <a:lnTo>
                    <a:pt x="1509815" y="562456"/>
                  </a:lnTo>
                  <a:lnTo>
                    <a:pt x="1581711" y="587553"/>
                  </a:lnTo>
                  <a:lnTo>
                    <a:pt x="1653607" y="612415"/>
                  </a:lnTo>
                  <a:lnTo>
                    <a:pt x="1725503" y="637027"/>
                  </a:lnTo>
                  <a:lnTo>
                    <a:pt x="1797399" y="661374"/>
                  </a:lnTo>
                  <a:lnTo>
                    <a:pt x="1869295" y="685439"/>
                  </a:lnTo>
                  <a:lnTo>
                    <a:pt x="1941191" y="709202"/>
                  </a:lnTo>
                  <a:lnTo>
                    <a:pt x="2013087" y="732644"/>
                  </a:lnTo>
                  <a:lnTo>
                    <a:pt x="2084983" y="755747"/>
                  </a:lnTo>
                  <a:lnTo>
                    <a:pt x="2156879" y="778487"/>
                  </a:lnTo>
                  <a:lnTo>
                    <a:pt x="2228775" y="800843"/>
                  </a:lnTo>
                  <a:lnTo>
                    <a:pt x="2300671" y="822791"/>
                  </a:lnTo>
                  <a:lnTo>
                    <a:pt x="2372567" y="844309"/>
                  </a:lnTo>
                  <a:lnTo>
                    <a:pt x="2444463" y="865370"/>
                  </a:lnTo>
                  <a:lnTo>
                    <a:pt x="2516359" y="885951"/>
                  </a:lnTo>
                  <a:lnTo>
                    <a:pt x="2588255" y="906025"/>
                  </a:lnTo>
                  <a:lnTo>
                    <a:pt x="2660151" y="925569"/>
                  </a:lnTo>
                  <a:lnTo>
                    <a:pt x="2732047" y="944555"/>
                  </a:lnTo>
                  <a:lnTo>
                    <a:pt x="2803943" y="962962"/>
                  </a:lnTo>
                  <a:lnTo>
                    <a:pt x="2875839" y="980765"/>
                  </a:lnTo>
                  <a:lnTo>
                    <a:pt x="2947735" y="997943"/>
                  </a:lnTo>
                  <a:lnTo>
                    <a:pt x="3019631" y="1014476"/>
                  </a:lnTo>
                  <a:lnTo>
                    <a:pt x="3091527" y="1030347"/>
                  </a:lnTo>
                  <a:lnTo>
                    <a:pt x="3163423" y="1045541"/>
                  </a:lnTo>
                  <a:lnTo>
                    <a:pt x="3235319" y="1060046"/>
                  </a:lnTo>
                  <a:lnTo>
                    <a:pt x="3307215" y="1073854"/>
                  </a:lnTo>
                  <a:lnTo>
                    <a:pt x="3379111" y="1086961"/>
                  </a:lnTo>
                  <a:lnTo>
                    <a:pt x="3451007" y="1099364"/>
                  </a:lnTo>
                  <a:lnTo>
                    <a:pt x="3522902" y="1111067"/>
                  </a:lnTo>
                  <a:lnTo>
                    <a:pt x="3594798" y="1122075"/>
                  </a:lnTo>
                  <a:lnTo>
                    <a:pt x="3666694" y="1132398"/>
                  </a:lnTo>
                  <a:lnTo>
                    <a:pt x="3738590" y="1142049"/>
                  </a:lnTo>
                  <a:lnTo>
                    <a:pt x="3810486" y="1151044"/>
                  </a:lnTo>
                  <a:lnTo>
                    <a:pt x="3882382" y="1159401"/>
                  </a:lnTo>
                  <a:lnTo>
                    <a:pt x="3954278" y="1167140"/>
                  </a:lnTo>
                  <a:lnTo>
                    <a:pt x="4026174" y="1174283"/>
                  </a:lnTo>
                  <a:lnTo>
                    <a:pt x="4098070" y="1180855"/>
                  </a:lnTo>
                  <a:lnTo>
                    <a:pt x="4169966" y="1186879"/>
                  </a:lnTo>
                  <a:lnTo>
                    <a:pt x="4241862" y="1192380"/>
                  </a:lnTo>
                  <a:lnTo>
                    <a:pt x="4313758" y="1197385"/>
                  </a:lnTo>
                  <a:lnTo>
                    <a:pt x="4385654" y="1201917"/>
                  </a:lnTo>
                  <a:lnTo>
                    <a:pt x="4457550" y="1206002"/>
                  </a:lnTo>
                  <a:lnTo>
                    <a:pt x="4529446" y="1209664"/>
                  </a:lnTo>
                  <a:lnTo>
                    <a:pt x="4601342" y="1212928"/>
                  </a:lnTo>
                  <a:lnTo>
                    <a:pt x="4673238" y="1215814"/>
                  </a:lnTo>
                  <a:lnTo>
                    <a:pt x="4745134" y="1218347"/>
                  </a:lnTo>
                  <a:lnTo>
                    <a:pt x="4817030" y="1220546"/>
                  </a:lnTo>
                  <a:lnTo>
                    <a:pt x="4888926" y="1222432"/>
                  </a:lnTo>
                  <a:lnTo>
                    <a:pt x="4960822" y="1224024"/>
                  </a:lnTo>
                  <a:lnTo>
                    <a:pt x="5032718" y="1225338"/>
                  </a:lnTo>
                  <a:lnTo>
                    <a:pt x="5104614" y="1226393"/>
                  </a:lnTo>
                  <a:lnTo>
                    <a:pt x="5176510" y="1227204"/>
                  </a:lnTo>
                  <a:lnTo>
                    <a:pt x="5248406" y="1227786"/>
                  </a:lnTo>
                  <a:lnTo>
                    <a:pt x="5320302" y="1228152"/>
                  </a:lnTo>
                  <a:lnTo>
                    <a:pt x="5392198" y="1228316"/>
                  </a:lnTo>
                  <a:lnTo>
                    <a:pt x="5464094" y="1228290"/>
                  </a:lnTo>
                  <a:lnTo>
                    <a:pt x="5535990" y="1228086"/>
                  </a:lnTo>
                  <a:lnTo>
                    <a:pt x="5607886" y="1227713"/>
                  </a:lnTo>
                  <a:lnTo>
                    <a:pt x="5679782" y="122718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1256863" y="3896279"/>
              <a:ext cx="5679782" cy="829900"/>
            </a:xfrm>
            <a:custGeom>
              <a:avLst/>
              <a:gdLst/>
              <a:ahLst/>
              <a:cxnLst/>
              <a:rect l="0" t="0" r="0" b="0"/>
              <a:pathLst>
                <a:path w="5679782" h="829900">
                  <a:moveTo>
                    <a:pt x="5679782" y="829900"/>
                  </a:moveTo>
                  <a:lnTo>
                    <a:pt x="5607886" y="803613"/>
                  </a:lnTo>
                  <a:lnTo>
                    <a:pt x="5535990" y="777483"/>
                  </a:lnTo>
                  <a:lnTo>
                    <a:pt x="5464094" y="751521"/>
                  </a:lnTo>
                  <a:lnTo>
                    <a:pt x="5392198" y="725738"/>
                  </a:lnTo>
                  <a:lnTo>
                    <a:pt x="5320302" y="700145"/>
                  </a:lnTo>
                  <a:lnTo>
                    <a:pt x="5248406" y="674755"/>
                  </a:lnTo>
                  <a:lnTo>
                    <a:pt x="5176510" y="649579"/>
                  </a:lnTo>
                  <a:lnTo>
                    <a:pt x="5104614" y="624633"/>
                  </a:lnTo>
                  <a:lnTo>
                    <a:pt x="5032718" y="599931"/>
                  </a:lnTo>
                  <a:lnTo>
                    <a:pt x="4960822" y="575488"/>
                  </a:lnTo>
                  <a:lnTo>
                    <a:pt x="4888926" y="551322"/>
                  </a:lnTo>
                  <a:lnTo>
                    <a:pt x="4817030" y="527451"/>
                  </a:lnTo>
                  <a:lnTo>
                    <a:pt x="4745134" y="503893"/>
                  </a:lnTo>
                  <a:lnTo>
                    <a:pt x="4673238" y="480669"/>
                  </a:lnTo>
                  <a:lnTo>
                    <a:pt x="4601342" y="457799"/>
                  </a:lnTo>
                  <a:lnTo>
                    <a:pt x="4529446" y="435305"/>
                  </a:lnTo>
                  <a:lnTo>
                    <a:pt x="4457550" y="413210"/>
                  </a:lnTo>
                  <a:lnTo>
                    <a:pt x="4385654" y="391538"/>
                  </a:lnTo>
                  <a:lnTo>
                    <a:pt x="4313758" y="370313"/>
                  </a:lnTo>
                  <a:lnTo>
                    <a:pt x="4241862" y="349560"/>
                  </a:lnTo>
                  <a:lnTo>
                    <a:pt x="4169966" y="329305"/>
                  </a:lnTo>
                  <a:lnTo>
                    <a:pt x="4098070" y="309572"/>
                  </a:lnTo>
                  <a:lnTo>
                    <a:pt x="4026174" y="290386"/>
                  </a:lnTo>
                  <a:lnTo>
                    <a:pt x="3954278" y="271772"/>
                  </a:lnTo>
                  <a:lnTo>
                    <a:pt x="3882382" y="253754"/>
                  </a:lnTo>
                  <a:lnTo>
                    <a:pt x="3810486" y="236354"/>
                  </a:lnTo>
                  <a:lnTo>
                    <a:pt x="3738590" y="219591"/>
                  </a:lnTo>
                  <a:lnTo>
                    <a:pt x="3666694" y="203485"/>
                  </a:lnTo>
                  <a:lnTo>
                    <a:pt x="3594798" y="188052"/>
                  </a:lnTo>
                  <a:lnTo>
                    <a:pt x="3522902" y="173303"/>
                  </a:lnTo>
                  <a:lnTo>
                    <a:pt x="3451007" y="159248"/>
                  </a:lnTo>
                  <a:lnTo>
                    <a:pt x="3379111" y="145894"/>
                  </a:lnTo>
                  <a:lnTo>
                    <a:pt x="3307215" y="133244"/>
                  </a:lnTo>
                  <a:lnTo>
                    <a:pt x="3235319" y="121295"/>
                  </a:lnTo>
                  <a:lnTo>
                    <a:pt x="3163423" y="110043"/>
                  </a:lnTo>
                  <a:lnTo>
                    <a:pt x="3091527" y="99480"/>
                  </a:lnTo>
                  <a:lnTo>
                    <a:pt x="3019631" y="89593"/>
                  </a:lnTo>
                  <a:lnTo>
                    <a:pt x="2947735" y="80370"/>
                  </a:lnTo>
                  <a:lnTo>
                    <a:pt x="2875839" y="71790"/>
                  </a:lnTo>
                  <a:lnTo>
                    <a:pt x="2803943" y="63836"/>
                  </a:lnTo>
                  <a:lnTo>
                    <a:pt x="2732047" y="56486"/>
                  </a:lnTo>
                  <a:lnTo>
                    <a:pt x="2660151" y="49715"/>
                  </a:lnTo>
                  <a:lnTo>
                    <a:pt x="2588255" y="43501"/>
                  </a:lnTo>
                  <a:lnTo>
                    <a:pt x="2516359" y="37819"/>
                  </a:lnTo>
                  <a:lnTo>
                    <a:pt x="2444463" y="32642"/>
                  </a:lnTo>
                  <a:lnTo>
                    <a:pt x="2372567" y="27947"/>
                  </a:lnTo>
                  <a:lnTo>
                    <a:pt x="2300671" y="23707"/>
                  </a:lnTo>
                  <a:lnTo>
                    <a:pt x="2228775" y="19898"/>
                  </a:lnTo>
                  <a:lnTo>
                    <a:pt x="2156879" y="16497"/>
                  </a:lnTo>
                  <a:lnTo>
                    <a:pt x="2084983" y="13480"/>
                  </a:lnTo>
                  <a:lnTo>
                    <a:pt x="2013087" y="10825"/>
                  </a:lnTo>
                  <a:lnTo>
                    <a:pt x="1941191" y="8511"/>
                  </a:lnTo>
                  <a:lnTo>
                    <a:pt x="1869295" y="6517"/>
                  </a:lnTo>
                  <a:lnTo>
                    <a:pt x="1797399" y="4824"/>
                  </a:lnTo>
                  <a:lnTo>
                    <a:pt x="1725503" y="3414"/>
                  </a:lnTo>
                  <a:lnTo>
                    <a:pt x="1653607" y="2269"/>
                  </a:lnTo>
                  <a:lnTo>
                    <a:pt x="1581711" y="1374"/>
                  </a:lnTo>
                  <a:lnTo>
                    <a:pt x="1509815" y="714"/>
                  </a:lnTo>
                  <a:lnTo>
                    <a:pt x="1437919" y="273"/>
                  </a:lnTo>
                  <a:lnTo>
                    <a:pt x="1366023" y="39"/>
                  </a:lnTo>
                  <a:lnTo>
                    <a:pt x="1294127" y="0"/>
                  </a:lnTo>
                  <a:lnTo>
                    <a:pt x="1222231" y="142"/>
                  </a:lnTo>
                  <a:lnTo>
                    <a:pt x="1150335" y="457"/>
                  </a:lnTo>
                  <a:lnTo>
                    <a:pt x="1078439" y="933"/>
                  </a:lnTo>
                  <a:lnTo>
                    <a:pt x="1006543" y="1561"/>
                  </a:lnTo>
                  <a:lnTo>
                    <a:pt x="934647" y="2332"/>
                  </a:lnTo>
                  <a:lnTo>
                    <a:pt x="862751" y="3238"/>
                  </a:lnTo>
                  <a:lnTo>
                    <a:pt x="790855" y="4271"/>
                  </a:lnTo>
                  <a:lnTo>
                    <a:pt x="718959" y="5424"/>
                  </a:lnTo>
                  <a:lnTo>
                    <a:pt x="647063" y="6691"/>
                  </a:lnTo>
                  <a:lnTo>
                    <a:pt x="575167" y="8064"/>
                  </a:lnTo>
                  <a:lnTo>
                    <a:pt x="503271" y="9539"/>
                  </a:lnTo>
                  <a:lnTo>
                    <a:pt x="431375" y="11109"/>
                  </a:lnTo>
                  <a:lnTo>
                    <a:pt x="359479" y="12769"/>
                  </a:lnTo>
                  <a:lnTo>
                    <a:pt x="287583" y="14515"/>
                  </a:lnTo>
                  <a:lnTo>
                    <a:pt x="215687" y="16343"/>
                  </a:lnTo>
                  <a:lnTo>
                    <a:pt x="143791" y="18247"/>
                  </a:lnTo>
                  <a:lnTo>
                    <a:pt x="71895" y="20224"/>
                  </a:lnTo>
                  <a:lnTo>
                    <a:pt x="0" y="22271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1256863" y="3036119"/>
              <a:ext cx="5679782" cy="1017406"/>
            </a:xfrm>
            <a:custGeom>
              <a:avLst/>
              <a:gdLst/>
              <a:ahLst/>
              <a:cxnLst/>
              <a:rect l="0" t="0" r="0" b="0"/>
              <a:pathLst>
                <a:path w="5679782" h="1017406">
                  <a:moveTo>
                    <a:pt x="0" y="0"/>
                  </a:moveTo>
                  <a:lnTo>
                    <a:pt x="71895" y="12878"/>
                  </a:lnTo>
                  <a:lnTo>
                    <a:pt x="143791" y="25757"/>
                  </a:lnTo>
                  <a:lnTo>
                    <a:pt x="215687" y="38635"/>
                  </a:lnTo>
                  <a:lnTo>
                    <a:pt x="287583" y="51514"/>
                  </a:lnTo>
                  <a:lnTo>
                    <a:pt x="359479" y="64392"/>
                  </a:lnTo>
                  <a:lnTo>
                    <a:pt x="431375" y="77271"/>
                  </a:lnTo>
                  <a:lnTo>
                    <a:pt x="503271" y="90149"/>
                  </a:lnTo>
                  <a:lnTo>
                    <a:pt x="575167" y="103028"/>
                  </a:lnTo>
                  <a:lnTo>
                    <a:pt x="647063" y="115907"/>
                  </a:lnTo>
                  <a:lnTo>
                    <a:pt x="718959" y="128785"/>
                  </a:lnTo>
                  <a:lnTo>
                    <a:pt x="790855" y="141664"/>
                  </a:lnTo>
                  <a:lnTo>
                    <a:pt x="862751" y="154542"/>
                  </a:lnTo>
                  <a:lnTo>
                    <a:pt x="934647" y="167421"/>
                  </a:lnTo>
                  <a:lnTo>
                    <a:pt x="1006543" y="180299"/>
                  </a:lnTo>
                  <a:lnTo>
                    <a:pt x="1078439" y="193178"/>
                  </a:lnTo>
                  <a:lnTo>
                    <a:pt x="1150335" y="206056"/>
                  </a:lnTo>
                  <a:lnTo>
                    <a:pt x="1222231" y="218935"/>
                  </a:lnTo>
                  <a:lnTo>
                    <a:pt x="1294127" y="231814"/>
                  </a:lnTo>
                  <a:lnTo>
                    <a:pt x="1366023" y="244692"/>
                  </a:lnTo>
                  <a:lnTo>
                    <a:pt x="1437919" y="257571"/>
                  </a:lnTo>
                  <a:lnTo>
                    <a:pt x="1509815" y="270449"/>
                  </a:lnTo>
                  <a:lnTo>
                    <a:pt x="1581711" y="283328"/>
                  </a:lnTo>
                  <a:lnTo>
                    <a:pt x="1653607" y="296206"/>
                  </a:lnTo>
                  <a:lnTo>
                    <a:pt x="1725503" y="309085"/>
                  </a:lnTo>
                  <a:lnTo>
                    <a:pt x="1797399" y="321963"/>
                  </a:lnTo>
                  <a:lnTo>
                    <a:pt x="1869295" y="334842"/>
                  </a:lnTo>
                  <a:lnTo>
                    <a:pt x="1941191" y="347721"/>
                  </a:lnTo>
                  <a:lnTo>
                    <a:pt x="2013087" y="360599"/>
                  </a:lnTo>
                  <a:lnTo>
                    <a:pt x="2084983" y="373478"/>
                  </a:lnTo>
                  <a:lnTo>
                    <a:pt x="2156879" y="386356"/>
                  </a:lnTo>
                  <a:lnTo>
                    <a:pt x="2228775" y="399235"/>
                  </a:lnTo>
                  <a:lnTo>
                    <a:pt x="2300671" y="412113"/>
                  </a:lnTo>
                  <a:lnTo>
                    <a:pt x="2372567" y="424992"/>
                  </a:lnTo>
                  <a:lnTo>
                    <a:pt x="2444463" y="437871"/>
                  </a:lnTo>
                  <a:lnTo>
                    <a:pt x="2516359" y="450749"/>
                  </a:lnTo>
                  <a:lnTo>
                    <a:pt x="2588255" y="463628"/>
                  </a:lnTo>
                  <a:lnTo>
                    <a:pt x="2660151" y="476506"/>
                  </a:lnTo>
                  <a:lnTo>
                    <a:pt x="2732047" y="489385"/>
                  </a:lnTo>
                  <a:lnTo>
                    <a:pt x="2803943" y="502263"/>
                  </a:lnTo>
                  <a:lnTo>
                    <a:pt x="2875839" y="515142"/>
                  </a:lnTo>
                  <a:lnTo>
                    <a:pt x="2947735" y="528020"/>
                  </a:lnTo>
                  <a:lnTo>
                    <a:pt x="3019631" y="540899"/>
                  </a:lnTo>
                  <a:lnTo>
                    <a:pt x="3091527" y="553778"/>
                  </a:lnTo>
                  <a:lnTo>
                    <a:pt x="3163423" y="566656"/>
                  </a:lnTo>
                  <a:lnTo>
                    <a:pt x="3235319" y="579535"/>
                  </a:lnTo>
                  <a:lnTo>
                    <a:pt x="3307215" y="592413"/>
                  </a:lnTo>
                  <a:lnTo>
                    <a:pt x="3379111" y="605292"/>
                  </a:lnTo>
                  <a:lnTo>
                    <a:pt x="3451007" y="618170"/>
                  </a:lnTo>
                  <a:lnTo>
                    <a:pt x="3522902" y="631049"/>
                  </a:lnTo>
                  <a:lnTo>
                    <a:pt x="3594798" y="643927"/>
                  </a:lnTo>
                  <a:lnTo>
                    <a:pt x="3666694" y="656806"/>
                  </a:lnTo>
                  <a:lnTo>
                    <a:pt x="3738590" y="669685"/>
                  </a:lnTo>
                  <a:lnTo>
                    <a:pt x="3810486" y="682563"/>
                  </a:lnTo>
                  <a:lnTo>
                    <a:pt x="3882382" y="695442"/>
                  </a:lnTo>
                  <a:lnTo>
                    <a:pt x="3954278" y="708320"/>
                  </a:lnTo>
                  <a:lnTo>
                    <a:pt x="4026174" y="721199"/>
                  </a:lnTo>
                  <a:lnTo>
                    <a:pt x="4098070" y="734077"/>
                  </a:lnTo>
                  <a:lnTo>
                    <a:pt x="4169966" y="746956"/>
                  </a:lnTo>
                  <a:lnTo>
                    <a:pt x="4241862" y="759834"/>
                  </a:lnTo>
                  <a:lnTo>
                    <a:pt x="4313758" y="772713"/>
                  </a:lnTo>
                  <a:lnTo>
                    <a:pt x="4385654" y="785592"/>
                  </a:lnTo>
                  <a:lnTo>
                    <a:pt x="4457550" y="798470"/>
                  </a:lnTo>
                  <a:lnTo>
                    <a:pt x="4529446" y="811349"/>
                  </a:lnTo>
                  <a:lnTo>
                    <a:pt x="4601342" y="824227"/>
                  </a:lnTo>
                  <a:lnTo>
                    <a:pt x="4673238" y="837106"/>
                  </a:lnTo>
                  <a:lnTo>
                    <a:pt x="4745134" y="849984"/>
                  </a:lnTo>
                  <a:lnTo>
                    <a:pt x="4817030" y="862863"/>
                  </a:lnTo>
                  <a:lnTo>
                    <a:pt x="4888926" y="875742"/>
                  </a:lnTo>
                  <a:lnTo>
                    <a:pt x="4960822" y="888620"/>
                  </a:lnTo>
                  <a:lnTo>
                    <a:pt x="5032718" y="901499"/>
                  </a:lnTo>
                  <a:lnTo>
                    <a:pt x="5104614" y="914377"/>
                  </a:lnTo>
                  <a:lnTo>
                    <a:pt x="5176510" y="927256"/>
                  </a:lnTo>
                  <a:lnTo>
                    <a:pt x="5248406" y="940134"/>
                  </a:lnTo>
                  <a:lnTo>
                    <a:pt x="5320302" y="953013"/>
                  </a:lnTo>
                  <a:lnTo>
                    <a:pt x="5392198" y="965891"/>
                  </a:lnTo>
                  <a:lnTo>
                    <a:pt x="5464094" y="978770"/>
                  </a:lnTo>
                  <a:lnTo>
                    <a:pt x="5535990" y="991649"/>
                  </a:lnTo>
                  <a:lnTo>
                    <a:pt x="5607886" y="1004527"/>
                  </a:lnTo>
                  <a:lnTo>
                    <a:pt x="5679782" y="1017406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t90"/>
            <p:cNvSpPr/>
            <p:nvPr/>
          </p:nvSpPr>
          <p:spPr>
            <a:xfrm>
              <a:off x="1198161" y="33601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t91"/>
            <p:cNvSpPr/>
            <p:nvPr/>
          </p:nvSpPr>
          <p:spPr>
            <a:xfrm>
              <a:off x="1198161" y="305806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t92"/>
            <p:cNvSpPr/>
            <p:nvPr/>
          </p:nvSpPr>
          <p:spPr>
            <a:xfrm>
              <a:off x="1198161" y="301359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t93"/>
            <p:cNvSpPr/>
            <p:nvPr/>
          </p:nvSpPr>
          <p:spPr>
            <a:xfrm>
              <a:off x="3695501" y="344451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t94"/>
            <p:cNvSpPr/>
            <p:nvPr/>
          </p:nvSpPr>
          <p:spPr>
            <a:xfrm>
              <a:off x="3695501" y="331605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t95"/>
            <p:cNvSpPr/>
            <p:nvPr/>
          </p:nvSpPr>
          <p:spPr>
            <a:xfrm>
              <a:off x="3695501" y="31861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t96"/>
            <p:cNvSpPr/>
            <p:nvPr/>
          </p:nvSpPr>
          <p:spPr>
            <a:xfrm>
              <a:off x="5266964" y="359532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t97"/>
            <p:cNvSpPr/>
            <p:nvPr/>
          </p:nvSpPr>
          <p:spPr>
            <a:xfrm>
              <a:off x="5266964" y="308434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t98"/>
            <p:cNvSpPr/>
            <p:nvPr/>
          </p:nvSpPr>
          <p:spPr>
            <a:xfrm>
              <a:off x="5266964" y="31810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t99"/>
            <p:cNvSpPr/>
            <p:nvPr/>
          </p:nvSpPr>
          <p:spPr>
            <a:xfrm>
              <a:off x="5038545" y="297684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t100"/>
            <p:cNvSpPr/>
            <p:nvPr/>
          </p:nvSpPr>
          <p:spPr>
            <a:xfrm>
              <a:off x="5038545" y="232354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t101"/>
            <p:cNvSpPr/>
            <p:nvPr/>
          </p:nvSpPr>
          <p:spPr>
            <a:xfrm>
              <a:off x="5038545" y="248257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t102"/>
            <p:cNvSpPr/>
            <p:nvPr/>
          </p:nvSpPr>
          <p:spPr>
            <a:xfrm>
              <a:off x="6380241" y="388286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t103"/>
            <p:cNvSpPr/>
            <p:nvPr/>
          </p:nvSpPr>
          <p:spPr>
            <a:xfrm>
              <a:off x="6380241" y="269701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t104"/>
            <p:cNvSpPr/>
            <p:nvPr/>
          </p:nvSpPr>
          <p:spPr>
            <a:xfrm>
              <a:off x="6380241" y="355550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t105"/>
            <p:cNvSpPr/>
            <p:nvPr/>
          </p:nvSpPr>
          <p:spPr>
            <a:xfrm>
              <a:off x="3154688" y="365953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t106"/>
            <p:cNvSpPr/>
            <p:nvPr/>
          </p:nvSpPr>
          <p:spPr>
            <a:xfrm>
              <a:off x="3154688" y="407260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t107"/>
            <p:cNvSpPr/>
            <p:nvPr/>
          </p:nvSpPr>
          <p:spPr>
            <a:xfrm>
              <a:off x="3154688" y="375758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t108"/>
            <p:cNvSpPr/>
            <p:nvPr/>
          </p:nvSpPr>
          <p:spPr>
            <a:xfrm>
              <a:off x="4904853" y="54905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t109"/>
            <p:cNvSpPr/>
            <p:nvPr/>
          </p:nvSpPr>
          <p:spPr>
            <a:xfrm>
              <a:off x="4904853" y="526092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t110"/>
            <p:cNvSpPr/>
            <p:nvPr/>
          </p:nvSpPr>
          <p:spPr>
            <a:xfrm>
              <a:off x="4904853" y="541102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t111"/>
            <p:cNvSpPr/>
            <p:nvPr/>
          </p:nvSpPr>
          <p:spPr>
            <a:xfrm>
              <a:off x="6877943" y="51771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t112"/>
            <p:cNvSpPr/>
            <p:nvPr/>
          </p:nvSpPr>
          <p:spPr>
            <a:xfrm>
              <a:off x="6877943" y="49054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t113"/>
            <p:cNvSpPr/>
            <p:nvPr/>
          </p:nvSpPr>
          <p:spPr>
            <a:xfrm>
              <a:off x="6877943" y="528845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1256863" y="2300788"/>
              <a:ext cx="5679782" cy="2622419"/>
            </a:xfrm>
            <a:custGeom>
              <a:avLst/>
              <a:gdLst/>
              <a:ahLst/>
              <a:cxnLst/>
              <a:rect l="0" t="0" r="0" b="0"/>
              <a:pathLst>
                <a:path w="5679782" h="2622419">
                  <a:moveTo>
                    <a:pt x="0" y="0"/>
                  </a:moveTo>
                  <a:lnTo>
                    <a:pt x="71895" y="28484"/>
                  </a:lnTo>
                  <a:lnTo>
                    <a:pt x="143791" y="56899"/>
                  </a:lnTo>
                  <a:lnTo>
                    <a:pt x="215687" y="85243"/>
                  </a:lnTo>
                  <a:lnTo>
                    <a:pt x="287583" y="113510"/>
                  </a:lnTo>
                  <a:lnTo>
                    <a:pt x="359479" y="141697"/>
                  </a:lnTo>
                  <a:lnTo>
                    <a:pt x="431375" y="169798"/>
                  </a:lnTo>
                  <a:lnTo>
                    <a:pt x="503271" y="197811"/>
                  </a:lnTo>
                  <a:lnTo>
                    <a:pt x="575167" y="225728"/>
                  </a:lnTo>
                  <a:lnTo>
                    <a:pt x="647063" y="253546"/>
                  </a:lnTo>
                  <a:lnTo>
                    <a:pt x="718959" y="281258"/>
                  </a:lnTo>
                  <a:lnTo>
                    <a:pt x="790855" y="308858"/>
                  </a:lnTo>
                  <a:lnTo>
                    <a:pt x="862751" y="336339"/>
                  </a:lnTo>
                  <a:lnTo>
                    <a:pt x="934647" y="363694"/>
                  </a:lnTo>
                  <a:lnTo>
                    <a:pt x="1006543" y="390915"/>
                  </a:lnTo>
                  <a:lnTo>
                    <a:pt x="1078439" y="417995"/>
                  </a:lnTo>
                  <a:lnTo>
                    <a:pt x="1150335" y="444925"/>
                  </a:lnTo>
                  <a:lnTo>
                    <a:pt x="1222231" y="471694"/>
                  </a:lnTo>
                  <a:lnTo>
                    <a:pt x="1294127" y="498294"/>
                  </a:lnTo>
                  <a:lnTo>
                    <a:pt x="1366023" y="524713"/>
                  </a:lnTo>
                  <a:lnTo>
                    <a:pt x="1437919" y="550940"/>
                  </a:lnTo>
                  <a:lnTo>
                    <a:pt x="1509815" y="576962"/>
                  </a:lnTo>
                  <a:lnTo>
                    <a:pt x="1581711" y="602766"/>
                  </a:lnTo>
                  <a:lnTo>
                    <a:pt x="1653607" y="628339"/>
                  </a:lnTo>
                  <a:lnTo>
                    <a:pt x="1725503" y="653664"/>
                  </a:lnTo>
                  <a:lnTo>
                    <a:pt x="1797399" y="678727"/>
                  </a:lnTo>
                  <a:lnTo>
                    <a:pt x="1869295" y="703509"/>
                  </a:lnTo>
                  <a:lnTo>
                    <a:pt x="1941191" y="727994"/>
                  </a:lnTo>
                  <a:lnTo>
                    <a:pt x="2013087" y="752161"/>
                  </a:lnTo>
                  <a:lnTo>
                    <a:pt x="2084983" y="775992"/>
                  </a:lnTo>
                  <a:lnTo>
                    <a:pt x="2156879" y="799464"/>
                  </a:lnTo>
                  <a:lnTo>
                    <a:pt x="2228775" y="822555"/>
                  </a:lnTo>
                  <a:lnTo>
                    <a:pt x="2300671" y="845244"/>
                  </a:lnTo>
                  <a:lnTo>
                    <a:pt x="2372567" y="867506"/>
                  </a:lnTo>
                  <a:lnTo>
                    <a:pt x="2444463" y="889316"/>
                  </a:lnTo>
                  <a:lnTo>
                    <a:pt x="2516359" y="910650"/>
                  </a:lnTo>
                  <a:lnTo>
                    <a:pt x="2588255" y="931484"/>
                  </a:lnTo>
                  <a:lnTo>
                    <a:pt x="2660151" y="951791"/>
                  </a:lnTo>
                  <a:lnTo>
                    <a:pt x="2732047" y="971548"/>
                  </a:lnTo>
                  <a:lnTo>
                    <a:pt x="2803943" y="990731"/>
                  </a:lnTo>
                  <a:lnTo>
                    <a:pt x="2875839" y="1009316"/>
                  </a:lnTo>
                  <a:lnTo>
                    <a:pt x="2947735" y="1027282"/>
                  </a:lnTo>
                  <a:lnTo>
                    <a:pt x="3019631" y="1044610"/>
                  </a:lnTo>
                  <a:lnTo>
                    <a:pt x="3091527" y="1061283"/>
                  </a:lnTo>
                  <a:lnTo>
                    <a:pt x="3163423" y="1077285"/>
                  </a:lnTo>
                  <a:lnTo>
                    <a:pt x="3235319" y="1092606"/>
                  </a:lnTo>
                  <a:lnTo>
                    <a:pt x="3307215" y="1107237"/>
                  </a:lnTo>
                  <a:lnTo>
                    <a:pt x="3379111" y="1121173"/>
                  </a:lnTo>
                  <a:lnTo>
                    <a:pt x="3451007" y="1134413"/>
                  </a:lnTo>
                  <a:lnTo>
                    <a:pt x="3522902" y="1146960"/>
                  </a:lnTo>
                  <a:lnTo>
                    <a:pt x="3594798" y="1158819"/>
                  </a:lnTo>
                  <a:lnTo>
                    <a:pt x="3666694" y="1170000"/>
                  </a:lnTo>
                  <a:lnTo>
                    <a:pt x="3738590" y="1180516"/>
                  </a:lnTo>
                  <a:lnTo>
                    <a:pt x="3810486" y="1190383"/>
                  </a:lnTo>
                  <a:lnTo>
                    <a:pt x="3882382" y="1199617"/>
                  </a:lnTo>
                  <a:lnTo>
                    <a:pt x="3954278" y="1208241"/>
                  </a:lnTo>
                  <a:lnTo>
                    <a:pt x="4026174" y="1216275"/>
                  </a:lnTo>
                  <a:lnTo>
                    <a:pt x="4098070" y="1223742"/>
                  </a:lnTo>
                  <a:lnTo>
                    <a:pt x="4169966" y="1230668"/>
                  </a:lnTo>
                  <a:lnTo>
                    <a:pt x="4241862" y="1237077"/>
                  </a:lnTo>
                  <a:lnTo>
                    <a:pt x="4313758" y="1242993"/>
                  </a:lnTo>
                  <a:lnTo>
                    <a:pt x="4385654" y="1248442"/>
                  </a:lnTo>
                  <a:lnTo>
                    <a:pt x="4457550" y="1253449"/>
                  </a:lnTo>
                  <a:lnTo>
                    <a:pt x="4529446" y="1258037"/>
                  </a:lnTo>
                  <a:lnTo>
                    <a:pt x="4601342" y="1262230"/>
                  </a:lnTo>
                  <a:lnTo>
                    <a:pt x="4673238" y="1266050"/>
                  </a:lnTo>
                  <a:lnTo>
                    <a:pt x="4745134" y="1269520"/>
                  </a:lnTo>
                  <a:lnTo>
                    <a:pt x="4817030" y="1272660"/>
                  </a:lnTo>
                  <a:lnTo>
                    <a:pt x="4888926" y="1275490"/>
                  </a:lnTo>
                  <a:lnTo>
                    <a:pt x="4960822" y="1278028"/>
                  </a:lnTo>
                  <a:lnTo>
                    <a:pt x="5032718" y="1280292"/>
                  </a:lnTo>
                  <a:lnTo>
                    <a:pt x="5104614" y="1282299"/>
                  </a:lnTo>
                  <a:lnTo>
                    <a:pt x="5176510" y="1284065"/>
                  </a:lnTo>
                  <a:lnTo>
                    <a:pt x="5248406" y="1285604"/>
                  </a:lnTo>
                  <a:lnTo>
                    <a:pt x="5320302" y="1286929"/>
                  </a:lnTo>
                  <a:lnTo>
                    <a:pt x="5392198" y="1288055"/>
                  </a:lnTo>
                  <a:lnTo>
                    <a:pt x="5464094" y="1288992"/>
                  </a:lnTo>
                  <a:lnTo>
                    <a:pt x="5535990" y="1289753"/>
                  </a:lnTo>
                  <a:lnTo>
                    <a:pt x="5607886" y="1290347"/>
                  </a:lnTo>
                  <a:lnTo>
                    <a:pt x="5679782" y="1290785"/>
                  </a:lnTo>
                  <a:lnTo>
                    <a:pt x="5679782" y="2622419"/>
                  </a:lnTo>
                  <a:lnTo>
                    <a:pt x="5607886" y="2595436"/>
                  </a:lnTo>
                  <a:lnTo>
                    <a:pt x="5535990" y="2568609"/>
                  </a:lnTo>
                  <a:lnTo>
                    <a:pt x="5464094" y="2541948"/>
                  </a:lnTo>
                  <a:lnTo>
                    <a:pt x="5392198" y="2515464"/>
                  </a:lnTo>
                  <a:lnTo>
                    <a:pt x="5320302" y="2489168"/>
                  </a:lnTo>
                  <a:lnTo>
                    <a:pt x="5248406" y="2463073"/>
                  </a:lnTo>
                  <a:lnTo>
                    <a:pt x="5176510" y="2437190"/>
                  </a:lnTo>
                  <a:lnTo>
                    <a:pt x="5104614" y="2411534"/>
                  </a:lnTo>
                  <a:lnTo>
                    <a:pt x="5032718" y="2386120"/>
                  </a:lnTo>
                  <a:lnTo>
                    <a:pt x="4960822" y="2360963"/>
                  </a:lnTo>
                  <a:lnTo>
                    <a:pt x="4888926" y="2336080"/>
                  </a:lnTo>
                  <a:lnTo>
                    <a:pt x="4817030" y="2311488"/>
                  </a:lnTo>
                  <a:lnTo>
                    <a:pt x="4745134" y="2287207"/>
                  </a:lnTo>
                  <a:lnTo>
                    <a:pt x="4673238" y="2263256"/>
                  </a:lnTo>
                  <a:lnTo>
                    <a:pt x="4601342" y="2239655"/>
                  </a:lnTo>
                  <a:lnTo>
                    <a:pt x="4529446" y="2216427"/>
                  </a:lnTo>
                  <a:lnTo>
                    <a:pt x="4457550" y="2193593"/>
                  </a:lnTo>
                  <a:lnTo>
                    <a:pt x="4385654" y="2171179"/>
                  </a:lnTo>
                  <a:lnTo>
                    <a:pt x="4313758" y="2149207"/>
                  </a:lnTo>
                  <a:lnTo>
                    <a:pt x="4241862" y="2127702"/>
                  </a:lnTo>
                  <a:lnTo>
                    <a:pt x="4169966" y="2106689"/>
                  </a:lnTo>
                  <a:lnTo>
                    <a:pt x="4098070" y="2086193"/>
                  </a:lnTo>
                  <a:lnTo>
                    <a:pt x="4026174" y="2066240"/>
                  </a:lnTo>
                  <a:lnTo>
                    <a:pt x="3954278" y="2046852"/>
                  </a:lnTo>
                  <a:lnTo>
                    <a:pt x="3882382" y="2028054"/>
                  </a:lnTo>
                  <a:lnTo>
                    <a:pt x="3810486" y="2009868"/>
                  </a:lnTo>
                  <a:lnTo>
                    <a:pt x="3738590" y="1992313"/>
                  </a:lnTo>
                  <a:lnTo>
                    <a:pt x="3666694" y="1975408"/>
                  </a:lnTo>
                  <a:lnTo>
                    <a:pt x="3594798" y="1959168"/>
                  </a:lnTo>
                  <a:lnTo>
                    <a:pt x="3522902" y="1943606"/>
                  </a:lnTo>
                  <a:lnTo>
                    <a:pt x="3451007" y="1928731"/>
                  </a:lnTo>
                  <a:lnTo>
                    <a:pt x="3379111" y="1914550"/>
                  </a:lnTo>
                  <a:lnTo>
                    <a:pt x="3307215" y="1901065"/>
                  </a:lnTo>
                  <a:lnTo>
                    <a:pt x="3235319" y="1888275"/>
                  </a:lnTo>
                  <a:lnTo>
                    <a:pt x="3163423" y="1876174"/>
                  </a:lnTo>
                  <a:lnTo>
                    <a:pt x="3091527" y="1864755"/>
                  </a:lnTo>
                  <a:lnTo>
                    <a:pt x="3019631" y="1854007"/>
                  </a:lnTo>
                  <a:lnTo>
                    <a:pt x="2947735" y="1843913"/>
                  </a:lnTo>
                  <a:lnTo>
                    <a:pt x="2875839" y="1834458"/>
                  </a:lnTo>
                  <a:lnTo>
                    <a:pt x="2803943" y="1825622"/>
                  </a:lnTo>
                  <a:lnTo>
                    <a:pt x="2732047" y="1817383"/>
                  </a:lnTo>
                  <a:lnTo>
                    <a:pt x="2660151" y="1809719"/>
                  </a:lnTo>
                  <a:lnTo>
                    <a:pt x="2588255" y="1802605"/>
                  </a:lnTo>
                  <a:lnTo>
                    <a:pt x="2516359" y="1796017"/>
                  </a:lnTo>
                  <a:lnTo>
                    <a:pt x="2444463" y="1789930"/>
                  </a:lnTo>
                  <a:lnTo>
                    <a:pt x="2372567" y="1784320"/>
                  </a:lnTo>
                  <a:lnTo>
                    <a:pt x="2300671" y="1779160"/>
                  </a:lnTo>
                  <a:lnTo>
                    <a:pt x="2228775" y="1774427"/>
                  </a:lnTo>
                  <a:lnTo>
                    <a:pt x="2156879" y="1770098"/>
                  </a:lnTo>
                  <a:lnTo>
                    <a:pt x="2084983" y="1766148"/>
                  </a:lnTo>
                  <a:lnTo>
                    <a:pt x="2013087" y="1762558"/>
                  </a:lnTo>
                  <a:lnTo>
                    <a:pt x="1941191" y="1759304"/>
                  </a:lnTo>
                  <a:lnTo>
                    <a:pt x="1869295" y="1756367"/>
                  </a:lnTo>
                  <a:lnTo>
                    <a:pt x="1797399" y="1753728"/>
                  </a:lnTo>
                  <a:lnTo>
                    <a:pt x="1725503" y="1751369"/>
                  </a:lnTo>
                  <a:lnTo>
                    <a:pt x="1653607" y="1749274"/>
                  </a:lnTo>
                  <a:lnTo>
                    <a:pt x="1581711" y="1747425"/>
                  </a:lnTo>
                  <a:lnTo>
                    <a:pt x="1509815" y="1745808"/>
                  </a:lnTo>
                  <a:lnTo>
                    <a:pt x="1437919" y="1744409"/>
                  </a:lnTo>
                  <a:lnTo>
                    <a:pt x="1366023" y="1743214"/>
                  </a:lnTo>
                  <a:lnTo>
                    <a:pt x="1294127" y="1742212"/>
                  </a:lnTo>
                  <a:lnTo>
                    <a:pt x="1222231" y="1741390"/>
                  </a:lnTo>
                  <a:lnTo>
                    <a:pt x="1150335" y="1740739"/>
                  </a:lnTo>
                  <a:lnTo>
                    <a:pt x="1078439" y="1740247"/>
                  </a:lnTo>
                  <a:lnTo>
                    <a:pt x="1006543" y="1739906"/>
                  </a:lnTo>
                  <a:lnTo>
                    <a:pt x="934647" y="1739706"/>
                  </a:lnTo>
                  <a:lnTo>
                    <a:pt x="862751" y="1739640"/>
                  </a:lnTo>
                  <a:lnTo>
                    <a:pt x="790855" y="1739699"/>
                  </a:lnTo>
                  <a:lnTo>
                    <a:pt x="718959" y="1739878"/>
                  </a:lnTo>
                  <a:lnTo>
                    <a:pt x="647063" y="1740168"/>
                  </a:lnTo>
                  <a:lnTo>
                    <a:pt x="575167" y="1740565"/>
                  </a:lnTo>
                  <a:lnTo>
                    <a:pt x="503271" y="1741061"/>
                  </a:lnTo>
                  <a:lnTo>
                    <a:pt x="431375" y="1741652"/>
                  </a:lnTo>
                  <a:lnTo>
                    <a:pt x="359479" y="1742333"/>
                  </a:lnTo>
                  <a:lnTo>
                    <a:pt x="287583" y="1743098"/>
                  </a:lnTo>
                  <a:lnTo>
                    <a:pt x="215687" y="1743944"/>
                  </a:lnTo>
                  <a:lnTo>
                    <a:pt x="143791" y="1744866"/>
                  </a:lnTo>
                  <a:lnTo>
                    <a:pt x="71895" y="1745861"/>
                  </a:lnTo>
                  <a:lnTo>
                    <a:pt x="0" y="1746924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1256863" y="2300788"/>
              <a:ext cx="5679782" cy="1290785"/>
            </a:xfrm>
            <a:custGeom>
              <a:avLst/>
              <a:gdLst/>
              <a:ahLst/>
              <a:cxnLst/>
              <a:rect l="0" t="0" r="0" b="0"/>
              <a:pathLst>
                <a:path w="5679782" h="1290785">
                  <a:moveTo>
                    <a:pt x="0" y="0"/>
                  </a:moveTo>
                  <a:lnTo>
                    <a:pt x="71895" y="28484"/>
                  </a:lnTo>
                  <a:lnTo>
                    <a:pt x="143791" y="56899"/>
                  </a:lnTo>
                  <a:lnTo>
                    <a:pt x="215687" y="85243"/>
                  </a:lnTo>
                  <a:lnTo>
                    <a:pt x="287583" y="113510"/>
                  </a:lnTo>
                  <a:lnTo>
                    <a:pt x="359479" y="141697"/>
                  </a:lnTo>
                  <a:lnTo>
                    <a:pt x="431375" y="169798"/>
                  </a:lnTo>
                  <a:lnTo>
                    <a:pt x="503271" y="197811"/>
                  </a:lnTo>
                  <a:lnTo>
                    <a:pt x="575167" y="225728"/>
                  </a:lnTo>
                  <a:lnTo>
                    <a:pt x="647063" y="253546"/>
                  </a:lnTo>
                  <a:lnTo>
                    <a:pt x="718959" y="281258"/>
                  </a:lnTo>
                  <a:lnTo>
                    <a:pt x="790855" y="308858"/>
                  </a:lnTo>
                  <a:lnTo>
                    <a:pt x="862751" y="336339"/>
                  </a:lnTo>
                  <a:lnTo>
                    <a:pt x="934647" y="363694"/>
                  </a:lnTo>
                  <a:lnTo>
                    <a:pt x="1006543" y="390915"/>
                  </a:lnTo>
                  <a:lnTo>
                    <a:pt x="1078439" y="417995"/>
                  </a:lnTo>
                  <a:lnTo>
                    <a:pt x="1150335" y="444925"/>
                  </a:lnTo>
                  <a:lnTo>
                    <a:pt x="1222231" y="471694"/>
                  </a:lnTo>
                  <a:lnTo>
                    <a:pt x="1294127" y="498294"/>
                  </a:lnTo>
                  <a:lnTo>
                    <a:pt x="1366023" y="524713"/>
                  </a:lnTo>
                  <a:lnTo>
                    <a:pt x="1437919" y="550940"/>
                  </a:lnTo>
                  <a:lnTo>
                    <a:pt x="1509815" y="576962"/>
                  </a:lnTo>
                  <a:lnTo>
                    <a:pt x="1581711" y="602766"/>
                  </a:lnTo>
                  <a:lnTo>
                    <a:pt x="1653607" y="628339"/>
                  </a:lnTo>
                  <a:lnTo>
                    <a:pt x="1725503" y="653664"/>
                  </a:lnTo>
                  <a:lnTo>
                    <a:pt x="1797399" y="678727"/>
                  </a:lnTo>
                  <a:lnTo>
                    <a:pt x="1869295" y="703509"/>
                  </a:lnTo>
                  <a:lnTo>
                    <a:pt x="1941191" y="727994"/>
                  </a:lnTo>
                  <a:lnTo>
                    <a:pt x="2013087" y="752161"/>
                  </a:lnTo>
                  <a:lnTo>
                    <a:pt x="2084983" y="775992"/>
                  </a:lnTo>
                  <a:lnTo>
                    <a:pt x="2156879" y="799464"/>
                  </a:lnTo>
                  <a:lnTo>
                    <a:pt x="2228775" y="822555"/>
                  </a:lnTo>
                  <a:lnTo>
                    <a:pt x="2300671" y="845244"/>
                  </a:lnTo>
                  <a:lnTo>
                    <a:pt x="2372567" y="867506"/>
                  </a:lnTo>
                  <a:lnTo>
                    <a:pt x="2444463" y="889316"/>
                  </a:lnTo>
                  <a:lnTo>
                    <a:pt x="2516359" y="910650"/>
                  </a:lnTo>
                  <a:lnTo>
                    <a:pt x="2588255" y="931484"/>
                  </a:lnTo>
                  <a:lnTo>
                    <a:pt x="2660151" y="951791"/>
                  </a:lnTo>
                  <a:lnTo>
                    <a:pt x="2732047" y="971548"/>
                  </a:lnTo>
                  <a:lnTo>
                    <a:pt x="2803943" y="990731"/>
                  </a:lnTo>
                  <a:lnTo>
                    <a:pt x="2875839" y="1009316"/>
                  </a:lnTo>
                  <a:lnTo>
                    <a:pt x="2947735" y="1027282"/>
                  </a:lnTo>
                  <a:lnTo>
                    <a:pt x="3019631" y="1044610"/>
                  </a:lnTo>
                  <a:lnTo>
                    <a:pt x="3091527" y="1061283"/>
                  </a:lnTo>
                  <a:lnTo>
                    <a:pt x="3163423" y="1077285"/>
                  </a:lnTo>
                  <a:lnTo>
                    <a:pt x="3235319" y="1092606"/>
                  </a:lnTo>
                  <a:lnTo>
                    <a:pt x="3307215" y="1107237"/>
                  </a:lnTo>
                  <a:lnTo>
                    <a:pt x="3379111" y="1121173"/>
                  </a:lnTo>
                  <a:lnTo>
                    <a:pt x="3451007" y="1134413"/>
                  </a:lnTo>
                  <a:lnTo>
                    <a:pt x="3522902" y="1146960"/>
                  </a:lnTo>
                  <a:lnTo>
                    <a:pt x="3594798" y="1158819"/>
                  </a:lnTo>
                  <a:lnTo>
                    <a:pt x="3666694" y="1170000"/>
                  </a:lnTo>
                  <a:lnTo>
                    <a:pt x="3738590" y="1180516"/>
                  </a:lnTo>
                  <a:lnTo>
                    <a:pt x="3810486" y="1190383"/>
                  </a:lnTo>
                  <a:lnTo>
                    <a:pt x="3882382" y="1199617"/>
                  </a:lnTo>
                  <a:lnTo>
                    <a:pt x="3954278" y="1208241"/>
                  </a:lnTo>
                  <a:lnTo>
                    <a:pt x="4026174" y="1216275"/>
                  </a:lnTo>
                  <a:lnTo>
                    <a:pt x="4098070" y="1223742"/>
                  </a:lnTo>
                  <a:lnTo>
                    <a:pt x="4169966" y="1230668"/>
                  </a:lnTo>
                  <a:lnTo>
                    <a:pt x="4241862" y="1237077"/>
                  </a:lnTo>
                  <a:lnTo>
                    <a:pt x="4313758" y="1242993"/>
                  </a:lnTo>
                  <a:lnTo>
                    <a:pt x="4385654" y="1248442"/>
                  </a:lnTo>
                  <a:lnTo>
                    <a:pt x="4457550" y="1253449"/>
                  </a:lnTo>
                  <a:lnTo>
                    <a:pt x="4529446" y="1258037"/>
                  </a:lnTo>
                  <a:lnTo>
                    <a:pt x="4601342" y="1262230"/>
                  </a:lnTo>
                  <a:lnTo>
                    <a:pt x="4673238" y="1266050"/>
                  </a:lnTo>
                  <a:lnTo>
                    <a:pt x="4745134" y="1269520"/>
                  </a:lnTo>
                  <a:lnTo>
                    <a:pt x="4817030" y="1272660"/>
                  </a:lnTo>
                  <a:lnTo>
                    <a:pt x="4888926" y="1275490"/>
                  </a:lnTo>
                  <a:lnTo>
                    <a:pt x="4960822" y="1278028"/>
                  </a:lnTo>
                  <a:lnTo>
                    <a:pt x="5032718" y="1280292"/>
                  </a:lnTo>
                  <a:lnTo>
                    <a:pt x="5104614" y="1282299"/>
                  </a:lnTo>
                  <a:lnTo>
                    <a:pt x="5176510" y="1284065"/>
                  </a:lnTo>
                  <a:lnTo>
                    <a:pt x="5248406" y="1285604"/>
                  </a:lnTo>
                  <a:lnTo>
                    <a:pt x="5320302" y="1286929"/>
                  </a:lnTo>
                  <a:lnTo>
                    <a:pt x="5392198" y="1288055"/>
                  </a:lnTo>
                  <a:lnTo>
                    <a:pt x="5464094" y="1288992"/>
                  </a:lnTo>
                  <a:lnTo>
                    <a:pt x="5535990" y="1289753"/>
                  </a:lnTo>
                  <a:lnTo>
                    <a:pt x="5607886" y="1290347"/>
                  </a:lnTo>
                  <a:lnTo>
                    <a:pt x="5679782" y="1290785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1256863" y="4040428"/>
              <a:ext cx="5679782" cy="882779"/>
            </a:xfrm>
            <a:custGeom>
              <a:avLst/>
              <a:gdLst/>
              <a:ahLst/>
              <a:cxnLst/>
              <a:rect l="0" t="0" r="0" b="0"/>
              <a:pathLst>
                <a:path w="5679782" h="882779">
                  <a:moveTo>
                    <a:pt x="5679782" y="882779"/>
                  </a:moveTo>
                  <a:lnTo>
                    <a:pt x="5607886" y="855795"/>
                  </a:lnTo>
                  <a:lnTo>
                    <a:pt x="5535990" y="828968"/>
                  </a:lnTo>
                  <a:lnTo>
                    <a:pt x="5464094" y="802308"/>
                  </a:lnTo>
                  <a:lnTo>
                    <a:pt x="5392198" y="775824"/>
                  </a:lnTo>
                  <a:lnTo>
                    <a:pt x="5320302" y="749528"/>
                  </a:lnTo>
                  <a:lnTo>
                    <a:pt x="5248406" y="723432"/>
                  </a:lnTo>
                  <a:lnTo>
                    <a:pt x="5176510" y="697550"/>
                  </a:lnTo>
                  <a:lnTo>
                    <a:pt x="5104614" y="671894"/>
                  </a:lnTo>
                  <a:lnTo>
                    <a:pt x="5032718" y="646480"/>
                  </a:lnTo>
                  <a:lnTo>
                    <a:pt x="4960822" y="621323"/>
                  </a:lnTo>
                  <a:lnTo>
                    <a:pt x="4888926" y="596440"/>
                  </a:lnTo>
                  <a:lnTo>
                    <a:pt x="4817030" y="571848"/>
                  </a:lnTo>
                  <a:lnTo>
                    <a:pt x="4745134" y="547567"/>
                  </a:lnTo>
                  <a:lnTo>
                    <a:pt x="4673238" y="523615"/>
                  </a:lnTo>
                  <a:lnTo>
                    <a:pt x="4601342" y="500015"/>
                  </a:lnTo>
                  <a:lnTo>
                    <a:pt x="4529446" y="476786"/>
                  </a:lnTo>
                  <a:lnTo>
                    <a:pt x="4457550" y="453953"/>
                  </a:lnTo>
                  <a:lnTo>
                    <a:pt x="4385654" y="431538"/>
                  </a:lnTo>
                  <a:lnTo>
                    <a:pt x="4313758" y="409566"/>
                  </a:lnTo>
                  <a:lnTo>
                    <a:pt x="4241862" y="388061"/>
                  </a:lnTo>
                  <a:lnTo>
                    <a:pt x="4169966" y="367049"/>
                  </a:lnTo>
                  <a:lnTo>
                    <a:pt x="4098070" y="346553"/>
                  </a:lnTo>
                  <a:lnTo>
                    <a:pt x="4026174" y="326600"/>
                  </a:lnTo>
                  <a:lnTo>
                    <a:pt x="3954278" y="307212"/>
                  </a:lnTo>
                  <a:lnTo>
                    <a:pt x="3882382" y="288414"/>
                  </a:lnTo>
                  <a:lnTo>
                    <a:pt x="3810486" y="270228"/>
                  </a:lnTo>
                  <a:lnTo>
                    <a:pt x="3738590" y="252673"/>
                  </a:lnTo>
                  <a:lnTo>
                    <a:pt x="3666694" y="235768"/>
                  </a:lnTo>
                  <a:lnTo>
                    <a:pt x="3594798" y="219528"/>
                  </a:lnTo>
                  <a:lnTo>
                    <a:pt x="3522902" y="203966"/>
                  </a:lnTo>
                  <a:lnTo>
                    <a:pt x="3451007" y="189091"/>
                  </a:lnTo>
                  <a:lnTo>
                    <a:pt x="3379111" y="174910"/>
                  </a:lnTo>
                  <a:lnTo>
                    <a:pt x="3307215" y="161425"/>
                  </a:lnTo>
                  <a:lnTo>
                    <a:pt x="3235319" y="148634"/>
                  </a:lnTo>
                  <a:lnTo>
                    <a:pt x="3163423" y="136534"/>
                  </a:lnTo>
                  <a:lnTo>
                    <a:pt x="3091527" y="125115"/>
                  </a:lnTo>
                  <a:lnTo>
                    <a:pt x="3019631" y="114366"/>
                  </a:lnTo>
                  <a:lnTo>
                    <a:pt x="2947735" y="104273"/>
                  </a:lnTo>
                  <a:lnTo>
                    <a:pt x="2875839" y="94818"/>
                  </a:lnTo>
                  <a:lnTo>
                    <a:pt x="2803943" y="85982"/>
                  </a:lnTo>
                  <a:lnTo>
                    <a:pt x="2732047" y="77743"/>
                  </a:lnTo>
                  <a:lnTo>
                    <a:pt x="2660151" y="70079"/>
                  </a:lnTo>
                  <a:lnTo>
                    <a:pt x="2588255" y="62965"/>
                  </a:lnTo>
                  <a:lnTo>
                    <a:pt x="2516359" y="56377"/>
                  </a:lnTo>
                  <a:lnTo>
                    <a:pt x="2444463" y="50290"/>
                  </a:lnTo>
                  <a:lnTo>
                    <a:pt x="2372567" y="44679"/>
                  </a:lnTo>
                  <a:lnTo>
                    <a:pt x="2300671" y="39520"/>
                  </a:lnTo>
                  <a:lnTo>
                    <a:pt x="2228775" y="34787"/>
                  </a:lnTo>
                  <a:lnTo>
                    <a:pt x="2156879" y="30457"/>
                  </a:lnTo>
                  <a:lnTo>
                    <a:pt x="2084983" y="26508"/>
                  </a:lnTo>
                  <a:lnTo>
                    <a:pt x="2013087" y="22917"/>
                  </a:lnTo>
                  <a:lnTo>
                    <a:pt x="1941191" y="19663"/>
                  </a:lnTo>
                  <a:lnTo>
                    <a:pt x="1869295" y="16727"/>
                  </a:lnTo>
                  <a:lnTo>
                    <a:pt x="1797399" y="14088"/>
                  </a:lnTo>
                  <a:lnTo>
                    <a:pt x="1725503" y="11729"/>
                  </a:lnTo>
                  <a:lnTo>
                    <a:pt x="1653607" y="9633"/>
                  </a:lnTo>
                  <a:lnTo>
                    <a:pt x="1581711" y="7785"/>
                  </a:lnTo>
                  <a:lnTo>
                    <a:pt x="1509815" y="6168"/>
                  </a:lnTo>
                  <a:lnTo>
                    <a:pt x="1437919" y="4768"/>
                  </a:lnTo>
                  <a:lnTo>
                    <a:pt x="1366023" y="3574"/>
                  </a:lnTo>
                  <a:lnTo>
                    <a:pt x="1294127" y="2572"/>
                  </a:lnTo>
                  <a:lnTo>
                    <a:pt x="1222231" y="1750"/>
                  </a:lnTo>
                  <a:lnTo>
                    <a:pt x="1150335" y="1098"/>
                  </a:lnTo>
                  <a:lnTo>
                    <a:pt x="1078439" y="607"/>
                  </a:lnTo>
                  <a:lnTo>
                    <a:pt x="1006543" y="265"/>
                  </a:lnTo>
                  <a:lnTo>
                    <a:pt x="934647" y="66"/>
                  </a:lnTo>
                  <a:lnTo>
                    <a:pt x="862751" y="0"/>
                  </a:lnTo>
                  <a:lnTo>
                    <a:pt x="790855" y="59"/>
                  </a:lnTo>
                  <a:lnTo>
                    <a:pt x="718959" y="238"/>
                  </a:lnTo>
                  <a:lnTo>
                    <a:pt x="647063" y="528"/>
                  </a:lnTo>
                  <a:lnTo>
                    <a:pt x="575167" y="925"/>
                  </a:lnTo>
                  <a:lnTo>
                    <a:pt x="503271" y="1421"/>
                  </a:lnTo>
                  <a:lnTo>
                    <a:pt x="431375" y="2012"/>
                  </a:lnTo>
                  <a:lnTo>
                    <a:pt x="359479" y="2693"/>
                  </a:lnTo>
                  <a:lnTo>
                    <a:pt x="287583" y="3458"/>
                  </a:lnTo>
                  <a:lnTo>
                    <a:pt x="215687" y="4304"/>
                  </a:lnTo>
                  <a:lnTo>
                    <a:pt x="143791" y="5226"/>
                  </a:lnTo>
                  <a:lnTo>
                    <a:pt x="71895" y="6220"/>
                  </a:lnTo>
                  <a:lnTo>
                    <a:pt x="0" y="728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7" name="pl117"/>
            <p:cNvSpPr/>
            <p:nvPr/>
          </p:nvSpPr>
          <p:spPr>
            <a:xfrm>
              <a:off x="1256863" y="3174250"/>
              <a:ext cx="5679782" cy="1083140"/>
            </a:xfrm>
            <a:custGeom>
              <a:avLst/>
              <a:gdLst/>
              <a:ahLst/>
              <a:cxnLst/>
              <a:rect l="0" t="0" r="0" b="0"/>
              <a:pathLst>
                <a:path w="5679782" h="1083140">
                  <a:moveTo>
                    <a:pt x="0" y="0"/>
                  </a:moveTo>
                  <a:lnTo>
                    <a:pt x="71895" y="13710"/>
                  </a:lnTo>
                  <a:lnTo>
                    <a:pt x="143791" y="27421"/>
                  </a:lnTo>
                  <a:lnTo>
                    <a:pt x="215687" y="41131"/>
                  </a:lnTo>
                  <a:lnTo>
                    <a:pt x="287583" y="54842"/>
                  </a:lnTo>
                  <a:lnTo>
                    <a:pt x="359479" y="68553"/>
                  </a:lnTo>
                  <a:lnTo>
                    <a:pt x="431375" y="82263"/>
                  </a:lnTo>
                  <a:lnTo>
                    <a:pt x="503271" y="95974"/>
                  </a:lnTo>
                  <a:lnTo>
                    <a:pt x="575167" y="109685"/>
                  </a:lnTo>
                  <a:lnTo>
                    <a:pt x="647063" y="123395"/>
                  </a:lnTo>
                  <a:lnTo>
                    <a:pt x="718959" y="137106"/>
                  </a:lnTo>
                  <a:lnTo>
                    <a:pt x="790855" y="150817"/>
                  </a:lnTo>
                  <a:lnTo>
                    <a:pt x="862751" y="164527"/>
                  </a:lnTo>
                  <a:lnTo>
                    <a:pt x="934647" y="178238"/>
                  </a:lnTo>
                  <a:lnTo>
                    <a:pt x="1006543" y="191948"/>
                  </a:lnTo>
                  <a:lnTo>
                    <a:pt x="1078439" y="205659"/>
                  </a:lnTo>
                  <a:lnTo>
                    <a:pt x="1150335" y="219370"/>
                  </a:lnTo>
                  <a:lnTo>
                    <a:pt x="1222231" y="233080"/>
                  </a:lnTo>
                  <a:lnTo>
                    <a:pt x="1294127" y="246791"/>
                  </a:lnTo>
                  <a:lnTo>
                    <a:pt x="1366023" y="260502"/>
                  </a:lnTo>
                  <a:lnTo>
                    <a:pt x="1437919" y="274212"/>
                  </a:lnTo>
                  <a:lnTo>
                    <a:pt x="1509815" y="287923"/>
                  </a:lnTo>
                  <a:lnTo>
                    <a:pt x="1581711" y="301634"/>
                  </a:lnTo>
                  <a:lnTo>
                    <a:pt x="1653607" y="315344"/>
                  </a:lnTo>
                  <a:lnTo>
                    <a:pt x="1725503" y="329055"/>
                  </a:lnTo>
                  <a:lnTo>
                    <a:pt x="1797399" y="342765"/>
                  </a:lnTo>
                  <a:lnTo>
                    <a:pt x="1869295" y="356476"/>
                  </a:lnTo>
                  <a:lnTo>
                    <a:pt x="1941191" y="370187"/>
                  </a:lnTo>
                  <a:lnTo>
                    <a:pt x="2013087" y="383897"/>
                  </a:lnTo>
                  <a:lnTo>
                    <a:pt x="2084983" y="397608"/>
                  </a:lnTo>
                  <a:lnTo>
                    <a:pt x="2156879" y="411319"/>
                  </a:lnTo>
                  <a:lnTo>
                    <a:pt x="2228775" y="425029"/>
                  </a:lnTo>
                  <a:lnTo>
                    <a:pt x="2300671" y="438740"/>
                  </a:lnTo>
                  <a:lnTo>
                    <a:pt x="2372567" y="452451"/>
                  </a:lnTo>
                  <a:lnTo>
                    <a:pt x="2444463" y="466161"/>
                  </a:lnTo>
                  <a:lnTo>
                    <a:pt x="2516359" y="479872"/>
                  </a:lnTo>
                  <a:lnTo>
                    <a:pt x="2588255" y="493582"/>
                  </a:lnTo>
                  <a:lnTo>
                    <a:pt x="2660151" y="507293"/>
                  </a:lnTo>
                  <a:lnTo>
                    <a:pt x="2732047" y="521004"/>
                  </a:lnTo>
                  <a:lnTo>
                    <a:pt x="2803943" y="534714"/>
                  </a:lnTo>
                  <a:lnTo>
                    <a:pt x="2875839" y="548425"/>
                  </a:lnTo>
                  <a:lnTo>
                    <a:pt x="2947735" y="562136"/>
                  </a:lnTo>
                  <a:lnTo>
                    <a:pt x="3019631" y="575846"/>
                  </a:lnTo>
                  <a:lnTo>
                    <a:pt x="3091527" y="589557"/>
                  </a:lnTo>
                  <a:lnTo>
                    <a:pt x="3163423" y="603268"/>
                  </a:lnTo>
                  <a:lnTo>
                    <a:pt x="3235319" y="616978"/>
                  </a:lnTo>
                  <a:lnTo>
                    <a:pt x="3307215" y="630689"/>
                  </a:lnTo>
                  <a:lnTo>
                    <a:pt x="3379111" y="644399"/>
                  </a:lnTo>
                  <a:lnTo>
                    <a:pt x="3451007" y="658110"/>
                  </a:lnTo>
                  <a:lnTo>
                    <a:pt x="3522902" y="671821"/>
                  </a:lnTo>
                  <a:lnTo>
                    <a:pt x="3594798" y="685531"/>
                  </a:lnTo>
                  <a:lnTo>
                    <a:pt x="3666694" y="699242"/>
                  </a:lnTo>
                  <a:lnTo>
                    <a:pt x="3738590" y="712953"/>
                  </a:lnTo>
                  <a:lnTo>
                    <a:pt x="3810486" y="726663"/>
                  </a:lnTo>
                  <a:lnTo>
                    <a:pt x="3882382" y="740374"/>
                  </a:lnTo>
                  <a:lnTo>
                    <a:pt x="3954278" y="754085"/>
                  </a:lnTo>
                  <a:lnTo>
                    <a:pt x="4026174" y="767795"/>
                  </a:lnTo>
                  <a:lnTo>
                    <a:pt x="4098070" y="781506"/>
                  </a:lnTo>
                  <a:lnTo>
                    <a:pt x="4169966" y="795216"/>
                  </a:lnTo>
                  <a:lnTo>
                    <a:pt x="4241862" y="808927"/>
                  </a:lnTo>
                  <a:lnTo>
                    <a:pt x="4313758" y="822638"/>
                  </a:lnTo>
                  <a:lnTo>
                    <a:pt x="4385654" y="836348"/>
                  </a:lnTo>
                  <a:lnTo>
                    <a:pt x="4457550" y="850059"/>
                  </a:lnTo>
                  <a:lnTo>
                    <a:pt x="4529446" y="863770"/>
                  </a:lnTo>
                  <a:lnTo>
                    <a:pt x="4601342" y="877480"/>
                  </a:lnTo>
                  <a:lnTo>
                    <a:pt x="4673238" y="891191"/>
                  </a:lnTo>
                  <a:lnTo>
                    <a:pt x="4745134" y="904902"/>
                  </a:lnTo>
                  <a:lnTo>
                    <a:pt x="4817030" y="918612"/>
                  </a:lnTo>
                  <a:lnTo>
                    <a:pt x="4888926" y="932323"/>
                  </a:lnTo>
                  <a:lnTo>
                    <a:pt x="4960822" y="946034"/>
                  </a:lnTo>
                  <a:lnTo>
                    <a:pt x="5032718" y="959744"/>
                  </a:lnTo>
                  <a:lnTo>
                    <a:pt x="5104614" y="973455"/>
                  </a:lnTo>
                  <a:lnTo>
                    <a:pt x="5176510" y="987165"/>
                  </a:lnTo>
                  <a:lnTo>
                    <a:pt x="5248406" y="1000876"/>
                  </a:lnTo>
                  <a:lnTo>
                    <a:pt x="5320302" y="1014587"/>
                  </a:lnTo>
                  <a:lnTo>
                    <a:pt x="5392198" y="1028297"/>
                  </a:lnTo>
                  <a:lnTo>
                    <a:pt x="5464094" y="1042008"/>
                  </a:lnTo>
                  <a:lnTo>
                    <a:pt x="5535990" y="1055719"/>
                  </a:lnTo>
                  <a:lnTo>
                    <a:pt x="5607886" y="1069429"/>
                  </a:lnTo>
                  <a:lnTo>
                    <a:pt x="5679782" y="1083140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l118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562586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475573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388560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692708" y="301548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14535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38079" y="56659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938079" y="479578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938079" y="392565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938079" y="305553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938079" y="218540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gdLst/>
              <a:ahLst/>
              <a:cxnLst/>
              <a:rect l="0" t="0" r="0" b="0"/>
              <a:pathLst>
                <a:path w="624776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265000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464164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663328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tx133"/>
            <p:cNvSpPr/>
            <p:nvPr/>
          </p:nvSpPr>
          <p:spPr>
            <a:xfrm>
              <a:off x="2541242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4532881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6524520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3794134" y="5925448"/>
              <a:ext cx="60524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137" name="tx137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9" name="tx139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1" name="pt141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3" name="pt143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rc144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5" name="pt145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rc146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7" name="pt147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972874" y="1669789"/>
              <a:ext cx="3575304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(GFgeno) vs Survival at Lewisetta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47760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3998279" y="23234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3998279" y="245808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3998279" y="22617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1198161" y="262143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1198161" y="241095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1198161" y="23101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6872847" y="224027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6872847" y="210616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6872847" y="21709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6877943" y="22355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6877943" y="24701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6877943" y="22421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4943651" y="20662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4943651" y="20117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4943651" y="20769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2507423" y="23552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2507423" y="23596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2507423" y="29330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5133637" y="352027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5133637" y="340006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5133637" y="273656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4959155" y="260931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4959155" y="28503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4959155" y="29826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56863" y="2214550"/>
              <a:ext cx="5679782" cy="775149"/>
            </a:xfrm>
            <a:custGeom>
              <a:avLst/>
              <a:gdLst/>
              <a:ahLst/>
              <a:cxnLst/>
              <a:rect l="0" t="0" r="0" b="0"/>
              <a:pathLst>
                <a:path w="5679782" h="775149">
                  <a:moveTo>
                    <a:pt x="0" y="55282"/>
                  </a:moveTo>
                  <a:lnTo>
                    <a:pt x="71895" y="59445"/>
                  </a:lnTo>
                  <a:lnTo>
                    <a:pt x="143791" y="63577"/>
                  </a:lnTo>
                  <a:lnTo>
                    <a:pt x="215687" y="67677"/>
                  </a:lnTo>
                  <a:lnTo>
                    <a:pt x="287583" y="71743"/>
                  </a:lnTo>
                  <a:lnTo>
                    <a:pt x="359479" y="75773"/>
                  </a:lnTo>
                  <a:lnTo>
                    <a:pt x="431375" y="79765"/>
                  </a:lnTo>
                  <a:lnTo>
                    <a:pt x="503271" y="83718"/>
                  </a:lnTo>
                  <a:lnTo>
                    <a:pt x="575167" y="87629"/>
                  </a:lnTo>
                  <a:lnTo>
                    <a:pt x="647063" y="91495"/>
                  </a:lnTo>
                  <a:lnTo>
                    <a:pt x="718959" y="95315"/>
                  </a:lnTo>
                  <a:lnTo>
                    <a:pt x="790855" y="99086"/>
                  </a:lnTo>
                  <a:lnTo>
                    <a:pt x="862751" y="102805"/>
                  </a:lnTo>
                  <a:lnTo>
                    <a:pt x="934647" y="106469"/>
                  </a:lnTo>
                  <a:lnTo>
                    <a:pt x="1006543" y="110075"/>
                  </a:lnTo>
                  <a:lnTo>
                    <a:pt x="1078439" y="113619"/>
                  </a:lnTo>
                  <a:lnTo>
                    <a:pt x="1150335" y="117097"/>
                  </a:lnTo>
                  <a:lnTo>
                    <a:pt x="1222231" y="120507"/>
                  </a:lnTo>
                  <a:lnTo>
                    <a:pt x="1294127" y="123844"/>
                  </a:lnTo>
                  <a:lnTo>
                    <a:pt x="1366023" y="127103"/>
                  </a:lnTo>
                  <a:lnTo>
                    <a:pt x="1437919" y="130280"/>
                  </a:lnTo>
                  <a:lnTo>
                    <a:pt x="1509815" y="133371"/>
                  </a:lnTo>
                  <a:lnTo>
                    <a:pt x="1581711" y="136368"/>
                  </a:lnTo>
                  <a:lnTo>
                    <a:pt x="1653607" y="139268"/>
                  </a:lnTo>
                  <a:lnTo>
                    <a:pt x="1725503" y="142064"/>
                  </a:lnTo>
                  <a:lnTo>
                    <a:pt x="1797399" y="144750"/>
                  </a:lnTo>
                  <a:lnTo>
                    <a:pt x="1869295" y="147320"/>
                  </a:lnTo>
                  <a:lnTo>
                    <a:pt x="1941191" y="149766"/>
                  </a:lnTo>
                  <a:lnTo>
                    <a:pt x="2013087" y="152082"/>
                  </a:lnTo>
                  <a:lnTo>
                    <a:pt x="2084983" y="154259"/>
                  </a:lnTo>
                  <a:lnTo>
                    <a:pt x="2156879" y="156290"/>
                  </a:lnTo>
                  <a:lnTo>
                    <a:pt x="2228775" y="158167"/>
                  </a:lnTo>
                  <a:lnTo>
                    <a:pt x="2300671" y="159882"/>
                  </a:lnTo>
                  <a:lnTo>
                    <a:pt x="2372567" y="161425"/>
                  </a:lnTo>
                  <a:lnTo>
                    <a:pt x="2444463" y="162789"/>
                  </a:lnTo>
                  <a:lnTo>
                    <a:pt x="2516359" y="163964"/>
                  </a:lnTo>
                  <a:lnTo>
                    <a:pt x="2588255" y="164941"/>
                  </a:lnTo>
                  <a:lnTo>
                    <a:pt x="2660151" y="165712"/>
                  </a:lnTo>
                  <a:lnTo>
                    <a:pt x="2732047" y="166269"/>
                  </a:lnTo>
                  <a:lnTo>
                    <a:pt x="2803943" y="166603"/>
                  </a:lnTo>
                  <a:lnTo>
                    <a:pt x="2875839" y="166706"/>
                  </a:lnTo>
                  <a:lnTo>
                    <a:pt x="2947735" y="166572"/>
                  </a:lnTo>
                  <a:lnTo>
                    <a:pt x="3019631" y="166193"/>
                  </a:lnTo>
                  <a:lnTo>
                    <a:pt x="3091527" y="165565"/>
                  </a:lnTo>
                  <a:lnTo>
                    <a:pt x="3163423" y="164681"/>
                  </a:lnTo>
                  <a:lnTo>
                    <a:pt x="3235319" y="163540"/>
                  </a:lnTo>
                  <a:lnTo>
                    <a:pt x="3307215" y="162137"/>
                  </a:lnTo>
                  <a:lnTo>
                    <a:pt x="3379111" y="160471"/>
                  </a:lnTo>
                  <a:lnTo>
                    <a:pt x="3451007" y="158543"/>
                  </a:lnTo>
                  <a:lnTo>
                    <a:pt x="3522902" y="156352"/>
                  </a:lnTo>
                  <a:lnTo>
                    <a:pt x="3594798" y="153901"/>
                  </a:lnTo>
                  <a:lnTo>
                    <a:pt x="3666694" y="151194"/>
                  </a:lnTo>
                  <a:lnTo>
                    <a:pt x="3738590" y="148233"/>
                  </a:lnTo>
                  <a:lnTo>
                    <a:pt x="3810486" y="145025"/>
                  </a:lnTo>
                  <a:lnTo>
                    <a:pt x="3882382" y="141576"/>
                  </a:lnTo>
                  <a:lnTo>
                    <a:pt x="3954278" y="137892"/>
                  </a:lnTo>
                  <a:lnTo>
                    <a:pt x="4026174" y="133981"/>
                  </a:lnTo>
                  <a:lnTo>
                    <a:pt x="4098070" y="129850"/>
                  </a:lnTo>
                  <a:lnTo>
                    <a:pt x="4169966" y="125509"/>
                  </a:lnTo>
                  <a:lnTo>
                    <a:pt x="4241862" y="120965"/>
                  </a:lnTo>
                  <a:lnTo>
                    <a:pt x="4313758" y="116228"/>
                  </a:lnTo>
                  <a:lnTo>
                    <a:pt x="4385654" y="111306"/>
                  </a:lnTo>
                  <a:lnTo>
                    <a:pt x="4457550" y="106208"/>
                  </a:lnTo>
                  <a:lnTo>
                    <a:pt x="4529446" y="100943"/>
                  </a:lnTo>
                  <a:lnTo>
                    <a:pt x="4601342" y="95519"/>
                  </a:lnTo>
                  <a:lnTo>
                    <a:pt x="4673238" y="89944"/>
                  </a:lnTo>
                  <a:lnTo>
                    <a:pt x="4745134" y="84227"/>
                  </a:lnTo>
                  <a:lnTo>
                    <a:pt x="4817030" y="78375"/>
                  </a:lnTo>
                  <a:lnTo>
                    <a:pt x="4888926" y="72395"/>
                  </a:lnTo>
                  <a:lnTo>
                    <a:pt x="4960822" y="66295"/>
                  </a:lnTo>
                  <a:lnTo>
                    <a:pt x="5032718" y="60082"/>
                  </a:lnTo>
                  <a:lnTo>
                    <a:pt x="5104614" y="53761"/>
                  </a:lnTo>
                  <a:lnTo>
                    <a:pt x="5176510" y="47340"/>
                  </a:lnTo>
                  <a:lnTo>
                    <a:pt x="5248406" y="40823"/>
                  </a:lnTo>
                  <a:lnTo>
                    <a:pt x="5320302" y="34216"/>
                  </a:lnTo>
                  <a:lnTo>
                    <a:pt x="5392198" y="27524"/>
                  </a:lnTo>
                  <a:lnTo>
                    <a:pt x="5464094" y="20752"/>
                  </a:lnTo>
                  <a:lnTo>
                    <a:pt x="5535990" y="13904"/>
                  </a:lnTo>
                  <a:lnTo>
                    <a:pt x="5607886" y="6986"/>
                  </a:lnTo>
                  <a:lnTo>
                    <a:pt x="5679782" y="0"/>
                  </a:lnTo>
                  <a:lnTo>
                    <a:pt x="5679782" y="555678"/>
                  </a:lnTo>
                  <a:lnTo>
                    <a:pt x="5607886" y="552170"/>
                  </a:lnTo>
                  <a:lnTo>
                    <a:pt x="5535990" y="548729"/>
                  </a:lnTo>
                  <a:lnTo>
                    <a:pt x="5464094" y="545359"/>
                  </a:lnTo>
                  <a:lnTo>
                    <a:pt x="5392198" y="542065"/>
                  </a:lnTo>
                  <a:lnTo>
                    <a:pt x="5320302" y="538851"/>
                  </a:lnTo>
                  <a:lnTo>
                    <a:pt x="5248406" y="535722"/>
                  </a:lnTo>
                  <a:lnTo>
                    <a:pt x="5176510" y="532683"/>
                  </a:lnTo>
                  <a:lnTo>
                    <a:pt x="5104614" y="529739"/>
                  </a:lnTo>
                  <a:lnTo>
                    <a:pt x="5032718" y="526896"/>
                  </a:lnTo>
                  <a:lnTo>
                    <a:pt x="4960822" y="524161"/>
                  </a:lnTo>
                  <a:lnTo>
                    <a:pt x="4888926" y="521539"/>
                  </a:lnTo>
                  <a:lnTo>
                    <a:pt x="4817030" y="519037"/>
                  </a:lnTo>
                  <a:lnTo>
                    <a:pt x="4745134" y="516663"/>
                  </a:lnTo>
                  <a:lnTo>
                    <a:pt x="4673238" y="514424"/>
                  </a:lnTo>
                  <a:lnTo>
                    <a:pt x="4601342" y="512327"/>
                  </a:lnTo>
                  <a:lnTo>
                    <a:pt x="4529446" y="510381"/>
                  </a:lnTo>
                  <a:lnTo>
                    <a:pt x="4457550" y="508593"/>
                  </a:lnTo>
                  <a:lnTo>
                    <a:pt x="4385654" y="506973"/>
                  </a:lnTo>
                  <a:lnTo>
                    <a:pt x="4313758" y="505529"/>
                  </a:lnTo>
                  <a:lnTo>
                    <a:pt x="4241862" y="504270"/>
                  </a:lnTo>
                  <a:lnTo>
                    <a:pt x="4169966" y="503204"/>
                  </a:lnTo>
                  <a:lnTo>
                    <a:pt x="4098070" y="502341"/>
                  </a:lnTo>
                  <a:lnTo>
                    <a:pt x="4026174" y="501688"/>
                  </a:lnTo>
                  <a:lnTo>
                    <a:pt x="3954278" y="501255"/>
                  </a:lnTo>
                  <a:lnTo>
                    <a:pt x="3882382" y="501049"/>
                  </a:lnTo>
                  <a:lnTo>
                    <a:pt x="3810486" y="501077"/>
                  </a:lnTo>
                  <a:lnTo>
                    <a:pt x="3738590" y="501347"/>
                  </a:lnTo>
                  <a:lnTo>
                    <a:pt x="3666694" y="501865"/>
                  </a:lnTo>
                  <a:lnTo>
                    <a:pt x="3594798" y="502635"/>
                  </a:lnTo>
                  <a:lnTo>
                    <a:pt x="3522902" y="503662"/>
                  </a:lnTo>
                  <a:lnTo>
                    <a:pt x="3451007" y="504949"/>
                  </a:lnTo>
                  <a:lnTo>
                    <a:pt x="3379111" y="506499"/>
                  </a:lnTo>
                  <a:lnTo>
                    <a:pt x="3307215" y="508311"/>
                  </a:lnTo>
                  <a:lnTo>
                    <a:pt x="3235319" y="510386"/>
                  </a:lnTo>
                  <a:lnTo>
                    <a:pt x="3163423" y="512722"/>
                  </a:lnTo>
                  <a:lnTo>
                    <a:pt x="3091527" y="515317"/>
                  </a:lnTo>
                  <a:lnTo>
                    <a:pt x="3019631" y="518166"/>
                  </a:lnTo>
                  <a:lnTo>
                    <a:pt x="2947735" y="521265"/>
                  </a:lnTo>
                  <a:lnTo>
                    <a:pt x="2875839" y="524609"/>
                  </a:lnTo>
                  <a:lnTo>
                    <a:pt x="2803943" y="528190"/>
                  </a:lnTo>
                  <a:lnTo>
                    <a:pt x="2732047" y="532002"/>
                  </a:lnTo>
                  <a:lnTo>
                    <a:pt x="2660151" y="536037"/>
                  </a:lnTo>
                  <a:lnTo>
                    <a:pt x="2588255" y="540286"/>
                  </a:lnTo>
                  <a:lnTo>
                    <a:pt x="2516359" y="544741"/>
                  </a:lnTo>
                  <a:lnTo>
                    <a:pt x="2444463" y="549394"/>
                  </a:lnTo>
                  <a:lnTo>
                    <a:pt x="2372567" y="554235"/>
                  </a:lnTo>
                  <a:lnTo>
                    <a:pt x="2300671" y="559256"/>
                  </a:lnTo>
                  <a:lnTo>
                    <a:pt x="2228775" y="564449"/>
                  </a:lnTo>
                  <a:lnTo>
                    <a:pt x="2156879" y="569804"/>
                  </a:lnTo>
                  <a:lnTo>
                    <a:pt x="2084983" y="575313"/>
                  </a:lnTo>
                  <a:lnTo>
                    <a:pt x="2013087" y="580968"/>
                  </a:lnTo>
                  <a:lnTo>
                    <a:pt x="1941191" y="586762"/>
                  </a:lnTo>
                  <a:lnTo>
                    <a:pt x="1869295" y="592686"/>
                  </a:lnTo>
                  <a:lnTo>
                    <a:pt x="1797399" y="598733"/>
                  </a:lnTo>
                  <a:lnTo>
                    <a:pt x="1725503" y="604897"/>
                  </a:lnTo>
                  <a:lnTo>
                    <a:pt x="1653607" y="611171"/>
                  </a:lnTo>
                  <a:lnTo>
                    <a:pt x="1581711" y="617549"/>
                  </a:lnTo>
                  <a:lnTo>
                    <a:pt x="1509815" y="624024"/>
                  </a:lnTo>
                  <a:lnTo>
                    <a:pt x="1437919" y="630592"/>
                  </a:lnTo>
                  <a:lnTo>
                    <a:pt x="1366023" y="637247"/>
                  </a:lnTo>
                  <a:lnTo>
                    <a:pt x="1294127" y="643985"/>
                  </a:lnTo>
                  <a:lnTo>
                    <a:pt x="1222231" y="650799"/>
                  </a:lnTo>
                  <a:lnTo>
                    <a:pt x="1150335" y="657687"/>
                  </a:lnTo>
                  <a:lnTo>
                    <a:pt x="1078439" y="664644"/>
                  </a:lnTo>
                  <a:lnTo>
                    <a:pt x="1006543" y="671666"/>
                  </a:lnTo>
                  <a:lnTo>
                    <a:pt x="934647" y="678749"/>
                  </a:lnTo>
                  <a:lnTo>
                    <a:pt x="862751" y="685891"/>
                  </a:lnTo>
                  <a:lnTo>
                    <a:pt x="790855" y="693088"/>
                  </a:lnTo>
                  <a:lnTo>
                    <a:pt x="718959" y="700336"/>
                  </a:lnTo>
                  <a:lnTo>
                    <a:pt x="647063" y="707634"/>
                  </a:lnTo>
                  <a:lnTo>
                    <a:pt x="575167" y="714979"/>
                  </a:lnTo>
                  <a:lnTo>
                    <a:pt x="503271" y="722368"/>
                  </a:lnTo>
                  <a:lnTo>
                    <a:pt x="431375" y="729798"/>
                  </a:lnTo>
                  <a:lnTo>
                    <a:pt x="359479" y="737269"/>
                  </a:lnTo>
                  <a:lnTo>
                    <a:pt x="287583" y="744777"/>
                  </a:lnTo>
                  <a:lnTo>
                    <a:pt x="215687" y="752320"/>
                  </a:lnTo>
                  <a:lnTo>
                    <a:pt x="143791" y="759898"/>
                  </a:lnTo>
                  <a:lnTo>
                    <a:pt x="71895" y="767508"/>
                  </a:lnTo>
                  <a:lnTo>
                    <a:pt x="0" y="775149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56863" y="2214550"/>
              <a:ext cx="5679782" cy="166706"/>
            </a:xfrm>
            <a:custGeom>
              <a:avLst/>
              <a:gdLst/>
              <a:ahLst/>
              <a:cxnLst/>
              <a:rect l="0" t="0" r="0" b="0"/>
              <a:pathLst>
                <a:path w="5679782" h="166706">
                  <a:moveTo>
                    <a:pt x="0" y="55282"/>
                  </a:moveTo>
                  <a:lnTo>
                    <a:pt x="71895" y="59445"/>
                  </a:lnTo>
                  <a:lnTo>
                    <a:pt x="143791" y="63577"/>
                  </a:lnTo>
                  <a:lnTo>
                    <a:pt x="215687" y="67677"/>
                  </a:lnTo>
                  <a:lnTo>
                    <a:pt x="287583" y="71743"/>
                  </a:lnTo>
                  <a:lnTo>
                    <a:pt x="359479" y="75773"/>
                  </a:lnTo>
                  <a:lnTo>
                    <a:pt x="431375" y="79765"/>
                  </a:lnTo>
                  <a:lnTo>
                    <a:pt x="503271" y="83718"/>
                  </a:lnTo>
                  <a:lnTo>
                    <a:pt x="575167" y="87629"/>
                  </a:lnTo>
                  <a:lnTo>
                    <a:pt x="647063" y="91495"/>
                  </a:lnTo>
                  <a:lnTo>
                    <a:pt x="718959" y="95315"/>
                  </a:lnTo>
                  <a:lnTo>
                    <a:pt x="790855" y="99086"/>
                  </a:lnTo>
                  <a:lnTo>
                    <a:pt x="862751" y="102805"/>
                  </a:lnTo>
                  <a:lnTo>
                    <a:pt x="934647" y="106469"/>
                  </a:lnTo>
                  <a:lnTo>
                    <a:pt x="1006543" y="110075"/>
                  </a:lnTo>
                  <a:lnTo>
                    <a:pt x="1078439" y="113619"/>
                  </a:lnTo>
                  <a:lnTo>
                    <a:pt x="1150335" y="117097"/>
                  </a:lnTo>
                  <a:lnTo>
                    <a:pt x="1222231" y="120507"/>
                  </a:lnTo>
                  <a:lnTo>
                    <a:pt x="1294127" y="123844"/>
                  </a:lnTo>
                  <a:lnTo>
                    <a:pt x="1366023" y="127103"/>
                  </a:lnTo>
                  <a:lnTo>
                    <a:pt x="1437919" y="130280"/>
                  </a:lnTo>
                  <a:lnTo>
                    <a:pt x="1509815" y="133371"/>
                  </a:lnTo>
                  <a:lnTo>
                    <a:pt x="1581711" y="136368"/>
                  </a:lnTo>
                  <a:lnTo>
                    <a:pt x="1653607" y="139268"/>
                  </a:lnTo>
                  <a:lnTo>
                    <a:pt x="1725503" y="142064"/>
                  </a:lnTo>
                  <a:lnTo>
                    <a:pt x="1797399" y="144750"/>
                  </a:lnTo>
                  <a:lnTo>
                    <a:pt x="1869295" y="147320"/>
                  </a:lnTo>
                  <a:lnTo>
                    <a:pt x="1941191" y="149766"/>
                  </a:lnTo>
                  <a:lnTo>
                    <a:pt x="2013087" y="152082"/>
                  </a:lnTo>
                  <a:lnTo>
                    <a:pt x="2084983" y="154259"/>
                  </a:lnTo>
                  <a:lnTo>
                    <a:pt x="2156879" y="156290"/>
                  </a:lnTo>
                  <a:lnTo>
                    <a:pt x="2228775" y="158167"/>
                  </a:lnTo>
                  <a:lnTo>
                    <a:pt x="2300671" y="159882"/>
                  </a:lnTo>
                  <a:lnTo>
                    <a:pt x="2372567" y="161425"/>
                  </a:lnTo>
                  <a:lnTo>
                    <a:pt x="2444463" y="162789"/>
                  </a:lnTo>
                  <a:lnTo>
                    <a:pt x="2516359" y="163964"/>
                  </a:lnTo>
                  <a:lnTo>
                    <a:pt x="2588255" y="164941"/>
                  </a:lnTo>
                  <a:lnTo>
                    <a:pt x="2660151" y="165712"/>
                  </a:lnTo>
                  <a:lnTo>
                    <a:pt x="2732047" y="166269"/>
                  </a:lnTo>
                  <a:lnTo>
                    <a:pt x="2803943" y="166603"/>
                  </a:lnTo>
                  <a:lnTo>
                    <a:pt x="2875839" y="166706"/>
                  </a:lnTo>
                  <a:lnTo>
                    <a:pt x="2947735" y="166572"/>
                  </a:lnTo>
                  <a:lnTo>
                    <a:pt x="3019631" y="166193"/>
                  </a:lnTo>
                  <a:lnTo>
                    <a:pt x="3091527" y="165565"/>
                  </a:lnTo>
                  <a:lnTo>
                    <a:pt x="3163423" y="164681"/>
                  </a:lnTo>
                  <a:lnTo>
                    <a:pt x="3235319" y="163540"/>
                  </a:lnTo>
                  <a:lnTo>
                    <a:pt x="3307215" y="162137"/>
                  </a:lnTo>
                  <a:lnTo>
                    <a:pt x="3379111" y="160471"/>
                  </a:lnTo>
                  <a:lnTo>
                    <a:pt x="3451007" y="158543"/>
                  </a:lnTo>
                  <a:lnTo>
                    <a:pt x="3522902" y="156352"/>
                  </a:lnTo>
                  <a:lnTo>
                    <a:pt x="3594798" y="153901"/>
                  </a:lnTo>
                  <a:lnTo>
                    <a:pt x="3666694" y="151194"/>
                  </a:lnTo>
                  <a:lnTo>
                    <a:pt x="3738590" y="148233"/>
                  </a:lnTo>
                  <a:lnTo>
                    <a:pt x="3810486" y="145025"/>
                  </a:lnTo>
                  <a:lnTo>
                    <a:pt x="3882382" y="141576"/>
                  </a:lnTo>
                  <a:lnTo>
                    <a:pt x="3954278" y="137892"/>
                  </a:lnTo>
                  <a:lnTo>
                    <a:pt x="4026174" y="133981"/>
                  </a:lnTo>
                  <a:lnTo>
                    <a:pt x="4098070" y="129850"/>
                  </a:lnTo>
                  <a:lnTo>
                    <a:pt x="4169966" y="125509"/>
                  </a:lnTo>
                  <a:lnTo>
                    <a:pt x="4241862" y="120965"/>
                  </a:lnTo>
                  <a:lnTo>
                    <a:pt x="4313758" y="116228"/>
                  </a:lnTo>
                  <a:lnTo>
                    <a:pt x="4385654" y="111306"/>
                  </a:lnTo>
                  <a:lnTo>
                    <a:pt x="4457550" y="106208"/>
                  </a:lnTo>
                  <a:lnTo>
                    <a:pt x="4529446" y="100943"/>
                  </a:lnTo>
                  <a:lnTo>
                    <a:pt x="4601342" y="95519"/>
                  </a:lnTo>
                  <a:lnTo>
                    <a:pt x="4673238" y="89944"/>
                  </a:lnTo>
                  <a:lnTo>
                    <a:pt x="4745134" y="84227"/>
                  </a:lnTo>
                  <a:lnTo>
                    <a:pt x="4817030" y="78375"/>
                  </a:lnTo>
                  <a:lnTo>
                    <a:pt x="4888926" y="72395"/>
                  </a:lnTo>
                  <a:lnTo>
                    <a:pt x="4960822" y="66295"/>
                  </a:lnTo>
                  <a:lnTo>
                    <a:pt x="5032718" y="60082"/>
                  </a:lnTo>
                  <a:lnTo>
                    <a:pt x="5104614" y="53761"/>
                  </a:lnTo>
                  <a:lnTo>
                    <a:pt x="5176510" y="47340"/>
                  </a:lnTo>
                  <a:lnTo>
                    <a:pt x="5248406" y="40823"/>
                  </a:lnTo>
                  <a:lnTo>
                    <a:pt x="5320302" y="34216"/>
                  </a:lnTo>
                  <a:lnTo>
                    <a:pt x="5392198" y="27524"/>
                  </a:lnTo>
                  <a:lnTo>
                    <a:pt x="5464094" y="20752"/>
                  </a:lnTo>
                  <a:lnTo>
                    <a:pt x="5535990" y="13904"/>
                  </a:lnTo>
                  <a:lnTo>
                    <a:pt x="5607886" y="6986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56863" y="2715599"/>
              <a:ext cx="5679782" cy="274099"/>
            </a:xfrm>
            <a:custGeom>
              <a:avLst/>
              <a:gdLst/>
              <a:ahLst/>
              <a:cxnLst/>
              <a:rect l="0" t="0" r="0" b="0"/>
              <a:pathLst>
                <a:path w="5679782" h="274099">
                  <a:moveTo>
                    <a:pt x="5679782" y="54629"/>
                  </a:moveTo>
                  <a:lnTo>
                    <a:pt x="5607886" y="51120"/>
                  </a:lnTo>
                  <a:lnTo>
                    <a:pt x="5535990" y="47680"/>
                  </a:lnTo>
                  <a:lnTo>
                    <a:pt x="5464094" y="44310"/>
                  </a:lnTo>
                  <a:lnTo>
                    <a:pt x="5392198" y="41016"/>
                  </a:lnTo>
                  <a:lnTo>
                    <a:pt x="5320302" y="37802"/>
                  </a:lnTo>
                  <a:lnTo>
                    <a:pt x="5248406" y="34673"/>
                  </a:lnTo>
                  <a:lnTo>
                    <a:pt x="5176510" y="31634"/>
                  </a:lnTo>
                  <a:lnTo>
                    <a:pt x="5104614" y="28690"/>
                  </a:lnTo>
                  <a:lnTo>
                    <a:pt x="5032718" y="25847"/>
                  </a:lnTo>
                  <a:lnTo>
                    <a:pt x="4960822" y="23111"/>
                  </a:lnTo>
                  <a:lnTo>
                    <a:pt x="4888926" y="20490"/>
                  </a:lnTo>
                  <a:lnTo>
                    <a:pt x="4817030" y="17988"/>
                  </a:lnTo>
                  <a:lnTo>
                    <a:pt x="4745134" y="15614"/>
                  </a:lnTo>
                  <a:lnTo>
                    <a:pt x="4673238" y="13374"/>
                  </a:lnTo>
                  <a:lnTo>
                    <a:pt x="4601342" y="11278"/>
                  </a:lnTo>
                  <a:lnTo>
                    <a:pt x="4529446" y="9331"/>
                  </a:lnTo>
                  <a:lnTo>
                    <a:pt x="4457550" y="7544"/>
                  </a:lnTo>
                  <a:lnTo>
                    <a:pt x="4385654" y="5924"/>
                  </a:lnTo>
                  <a:lnTo>
                    <a:pt x="4313758" y="4480"/>
                  </a:lnTo>
                  <a:lnTo>
                    <a:pt x="4241862" y="3221"/>
                  </a:lnTo>
                  <a:lnTo>
                    <a:pt x="4169966" y="2155"/>
                  </a:lnTo>
                  <a:lnTo>
                    <a:pt x="4098070" y="1291"/>
                  </a:lnTo>
                  <a:lnTo>
                    <a:pt x="4026174" y="639"/>
                  </a:lnTo>
                  <a:lnTo>
                    <a:pt x="3954278" y="206"/>
                  </a:lnTo>
                  <a:lnTo>
                    <a:pt x="3882382" y="0"/>
                  </a:lnTo>
                  <a:lnTo>
                    <a:pt x="3810486" y="28"/>
                  </a:lnTo>
                  <a:lnTo>
                    <a:pt x="3738590" y="298"/>
                  </a:lnTo>
                  <a:lnTo>
                    <a:pt x="3666694" y="815"/>
                  </a:lnTo>
                  <a:lnTo>
                    <a:pt x="3594798" y="1586"/>
                  </a:lnTo>
                  <a:lnTo>
                    <a:pt x="3522902" y="2613"/>
                  </a:lnTo>
                  <a:lnTo>
                    <a:pt x="3451007" y="3900"/>
                  </a:lnTo>
                  <a:lnTo>
                    <a:pt x="3379111" y="5449"/>
                  </a:lnTo>
                  <a:lnTo>
                    <a:pt x="3307215" y="7262"/>
                  </a:lnTo>
                  <a:lnTo>
                    <a:pt x="3235319" y="9337"/>
                  </a:lnTo>
                  <a:lnTo>
                    <a:pt x="3163423" y="11673"/>
                  </a:lnTo>
                  <a:lnTo>
                    <a:pt x="3091527" y="14267"/>
                  </a:lnTo>
                  <a:lnTo>
                    <a:pt x="3019631" y="17117"/>
                  </a:lnTo>
                  <a:lnTo>
                    <a:pt x="2947735" y="20216"/>
                  </a:lnTo>
                  <a:lnTo>
                    <a:pt x="2875839" y="23560"/>
                  </a:lnTo>
                  <a:lnTo>
                    <a:pt x="2803943" y="27141"/>
                  </a:lnTo>
                  <a:lnTo>
                    <a:pt x="2732047" y="30953"/>
                  </a:lnTo>
                  <a:lnTo>
                    <a:pt x="2660151" y="34987"/>
                  </a:lnTo>
                  <a:lnTo>
                    <a:pt x="2588255" y="39236"/>
                  </a:lnTo>
                  <a:lnTo>
                    <a:pt x="2516359" y="43692"/>
                  </a:lnTo>
                  <a:lnTo>
                    <a:pt x="2444463" y="48344"/>
                  </a:lnTo>
                  <a:lnTo>
                    <a:pt x="2372567" y="53186"/>
                  </a:lnTo>
                  <a:lnTo>
                    <a:pt x="2300671" y="58207"/>
                  </a:lnTo>
                  <a:lnTo>
                    <a:pt x="2228775" y="63399"/>
                  </a:lnTo>
                  <a:lnTo>
                    <a:pt x="2156879" y="68754"/>
                  </a:lnTo>
                  <a:lnTo>
                    <a:pt x="2084983" y="74263"/>
                  </a:lnTo>
                  <a:lnTo>
                    <a:pt x="2013087" y="79919"/>
                  </a:lnTo>
                  <a:lnTo>
                    <a:pt x="1941191" y="85712"/>
                  </a:lnTo>
                  <a:lnTo>
                    <a:pt x="1869295" y="91636"/>
                  </a:lnTo>
                  <a:lnTo>
                    <a:pt x="1797399" y="97684"/>
                  </a:lnTo>
                  <a:lnTo>
                    <a:pt x="1725503" y="103848"/>
                  </a:lnTo>
                  <a:lnTo>
                    <a:pt x="1653607" y="110122"/>
                  </a:lnTo>
                  <a:lnTo>
                    <a:pt x="1581711" y="116499"/>
                  </a:lnTo>
                  <a:lnTo>
                    <a:pt x="1509815" y="122975"/>
                  </a:lnTo>
                  <a:lnTo>
                    <a:pt x="1437919" y="129543"/>
                  </a:lnTo>
                  <a:lnTo>
                    <a:pt x="1366023" y="136198"/>
                  </a:lnTo>
                  <a:lnTo>
                    <a:pt x="1294127" y="142935"/>
                  </a:lnTo>
                  <a:lnTo>
                    <a:pt x="1222231" y="149750"/>
                  </a:lnTo>
                  <a:lnTo>
                    <a:pt x="1150335" y="156638"/>
                  </a:lnTo>
                  <a:lnTo>
                    <a:pt x="1078439" y="163594"/>
                  </a:lnTo>
                  <a:lnTo>
                    <a:pt x="1006543" y="170616"/>
                  </a:lnTo>
                  <a:lnTo>
                    <a:pt x="934647" y="177700"/>
                  </a:lnTo>
                  <a:lnTo>
                    <a:pt x="862751" y="184842"/>
                  </a:lnTo>
                  <a:lnTo>
                    <a:pt x="790855" y="192038"/>
                  </a:lnTo>
                  <a:lnTo>
                    <a:pt x="718959" y="199287"/>
                  </a:lnTo>
                  <a:lnTo>
                    <a:pt x="647063" y="206585"/>
                  </a:lnTo>
                  <a:lnTo>
                    <a:pt x="575167" y="213930"/>
                  </a:lnTo>
                  <a:lnTo>
                    <a:pt x="503271" y="221318"/>
                  </a:lnTo>
                  <a:lnTo>
                    <a:pt x="431375" y="228749"/>
                  </a:lnTo>
                  <a:lnTo>
                    <a:pt x="359479" y="236219"/>
                  </a:lnTo>
                  <a:lnTo>
                    <a:pt x="287583" y="243727"/>
                  </a:lnTo>
                  <a:lnTo>
                    <a:pt x="215687" y="251271"/>
                  </a:lnTo>
                  <a:lnTo>
                    <a:pt x="143791" y="258849"/>
                  </a:lnTo>
                  <a:lnTo>
                    <a:pt x="71895" y="266459"/>
                  </a:lnTo>
                  <a:lnTo>
                    <a:pt x="0" y="27409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56863" y="2492389"/>
              <a:ext cx="5679782" cy="137376"/>
            </a:xfrm>
            <a:custGeom>
              <a:avLst/>
              <a:gdLst/>
              <a:ahLst/>
              <a:cxnLst/>
              <a:rect l="0" t="0" r="0" b="0"/>
              <a:pathLst>
                <a:path w="5679782" h="137376">
                  <a:moveTo>
                    <a:pt x="0" y="137376"/>
                  </a:moveTo>
                  <a:lnTo>
                    <a:pt x="71895" y="135637"/>
                  </a:lnTo>
                  <a:lnTo>
                    <a:pt x="143791" y="133898"/>
                  </a:lnTo>
                  <a:lnTo>
                    <a:pt x="215687" y="132159"/>
                  </a:lnTo>
                  <a:lnTo>
                    <a:pt x="287583" y="130420"/>
                  </a:lnTo>
                  <a:lnTo>
                    <a:pt x="359479" y="128681"/>
                  </a:lnTo>
                  <a:lnTo>
                    <a:pt x="431375" y="126942"/>
                  </a:lnTo>
                  <a:lnTo>
                    <a:pt x="503271" y="125203"/>
                  </a:lnTo>
                  <a:lnTo>
                    <a:pt x="575167" y="123465"/>
                  </a:lnTo>
                  <a:lnTo>
                    <a:pt x="647063" y="121726"/>
                  </a:lnTo>
                  <a:lnTo>
                    <a:pt x="718959" y="119987"/>
                  </a:lnTo>
                  <a:lnTo>
                    <a:pt x="790855" y="118248"/>
                  </a:lnTo>
                  <a:lnTo>
                    <a:pt x="862751" y="116509"/>
                  </a:lnTo>
                  <a:lnTo>
                    <a:pt x="934647" y="114770"/>
                  </a:lnTo>
                  <a:lnTo>
                    <a:pt x="1006543" y="113031"/>
                  </a:lnTo>
                  <a:lnTo>
                    <a:pt x="1078439" y="111292"/>
                  </a:lnTo>
                  <a:lnTo>
                    <a:pt x="1150335" y="109553"/>
                  </a:lnTo>
                  <a:lnTo>
                    <a:pt x="1222231" y="107814"/>
                  </a:lnTo>
                  <a:lnTo>
                    <a:pt x="1294127" y="106075"/>
                  </a:lnTo>
                  <a:lnTo>
                    <a:pt x="1366023" y="104336"/>
                  </a:lnTo>
                  <a:lnTo>
                    <a:pt x="1437919" y="102597"/>
                  </a:lnTo>
                  <a:lnTo>
                    <a:pt x="1509815" y="100858"/>
                  </a:lnTo>
                  <a:lnTo>
                    <a:pt x="1581711" y="99119"/>
                  </a:lnTo>
                  <a:lnTo>
                    <a:pt x="1653607" y="97380"/>
                  </a:lnTo>
                  <a:lnTo>
                    <a:pt x="1725503" y="95641"/>
                  </a:lnTo>
                  <a:lnTo>
                    <a:pt x="1797399" y="93902"/>
                  </a:lnTo>
                  <a:lnTo>
                    <a:pt x="1869295" y="92164"/>
                  </a:lnTo>
                  <a:lnTo>
                    <a:pt x="1941191" y="90425"/>
                  </a:lnTo>
                  <a:lnTo>
                    <a:pt x="2013087" y="88686"/>
                  </a:lnTo>
                  <a:lnTo>
                    <a:pt x="2084983" y="86947"/>
                  </a:lnTo>
                  <a:lnTo>
                    <a:pt x="2156879" y="85208"/>
                  </a:lnTo>
                  <a:lnTo>
                    <a:pt x="2228775" y="83469"/>
                  </a:lnTo>
                  <a:lnTo>
                    <a:pt x="2300671" y="81730"/>
                  </a:lnTo>
                  <a:lnTo>
                    <a:pt x="2372567" y="79991"/>
                  </a:lnTo>
                  <a:lnTo>
                    <a:pt x="2444463" y="78252"/>
                  </a:lnTo>
                  <a:lnTo>
                    <a:pt x="2516359" y="76513"/>
                  </a:lnTo>
                  <a:lnTo>
                    <a:pt x="2588255" y="74774"/>
                  </a:lnTo>
                  <a:lnTo>
                    <a:pt x="2660151" y="73035"/>
                  </a:lnTo>
                  <a:lnTo>
                    <a:pt x="2732047" y="71296"/>
                  </a:lnTo>
                  <a:lnTo>
                    <a:pt x="2803943" y="69557"/>
                  </a:lnTo>
                  <a:lnTo>
                    <a:pt x="2875839" y="67818"/>
                  </a:lnTo>
                  <a:lnTo>
                    <a:pt x="2947735" y="66079"/>
                  </a:lnTo>
                  <a:lnTo>
                    <a:pt x="3019631" y="64340"/>
                  </a:lnTo>
                  <a:lnTo>
                    <a:pt x="3091527" y="62601"/>
                  </a:lnTo>
                  <a:lnTo>
                    <a:pt x="3163423" y="60863"/>
                  </a:lnTo>
                  <a:lnTo>
                    <a:pt x="3235319" y="59124"/>
                  </a:lnTo>
                  <a:lnTo>
                    <a:pt x="3307215" y="57385"/>
                  </a:lnTo>
                  <a:lnTo>
                    <a:pt x="3379111" y="55646"/>
                  </a:lnTo>
                  <a:lnTo>
                    <a:pt x="3451007" y="53907"/>
                  </a:lnTo>
                  <a:lnTo>
                    <a:pt x="3522902" y="52168"/>
                  </a:lnTo>
                  <a:lnTo>
                    <a:pt x="3594798" y="50429"/>
                  </a:lnTo>
                  <a:lnTo>
                    <a:pt x="3666694" y="48690"/>
                  </a:lnTo>
                  <a:lnTo>
                    <a:pt x="3738590" y="46951"/>
                  </a:lnTo>
                  <a:lnTo>
                    <a:pt x="3810486" y="45212"/>
                  </a:lnTo>
                  <a:lnTo>
                    <a:pt x="3882382" y="43473"/>
                  </a:lnTo>
                  <a:lnTo>
                    <a:pt x="3954278" y="41734"/>
                  </a:lnTo>
                  <a:lnTo>
                    <a:pt x="4026174" y="39995"/>
                  </a:lnTo>
                  <a:lnTo>
                    <a:pt x="4098070" y="38256"/>
                  </a:lnTo>
                  <a:lnTo>
                    <a:pt x="4169966" y="36517"/>
                  </a:lnTo>
                  <a:lnTo>
                    <a:pt x="4241862" y="34778"/>
                  </a:lnTo>
                  <a:lnTo>
                    <a:pt x="4313758" y="33039"/>
                  </a:lnTo>
                  <a:lnTo>
                    <a:pt x="4385654" y="31300"/>
                  </a:lnTo>
                  <a:lnTo>
                    <a:pt x="4457550" y="29562"/>
                  </a:lnTo>
                  <a:lnTo>
                    <a:pt x="4529446" y="27823"/>
                  </a:lnTo>
                  <a:lnTo>
                    <a:pt x="4601342" y="26084"/>
                  </a:lnTo>
                  <a:lnTo>
                    <a:pt x="4673238" y="24345"/>
                  </a:lnTo>
                  <a:lnTo>
                    <a:pt x="4745134" y="22606"/>
                  </a:lnTo>
                  <a:lnTo>
                    <a:pt x="4817030" y="20867"/>
                  </a:lnTo>
                  <a:lnTo>
                    <a:pt x="4888926" y="19128"/>
                  </a:lnTo>
                  <a:lnTo>
                    <a:pt x="4960822" y="17389"/>
                  </a:lnTo>
                  <a:lnTo>
                    <a:pt x="5032718" y="15650"/>
                  </a:lnTo>
                  <a:lnTo>
                    <a:pt x="5104614" y="13911"/>
                  </a:lnTo>
                  <a:lnTo>
                    <a:pt x="5176510" y="12172"/>
                  </a:lnTo>
                  <a:lnTo>
                    <a:pt x="5248406" y="10433"/>
                  </a:lnTo>
                  <a:lnTo>
                    <a:pt x="5320302" y="8694"/>
                  </a:lnTo>
                  <a:lnTo>
                    <a:pt x="5392198" y="6955"/>
                  </a:lnTo>
                  <a:lnTo>
                    <a:pt x="5464094" y="5216"/>
                  </a:lnTo>
                  <a:lnTo>
                    <a:pt x="5535990" y="3477"/>
                  </a:lnTo>
                  <a:lnTo>
                    <a:pt x="5607886" y="1738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3998279" y="288663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3998279" y="32879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3998279" y="28264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198161" y="30729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198161" y="309324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198161" y="33009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6872847" y="280287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6872847" y="284482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6872847" y="288696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6877943" y="31249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6877943" y="297528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6877943" y="305878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4943651" y="26493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4943651" y="24873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4943651" y="26773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2507423" y="30102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2507423" y="337801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2507423" y="29987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5133637" y="44313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5133637" y="38788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5133637" y="35055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4959155" y="34869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t56"/>
            <p:cNvSpPr/>
            <p:nvPr/>
          </p:nvSpPr>
          <p:spPr>
            <a:xfrm>
              <a:off x="4959155" y="359012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t57"/>
            <p:cNvSpPr/>
            <p:nvPr/>
          </p:nvSpPr>
          <p:spPr>
            <a:xfrm>
              <a:off x="4959155" y="36244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1256863" y="2879199"/>
              <a:ext cx="5679782" cy="784558"/>
            </a:xfrm>
            <a:custGeom>
              <a:avLst/>
              <a:gdLst/>
              <a:ahLst/>
              <a:cxnLst/>
              <a:rect l="0" t="0" r="0" b="0"/>
              <a:pathLst>
                <a:path w="5679782" h="784558">
                  <a:moveTo>
                    <a:pt x="0" y="0"/>
                  </a:moveTo>
                  <a:lnTo>
                    <a:pt x="71895" y="5339"/>
                  </a:lnTo>
                  <a:lnTo>
                    <a:pt x="143791" y="10646"/>
                  </a:lnTo>
                  <a:lnTo>
                    <a:pt x="215687" y="15917"/>
                  </a:lnTo>
                  <a:lnTo>
                    <a:pt x="287583" y="21151"/>
                  </a:lnTo>
                  <a:lnTo>
                    <a:pt x="359479" y="26346"/>
                  </a:lnTo>
                  <a:lnTo>
                    <a:pt x="431375" y="31500"/>
                  </a:lnTo>
                  <a:lnTo>
                    <a:pt x="503271" y="36611"/>
                  </a:lnTo>
                  <a:lnTo>
                    <a:pt x="575167" y="41676"/>
                  </a:lnTo>
                  <a:lnTo>
                    <a:pt x="647063" y="46693"/>
                  </a:lnTo>
                  <a:lnTo>
                    <a:pt x="718959" y="51660"/>
                  </a:lnTo>
                  <a:lnTo>
                    <a:pt x="790855" y="56572"/>
                  </a:lnTo>
                  <a:lnTo>
                    <a:pt x="862751" y="61428"/>
                  </a:lnTo>
                  <a:lnTo>
                    <a:pt x="934647" y="66224"/>
                  </a:lnTo>
                  <a:lnTo>
                    <a:pt x="1006543" y="70957"/>
                  </a:lnTo>
                  <a:lnTo>
                    <a:pt x="1078439" y="75622"/>
                  </a:lnTo>
                  <a:lnTo>
                    <a:pt x="1150335" y="80216"/>
                  </a:lnTo>
                  <a:lnTo>
                    <a:pt x="1222231" y="84736"/>
                  </a:lnTo>
                  <a:lnTo>
                    <a:pt x="1294127" y="89175"/>
                  </a:lnTo>
                  <a:lnTo>
                    <a:pt x="1366023" y="93530"/>
                  </a:lnTo>
                  <a:lnTo>
                    <a:pt x="1437919" y="97796"/>
                  </a:lnTo>
                  <a:lnTo>
                    <a:pt x="1509815" y="101966"/>
                  </a:lnTo>
                  <a:lnTo>
                    <a:pt x="1581711" y="106036"/>
                  </a:lnTo>
                  <a:lnTo>
                    <a:pt x="1653607" y="110000"/>
                  </a:lnTo>
                  <a:lnTo>
                    <a:pt x="1725503" y="113850"/>
                  </a:lnTo>
                  <a:lnTo>
                    <a:pt x="1797399" y="117580"/>
                  </a:lnTo>
                  <a:lnTo>
                    <a:pt x="1869295" y="121184"/>
                  </a:lnTo>
                  <a:lnTo>
                    <a:pt x="1941191" y="124653"/>
                  </a:lnTo>
                  <a:lnTo>
                    <a:pt x="2013087" y="127979"/>
                  </a:lnTo>
                  <a:lnTo>
                    <a:pt x="2084983" y="131155"/>
                  </a:lnTo>
                  <a:lnTo>
                    <a:pt x="2156879" y="134172"/>
                  </a:lnTo>
                  <a:lnTo>
                    <a:pt x="2228775" y="137020"/>
                  </a:lnTo>
                  <a:lnTo>
                    <a:pt x="2300671" y="139692"/>
                  </a:lnTo>
                  <a:lnTo>
                    <a:pt x="2372567" y="142177"/>
                  </a:lnTo>
                  <a:lnTo>
                    <a:pt x="2444463" y="144466"/>
                  </a:lnTo>
                  <a:lnTo>
                    <a:pt x="2516359" y="146549"/>
                  </a:lnTo>
                  <a:lnTo>
                    <a:pt x="2588255" y="148417"/>
                  </a:lnTo>
                  <a:lnTo>
                    <a:pt x="2660151" y="150061"/>
                  </a:lnTo>
                  <a:lnTo>
                    <a:pt x="2732047" y="151470"/>
                  </a:lnTo>
                  <a:lnTo>
                    <a:pt x="2803943" y="152637"/>
                  </a:lnTo>
                  <a:lnTo>
                    <a:pt x="2875839" y="153553"/>
                  </a:lnTo>
                  <a:lnTo>
                    <a:pt x="2947735" y="154209"/>
                  </a:lnTo>
                  <a:lnTo>
                    <a:pt x="3019631" y="154599"/>
                  </a:lnTo>
                  <a:lnTo>
                    <a:pt x="3091527" y="154717"/>
                  </a:lnTo>
                  <a:lnTo>
                    <a:pt x="3163423" y="154557"/>
                  </a:lnTo>
                  <a:lnTo>
                    <a:pt x="3235319" y="154116"/>
                  </a:lnTo>
                  <a:lnTo>
                    <a:pt x="3307215" y="153390"/>
                  </a:lnTo>
                  <a:lnTo>
                    <a:pt x="3379111" y="152378"/>
                  </a:lnTo>
                  <a:lnTo>
                    <a:pt x="3451007" y="151079"/>
                  </a:lnTo>
                  <a:lnTo>
                    <a:pt x="3522902" y="149494"/>
                  </a:lnTo>
                  <a:lnTo>
                    <a:pt x="3594798" y="147626"/>
                  </a:lnTo>
                  <a:lnTo>
                    <a:pt x="3666694" y="145478"/>
                  </a:lnTo>
                  <a:lnTo>
                    <a:pt x="3738590" y="143054"/>
                  </a:lnTo>
                  <a:lnTo>
                    <a:pt x="3810486" y="140361"/>
                  </a:lnTo>
                  <a:lnTo>
                    <a:pt x="3882382" y="137404"/>
                  </a:lnTo>
                  <a:lnTo>
                    <a:pt x="3954278" y="134192"/>
                  </a:lnTo>
                  <a:lnTo>
                    <a:pt x="4026174" y="130732"/>
                  </a:lnTo>
                  <a:lnTo>
                    <a:pt x="4098070" y="127034"/>
                  </a:lnTo>
                  <a:lnTo>
                    <a:pt x="4169966" y="123105"/>
                  </a:lnTo>
                  <a:lnTo>
                    <a:pt x="4241862" y="118956"/>
                  </a:lnTo>
                  <a:lnTo>
                    <a:pt x="4313758" y="114596"/>
                  </a:lnTo>
                  <a:lnTo>
                    <a:pt x="4385654" y="110035"/>
                  </a:lnTo>
                  <a:lnTo>
                    <a:pt x="4457550" y="105281"/>
                  </a:lnTo>
                  <a:lnTo>
                    <a:pt x="4529446" y="100346"/>
                  </a:lnTo>
                  <a:lnTo>
                    <a:pt x="4601342" y="95237"/>
                  </a:lnTo>
                  <a:lnTo>
                    <a:pt x="4673238" y="89964"/>
                  </a:lnTo>
                  <a:lnTo>
                    <a:pt x="4745134" y="84536"/>
                  </a:lnTo>
                  <a:lnTo>
                    <a:pt x="4817030" y="78961"/>
                  </a:lnTo>
                  <a:lnTo>
                    <a:pt x="4888926" y="73247"/>
                  </a:lnTo>
                  <a:lnTo>
                    <a:pt x="4960822" y="67402"/>
                  </a:lnTo>
                  <a:lnTo>
                    <a:pt x="5032718" y="61433"/>
                  </a:lnTo>
                  <a:lnTo>
                    <a:pt x="5104614" y="55348"/>
                  </a:lnTo>
                  <a:lnTo>
                    <a:pt x="5176510" y="49152"/>
                  </a:lnTo>
                  <a:lnTo>
                    <a:pt x="5248406" y="42852"/>
                  </a:lnTo>
                  <a:lnTo>
                    <a:pt x="5320302" y="36454"/>
                  </a:lnTo>
                  <a:lnTo>
                    <a:pt x="5392198" y="29963"/>
                  </a:lnTo>
                  <a:lnTo>
                    <a:pt x="5464094" y="23386"/>
                  </a:lnTo>
                  <a:lnTo>
                    <a:pt x="5535990" y="16726"/>
                  </a:lnTo>
                  <a:lnTo>
                    <a:pt x="5607886" y="9988"/>
                  </a:lnTo>
                  <a:lnTo>
                    <a:pt x="5679782" y="3177"/>
                  </a:lnTo>
                  <a:lnTo>
                    <a:pt x="5679782" y="608792"/>
                  </a:lnTo>
                  <a:lnTo>
                    <a:pt x="5607886" y="604166"/>
                  </a:lnTo>
                  <a:lnTo>
                    <a:pt x="5535990" y="599613"/>
                  </a:lnTo>
                  <a:lnTo>
                    <a:pt x="5464094" y="595138"/>
                  </a:lnTo>
                  <a:lnTo>
                    <a:pt x="5392198" y="590745"/>
                  </a:lnTo>
                  <a:lnTo>
                    <a:pt x="5320302" y="586439"/>
                  </a:lnTo>
                  <a:lnTo>
                    <a:pt x="5248406" y="582226"/>
                  </a:lnTo>
                  <a:lnTo>
                    <a:pt x="5176510" y="578111"/>
                  </a:lnTo>
                  <a:lnTo>
                    <a:pt x="5104614" y="574099"/>
                  </a:lnTo>
                  <a:lnTo>
                    <a:pt x="5032718" y="570198"/>
                  </a:lnTo>
                  <a:lnTo>
                    <a:pt x="4960822" y="566414"/>
                  </a:lnTo>
                  <a:lnTo>
                    <a:pt x="4888926" y="562754"/>
                  </a:lnTo>
                  <a:lnTo>
                    <a:pt x="4817030" y="559224"/>
                  </a:lnTo>
                  <a:lnTo>
                    <a:pt x="4745134" y="555834"/>
                  </a:lnTo>
                  <a:lnTo>
                    <a:pt x="4673238" y="552590"/>
                  </a:lnTo>
                  <a:lnTo>
                    <a:pt x="4601342" y="549502"/>
                  </a:lnTo>
                  <a:lnTo>
                    <a:pt x="4529446" y="546578"/>
                  </a:lnTo>
                  <a:lnTo>
                    <a:pt x="4457550" y="543827"/>
                  </a:lnTo>
                  <a:lnTo>
                    <a:pt x="4385654" y="541259"/>
                  </a:lnTo>
                  <a:lnTo>
                    <a:pt x="4313758" y="538882"/>
                  </a:lnTo>
                  <a:lnTo>
                    <a:pt x="4241862" y="536707"/>
                  </a:lnTo>
                  <a:lnTo>
                    <a:pt x="4169966" y="534742"/>
                  </a:lnTo>
                  <a:lnTo>
                    <a:pt x="4098070" y="532999"/>
                  </a:lnTo>
                  <a:lnTo>
                    <a:pt x="4026174" y="531484"/>
                  </a:lnTo>
                  <a:lnTo>
                    <a:pt x="3954278" y="530209"/>
                  </a:lnTo>
                  <a:lnTo>
                    <a:pt x="3882382" y="529182"/>
                  </a:lnTo>
                  <a:lnTo>
                    <a:pt x="3810486" y="528410"/>
                  </a:lnTo>
                  <a:lnTo>
                    <a:pt x="3738590" y="527901"/>
                  </a:lnTo>
                  <a:lnTo>
                    <a:pt x="3666694" y="527662"/>
                  </a:lnTo>
                  <a:lnTo>
                    <a:pt x="3594798" y="527699"/>
                  </a:lnTo>
                  <a:lnTo>
                    <a:pt x="3522902" y="528015"/>
                  </a:lnTo>
                  <a:lnTo>
                    <a:pt x="3451007" y="528615"/>
                  </a:lnTo>
                  <a:lnTo>
                    <a:pt x="3379111" y="529501"/>
                  </a:lnTo>
                  <a:lnTo>
                    <a:pt x="3307215" y="530673"/>
                  </a:lnTo>
                  <a:lnTo>
                    <a:pt x="3235319" y="532132"/>
                  </a:lnTo>
                  <a:lnTo>
                    <a:pt x="3163423" y="533875"/>
                  </a:lnTo>
                  <a:lnTo>
                    <a:pt x="3091527" y="535900"/>
                  </a:lnTo>
                  <a:lnTo>
                    <a:pt x="3019631" y="538203"/>
                  </a:lnTo>
                  <a:lnTo>
                    <a:pt x="2947735" y="540778"/>
                  </a:lnTo>
                  <a:lnTo>
                    <a:pt x="2875839" y="543619"/>
                  </a:lnTo>
                  <a:lnTo>
                    <a:pt x="2803943" y="546719"/>
                  </a:lnTo>
                  <a:lnTo>
                    <a:pt x="2732047" y="550070"/>
                  </a:lnTo>
                  <a:lnTo>
                    <a:pt x="2660151" y="553664"/>
                  </a:lnTo>
                  <a:lnTo>
                    <a:pt x="2588255" y="557493"/>
                  </a:lnTo>
                  <a:lnTo>
                    <a:pt x="2516359" y="561545"/>
                  </a:lnTo>
                  <a:lnTo>
                    <a:pt x="2444463" y="565813"/>
                  </a:lnTo>
                  <a:lnTo>
                    <a:pt x="2372567" y="570287"/>
                  </a:lnTo>
                  <a:lnTo>
                    <a:pt x="2300671" y="574957"/>
                  </a:lnTo>
                  <a:lnTo>
                    <a:pt x="2228775" y="579813"/>
                  </a:lnTo>
                  <a:lnTo>
                    <a:pt x="2156879" y="584846"/>
                  </a:lnTo>
                  <a:lnTo>
                    <a:pt x="2084983" y="590047"/>
                  </a:lnTo>
                  <a:lnTo>
                    <a:pt x="2013087" y="595408"/>
                  </a:lnTo>
                  <a:lnTo>
                    <a:pt x="1941191" y="600919"/>
                  </a:lnTo>
                  <a:lnTo>
                    <a:pt x="1869295" y="606573"/>
                  </a:lnTo>
                  <a:lnTo>
                    <a:pt x="1797399" y="612361"/>
                  </a:lnTo>
                  <a:lnTo>
                    <a:pt x="1725503" y="618276"/>
                  </a:lnTo>
                  <a:lnTo>
                    <a:pt x="1653607" y="624311"/>
                  </a:lnTo>
                  <a:lnTo>
                    <a:pt x="1581711" y="630459"/>
                  </a:lnTo>
                  <a:lnTo>
                    <a:pt x="1509815" y="636713"/>
                  </a:lnTo>
                  <a:lnTo>
                    <a:pt x="1437919" y="643069"/>
                  </a:lnTo>
                  <a:lnTo>
                    <a:pt x="1366023" y="649519"/>
                  </a:lnTo>
                  <a:lnTo>
                    <a:pt x="1294127" y="656059"/>
                  </a:lnTo>
                  <a:lnTo>
                    <a:pt x="1222231" y="662683"/>
                  </a:lnTo>
                  <a:lnTo>
                    <a:pt x="1150335" y="669387"/>
                  </a:lnTo>
                  <a:lnTo>
                    <a:pt x="1078439" y="676166"/>
                  </a:lnTo>
                  <a:lnTo>
                    <a:pt x="1006543" y="683016"/>
                  </a:lnTo>
                  <a:lnTo>
                    <a:pt x="934647" y="689933"/>
                  </a:lnTo>
                  <a:lnTo>
                    <a:pt x="862751" y="696913"/>
                  </a:lnTo>
                  <a:lnTo>
                    <a:pt x="790855" y="703954"/>
                  </a:lnTo>
                  <a:lnTo>
                    <a:pt x="718959" y="711051"/>
                  </a:lnTo>
                  <a:lnTo>
                    <a:pt x="647063" y="718202"/>
                  </a:lnTo>
                  <a:lnTo>
                    <a:pt x="575167" y="725404"/>
                  </a:lnTo>
                  <a:lnTo>
                    <a:pt x="503271" y="732654"/>
                  </a:lnTo>
                  <a:lnTo>
                    <a:pt x="431375" y="739949"/>
                  </a:lnTo>
                  <a:lnTo>
                    <a:pt x="359479" y="747288"/>
                  </a:lnTo>
                  <a:lnTo>
                    <a:pt x="287583" y="754668"/>
                  </a:lnTo>
                  <a:lnTo>
                    <a:pt x="215687" y="762087"/>
                  </a:lnTo>
                  <a:lnTo>
                    <a:pt x="143791" y="769542"/>
                  </a:lnTo>
                  <a:lnTo>
                    <a:pt x="71895" y="777033"/>
                  </a:lnTo>
                  <a:lnTo>
                    <a:pt x="0" y="784558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56863" y="2879199"/>
              <a:ext cx="5679782" cy="154717"/>
            </a:xfrm>
            <a:custGeom>
              <a:avLst/>
              <a:gdLst/>
              <a:ahLst/>
              <a:cxnLst/>
              <a:rect l="0" t="0" r="0" b="0"/>
              <a:pathLst>
                <a:path w="5679782" h="154717">
                  <a:moveTo>
                    <a:pt x="0" y="0"/>
                  </a:moveTo>
                  <a:lnTo>
                    <a:pt x="71895" y="5339"/>
                  </a:lnTo>
                  <a:lnTo>
                    <a:pt x="143791" y="10646"/>
                  </a:lnTo>
                  <a:lnTo>
                    <a:pt x="215687" y="15917"/>
                  </a:lnTo>
                  <a:lnTo>
                    <a:pt x="287583" y="21151"/>
                  </a:lnTo>
                  <a:lnTo>
                    <a:pt x="359479" y="26346"/>
                  </a:lnTo>
                  <a:lnTo>
                    <a:pt x="431375" y="31500"/>
                  </a:lnTo>
                  <a:lnTo>
                    <a:pt x="503271" y="36611"/>
                  </a:lnTo>
                  <a:lnTo>
                    <a:pt x="575167" y="41676"/>
                  </a:lnTo>
                  <a:lnTo>
                    <a:pt x="647063" y="46693"/>
                  </a:lnTo>
                  <a:lnTo>
                    <a:pt x="718959" y="51660"/>
                  </a:lnTo>
                  <a:lnTo>
                    <a:pt x="790855" y="56572"/>
                  </a:lnTo>
                  <a:lnTo>
                    <a:pt x="862751" y="61428"/>
                  </a:lnTo>
                  <a:lnTo>
                    <a:pt x="934647" y="66224"/>
                  </a:lnTo>
                  <a:lnTo>
                    <a:pt x="1006543" y="70957"/>
                  </a:lnTo>
                  <a:lnTo>
                    <a:pt x="1078439" y="75622"/>
                  </a:lnTo>
                  <a:lnTo>
                    <a:pt x="1150335" y="80216"/>
                  </a:lnTo>
                  <a:lnTo>
                    <a:pt x="1222231" y="84736"/>
                  </a:lnTo>
                  <a:lnTo>
                    <a:pt x="1294127" y="89175"/>
                  </a:lnTo>
                  <a:lnTo>
                    <a:pt x="1366023" y="93530"/>
                  </a:lnTo>
                  <a:lnTo>
                    <a:pt x="1437919" y="97796"/>
                  </a:lnTo>
                  <a:lnTo>
                    <a:pt x="1509815" y="101966"/>
                  </a:lnTo>
                  <a:lnTo>
                    <a:pt x="1581711" y="106036"/>
                  </a:lnTo>
                  <a:lnTo>
                    <a:pt x="1653607" y="110000"/>
                  </a:lnTo>
                  <a:lnTo>
                    <a:pt x="1725503" y="113850"/>
                  </a:lnTo>
                  <a:lnTo>
                    <a:pt x="1797399" y="117580"/>
                  </a:lnTo>
                  <a:lnTo>
                    <a:pt x="1869295" y="121184"/>
                  </a:lnTo>
                  <a:lnTo>
                    <a:pt x="1941191" y="124653"/>
                  </a:lnTo>
                  <a:lnTo>
                    <a:pt x="2013087" y="127979"/>
                  </a:lnTo>
                  <a:lnTo>
                    <a:pt x="2084983" y="131155"/>
                  </a:lnTo>
                  <a:lnTo>
                    <a:pt x="2156879" y="134172"/>
                  </a:lnTo>
                  <a:lnTo>
                    <a:pt x="2228775" y="137020"/>
                  </a:lnTo>
                  <a:lnTo>
                    <a:pt x="2300671" y="139692"/>
                  </a:lnTo>
                  <a:lnTo>
                    <a:pt x="2372567" y="142177"/>
                  </a:lnTo>
                  <a:lnTo>
                    <a:pt x="2444463" y="144466"/>
                  </a:lnTo>
                  <a:lnTo>
                    <a:pt x="2516359" y="146549"/>
                  </a:lnTo>
                  <a:lnTo>
                    <a:pt x="2588255" y="148417"/>
                  </a:lnTo>
                  <a:lnTo>
                    <a:pt x="2660151" y="150061"/>
                  </a:lnTo>
                  <a:lnTo>
                    <a:pt x="2732047" y="151470"/>
                  </a:lnTo>
                  <a:lnTo>
                    <a:pt x="2803943" y="152637"/>
                  </a:lnTo>
                  <a:lnTo>
                    <a:pt x="2875839" y="153553"/>
                  </a:lnTo>
                  <a:lnTo>
                    <a:pt x="2947735" y="154209"/>
                  </a:lnTo>
                  <a:lnTo>
                    <a:pt x="3019631" y="154599"/>
                  </a:lnTo>
                  <a:lnTo>
                    <a:pt x="3091527" y="154717"/>
                  </a:lnTo>
                  <a:lnTo>
                    <a:pt x="3163423" y="154557"/>
                  </a:lnTo>
                  <a:lnTo>
                    <a:pt x="3235319" y="154116"/>
                  </a:lnTo>
                  <a:lnTo>
                    <a:pt x="3307215" y="153390"/>
                  </a:lnTo>
                  <a:lnTo>
                    <a:pt x="3379111" y="152378"/>
                  </a:lnTo>
                  <a:lnTo>
                    <a:pt x="3451007" y="151079"/>
                  </a:lnTo>
                  <a:lnTo>
                    <a:pt x="3522902" y="149494"/>
                  </a:lnTo>
                  <a:lnTo>
                    <a:pt x="3594798" y="147626"/>
                  </a:lnTo>
                  <a:lnTo>
                    <a:pt x="3666694" y="145478"/>
                  </a:lnTo>
                  <a:lnTo>
                    <a:pt x="3738590" y="143054"/>
                  </a:lnTo>
                  <a:lnTo>
                    <a:pt x="3810486" y="140361"/>
                  </a:lnTo>
                  <a:lnTo>
                    <a:pt x="3882382" y="137404"/>
                  </a:lnTo>
                  <a:lnTo>
                    <a:pt x="3954278" y="134192"/>
                  </a:lnTo>
                  <a:lnTo>
                    <a:pt x="4026174" y="130732"/>
                  </a:lnTo>
                  <a:lnTo>
                    <a:pt x="4098070" y="127034"/>
                  </a:lnTo>
                  <a:lnTo>
                    <a:pt x="4169966" y="123105"/>
                  </a:lnTo>
                  <a:lnTo>
                    <a:pt x="4241862" y="118956"/>
                  </a:lnTo>
                  <a:lnTo>
                    <a:pt x="4313758" y="114596"/>
                  </a:lnTo>
                  <a:lnTo>
                    <a:pt x="4385654" y="110035"/>
                  </a:lnTo>
                  <a:lnTo>
                    <a:pt x="4457550" y="105281"/>
                  </a:lnTo>
                  <a:lnTo>
                    <a:pt x="4529446" y="100346"/>
                  </a:lnTo>
                  <a:lnTo>
                    <a:pt x="4601342" y="95237"/>
                  </a:lnTo>
                  <a:lnTo>
                    <a:pt x="4673238" y="89964"/>
                  </a:lnTo>
                  <a:lnTo>
                    <a:pt x="4745134" y="84536"/>
                  </a:lnTo>
                  <a:lnTo>
                    <a:pt x="4817030" y="78961"/>
                  </a:lnTo>
                  <a:lnTo>
                    <a:pt x="4888926" y="73247"/>
                  </a:lnTo>
                  <a:lnTo>
                    <a:pt x="4960822" y="67402"/>
                  </a:lnTo>
                  <a:lnTo>
                    <a:pt x="5032718" y="61433"/>
                  </a:lnTo>
                  <a:lnTo>
                    <a:pt x="5104614" y="55348"/>
                  </a:lnTo>
                  <a:lnTo>
                    <a:pt x="5176510" y="49152"/>
                  </a:lnTo>
                  <a:lnTo>
                    <a:pt x="5248406" y="42852"/>
                  </a:lnTo>
                  <a:lnTo>
                    <a:pt x="5320302" y="36454"/>
                  </a:lnTo>
                  <a:lnTo>
                    <a:pt x="5392198" y="29963"/>
                  </a:lnTo>
                  <a:lnTo>
                    <a:pt x="5464094" y="23386"/>
                  </a:lnTo>
                  <a:lnTo>
                    <a:pt x="5535990" y="16726"/>
                  </a:lnTo>
                  <a:lnTo>
                    <a:pt x="5607886" y="9988"/>
                  </a:lnTo>
                  <a:lnTo>
                    <a:pt x="5679782" y="317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1256863" y="3406862"/>
              <a:ext cx="5679782" cy="256895"/>
            </a:xfrm>
            <a:custGeom>
              <a:avLst/>
              <a:gdLst/>
              <a:ahLst/>
              <a:cxnLst/>
              <a:rect l="0" t="0" r="0" b="0"/>
              <a:pathLst>
                <a:path w="5679782" h="256895">
                  <a:moveTo>
                    <a:pt x="5679782" y="81130"/>
                  </a:moveTo>
                  <a:lnTo>
                    <a:pt x="5607886" y="76503"/>
                  </a:lnTo>
                  <a:lnTo>
                    <a:pt x="5535990" y="71950"/>
                  </a:lnTo>
                  <a:lnTo>
                    <a:pt x="5464094" y="67475"/>
                  </a:lnTo>
                  <a:lnTo>
                    <a:pt x="5392198" y="63082"/>
                  </a:lnTo>
                  <a:lnTo>
                    <a:pt x="5320302" y="58776"/>
                  </a:lnTo>
                  <a:lnTo>
                    <a:pt x="5248406" y="54563"/>
                  </a:lnTo>
                  <a:lnTo>
                    <a:pt x="5176510" y="50448"/>
                  </a:lnTo>
                  <a:lnTo>
                    <a:pt x="5104614" y="46437"/>
                  </a:lnTo>
                  <a:lnTo>
                    <a:pt x="5032718" y="42536"/>
                  </a:lnTo>
                  <a:lnTo>
                    <a:pt x="4960822" y="38751"/>
                  </a:lnTo>
                  <a:lnTo>
                    <a:pt x="4888926" y="35091"/>
                  </a:lnTo>
                  <a:lnTo>
                    <a:pt x="4817030" y="31562"/>
                  </a:lnTo>
                  <a:lnTo>
                    <a:pt x="4745134" y="28171"/>
                  </a:lnTo>
                  <a:lnTo>
                    <a:pt x="4673238" y="24928"/>
                  </a:lnTo>
                  <a:lnTo>
                    <a:pt x="4601342" y="21840"/>
                  </a:lnTo>
                  <a:lnTo>
                    <a:pt x="4529446" y="18916"/>
                  </a:lnTo>
                  <a:lnTo>
                    <a:pt x="4457550" y="16165"/>
                  </a:lnTo>
                  <a:lnTo>
                    <a:pt x="4385654" y="13596"/>
                  </a:lnTo>
                  <a:lnTo>
                    <a:pt x="4313758" y="11219"/>
                  </a:lnTo>
                  <a:lnTo>
                    <a:pt x="4241862" y="9044"/>
                  </a:lnTo>
                  <a:lnTo>
                    <a:pt x="4169966" y="7080"/>
                  </a:lnTo>
                  <a:lnTo>
                    <a:pt x="4098070" y="5336"/>
                  </a:lnTo>
                  <a:lnTo>
                    <a:pt x="4026174" y="3822"/>
                  </a:lnTo>
                  <a:lnTo>
                    <a:pt x="3954278" y="2547"/>
                  </a:lnTo>
                  <a:lnTo>
                    <a:pt x="3882382" y="1519"/>
                  </a:lnTo>
                  <a:lnTo>
                    <a:pt x="3810486" y="747"/>
                  </a:lnTo>
                  <a:lnTo>
                    <a:pt x="3738590" y="238"/>
                  </a:lnTo>
                  <a:lnTo>
                    <a:pt x="3666694" y="0"/>
                  </a:lnTo>
                  <a:lnTo>
                    <a:pt x="3594798" y="36"/>
                  </a:lnTo>
                  <a:lnTo>
                    <a:pt x="3522902" y="352"/>
                  </a:lnTo>
                  <a:lnTo>
                    <a:pt x="3451007" y="952"/>
                  </a:lnTo>
                  <a:lnTo>
                    <a:pt x="3379111" y="1838"/>
                  </a:lnTo>
                  <a:lnTo>
                    <a:pt x="3307215" y="3011"/>
                  </a:lnTo>
                  <a:lnTo>
                    <a:pt x="3235319" y="4469"/>
                  </a:lnTo>
                  <a:lnTo>
                    <a:pt x="3163423" y="6212"/>
                  </a:lnTo>
                  <a:lnTo>
                    <a:pt x="3091527" y="8237"/>
                  </a:lnTo>
                  <a:lnTo>
                    <a:pt x="3019631" y="10540"/>
                  </a:lnTo>
                  <a:lnTo>
                    <a:pt x="2947735" y="13115"/>
                  </a:lnTo>
                  <a:lnTo>
                    <a:pt x="2875839" y="15956"/>
                  </a:lnTo>
                  <a:lnTo>
                    <a:pt x="2803943" y="19056"/>
                  </a:lnTo>
                  <a:lnTo>
                    <a:pt x="2732047" y="22407"/>
                  </a:lnTo>
                  <a:lnTo>
                    <a:pt x="2660151" y="26002"/>
                  </a:lnTo>
                  <a:lnTo>
                    <a:pt x="2588255" y="29830"/>
                  </a:lnTo>
                  <a:lnTo>
                    <a:pt x="2516359" y="33883"/>
                  </a:lnTo>
                  <a:lnTo>
                    <a:pt x="2444463" y="38151"/>
                  </a:lnTo>
                  <a:lnTo>
                    <a:pt x="2372567" y="42624"/>
                  </a:lnTo>
                  <a:lnTo>
                    <a:pt x="2300671" y="47294"/>
                  </a:lnTo>
                  <a:lnTo>
                    <a:pt x="2228775" y="52150"/>
                  </a:lnTo>
                  <a:lnTo>
                    <a:pt x="2156879" y="57183"/>
                  </a:lnTo>
                  <a:lnTo>
                    <a:pt x="2084983" y="62385"/>
                  </a:lnTo>
                  <a:lnTo>
                    <a:pt x="2013087" y="67745"/>
                  </a:lnTo>
                  <a:lnTo>
                    <a:pt x="1941191" y="73256"/>
                  </a:lnTo>
                  <a:lnTo>
                    <a:pt x="1869295" y="78910"/>
                  </a:lnTo>
                  <a:lnTo>
                    <a:pt x="1797399" y="84698"/>
                  </a:lnTo>
                  <a:lnTo>
                    <a:pt x="1725503" y="90613"/>
                  </a:lnTo>
                  <a:lnTo>
                    <a:pt x="1653607" y="96648"/>
                  </a:lnTo>
                  <a:lnTo>
                    <a:pt x="1581711" y="102796"/>
                  </a:lnTo>
                  <a:lnTo>
                    <a:pt x="1509815" y="109051"/>
                  </a:lnTo>
                  <a:lnTo>
                    <a:pt x="1437919" y="115406"/>
                  </a:lnTo>
                  <a:lnTo>
                    <a:pt x="1366023" y="121856"/>
                  </a:lnTo>
                  <a:lnTo>
                    <a:pt x="1294127" y="128396"/>
                  </a:lnTo>
                  <a:lnTo>
                    <a:pt x="1222231" y="135020"/>
                  </a:lnTo>
                  <a:lnTo>
                    <a:pt x="1150335" y="141724"/>
                  </a:lnTo>
                  <a:lnTo>
                    <a:pt x="1078439" y="148503"/>
                  </a:lnTo>
                  <a:lnTo>
                    <a:pt x="1006543" y="155353"/>
                  </a:lnTo>
                  <a:lnTo>
                    <a:pt x="934647" y="162270"/>
                  </a:lnTo>
                  <a:lnTo>
                    <a:pt x="862751" y="169251"/>
                  </a:lnTo>
                  <a:lnTo>
                    <a:pt x="790855" y="176291"/>
                  </a:lnTo>
                  <a:lnTo>
                    <a:pt x="718959" y="183389"/>
                  </a:lnTo>
                  <a:lnTo>
                    <a:pt x="647063" y="190539"/>
                  </a:lnTo>
                  <a:lnTo>
                    <a:pt x="575167" y="197741"/>
                  </a:lnTo>
                  <a:lnTo>
                    <a:pt x="503271" y="204991"/>
                  </a:lnTo>
                  <a:lnTo>
                    <a:pt x="431375" y="212286"/>
                  </a:lnTo>
                  <a:lnTo>
                    <a:pt x="359479" y="219625"/>
                  </a:lnTo>
                  <a:lnTo>
                    <a:pt x="287583" y="227005"/>
                  </a:lnTo>
                  <a:lnTo>
                    <a:pt x="215687" y="234424"/>
                  </a:lnTo>
                  <a:lnTo>
                    <a:pt x="143791" y="241880"/>
                  </a:lnTo>
                  <a:lnTo>
                    <a:pt x="71895" y="249371"/>
                  </a:lnTo>
                  <a:lnTo>
                    <a:pt x="0" y="256895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1256863" y="3185184"/>
              <a:ext cx="5679782" cy="86293"/>
            </a:xfrm>
            <a:custGeom>
              <a:avLst/>
              <a:gdLst/>
              <a:ahLst/>
              <a:cxnLst/>
              <a:rect l="0" t="0" r="0" b="0"/>
              <a:pathLst>
                <a:path w="5679782" h="86293">
                  <a:moveTo>
                    <a:pt x="0" y="86293"/>
                  </a:moveTo>
                  <a:lnTo>
                    <a:pt x="71895" y="85201"/>
                  </a:lnTo>
                  <a:lnTo>
                    <a:pt x="143791" y="84109"/>
                  </a:lnTo>
                  <a:lnTo>
                    <a:pt x="215687" y="83016"/>
                  </a:lnTo>
                  <a:lnTo>
                    <a:pt x="287583" y="81924"/>
                  </a:lnTo>
                  <a:lnTo>
                    <a:pt x="359479" y="80832"/>
                  </a:lnTo>
                  <a:lnTo>
                    <a:pt x="431375" y="79739"/>
                  </a:lnTo>
                  <a:lnTo>
                    <a:pt x="503271" y="78647"/>
                  </a:lnTo>
                  <a:lnTo>
                    <a:pt x="575167" y="77555"/>
                  </a:lnTo>
                  <a:lnTo>
                    <a:pt x="647063" y="76462"/>
                  </a:lnTo>
                  <a:lnTo>
                    <a:pt x="718959" y="75370"/>
                  </a:lnTo>
                  <a:lnTo>
                    <a:pt x="790855" y="74278"/>
                  </a:lnTo>
                  <a:lnTo>
                    <a:pt x="862751" y="73185"/>
                  </a:lnTo>
                  <a:lnTo>
                    <a:pt x="934647" y="72093"/>
                  </a:lnTo>
                  <a:lnTo>
                    <a:pt x="1006543" y="71001"/>
                  </a:lnTo>
                  <a:lnTo>
                    <a:pt x="1078439" y="69908"/>
                  </a:lnTo>
                  <a:lnTo>
                    <a:pt x="1150335" y="68816"/>
                  </a:lnTo>
                  <a:lnTo>
                    <a:pt x="1222231" y="67724"/>
                  </a:lnTo>
                  <a:lnTo>
                    <a:pt x="1294127" y="66631"/>
                  </a:lnTo>
                  <a:lnTo>
                    <a:pt x="1366023" y="65539"/>
                  </a:lnTo>
                  <a:lnTo>
                    <a:pt x="1437919" y="64447"/>
                  </a:lnTo>
                  <a:lnTo>
                    <a:pt x="1509815" y="63354"/>
                  </a:lnTo>
                  <a:lnTo>
                    <a:pt x="1581711" y="62262"/>
                  </a:lnTo>
                  <a:lnTo>
                    <a:pt x="1653607" y="61170"/>
                  </a:lnTo>
                  <a:lnTo>
                    <a:pt x="1725503" y="60078"/>
                  </a:lnTo>
                  <a:lnTo>
                    <a:pt x="1797399" y="58985"/>
                  </a:lnTo>
                  <a:lnTo>
                    <a:pt x="1869295" y="57893"/>
                  </a:lnTo>
                  <a:lnTo>
                    <a:pt x="1941191" y="56801"/>
                  </a:lnTo>
                  <a:lnTo>
                    <a:pt x="2013087" y="55708"/>
                  </a:lnTo>
                  <a:lnTo>
                    <a:pt x="2084983" y="54616"/>
                  </a:lnTo>
                  <a:lnTo>
                    <a:pt x="2156879" y="53524"/>
                  </a:lnTo>
                  <a:lnTo>
                    <a:pt x="2228775" y="52431"/>
                  </a:lnTo>
                  <a:lnTo>
                    <a:pt x="2300671" y="51339"/>
                  </a:lnTo>
                  <a:lnTo>
                    <a:pt x="2372567" y="50247"/>
                  </a:lnTo>
                  <a:lnTo>
                    <a:pt x="2444463" y="49154"/>
                  </a:lnTo>
                  <a:lnTo>
                    <a:pt x="2516359" y="48062"/>
                  </a:lnTo>
                  <a:lnTo>
                    <a:pt x="2588255" y="46970"/>
                  </a:lnTo>
                  <a:lnTo>
                    <a:pt x="2660151" y="45877"/>
                  </a:lnTo>
                  <a:lnTo>
                    <a:pt x="2732047" y="44785"/>
                  </a:lnTo>
                  <a:lnTo>
                    <a:pt x="2803943" y="43693"/>
                  </a:lnTo>
                  <a:lnTo>
                    <a:pt x="2875839" y="42600"/>
                  </a:lnTo>
                  <a:lnTo>
                    <a:pt x="2947735" y="41508"/>
                  </a:lnTo>
                  <a:lnTo>
                    <a:pt x="3019631" y="40416"/>
                  </a:lnTo>
                  <a:lnTo>
                    <a:pt x="3091527" y="39323"/>
                  </a:lnTo>
                  <a:lnTo>
                    <a:pt x="3163423" y="38231"/>
                  </a:lnTo>
                  <a:lnTo>
                    <a:pt x="3235319" y="37139"/>
                  </a:lnTo>
                  <a:lnTo>
                    <a:pt x="3307215" y="36046"/>
                  </a:lnTo>
                  <a:lnTo>
                    <a:pt x="3379111" y="34954"/>
                  </a:lnTo>
                  <a:lnTo>
                    <a:pt x="3451007" y="33862"/>
                  </a:lnTo>
                  <a:lnTo>
                    <a:pt x="3522902" y="32769"/>
                  </a:lnTo>
                  <a:lnTo>
                    <a:pt x="3594798" y="31677"/>
                  </a:lnTo>
                  <a:lnTo>
                    <a:pt x="3666694" y="30585"/>
                  </a:lnTo>
                  <a:lnTo>
                    <a:pt x="3738590" y="29492"/>
                  </a:lnTo>
                  <a:lnTo>
                    <a:pt x="3810486" y="28400"/>
                  </a:lnTo>
                  <a:lnTo>
                    <a:pt x="3882382" y="27308"/>
                  </a:lnTo>
                  <a:lnTo>
                    <a:pt x="3954278" y="26215"/>
                  </a:lnTo>
                  <a:lnTo>
                    <a:pt x="4026174" y="25123"/>
                  </a:lnTo>
                  <a:lnTo>
                    <a:pt x="4098070" y="24031"/>
                  </a:lnTo>
                  <a:lnTo>
                    <a:pt x="4169966" y="22938"/>
                  </a:lnTo>
                  <a:lnTo>
                    <a:pt x="4241862" y="21846"/>
                  </a:lnTo>
                  <a:lnTo>
                    <a:pt x="4313758" y="20754"/>
                  </a:lnTo>
                  <a:lnTo>
                    <a:pt x="4385654" y="19661"/>
                  </a:lnTo>
                  <a:lnTo>
                    <a:pt x="4457550" y="18569"/>
                  </a:lnTo>
                  <a:lnTo>
                    <a:pt x="4529446" y="17477"/>
                  </a:lnTo>
                  <a:lnTo>
                    <a:pt x="4601342" y="16384"/>
                  </a:lnTo>
                  <a:lnTo>
                    <a:pt x="4673238" y="15292"/>
                  </a:lnTo>
                  <a:lnTo>
                    <a:pt x="4745134" y="14200"/>
                  </a:lnTo>
                  <a:lnTo>
                    <a:pt x="4817030" y="13107"/>
                  </a:lnTo>
                  <a:lnTo>
                    <a:pt x="4888926" y="12015"/>
                  </a:lnTo>
                  <a:lnTo>
                    <a:pt x="4960822" y="10923"/>
                  </a:lnTo>
                  <a:lnTo>
                    <a:pt x="5032718" y="9830"/>
                  </a:lnTo>
                  <a:lnTo>
                    <a:pt x="5104614" y="8738"/>
                  </a:lnTo>
                  <a:lnTo>
                    <a:pt x="5176510" y="7646"/>
                  </a:lnTo>
                  <a:lnTo>
                    <a:pt x="5248406" y="6553"/>
                  </a:lnTo>
                  <a:lnTo>
                    <a:pt x="5320302" y="5461"/>
                  </a:lnTo>
                  <a:lnTo>
                    <a:pt x="5392198" y="4369"/>
                  </a:lnTo>
                  <a:lnTo>
                    <a:pt x="5464094" y="3276"/>
                  </a:lnTo>
                  <a:lnTo>
                    <a:pt x="5535990" y="2184"/>
                  </a:lnTo>
                  <a:lnTo>
                    <a:pt x="5607886" y="1092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t62"/>
            <p:cNvSpPr/>
            <p:nvPr/>
          </p:nvSpPr>
          <p:spPr>
            <a:xfrm>
              <a:off x="3998279" y="450459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t63"/>
            <p:cNvSpPr/>
            <p:nvPr/>
          </p:nvSpPr>
          <p:spPr>
            <a:xfrm>
              <a:off x="3998279" y="429914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t64"/>
            <p:cNvSpPr/>
            <p:nvPr/>
          </p:nvSpPr>
          <p:spPr>
            <a:xfrm>
              <a:off x="3998279" y="42989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t65"/>
            <p:cNvSpPr/>
            <p:nvPr/>
          </p:nvSpPr>
          <p:spPr>
            <a:xfrm>
              <a:off x="1198161" y="379853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t66"/>
            <p:cNvSpPr/>
            <p:nvPr/>
          </p:nvSpPr>
          <p:spPr>
            <a:xfrm>
              <a:off x="1198161" y="37049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t67"/>
            <p:cNvSpPr/>
            <p:nvPr/>
          </p:nvSpPr>
          <p:spPr>
            <a:xfrm>
              <a:off x="1198161" y="37511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t68"/>
            <p:cNvSpPr/>
            <p:nvPr/>
          </p:nvSpPr>
          <p:spPr>
            <a:xfrm>
              <a:off x="6872847" y="420767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t69"/>
            <p:cNvSpPr/>
            <p:nvPr/>
          </p:nvSpPr>
          <p:spPr>
            <a:xfrm>
              <a:off x="6872847" y="36496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t70"/>
            <p:cNvSpPr/>
            <p:nvPr/>
          </p:nvSpPr>
          <p:spPr>
            <a:xfrm>
              <a:off x="6872847" y="39357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t71"/>
            <p:cNvSpPr/>
            <p:nvPr/>
          </p:nvSpPr>
          <p:spPr>
            <a:xfrm>
              <a:off x="6877943" y="45958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t72"/>
            <p:cNvSpPr/>
            <p:nvPr/>
          </p:nvSpPr>
          <p:spPr>
            <a:xfrm>
              <a:off x="6877943" y="41396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t73"/>
            <p:cNvSpPr/>
            <p:nvPr/>
          </p:nvSpPr>
          <p:spPr>
            <a:xfrm>
              <a:off x="6877943" y="44766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t74"/>
            <p:cNvSpPr/>
            <p:nvPr/>
          </p:nvSpPr>
          <p:spPr>
            <a:xfrm>
              <a:off x="4943651" y="33359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t75"/>
            <p:cNvSpPr/>
            <p:nvPr/>
          </p:nvSpPr>
          <p:spPr>
            <a:xfrm>
              <a:off x="4943651" y="36051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t76"/>
            <p:cNvSpPr/>
            <p:nvPr/>
          </p:nvSpPr>
          <p:spPr>
            <a:xfrm>
              <a:off x="4943651" y="36471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t77"/>
            <p:cNvSpPr/>
            <p:nvPr/>
          </p:nvSpPr>
          <p:spPr>
            <a:xfrm>
              <a:off x="2507423" y="36056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t78"/>
            <p:cNvSpPr/>
            <p:nvPr/>
          </p:nvSpPr>
          <p:spPr>
            <a:xfrm>
              <a:off x="2507423" y="384620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t79"/>
            <p:cNvSpPr/>
            <p:nvPr/>
          </p:nvSpPr>
          <p:spPr>
            <a:xfrm>
              <a:off x="2507423" y="39673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t80"/>
            <p:cNvSpPr/>
            <p:nvPr/>
          </p:nvSpPr>
          <p:spPr>
            <a:xfrm>
              <a:off x="5133637" y="528688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t81"/>
            <p:cNvSpPr/>
            <p:nvPr/>
          </p:nvSpPr>
          <p:spPr>
            <a:xfrm>
              <a:off x="5133637" y="54905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t82"/>
            <p:cNvSpPr/>
            <p:nvPr/>
          </p:nvSpPr>
          <p:spPr>
            <a:xfrm>
              <a:off x="5133637" y="532497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4959155" y="541420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t84"/>
            <p:cNvSpPr/>
            <p:nvPr/>
          </p:nvSpPr>
          <p:spPr>
            <a:xfrm>
              <a:off x="4959155" y="53244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4959155" y="54190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1256863" y="3408039"/>
              <a:ext cx="5679782" cy="1685839"/>
            </a:xfrm>
            <a:custGeom>
              <a:avLst/>
              <a:gdLst/>
              <a:ahLst/>
              <a:cxnLst/>
              <a:rect l="0" t="0" r="0" b="0"/>
              <a:pathLst>
                <a:path w="5679782" h="1685839">
                  <a:moveTo>
                    <a:pt x="0" y="0"/>
                  </a:moveTo>
                  <a:lnTo>
                    <a:pt x="71895" y="17703"/>
                  </a:lnTo>
                  <a:lnTo>
                    <a:pt x="143791" y="35355"/>
                  </a:lnTo>
                  <a:lnTo>
                    <a:pt x="215687" y="52952"/>
                  </a:lnTo>
                  <a:lnTo>
                    <a:pt x="287583" y="70493"/>
                  </a:lnTo>
                  <a:lnTo>
                    <a:pt x="359479" y="87974"/>
                  </a:lnTo>
                  <a:lnTo>
                    <a:pt x="431375" y="105392"/>
                  </a:lnTo>
                  <a:lnTo>
                    <a:pt x="503271" y="122743"/>
                  </a:lnTo>
                  <a:lnTo>
                    <a:pt x="575167" y="140024"/>
                  </a:lnTo>
                  <a:lnTo>
                    <a:pt x="647063" y="157232"/>
                  </a:lnTo>
                  <a:lnTo>
                    <a:pt x="718959" y="174361"/>
                  </a:lnTo>
                  <a:lnTo>
                    <a:pt x="790855" y="191408"/>
                  </a:lnTo>
                  <a:lnTo>
                    <a:pt x="862751" y="208367"/>
                  </a:lnTo>
                  <a:lnTo>
                    <a:pt x="934647" y="225235"/>
                  </a:lnTo>
                  <a:lnTo>
                    <a:pt x="1006543" y="242005"/>
                  </a:lnTo>
                  <a:lnTo>
                    <a:pt x="1078439" y="258672"/>
                  </a:lnTo>
                  <a:lnTo>
                    <a:pt x="1150335" y="275229"/>
                  </a:lnTo>
                  <a:lnTo>
                    <a:pt x="1222231" y="291672"/>
                  </a:lnTo>
                  <a:lnTo>
                    <a:pt x="1294127" y="307991"/>
                  </a:lnTo>
                  <a:lnTo>
                    <a:pt x="1366023" y="324181"/>
                  </a:lnTo>
                  <a:lnTo>
                    <a:pt x="1437919" y="340233"/>
                  </a:lnTo>
                  <a:lnTo>
                    <a:pt x="1509815" y="356140"/>
                  </a:lnTo>
                  <a:lnTo>
                    <a:pt x="1581711" y="371892"/>
                  </a:lnTo>
                  <a:lnTo>
                    <a:pt x="1653607" y="387480"/>
                  </a:lnTo>
                  <a:lnTo>
                    <a:pt x="1725503" y="402894"/>
                  </a:lnTo>
                  <a:lnTo>
                    <a:pt x="1797399" y="418124"/>
                  </a:lnTo>
                  <a:lnTo>
                    <a:pt x="1869295" y="433159"/>
                  </a:lnTo>
                  <a:lnTo>
                    <a:pt x="1941191" y="447987"/>
                  </a:lnTo>
                  <a:lnTo>
                    <a:pt x="2013087" y="462597"/>
                  </a:lnTo>
                  <a:lnTo>
                    <a:pt x="2084983" y="476974"/>
                  </a:lnTo>
                  <a:lnTo>
                    <a:pt x="2156879" y="491108"/>
                  </a:lnTo>
                  <a:lnTo>
                    <a:pt x="2228775" y="504983"/>
                  </a:lnTo>
                  <a:lnTo>
                    <a:pt x="2300671" y="518585"/>
                  </a:lnTo>
                  <a:lnTo>
                    <a:pt x="2372567" y="531902"/>
                  </a:lnTo>
                  <a:lnTo>
                    <a:pt x="2444463" y="544916"/>
                  </a:lnTo>
                  <a:lnTo>
                    <a:pt x="2516359" y="557615"/>
                  </a:lnTo>
                  <a:lnTo>
                    <a:pt x="2588255" y="569984"/>
                  </a:lnTo>
                  <a:lnTo>
                    <a:pt x="2660151" y="582007"/>
                  </a:lnTo>
                  <a:lnTo>
                    <a:pt x="2732047" y="593670"/>
                  </a:lnTo>
                  <a:lnTo>
                    <a:pt x="2803943" y="604961"/>
                  </a:lnTo>
                  <a:lnTo>
                    <a:pt x="2875839" y="615865"/>
                  </a:lnTo>
                  <a:lnTo>
                    <a:pt x="2947735" y="626371"/>
                  </a:lnTo>
                  <a:lnTo>
                    <a:pt x="3019631" y="636468"/>
                  </a:lnTo>
                  <a:lnTo>
                    <a:pt x="3091527" y="646147"/>
                  </a:lnTo>
                  <a:lnTo>
                    <a:pt x="3163423" y="655399"/>
                  </a:lnTo>
                  <a:lnTo>
                    <a:pt x="3235319" y="664218"/>
                  </a:lnTo>
                  <a:lnTo>
                    <a:pt x="3307215" y="672600"/>
                  </a:lnTo>
                  <a:lnTo>
                    <a:pt x="3379111" y="680542"/>
                  </a:lnTo>
                  <a:lnTo>
                    <a:pt x="3451007" y="688043"/>
                  </a:lnTo>
                  <a:lnTo>
                    <a:pt x="3522902" y="695105"/>
                  </a:lnTo>
                  <a:lnTo>
                    <a:pt x="3594798" y="701732"/>
                  </a:lnTo>
                  <a:lnTo>
                    <a:pt x="3666694" y="707928"/>
                  </a:lnTo>
                  <a:lnTo>
                    <a:pt x="3738590" y="713701"/>
                  </a:lnTo>
                  <a:lnTo>
                    <a:pt x="3810486" y="719060"/>
                  </a:lnTo>
                  <a:lnTo>
                    <a:pt x="3882382" y="724014"/>
                  </a:lnTo>
                  <a:lnTo>
                    <a:pt x="3954278" y="728575"/>
                  </a:lnTo>
                  <a:lnTo>
                    <a:pt x="4026174" y="732756"/>
                  </a:lnTo>
                  <a:lnTo>
                    <a:pt x="4098070" y="736570"/>
                  </a:lnTo>
                  <a:lnTo>
                    <a:pt x="4169966" y="740030"/>
                  </a:lnTo>
                  <a:lnTo>
                    <a:pt x="4241862" y="743152"/>
                  </a:lnTo>
                  <a:lnTo>
                    <a:pt x="4313758" y="745949"/>
                  </a:lnTo>
                  <a:lnTo>
                    <a:pt x="4385654" y="748437"/>
                  </a:lnTo>
                  <a:lnTo>
                    <a:pt x="4457550" y="750630"/>
                  </a:lnTo>
                  <a:lnTo>
                    <a:pt x="4529446" y="752543"/>
                  </a:lnTo>
                  <a:lnTo>
                    <a:pt x="4601342" y="754190"/>
                  </a:lnTo>
                  <a:lnTo>
                    <a:pt x="4673238" y="755585"/>
                  </a:lnTo>
                  <a:lnTo>
                    <a:pt x="4745134" y="756741"/>
                  </a:lnTo>
                  <a:lnTo>
                    <a:pt x="4817030" y="757671"/>
                  </a:lnTo>
                  <a:lnTo>
                    <a:pt x="4888926" y="758387"/>
                  </a:lnTo>
                  <a:lnTo>
                    <a:pt x="4960822" y="758903"/>
                  </a:lnTo>
                  <a:lnTo>
                    <a:pt x="5032718" y="759228"/>
                  </a:lnTo>
                  <a:lnTo>
                    <a:pt x="5104614" y="759373"/>
                  </a:lnTo>
                  <a:lnTo>
                    <a:pt x="5176510" y="759349"/>
                  </a:lnTo>
                  <a:lnTo>
                    <a:pt x="5248406" y="759166"/>
                  </a:lnTo>
                  <a:lnTo>
                    <a:pt x="5320302" y="758831"/>
                  </a:lnTo>
                  <a:lnTo>
                    <a:pt x="5392198" y="758355"/>
                  </a:lnTo>
                  <a:lnTo>
                    <a:pt x="5464094" y="757744"/>
                  </a:lnTo>
                  <a:lnTo>
                    <a:pt x="5535990" y="757007"/>
                  </a:lnTo>
                  <a:lnTo>
                    <a:pt x="5607886" y="756151"/>
                  </a:lnTo>
                  <a:lnTo>
                    <a:pt x="5679782" y="755182"/>
                  </a:lnTo>
                  <a:lnTo>
                    <a:pt x="5679782" y="1685839"/>
                  </a:lnTo>
                  <a:lnTo>
                    <a:pt x="5607886" y="1669233"/>
                  </a:lnTo>
                  <a:lnTo>
                    <a:pt x="5535990" y="1652739"/>
                  </a:lnTo>
                  <a:lnTo>
                    <a:pt x="5464094" y="1636364"/>
                  </a:lnTo>
                  <a:lnTo>
                    <a:pt x="5392198" y="1620116"/>
                  </a:lnTo>
                  <a:lnTo>
                    <a:pt x="5320302" y="1604002"/>
                  </a:lnTo>
                  <a:lnTo>
                    <a:pt x="5248406" y="1588029"/>
                  </a:lnTo>
                  <a:lnTo>
                    <a:pt x="5176510" y="1572208"/>
                  </a:lnTo>
                  <a:lnTo>
                    <a:pt x="5104614" y="1556546"/>
                  </a:lnTo>
                  <a:lnTo>
                    <a:pt x="5032718" y="1541054"/>
                  </a:lnTo>
                  <a:lnTo>
                    <a:pt x="4960822" y="1525741"/>
                  </a:lnTo>
                  <a:lnTo>
                    <a:pt x="4888926" y="1510619"/>
                  </a:lnTo>
                  <a:lnTo>
                    <a:pt x="4817030" y="1495698"/>
                  </a:lnTo>
                  <a:lnTo>
                    <a:pt x="4745134" y="1480990"/>
                  </a:lnTo>
                  <a:lnTo>
                    <a:pt x="4673238" y="1466509"/>
                  </a:lnTo>
                  <a:lnTo>
                    <a:pt x="4601342" y="1452266"/>
                  </a:lnTo>
                  <a:lnTo>
                    <a:pt x="4529446" y="1438275"/>
                  </a:lnTo>
                  <a:lnTo>
                    <a:pt x="4457550" y="1424550"/>
                  </a:lnTo>
                  <a:lnTo>
                    <a:pt x="4385654" y="1411106"/>
                  </a:lnTo>
                  <a:lnTo>
                    <a:pt x="4313758" y="1397956"/>
                  </a:lnTo>
                  <a:lnTo>
                    <a:pt x="4241862" y="1385115"/>
                  </a:lnTo>
                  <a:lnTo>
                    <a:pt x="4169966" y="1372599"/>
                  </a:lnTo>
                  <a:lnTo>
                    <a:pt x="4098070" y="1360422"/>
                  </a:lnTo>
                  <a:lnTo>
                    <a:pt x="4026174" y="1348598"/>
                  </a:lnTo>
                  <a:lnTo>
                    <a:pt x="3954278" y="1337141"/>
                  </a:lnTo>
                  <a:lnTo>
                    <a:pt x="3882382" y="1326064"/>
                  </a:lnTo>
                  <a:lnTo>
                    <a:pt x="3810486" y="1315381"/>
                  </a:lnTo>
                  <a:lnTo>
                    <a:pt x="3738590" y="1305101"/>
                  </a:lnTo>
                  <a:lnTo>
                    <a:pt x="3666694" y="1295237"/>
                  </a:lnTo>
                  <a:lnTo>
                    <a:pt x="3594798" y="1285795"/>
                  </a:lnTo>
                  <a:lnTo>
                    <a:pt x="3522902" y="1276784"/>
                  </a:lnTo>
                  <a:lnTo>
                    <a:pt x="3451007" y="1268209"/>
                  </a:lnTo>
                  <a:lnTo>
                    <a:pt x="3379111" y="1260073"/>
                  </a:lnTo>
                  <a:lnTo>
                    <a:pt x="3307215" y="1252377"/>
                  </a:lnTo>
                  <a:lnTo>
                    <a:pt x="3235319" y="1245121"/>
                  </a:lnTo>
                  <a:lnTo>
                    <a:pt x="3163423" y="1238302"/>
                  </a:lnTo>
                  <a:lnTo>
                    <a:pt x="3091527" y="1231916"/>
                  </a:lnTo>
                  <a:lnTo>
                    <a:pt x="3019631" y="1225957"/>
                  </a:lnTo>
                  <a:lnTo>
                    <a:pt x="2947735" y="1220417"/>
                  </a:lnTo>
                  <a:lnTo>
                    <a:pt x="2875839" y="1215285"/>
                  </a:lnTo>
                  <a:lnTo>
                    <a:pt x="2803943" y="1210552"/>
                  </a:lnTo>
                  <a:lnTo>
                    <a:pt x="2732047" y="1206204"/>
                  </a:lnTo>
                  <a:lnTo>
                    <a:pt x="2660151" y="1202230"/>
                  </a:lnTo>
                  <a:lnTo>
                    <a:pt x="2588255" y="1198616"/>
                  </a:lnTo>
                  <a:lnTo>
                    <a:pt x="2516359" y="1195346"/>
                  </a:lnTo>
                  <a:lnTo>
                    <a:pt x="2444463" y="1192407"/>
                  </a:lnTo>
                  <a:lnTo>
                    <a:pt x="2372567" y="1189785"/>
                  </a:lnTo>
                  <a:lnTo>
                    <a:pt x="2300671" y="1187463"/>
                  </a:lnTo>
                  <a:lnTo>
                    <a:pt x="2228775" y="1185428"/>
                  </a:lnTo>
                  <a:lnTo>
                    <a:pt x="2156879" y="1183665"/>
                  </a:lnTo>
                  <a:lnTo>
                    <a:pt x="2084983" y="1182161"/>
                  </a:lnTo>
                  <a:lnTo>
                    <a:pt x="2013087" y="1180901"/>
                  </a:lnTo>
                  <a:lnTo>
                    <a:pt x="1941191" y="1179873"/>
                  </a:lnTo>
                  <a:lnTo>
                    <a:pt x="1869295" y="1179063"/>
                  </a:lnTo>
                  <a:lnTo>
                    <a:pt x="1797399" y="1178460"/>
                  </a:lnTo>
                  <a:lnTo>
                    <a:pt x="1725503" y="1178052"/>
                  </a:lnTo>
                  <a:lnTo>
                    <a:pt x="1653607" y="1177829"/>
                  </a:lnTo>
                  <a:lnTo>
                    <a:pt x="1581711" y="1177779"/>
                  </a:lnTo>
                  <a:lnTo>
                    <a:pt x="1509815" y="1177893"/>
                  </a:lnTo>
                  <a:lnTo>
                    <a:pt x="1437919" y="1178162"/>
                  </a:lnTo>
                  <a:lnTo>
                    <a:pt x="1366023" y="1178577"/>
                  </a:lnTo>
                  <a:lnTo>
                    <a:pt x="1294127" y="1179129"/>
                  </a:lnTo>
                  <a:lnTo>
                    <a:pt x="1222231" y="1179811"/>
                  </a:lnTo>
                  <a:lnTo>
                    <a:pt x="1150335" y="1180615"/>
                  </a:lnTo>
                  <a:lnTo>
                    <a:pt x="1078439" y="1181536"/>
                  </a:lnTo>
                  <a:lnTo>
                    <a:pt x="1006543" y="1182565"/>
                  </a:lnTo>
                  <a:lnTo>
                    <a:pt x="934647" y="1183697"/>
                  </a:lnTo>
                  <a:lnTo>
                    <a:pt x="862751" y="1184927"/>
                  </a:lnTo>
                  <a:lnTo>
                    <a:pt x="790855" y="1186249"/>
                  </a:lnTo>
                  <a:lnTo>
                    <a:pt x="718959" y="1187658"/>
                  </a:lnTo>
                  <a:lnTo>
                    <a:pt x="647063" y="1189149"/>
                  </a:lnTo>
                  <a:lnTo>
                    <a:pt x="575167" y="1190719"/>
                  </a:lnTo>
                  <a:lnTo>
                    <a:pt x="503271" y="1192362"/>
                  </a:lnTo>
                  <a:lnTo>
                    <a:pt x="431375" y="1194076"/>
                  </a:lnTo>
                  <a:lnTo>
                    <a:pt x="359479" y="1195856"/>
                  </a:lnTo>
                  <a:lnTo>
                    <a:pt x="287583" y="1197699"/>
                  </a:lnTo>
                  <a:lnTo>
                    <a:pt x="215687" y="1199602"/>
                  </a:lnTo>
                  <a:lnTo>
                    <a:pt x="143791" y="1201562"/>
                  </a:lnTo>
                  <a:lnTo>
                    <a:pt x="71895" y="1203576"/>
                  </a:lnTo>
                  <a:lnTo>
                    <a:pt x="0" y="1205642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1256863" y="3408039"/>
              <a:ext cx="5679782" cy="759373"/>
            </a:xfrm>
            <a:custGeom>
              <a:avLst/>
              <a:gdLst/>
              <a:ahLst/>
              <a:cxnLst/>
              <a:rect l="0" t="0" r="0" b="0"/>
              <a:pathLst>
                <a:path w="5679782" h="759373">
                  <a:moveTo>
                    <a:pt x="0" y="0"/>
                  </a:moveTo>
                  <a:lnTo>
                    <a:pt x="71895" y="17703"/>
                  </a:lnTo>
                  <a:lnTo>
                    <a:pt x="143791" y="35355"/>
                  </a:lnTo>
                  <a:lnTo>
                    <a:pt x="215687" y="52952"/>
                  </a:lnTo>
                  <a:lnTo>
                    <a:pt x="287583" y="70493"/>
                  </a:lnTo>
                  <a:lnTo>
                    <a:pt x="359479" y="87974"/>
                  </a:lnTo>
                  <a:lnTo>
                    <a:pt x="431375" y="105392"/>
                  </a:lnTo>
                  <a:lnTo>
                    <a:pt x="503271" y="122743"/>
                  </a:lnTo>
                  <a:lnTo>
                    <a:pt x="575167" y="140024"/>
                  </a:lnTo>
                  <a:lnTo>
                    <a:pt x="647063" y="157232"/>
                  </a:lnTo>
                  <a:lnTo>
                    <a:pt x="718959" y="174361"/>
                  </a:lnTo>
                  <a:lnTo>
                    <a:pt x="790855" y="191408"/>
                  </a:lnTo>
                  <a:lnTo>
                    <a:pt x="862751" y="208367"/>
                  </a:lnTo>
                  <a:lnTo>
                    <a:pt x="934647" y="225235"/>
                  </a:lnTo>
                  <a:lnTo>
                    <a:pt x="1006543" y="242005"/>
                  </a:lnTo>
                  <a:lnTo>
                    <a:pt x="1078439" y="258672"/>
                  </a:lnTo>
                  <a:lnTo>
                    <a:pt x="1150335" y="275229"/>
                  </a:lnTo>
                  <a:lnTo>
                    <a:pt x="1222231" y="291672"/>
                  </a:lnTo>
                  <a:lnTo>
                    <a:pt x="1294127" y="307991"/>
                  </a:lnTo>
                  <a:lnTo>
                    <a:pt x="1366023" y="324181"/>
                  </a:lnTo>
                  <a:lnTo>
                    <a:pt x="1437919" y="340233"/>
                  </a:lnTo>
                  <a:lnTo>
                    <a:pt x="1509815" y="356140"/>
                  </a:lnTo>
                  <a:lnTo>
                    <a:pt x="1581711" y="371892"/>
                  </a:lnTo>
                  <a:lnTo>
                    <a:pt x="1653607" y="387480"/>
                  </a:lnTo>
                  <a:lnTo>
                    <a:pt x="1725503" y="402894"/>
                  </a:lnTo>
                  <a:lnTo>
                    <a:pt x="1797399" y="418124"/>
                  </a:lnTo>
                  <a:lnTo>
                    <a:pt x="1869295" y="433159"/>
                  </a:lnTo>
                  <a:lnTo>
                    <a:pt x="1941191" y="447987"/>
                  </a:lnTo>
                  <a:lnTo>
                    <a:pt x="2013087" y="462597"/>
                  </a:lnTo>
                  <a:lnTo>
                    <a:pt x="2084983" y="476974"/>
                  </a:lnTo>
                  <a:lnTo>
                    <a:pt x="2156879" y="491108"/>
                  </a:lnTo>
                  <a:lnTo>
                    <a:pt x="2228775" y="504983"/>
                  </a:lnTo>
                  <a:lnTo>
                    <a:pt x="2300671" y="518585"/>
                  </a:lnTo>
                  <a:lnTo>
                    <a:pt x="2372567" y="531902"/>
                  </a:lnTo>
                  <a:lnTo>
                    <a:pt x="2444463" y="544916"/>
                  </a:lnTo>
                  <a:lnTo>
                    <a:pt x="2516359" y="557615"/>
                  </a:lnTo>
                  <a:lnTo>
                    <a:pt x="2588255" y="569984"/>
                  </a:lnTo>
                  <a:lnTo>
                    <a:pt x="2660151" y="582007"/>
                  </a:lnTo>
                  <a:lnTo>
                    <a:pt x="2732047" y="593670"/>
                  </a:lnTo>
                  <a:lnTo>
                    <a:pt x="2803943" y="604961"/>
                  </a:lnTo>
                  <a:lnTo>
                    <a:pt x="2875839" y="615865"/>
                  </a:lnTo>
                  <a:lnTo>
                    <a:pt x="2947735" y="626371"/>
                  </a:lnTo>
                  <a:lnTo>
                    <a:pt x="3019631" y="636468"/>
                  </a:lnTo>
                  <a:lnTo>
                    <a:pt x="3091527" y="646147"/>
                  </a:lnTo>
                  <a:lnTo>
                    <a:pt x="3163423" y="655399"/>
                  </a:lnTo>
                  <a:lnTo>
                    <a:pt x="3235319" y="664218"/>
                  </a:lnTo>
                  <a:lnTo>
                    <a:pt x="3307215" y="672600"/>
                  </a:lnTo>
                  <a:lnTo>
                    <a:pt x="3379111" y="680542"/>
                  </a:lnTo>
                  <a:lnTo>
                    <a:pt x="3451007" y="688043"/>
                  </a:lnTo>
                  <a:lnTo>
                    <a:pt x="3522902" y="695105"/>
                  </a:lnTo>
                  <a:lnTo>
                    <a:pt x="3594798" y="701732"/>
                  </a:lnTo>
                  <a:lnTo>
                    <a:pt x="3666694" y="707928"/>
                  </a:lnTo>
                  <a:lnTo>
                    <a:pt x="3738590" y="713701"/>
                  </a:lnTo>
                  <a:lnTo>
                    <a:pt x="3810486" y="719060"/>
                  </a:lnTo>
                  <a:lnTo>
                    <a:pt x="3882382" y="724014"/>
                  </a:lnTo>
                  <a:lnTo>
                    <a:pt x="3954278" y="728575"/>
                  </a:lnTo>
                  <a:lnTo>
                    <a:pt x="4026174" y="732756"/>
                  </a:lnTo>
                  <a:lnTo>
                    <a:pt x="4098070" y="736570"/>
                  </a:lnTo>
                  <a:lnTo>
                    <a:pt x="4169966" y="740030"/>
                  </a:lnTo>
                  <a:lnTo>
                    <a:pt x="4241862" y="743152"/>
                  </a:lnTo>
                  <a:lnTo>
                    <a:pt x="4313758" y="745949"/>
                  </a:lnTo>
                  <a:lnTo>
                    <a:pt x="4385654" y="748437"/>
                  </a:lnTo>
                  <a:lnTo>
                    <a:pt x="4457550" y="750630"/>
                  </a:lnTo>
                  <a:lnTo>
                    <a:pt x="4529446" y="752543"/>
                  </a:lnTo>
                  <a:lnTo>
                    <a:pt x="4601342" y="754190"/>
                  </a:lnTo>
                  <a:lnTo>
                    <a:pt x="4673238" y="755585"/>
                  </a:lnTo>
                  <a:lnTo>
                    <a:pt x="4745134" y="756741"/>
                  </a:lnTo>
                  <a:lnTo>
                    <a:pt x="4817030" y="757671"/>
                  </a:lnTo>
                  <a:lnTo>
                    <a:pt x="4888926" y="758387"/>
                  </a:lnTo>
                  <a:lnTo>
                    <a:pt x="4960822" y="758903"/>
                  </a:lnTo>
                  <a:lnTo>
                    <a:pt x="5032718" y="759228"/>
                  </a:lnTo>
                  <a:lnTo>
                    <a:pt x="5104614" y="759373"/>
                  </a:lnTo>
                  <a:lnTo>
                    <a:pt x="5176510" y="759349"/>
                  </a:lnTo>
                  <a:lnTo>
                    <a:pt x="5248406" y="759166"/>
                  </a:lnTo>
                  <a:lnTo>
                    <a:pt x="5320302" y="758831"/>
                  </a:lnTo>
                  <a:lnTo>
                    <a:pt x="5392198" y="758355"/>
                  </a:lnTo>
                  <a:lnTo>
                    <a:pt x="5464094" y="757744"/>
                  </a:lnTo>
                  <a:lnTo>
                    <a:pt x="5535990" y="757007"/>
                  </a:lnTo>
                  <a:lnTo>
                    <a:pt x="5607886" y="756151"/>
                  </a:lnTo>
                  <a:lnTo>
                    <a:pt x="5679782" y="755182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1256863" y="4585819"/>
              <a:ext cx="5679782" cy="508060"/>
            </a:xfrm>
            <a:custGeom>
              <a:avLst/>
              <a:gdLst/>
              <a:ahLst/>
              <a:cxnLst/>
              <a:rect l="0" t="0" r="0" b="0"/>
              <a:pathLst>
                <a:path w="5679782" h="508060">
                  <a:moveTo>
                    <a:pt x="5679782" y="508060"/>
                  </a:moveTo>
                  <a:lnTo>
                    <a:pt x="5607886" y="491453"/>
                  </a:lnTo>
                  <a:lnTo>
                    <a:pt x="5535990" y="474959"/>
                  </a:lnTo>
                  <a:lnTo>
                    <a:pt x="5464094" y="458584"/>
                  </a:lnTo>
                  <a:lnTo>
                    <a:pt x="5392198" y="442336"/>
                  </a:lnTo>
                  <a:lnTo>
                    <a:pt x="5320302" y="426222"/>
                  </a:lnTo>
                  <a:lnTo>
                    <a:pt x="5248406" y="410250"/>
                  </a:lnTo>
                  <a:lnTo>
                    <a:pt x="5176510" y="394428"/>
                  </a:lnTo>
                  <a:lnTo>
                    <a:pt x="5104614" y="378767"/>
                  </a:lnTo>
                  <a:lnTo>
                    <a:pt x="5032718" y="363274"/>
                  </a:lnTo>
                  <a:lnTo>
                    <a:pt x="4960822" y="347962"/>
                  </a:lnTo>
                  <a:lnTo>
                    <a:pt x="4888926" y="332839"/>
                  </a:lnTo>
                  <a:lnTo>
                    <a:pt x="4817030" y="317918"/>
                  </a:lnTo>
                  <a:lnTo>
                    <a:pt x="4745134" y="303211"/>
                  </a:lnTo>
                  <a:lnTo>
                    <a:pt x="4673238" y="288729"/>
                  </a:lnTo>
                  <a:lnTo>
                    <a:pt x="4601342" y="274486"/>
                  </a:lnTo>
                  <a:lnTo>
                    <a:pt x="4529446" y="260495"/>
                  </a:lnTo>
                  <a:lnTo>
                    <a:pt x="4457550" y="246770"/>
                  </a:lnTo>
                  <a:lnTo>
                    <a:pt x="4385654" y="233326"/>
                  </a:lnTo>
                  <a:lnTo>
                    <a:pt x="4313758" y="220176"/>
                  </a:lnTo>
                  <a:lnTo>
                    <a:pt x="4241862" y="207336"/>
                  </a:lnTo>
                  <a:lnTo>
                    <a:pt x="4169966" y="194819"/>
                  </a:lnTo>
                  <a:lnTo>
                    <a:pt x="4098070" y="182642"/>
                  </a:lnTo>
                  <a:lnTo>
                    <a:pt x="4026174" y="170818"/>
                  </a:lnTo>
                  <a:lnTo>
                    <a:pt x="3954278" y="159361"/>
                  </a:lnTo>
                  <a:lnTo>
                    <a:pt x="3882382" y="148284"/>
                  </a:lnTo>
                  <a:lnTo>
                    <a:pt x="3810486" y="137601"/>
                  </a:lnTo>
                  <a:lnTo>
                    <a:pt x="3738590" y="127322"/>
                  </a:lnTo>
                  <a:lnTo>
                    <a:pt x="3666694" y="117457"/>
                  </a:lnTo>
                  <a:lnTo>
                    <a:pt x="3594798" y="108016"/>
                  </a:lnTo>
                  <a:lnTo>
                    <a:pt x="3522902" y="99005"/>
                  </a:lnTo>
                  <a:lnTo>
                    <a:pt x="3451007" y="90429"/>
                  </a:lnTo>
                  <a:lnTo>
                    <a:pt x="3379111" y="82293"/>
                  </a:lnTo>
                  <a:lnTo>
                    <a:pt x="3307215" y="74597"/>
                  </a:lnTo>
                  <a:lnTo>
                    <a:pt x="3235319" y="67341"/>
                  </a:lnTo>
                  <a:lnTo>
                    <a:pt x="3163423" y="60522"/>
                  </a:lnTo>
                  <a:lnTo>
                    <a:pt x="3091527" y="54137"/>
                  </a:lnTo>
                  <a:lnTo>
                    <a:pt x="3019631" y="48177"/>
                  </a:lnTo>
                  <a:lnTo>
                    <a:pt x="2947735" y="42637"/>
                  </a:lnTo>
                  <a:lnTo>
                    <a:pt x="2875839" y="37505"/>
                  </a:lnTo>
                  <a:lnTo>
                    <a:pt x="2803943" y="32772"/>
                  </a:lnTo>
                  <a:lnTo>
                    <a:pt x="2732047" y="28425"/>
                  </a:lnTo>
                  <a:lnTo>
                    <a:pt x="2660151" y="24451"/>
                  </a:lnTo>
                  <a:lnTo>
                    <a:pt x="2588255" y="20836"/>
                  </a:lnTo>
                  <a:lnTo>
                    <a:pt x="2516359" y="17566"/>
                  </a:lnTo>
                  <a:lnTo>
                    <a:pt x="2444463" y="14628"/>
                  </a:lnTo>
                  <a:lnTo>
                    <a:pt x="2372567" y="12005"/>
                  </a:lnTo>
                  <a:lnTo>
                    <a:pt x="2300671" y="9683"/>
                  </a:lnTo>
                  <a:lnTo>
                    <a:pt x="2228775" y="7648"/>
                  </a:lnTo>
                  <a:lnTo>
                    <a:pt x="2156879" y="5886"/>
                  </a:lnTo>
                  <a:lnTo>
                    <a:pt x="2084983" y="4381"/>
                  </a:lnTo>
                  <a:lnTo>
                    <a:pt x="2013087" y="3121"/>
                  </a:lnTo>
                  <a:lnTo>
                    <a:pt x="1941191" y="2093"/>
                  </a:lnTo>
                  <a:lnTo>
                    <a:pt x="1869295" y="1283"/>
                  </a:lnTo>
                  <a:lnTo>
                    <a:pt x="1797399" y="680"/>
                  </a:lnTo>
                  <a:lnTo>
                    <a:pt x="1725503" y="273"/>
                  </a:lnTo>
                  <a:lnTo>
                    <a:pt x="1653607" y="49"/>
                  </a:lnTo>
                  <a:lnTo>
                    <a:pt x="1581711" y="0"/>
                  </a:lnTo>
                  <a:lnTo>
                    <a:pt x="1509815" y="114"/>
                  </a:lnTo>
                  <a:lnTo>
                    <a:pt x="1437919" y="383"/>
                  </a:lnTo>
                  <a:lnTo>
                    <a:pt x="1366023" y="797"/>
                  </a:lnTo>
                  <a:lnTo>
                    <a:pt x="1294127" y="1349"/>
                  </a:lnTo>
                  <a:lnTo>
                    <a:pt x="1222231" y="2031"/>
                  </a:lnTo>
                  <a:lnTo>
                    <a:pt x="1150335" y="2836"/>
                  </a:lnTo>
                  <a:lnTo>
                    <a:pt x="1078439" y="3756"/>
                  </a:lnTo>
                  <a:lnTo>
                    <a:pt x="1006543" y="4785"/>
                  </a:lnTo>
                  <a:lnTo>
                    <a:pt x="934647" y="5917"/>
                  </a:lnTo>
                  <a:lnTo>
                    <a:pt x="862751" y="7147"/>
                  </a:lnTo>
                  <a:lnTo>
                    <a:pt x="790855" y="8469"/>
                  </a:lnTo>
                  <a:lnTo>
                    <a:pt x="718959" y="9878"/>
                  </a:lnTo>
                  <a:lnTo>
                    <a:pt x="647063" y="11369"/>
                  </a:lnTo>
                  <a:lnTo>
                    <a:pt x="575167" y="12939"/>
                  </a:lnTo>
                  <a:lnTo>
                    <a:pt x="503271" y="14582"/>
                  </a:lnTo>
                  <a:lnTo>
                    <a:pt x="431375" y="16296"/>
                  </a:lnTo>
                  <a:lnTo>
                    <a:pt x="359479" y="18076"/>
                  </a:lnTo>
                  <a:lnTo>
                    <a:pt x="287583" y="19919"/>
                  </a:lnTo>
                  <a:lnTo>
                    <a:pt x="215687" y="21822"/>
                  </a:lnTo>
                  <a:lnTo>
                    <a:pt x="143791" y="23782"/>
                  </a:lnTo>
                  <a:lnTo>
                    <a:pt x="71895" y="25797"/>
                  </a:lnTo>
                  <a:lnTo>
                    <a:pt x="0" y="27862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1256863" y="4010860"/>
              <a:ext cx="5679782" cy="617690"/>
            </a:xfrm>
            <a:custGeom>
              <a:avLst/>
              <a:gdLst/>
              <a:ahLst/>
              <a:cxnLst/>
              <a:rect l="0" t="0" r="0" b="0"/>
              <a:pathLst>
                <a:path w="5679782" h="617690">
                  <a:moveTo>
                    <a:pt x="0" y="0"/>
                  </a:moveTo>
                  <a:lnTo>
                    <a:pt x="71895" y="7818"/>
                  </a:lnTo>
                  <a:lnTo>
                    <a:pt x="143791" y="15637"/>
                  </a:lnTo>
                  <a:lnTo>
                    <a:pt x="215687" y="23456"/>
                  </a:lnTo>
                  <a:lnTo>
                    <a:pt x="287583" y="31275"/>
                  </a:lnTo>
                  <a:lnTo>
                    <a:pt x="359479" y="39094"/>
                  </a:lnTo>
                  <a:lnTo>
                    <a:pt x="431375" y="46913"/>
                  </a:lnTo>
                  <a:lnTo>
                    <a:pt x="503271" y="54732"/>
                  </a:lnTo>
                  <a:lnTo>
                    <a:pt x="575167" y="62550"/>
                  </a:lnTo>
                  <a:lnTo>
                    <a:pt x="647063" y="70369"/>
                  </a:lnTo>
                  <a:lnTo>
                    <a:pt x="718959" y="78188"/>
                  </a:lnTo>
                  <a:lnTo>
                    <a:pt x="790855" y="86007"/>
                  </a:lnTo>
                  <a:lnTo>
                    <a:pt x="862751" y="93826"/>
                  </a:lnTo>
                  <a:lnTo>
                    <a:pt x="934647" y="101645"/>
                  </a:lnTo>
                  <a:lnTo>
                    <a:pt x="1006543" y="109464"/>
                  </a:lnTo>
                  <a:lnTo>
                    <a:pt x="1078439" y="117282"/>
                  </a:lnTo>
                  <a:lnTo>
                    <a:pt x="1150335" y="125101"/>
                  </a:lnTo>
                  <a:lnTo>
                    <a:pt x="1222231" y="132920"/>
                  </a:lnTo>
                  <a:lnTo>
                    <a:pt x="1294127" y="140739"/>
                  </a:lnTo>
                  <a:lnTo>
                    <a:pt x="1366023" y="148558"/>
                  </a:lnTo>
                  <a:lnTo>
                    <a:pt x="1437919" y="156377"/>
                  </a:lnTo>
                  <a:lnTo>
                    <a:pt x="1509815" y="164196"/>
                  </a:lnTo>
                  <a:lnTo>
                    <a:pt x="1581711" y="172014"/>
                  </a:lnTo>
                  <a:lnTo>
                    <a:pt x="1653607" y="179833"/>
                  </a:lnTo>
                  <a:lnTo>
                    <a:pt x="1725503" y="187652"/>
                  </a:lnTo>
                  <a:lnTo>
                    <a:pt x="1797399" y="195471"/>
                  </a:lnTo>
                  <a:lnTo>
                    <a:pt x="1869295" y="203290"/>
                  </a:lnTo>
                  <a:lnTo>
                    <a:pt x="1941191" y="211109"/>
                  </a:lnTo>
                  <a:lnTo>
                    <a:pt x="2013087" y="218928"/>
                  </a:lnTo>
                  <a:lnTo>
                    <a:pt x="2084983" y="226746"/>
                  </a:lnTo>
                  <a:lnTo>
                    <a:pt x="2156879" y="234565"/>
                  </a:lnTo>
                  <a:lnTo>
                    <a:pt x="2228775" y="242384"/>
                  </a:lnTo>
                  <a:lnTo>
                    <a:pt x="2300671" y="250203"/>
                  </a:lnTo>
                  <a:lnTo>
                    <a:pt x="2372567" y="258022"/>
                  </a:lnTo>
                  <a:lnTo>
                    <a:pt x="2444463" y="265841"/>
                  </a:lnTo>
                  <a:lnTo>
                    <a:pt x="2516359" y="273660"/>
                  </a:lnTo>
                  <a:lnTo>
                    <a:pt x="2588255" y="281479"/>
                  </a:lnTo>
                  <a:lnTo>
                    <a:pt x="2660151" y="289297"/>
                  </a:lnTo>
                  <a:lnTo>
                    <a:pt x="2732047" y="297116"/>
                  </a:lnTo>
                  <a:lnTo>
                    <a:pt x="2803943" y="304935"/>
                  </a:lnTo>
                  <a:lnTo>
                    <a:pt x="2875839" y="312754"/>
                  </a:lnTo>
                  <a:lnTo>
                    <a:pt x="2947735" y="320573"/>
                  </a:lnTo>
                  <a:lnTo>
                    <a:pt x="3019631" y="328392"/>
                  </a:lnTo>
                  <a:lnTo>
                    <a:pt x="3091527" y="336211"/>
                  </a:lnTo>
                  <a:lnTo>
                    <a:pt x="3163423" y="344029"/>
                  </a:lnTo>
                  <a:lnTo>
                    <a:pt x="3235319" y="351848"/>
                  </a:lnTo>
                  <a:lnTo>
                    <a:pt x="3307215" y="359667"/>
                  </a:lnTo>
                  <a:lnTo>
                    <a:pt x="3379111" y="367486"/>
                  </a:lnTo>
                  <a:lnTo>
                    <a:pt x="3451007" y="375305"/>
                  </a:lnTo>
                  <a:lnTo>
                    <a:pt x="3522902" y="383124"/>
                  </a:lnTo>
                  <a:lnTo>
                    <a:pt x="3594798" y="390943"/>
                  </a:lnTo>
                  <a:lnTo>
                    <a:pt x="3666694" y="398761"/>
                  </a:lnTo>
                  <a:lnTo>
                    <a:pt x="3738590" y="406580"/>
                  </a:lnTo>
                  <a:lnTo>
                    <a:pt x="3810486" y="414399"/>
                  </a:lnTo>
                  <a:lnTo>
                    <a:pt x="3882382" y="422218"/>
                  </a:lnTo>
                  <a:lnTo>
                    <a:pt x="3954278" y="430037"/>
                  </a:lnTo>
                  <a:lnTo>
                    <a:pt x="4026174" y="437856"/>
                  </a:lnTo>
                  <a:lnTo>
                    <a:pt x="4098070" y="445675"/>
                  </a:lnTo>
                  <a:lnTo>
                    <a:pt x="4169966" y="453493"/>
                  </a:lnTo>
                  <a:lnTo>
                    <a:pt x="4241862" y="461312"/>
                  </a:lnTo>
                  <a:lnTo>
                    <a:pt x="4313758" y="469131"/>
                  </a:lnTo>
                  <a:lnTo>
                    <a:pt x="4385654" y="476950"/>
                  </a:lnTo>
                  <a:lnTo>
                    <a:pt x="4457550" y="484769"/>
                  </a:lnTo>
                  <a:lnTo>
                    <a:pt x="4529446" y="492588"/>
                  </a:lnTo>
                  <a:lnTo>
                    <a:pt x="4601342" y="500407"/>
                  </a:lnTo>
                  <a:lnTo>
                    <a:pt x="4673238" y="508225"/>
                  </a:lnTo>
                  <a:lnTo>
                    <a:pt x="4745134" y="516044"/>
                  </a:lnTo>
                  <a:lnTo>
                    <a:pt x="4817030" y="523863"/>
                  </a:lnTo>
                  <a:lnTo>
                    <a:pt x="4888926" y="531682"/>
                  </a:lnTo>
                  <a:lnTo>
                    <a:pt x="4960822" y="539501"/>
                  </a:lnTo>
                  <a:lnTo>
                    <a:pt x="5032718" y="547320"/>
                  </a:lnTo>
                  <a:lnTo>
                    <a:pt x="5104614" y="555139"/>
                  </a:lnTo>
                  <a:lnTo>
                    <a:pt x="5176510" y="562958"/>
                  </a:lnTo>
                  <a:lnTo>
                    <a:pt x="5248406" y="570776"/>
                  </a:lnTo>
                  <a:lnTo>
                    <a:pt x="5320302" y="578595"/>
                  </a:lnTo>
                  <a:lnTo>
                    <a:pt x="5392198" y="586414"/>
                  </a:lnTo>
                  <a:lnTo>
                    <a:pt x="5464094" y="594233"/>
                  </a:lnTo>
                  <a:lnTo>
                    <a:pt x="5535990" y="602052"/>
                  </a:lnTo>
                  <a:lnTo>
                    <a:pt x="5607886" y="609871"/>
                  </a:lnTo>
                  <a:lnTo>
                    <a:pt x="5679782" y="617690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t90"/>
            <p:cNvSpPr/>
            <p:nvPr/>
          </p:nvSpPr>
          <p:spPr>
            <a:xfrm>
              <a:off x="3998279" y="44860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t91"/>
            <p:cNvSpPr/>
            <p:nvPr/>
          </p:nvSpPr>
          <p:spPr>
            <a:xfrm>
              <a:off x="3998279" y="461038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t92"/>
            <p:cNvSpPr/>
            <p:nvPr/>
          </p:nvSpPr>
          <p:spPr>
            <a:xfrm>
              <a:off x="3998279" y="469362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t93"/>
            <p:cNvSpPr/>
            <p:nvPr/>
          </p:nvSpPr>
          <p:spPr>
            <a:xfrm>
              <a:off x="1198161" y="40550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t94"/>
            <p:cNvSpPr/>
            <p:nvPr/>
          </p:nvSpPr>
          <p:spPr>
            <a:xfrm>
              <a:off x="1198161" y="43440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t95"/>
            <p:cNvSpPr/>
            <p:nvPr/>
          </p:nvSpPr>
          <p:spPr>
            <a:xfrm>
              <a:off x="1198161" y="395576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t96"/>
            <p:cNvSpPr/>
            <p:nvPr/>
          </p:nvSpPr>
          <p:spPr>
            <a:xfrm>
              <a:off x="6872847" y="424382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t97"/>
            <p:cNvSpPr/>
            <p:nvPr/>
          </p:nvSpPr>
          <p:spPr>
            <a:xfrm>
              <a:off x="6872847" y="384847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t98"/>
            <p:cNvSpPr/>
            <p:nvPr/>
          </p:nvSpPr>
          <p:spPr>
            <a:xfrm>
              <a:off x="6872847" y="419019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t99"/>
            <p:cNvSpPr/>
            <p:nvPr/>
          </p:nvSpPr>
          <p:spPr>
            <a:xfrm>
              <a:off x="6877943" y="487511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t100"/>
            <p:cNvSpPr/>
            <p:nvPr/>
          </p:nvSpPr>
          <p:spPr>
            <a:xfrm>
              <a:off x="6877943" y="44987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t101"/>
            <p:cNvSpPr/>
            <p:nvPr/>
          </p:nvSpPr>
          <p:spPr>
            <a:xfrm>
              <a:off x="6877943" y="483904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t102"/>
            <p:cNvSpPr/>
            <p:nvPr/>
          </p:nvSpPr>
          <p:spPr>
            <a:xfrm>
              <a:off x="4943651" y="373344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t103"/>
            <p:cNvSpPr/>
            <p:nvPr/>
          </p:nvSpPr>
          <p:spPr>
            <a:xfrm>
              <a:off x="4943651" y="409995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t104"/>
            <p:cNvSpPr/>
            <p:nvPr/>
          </p:nvSpPr>
          <p:spPr>
            <a:xfrm>
              <a:off x="4943651" y="394107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t105"/>
            <p:cNvSpPr/>
            <p:nvPr/>
          </p:nvSpPr>
          <p:spPr>
            <a:xfrm>
              <a:off x="2507423" y="380255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t106"/>
            <p:cNvSpPr/>
            <p:nvPr/>
          </p:nvSpPr>
          <p:spPr>
            <a:xfrm>
              <a:off x="2507423" y="40514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t107"/>
            <p:cNvSpPr/>
            <p:nvPr/>
          </p:nvSpPr>
          <p:spPr>
            <a:xfrm>
              <a:off x="2507423" y="404571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t108"/>
            <p:cNvSpPr/>
            <p:nvPr/>
          </p:nvSpPr>
          <p:spPr>
            <a:xfrm>
              <a:off x="5133637" y="540377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t109"/>
            <p:cNvSpPr/>
            <p:nvPr/>
          </p:nvSpPr>
          <p:spPr>
            <a:xfrm>
              <a:off x="5133637" y="536909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t110"/>
            <p:cNvSpPr/>
            <p:nvPr/>
          </p:nvSpPr>
          <p:spPr>
            <a:xfrm>
              <a:off x="4959155" y="547729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t111"/>
            <p:cNvSpPr/>
            <p:nvPr/>
          </p:nvSpPr>
          <p:spPr>
            <a:xfrm>
              <a:off x="4959155" y="536540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1256863" y="3742421"/>
              <a:ext cx="5679782" cy="1353697"/>
            </a:xfrm>
            <a:custGeom>
              <a:avLst/>
              <a:gdLst/>
              <a:ahLst/>
              <a:cxnLst/>
              <a:rect l="0" t="0" r="0" b="0"/>
              <a:pathLst>
                <a:path w="5679782" h="1353697">
                  <a:moveTo>
                    <a:pt x="0" y="0"/>
                  </a:moveTo>
                  <a:lnTo>
                    <a:pt x="71895" y="13963"/>
                  </a:lnTo>
                  <a:lnTo>
                    <a:pt x="143791" y="27881"/>
                  </a:lnTo>
                  <a:lnTo>
                    <a:pt x="215687" y="41752"/>
                  </a:lnTo>
                  <a:lnTo>
                    <a:pt x="287583" y="55573"/>
                  </a:lnTo>
                  <a:lnTo>
                    <a:pt x="359479" y="69341"/>
                  </a:lnTo>
                  <a:lnTo>
                    <a:pt x="431375" y="83055"/>
                  </a:lnTo>
                  <a:lnTo>
                    <a:pt x="503271" y="96710"/>
                  </a:lnTo>
                  <a:lnTo>
                    <a:pt x="575167" y="110305"/>
                  </a:lnTo>
                  <a:lnTo>
                    <a:pt x="647063" y="123835"/>
                  </a:lnTo>
                  <a:lnTo>
                    <a:pt x="718959" y="137297"/>
                  </a:lnTo>
                  <a:lnTo>
                    <a:pt x="790855" y="150687"/>
                  </a:lnTo>
                  <a:lnTo>
                    <a:pt x="862751" y="164002"/>
                  </a:lnTo>
                  <a:lnTo>
                    <a:pt x="934647" y="177237"/>
                  </a:lnTo>
                  <a:lnTo>
                    <a:pt x="1006543" y="190387"/>
                  </a:lnTo>
                  <a:lnTo>
                    <a:pt x="1078439" y="203448"/>
                  </a:lnTo>
                  <a:lnTo>
                    <a:pt x="1150335" y="216416"/>
                  </a:lnTo>
                  <a:lnTo>
                    <a:pt x="1222231" y="229283"/>
                  </a:lnTo>
                  <a:lnTo>
                    <a:pt x="1294127" y="242045"/>
                  </a:lnTo>
                  <a:lnTo>
                    <a:pt x="1366023" y="254696"/>
                  </a:lnTo>
                  <a:lnTo>
                    <a:pt x="1437919" y="267229"/>
                  </a:lnTo>
                  <a:lnTo>
                    <a:pt x="1509815" y="279638"/>
                  </a:lnTo>
                  <a:lnTo>
                    <a:pt x="1581711" y="291915"/>
                  </a:lnTo>
                  <a:lnTo>
                    <a:pt x="1653607" y="304052"/>
                  </a:lnTo>
                  <a:lnTo>
                    <a:pt x="1725503" y="316042"/>
                  </a:lnTo>
                  <a:lnTo>
                    <a:pt x="1797399" y="327876"/>
                  </a:lnTo>
                  <a:lnTo>
                    <a:pt x="1869295" y="339545"/>
                  </a:lnTo>
                  <a:lnTo>
                    <a:pt x="1941191" y="351041"/>
                  </a:lnTo>
                  <a:lnTo>
                    <a:pt x="2013087" y="362353"/>
                  </a:lnTo>
                  <a:lnTo>
                    <a:pt x="2084983" y="373472"/>
                  </a:lnTo>
                  <a:lnTo>
                    <a:pt x="2156879" y="384387"/>
                  </a:lnTo>
                  <a:lnTo>
                    <a:pt x="2228775" y="395088"/>
                  </a:lnTo>
                  <a:lnTo>
                    <a:pt x="2300671" y="405565"/>
                  </a:lnTo>
                  <a:lnTo>
                    <a:pt x="2372567" y="415805"/>
                  </a:lnTo>
                  <a:lnTo>
                    <a:pt x="2444463" y="425799"/>
                  </a:lnTo>
                  <a:lnTo>
                    <a:pt x="2516359" y="435535"/>
                  </a:lnTo>
                  <a:lnTo>
                    <a:pt x="2588255" y="445002"/>
                  </a:lnTo>
                  <a:lnTo>
                    <a:pt x="2660151" y="454191"/>
                  </a:lnTo>
                  <a:lnTo>
                    <a:pt x="2732047" y="463090"/>
                  </a:lnTo>
                  <a:lnTo>
                    <a:pt x="2803943" y="471690"/>
                  </a:lnTo>
                  <a:lnTo>
                    <a:pt x="2875839" y="479981"/>
                  </a:lnTo>
                  <a:lnTo>
                    <a:pt x="2947735" y="487957"/>
                  </a:lnTo>
                  <a:lnTo>
                    <a:pt x="3019631" y="495609"/>
                  </a:lnTo>
                  <a:lnTo>
                    <a:pt x="3091527" y="502930"/>
                  </a:lnTo>
                  <a:lnTo>
                    <a:pt x="3163423" y="509918"/>
                  </a:lnTo>
                  <a:lnTo>
                    <a:pt x="3235319" y="516566"/>
                  </a:lnTo>
                  <a:lnTo>
                    <a:pt x="3307215" y="522873"/>
                  </a:lnTo>
                  <a:lnTo>
                    <a:pt x="3379111" y="528839"/>
                  </a:lnTo>
                  <a:lnTo>
                    <a:pt x="3451007" y="534463"/>
                  </a:lnTo>
                  <a:lnTo>
                    <a:pt x="3522902" y="539748"/>
                  </a:lnTo>
                  <a:lnTo>
                    <a:pt x="3594798" y="544696"/>
                  </a:lnTo>
                  <a:lnTo>
                    <a:pt x="3666694" y="549312"/>
                  </a:lnTo>
                  <a:lnTo>
                    <a:pt x="3738590" y="553603"/>
                  </a:lnTo>
                  <a:lnTo>
                    <a:pt x="3810486" y="557575"/>
                  </a:lnTo>
                  <a:lnTo>
                    <a:pt x="3882382" y="561236"/>
                  </a:lnTo>
                  <a:lnTo>
                    <a:pt x="3954278" y="564595"/>
                  </a:lnTo>
                  <a:lnTo>
                    <a:pt x="4026174" y="567661"/>
                  </a:lnTo>
                  <a:lnTo>
                    <a:pt x="4098070" y="570445"/>
                  </a:lnTo>
                  <a:lnTo>
                    <a:pt x="4169966" y="572956"/>
                  </a:lnTo>
                  <a:lnTo>
                    <a:pt x="4241862" y="575206"/>
                  </a:lnTo>
                  <a:lnTo>
                    <a:pt x="4313758" y="577206"/>
                  </a:lnTo>
                  <a:lnTo>
                    <a:pt x="4385654" y="578966"/>
                  </a:lnTo>
                  <a:lnTo>
                    <a:pt x="4457550" y="580498"/>
                  </a:lnTo>
                  <a:lnTo>
                    <a:pt x="4529446" y="581812"/>
                  </a:lnTo>
                  <a:lnTo>
                    <a:pt x="4601342" y="582919"/>
                  </a:lnTo>
                  <a:lnTo>
                    <a:pt x="4673238" y="583830"/>
                  </a:lnTo>
                  <a:lnTo>
                    <a:pt x="4745134" y="584553"/>
                  </a:lnTo>
                  <a:lnTo>
                    <a:pt x="4817030" y="585100"/>
                  </a:lnTo>
                  <a:lnTo>
                    <a:pt x="4888926" y="585479"/>
                  </a:lnTo>
                  <a:lnTo>
                    <a:pt x="4960822" y="585700"/>
                  </a:lnTo>
                  <a:lnTo>
                    <a:pt x="5032718" y="585770"/>
                  </a:lnTo>
                  <a:lnTo>
                    <a:pt x="5104614" y="585699"/>
                  </a:lnTo>
                  <a:lnTo>
                    <a:pt x="5176510" y="585493"/>
                  </a:lnTo>
                  <a:lnTo>
                    <a:pt x="5248406" y="585160"/>
                  </a:lnTo>
                  <a:lnTo>
                    <a:pt x="5320302" y="584707"/>
                  </a:lnTo>
                  <a:lnTo>
                    <a:pt x="5392198" y="584141"/>
                  </a:lnTo>
                  <a:lnTo>
                    <a:pt x="5464094" y="583467"/>
                  </a:lnTo>
                  <a:lnTo>
                    <a:pt x="5535990" y="582692"/>
                  </a:lnTo>
                  <a:lnTo>
                    <a:pt x="5607886" y="581821"/>
                  </a:lnTo>
                  <a:lnTo>
                    <a:pt x="5679782" y="580859"/>
                  </a:lnTo>
                  <a:lnTo>
                    <a:pt x="5679782" y="1353697"/>
                  </a:lnTo>
                  <a:lnTo>
                    <a:pt x="5607886" y="1340575"/>
                  </a:lnTo>
                  <a:lnTo>
                    <a:pt x="5535990" y="1327545"/>
                  </a:lnTo>
                  <a:lnTo>
                    <a:pt x="5464094" y="1314610"/>
                  </a:lnTo>
                  <a:lnTo>
                    <a:pt x="5392198" y="1301776"/>
                  </a:lnTo>
                  <a:lnTo>
                    <a:pt x="5320302" y="1289050"/>
                  </a:lnTo>
                  <a:lnTo>
                    <a:pt x="5248406" y="1276438"/>
                  </a:lnTo>
                  <a:lnTo>
                    <a:pt x="5176510" y="1263945"/>
                  </a:lnTo>
                  <a:lnTo>
                    <a:pt x="5104614" y="1251580"/>
                  </a:lnTo>
                  <a:lnTo>
                    <a:pt x="5032718" y="1239348"/>
                  </a:lnTo>
                  <a:lnTo>
                    <a:pt x="4960822" y="1227259"/>
                  </a:lnTo>
                  <a:lnTo>
                    <a:pt x="4888926" y="1215320"/>
                  </a:lnTo>
                  <a:lnTo>
                    <a:pt x="4817030" y="1203540"/>
                  </a:lnTo>
                  <a:lnTo>
                    <a:pt x="4745134" y="1191927"/>
                  </a:lnTo>
                  <a:lnTo>
                    <a:pt x="4673238" y="1180491"/>
                  </a:lnTo>
                  <a:lnTo>
                    <a:pt x="4601342" y="1169242"/>
                  </a:lnTo>
                  <a:lnTo>
                    <a:pt x="4529446" y="1158189"/>
                  </a:lnTo>
                  <a:lnTo>
                    <a:pt x="4457550" y="1147344"/>
                  </a:lnTo>
                  <a:lnTo>
                    <a:pt x="4385654" y="1136716"/>
                  </a:lnTo>
                  <a:lnTo>
                    <a:pt x="4313758" y="1126316"/>
                  </a:lnTo>
                  <a:lnTo>
                    <a:pt x="4241862" y="1116157"/>
                  </a:lnTo>
                  <a:lnTo>
                    <a:pt x="4169966" y="1106247"/>
                  </a:lnTo>
                  <a:lnTo>
                    <a:pt x="4098070" y="1096599"/>
                  </a:lnTo>
                  <a:lnTo>
                    <a:pt x="4026174" y="1087223"/>
                  </a:lnTo>
                  <a:lnTo>
                    <a:pt x="3954278" y="1078129"/>
                  </a:lnTo>
                  <a:lnTo>
                    <a:pt x="3882382" y="1069328"/>
                  </a:lnTo>
                  <a:lnTo>
                    <a:pt x="3810486" y="1060830"/>
                  </a:lnTo>
                  <a:lnTo>
                    <a:pt x="3738590" y="1052642"/>
                  </a:lnTo>
                  <a:lnTo>
                    <a:pt x="3666694" y="1044773"/>
                  </a:lnTo>
                  <a:lnTo>
                    <a:pt x="3594798" y="1037230"/>
                  </a:lnTo>
                  <a:lnTo>
                    <a:pt x="3522902" y="1030019"/>
                  </a:lnTo>
                  <a:lnTo>
                    <a:pt x="3451007" y="1023144"/>
                  </a:lnTo>
                  <a:lnTo>
                    <a:pt x="3379111" y="1016608"/>
                  </a:lnTo>
                  <a:lnTo>
                    <a:pt x="3307215" y="1010414"/>
                  </a:lnTo>
                  <a:lnTo>
                    <a:pt x="3235319" y="1004562"/>
                  </a:lnTo>
                  <a:lnTo>
                    <a:pt x="3163423" y="999050"/>
                  </a:lnTo>
                  <a:lnTo>
                    <a:pt x="3091527" y="993878"/>
                  </a:lnTo>
                  <a:lnTo>
                    <a:pt x="3019631" y="989040"/>
                  </a:lnTo>
                  <a:lnTo>
                    <a:pt x="2947735" y="984532"/>
                  </a:lnTo>
                  <a:lnTo>
                    <a:pt x="2875839" y="980348"/>
                  </a:lnTo>
                  <a:lnTo>
                    <a:pt x="2803943" y="976480"/>
                  </a:lnTo>
                  <a:lnTo>
                    <a:pt x="2732047" y="972920"/>
                  </a:lnTo>
                  <a:lnTo>
                    <a:pt x="2660151" y="969660"/>
                  </a:lnTo>
                  <a:lnTo>
                    <a:pt x="2588255" y="966688"/>
                  </a:lnTo>
                  <a:lnTo>
                    <a:pt x="2516359" y="963996"/>
                  </a:lnTo>
                  <a:lnTo>
                    <a:pt x="2444463" y="961573"/>
                  </a:lnTo>
                  <a:lnTo>
                    <a:pt x="2372567" y="959407"/>
                  </a:lnTo>
                  <a:lnTo>
                    <a:pt x="2300671" y="957488"/>
                  </a:lnTo>
                  <a:lnTo>
                    <a:pt x="2228775" y="955804"/>
                  </a:lnTo>
                  <a:lnTo>
                    <a:pt x="2156879" y="954346"/>
                  </a:lnTo>
                  <a:lnTo>
                    <a:pt x="2084983" y="953102"/>
                  </a:lnTo>
                  <a:lnTo>
                    <a:pt x="2013087" y="952061"/>
                  </a:lnTo>
                  <a:lnTo>
                    <a:pt x="1941191" y="951213"/>
                  </a:lnTo>
                  <a:lnTo>
                    <a:pt x="1869295" y="950549"/>
                  </a:lnTo>
                  <a:lnTo>
                    <a:pt x="1797399" y="950059"/>
                  </a:lnTo>
                  <a:lnTo>
                    <a:pt x="1725503" y="949734"/>
                  </a:lnTo>
                  <a:lnTo>
                    <a:pt x="1653607" y="949564"/>
                  </a:lnTo>
                  <a:lnTo>
                    <a:pt x="1581711" y="949541"/>
                  </a:lnTo>
                  <a:lnTo>
                    <a:pt x="1509815" y="949658"/>
                  </a:lnTo>
                  <a:lnTo>
                    <a:pt x="1437919" y="949907"/>
                  </a:lnTo>
                  <a:lnTo>
                    <a:pt x="1366023" y="950281"/>
                  </a:lnTo>
                  <a:lnTo>
                    <a:pt x="1294127" y="950772"/>
                  </a:lnTo>
                  <a:lnTo>
                    <a:pt x="1222231" y="951374"/>
                  </a:lnTo>
                  <a:lnTo>
                    <a:pt x="1150335" y="952082"/>
                  </a:lnTo>
                  <a:lnTo>
                    <a:pt x="1078439" y="952890"/>
                  </a:lnTo>
                  <a:lnTo>
                    <a:pt x="1006543" y="953792"/>
                  </a:lnTo>
                  <a:lnTo>
                    <a:pt x="934647" y="954783"/>
                  </a:lnTo>
                  <a:lnTo>
                    <a:pt x="862751" y="955858"/>
                  </a:lnTo>
                  <a:lnTo>
                    <a:pt x="790855" y="957013"/>
                  </a:lnTo>
                  <a:lnTo>
                    <a:pt x="718959" y="958244"/>
                  </a:lnTo>
                  <a:lnTo>
                    <a:pt x="647063" y="959546"/>
                  </a:lnTo>
                  <a:lnTo>
                    <a:pt x="575167" y="960916"/>
                  </a:lnTo>
                  <a:lnTo>
                    <a:pt x="503271" y="962351"/>
                  </a:lnTo>
                  <a:lnTo>
                    <a:pt x="431375" y="963847"/>
                  </a:lnTo>
                  <a:lnTo>
                    <a:pt x="359479" y="965401"/>
                  </a:lnTo>
                  <a:lnTo>
                    <a:pt x="287583" y="967010"/>
                  </a:lnTo>
                  <a:lnTo>
                    <a:pt x="215687" y="968671"/>
                  </a:lnTo>
                  <a:lnTo>
                    <a:pt x="143791" y="970382"/>
                  </a:lnTo>
                  <a:lnTo>
                    <a:pt x="71895" y="972141"/>
                  </a:lnTo>
                  <a:lnTo>
                    <a:pt x="0" y="973944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3" name="pl113"/>
            <p:cNvSpPr/>
            <p:nvPr/>
          </p:nvSpPr>
          <p:spPr>
            <a:xfrm>
              <a:off x="1256863" y="3742421"/>
              <a:ext cx="5679782" cy="585770"/>
            </a:xfrm>
            <a:custGeom>
              <a:avLst/>
              <a:gdLst/>
              <a:ahLst/>
              <a:cxnLst/>
              <a:rect l="0" t="0" r="0" b="0"/>
              <a:pathLst>
                <a:path w="5679782" h="585770">
                  <a:moveTo>
                    <a:pt x="0" y="0"/>
                  </a:moveTo>
                  <a:lnTo>
                    <a:pt x="71895" y="13963"/>
                  </a:lnTo>
                  <a:lnTo>
                    <a:pt x="143791" y="27881"/>
                  </a:lnTo>
                  <a:lnTo>
                    <a:pt x="215687" y="41752"/>
                  </a:lnTo>
                  <a:lnTo>
                    <a:pt x="287583" y="55573"/>
                  </a:lnTo>
                  <a:lnTo>
                    <a:pt x="359479" y="69341"/>
                  </a:lnTo>
                  <a:lnTo>
                    <a:pt x="431375" y="83055"/>
                  </a:lnTo>
                  <a:lnTo>
                    <a:pt x="503271" y="96710"/>
                  </a:lnTo>
                  <a:lnTo>
                    <a:pt x="575167" y="110305"/>
                  </a:lnTo>
                  <a:lnTo>
                    <a:pt x="647063" y="123835"/>
                  </a:lnTo>
                  <a:lnTo>
                    <a:pt x="718959" y="137297"/>
                  </a:lnTo>
                  <a:lnTo>
                    <a:pt x="790855" y="150687"/>
                  </a:lnTo>
                  <a:lnTo>
                    <a:pt x="862751" y="164002"/>
                  </a:lnTo>
                  <a:lnTo>
                    <a:pt x="934647" y="177237"/>
                  </a:lnTo>
                  <a:lnTo>
                    <a:pt x="1006543" y="190387"/>
                  </a:lnTo>
                  <a:lnTo>
                    <a:pt x="1078439" y="203448"/>
                  </a:lnTo>
                  <a:lnTo>
                    <a:pt x="1150335" y="216416"/>
                  </a:lnTo>
                  <a:lnTo>
                    <a:pt x="1222231" y="229283"/>
                  </a:lnTo>
                  <a:lnTo>
                    <a:pt x="1294127" y="242045"/>
                  </a:lnTo>
                  <a:lnTo>
                    <a:pt x="1366023" y="254696"/>
                  </a:lnTo>
                  <a:lnTo>
                    <a:pt x="1437919" y="267229"/>
                  </a:lnTo>
                  <a:lnTo>
                    <a:pt x="1509815" y="279638"/>
                  </a:lnTo>
                  <a:lnTo>
                    <a:pt x="1581711" y="291915"/>
                  </a:lnTo>
                  <a:lnTo>
                    <a:pt x="1653607" y="304052"/>
                  </a:lnTo>
                  <a:lnTo>
                    <a:pt x="1725503" y="316042"/>
                  </a:lnTo>
                  <a:lnTo>
                    <a:pt x="1797399" y="327876"/>
                  </a:lnTo>
                  <a:lnTo>
                    <a:pt x="1869295" y="339545"/>
                  </a:lnTo>
                  <a:lnTo>
                    <a:pt x="1941191" y="351041"/>
                  </a:lnTo>
                  <a:lnTo>
                    <a:pt x="2013087" y="362353"/>
                  </a:lnTo>
                  <a:lnTo>
                    <a:pt x="2084983" y="373472"/>
                  </a:lnTo>
                  <a:lnTo>
                    <a:pt x="2156879" y="384387"/>
                  </a:lnTo>
                  <a:lnTo>
                    <a:pt x="2228775" y="395088"/>
                  </a:lnTo>
                  <a:lnTo>
                    <a:pt x="2300671" y="405565"/>
                  </a:lnTo>
                  <a:lnTo>
                    <a:pt x="2372567" y="415805"/>
                  </a:lnTo>
                  <a:lnTo>
                    <a:pt x="2444463" y="425799"/>
                  </a:lnTo>
                  <a:lnTo>
                    <a:pt x="2516359" y="435535"/>
                  </a:lnTo>
                  <a:lnTo>
                    <a:pt x="2588255" y="445002"/>
                  </a:lnTo>
                  <a:lnTo>
                    <a:pt x="2660151" y="454191"/>
                  </a:lnTo>
                  <a:lnTo>
                    <a:pt x="2732047" y="463090"/>
                  </a:lnTo>
                  <a:lnTo>
                    <a:pt x="2803943" y="471690"/>
                  </a:lnTo>
                  <a:lnTo>
                    <a:pt x="2875839" y="479981"/>
                  </a:lnTo>
                  <a:lnTo>
                    <a:pt x="2947735" y="487957"/>
                  </a:lnTo>
                  <a:lnTo>
                    <a:pt x="3019631" y="495609"/>
                  </a:lnTo>
                  <a:lnTo>
                    <a:pt x="3091527" y="502930"/>
                  </a:lnTo>
                  <a:lnTo>
                    <a:pt x="3163423" y="509918"/>
                  </a:lnTo>
                  <a:lnTo>
                    <a:pt x="3235319" y="516566"/>
                  </a:lnTo>
                  <a:lnTo>
                    <a:pt x="3307215" y="522873"/>
                  </a:lnTo>
                  <a:lnTo>
                    <a:pt x="3379111" y="528839"/>
                  </a:lnTo>
                  <a:lnTo>
                    <a:pt x="3451007" y="534463"/>
                  </a:lnTo>
                  <a:lnTo>
                    <a:pt x="3522902" y="539748"/>
                  </a:lnTo>
                  <a:lnTo>
                    <a:pt x="3594798" y="544696"/>
                  </a:lnTo>
                  <a:lnTo>
                    <a:pt x="3666694" y="549312"/>
                  </a:lnTo>
                  <a:lnTo>
                    <a:pt x="3738590" y="553603"/>
                  </a:lnTo>
                  <a:lnTo>
                    <a:pt x="3810486" y="557575"/>
                  </a:lnTo>
                  <a:lnTo>
                    <a:pt x="3882382" y="561236"/>
                  </a:lnTo>
                  <a:lnTo>
                    <a:pt x="3954278" y="564595"/>
                  </a:lnTo>
                  <a:lnTo>
                    <a:pt x="4026174" y="567661"/>
                  </a:lnTo>
                  <a:lnTo>
                    <a:pt x="4098070" y="570445"/>
                  </a:lnTo>
                  <a:lnTo>
                    <a:pt x="4169966" y="572956"/>
                  </a:lnTo>
                  <a:lnTo>
                    <a:pt x="4241862" y="575206"/>
                  </a:lnTo>
                  <a:lnTo>
                    <a:pt x="4313758" y="577206"/>
                  </a:lnTo>
                  <a:lnTo>
                    <a:pt x="4385654" y="578966"/>
                  </a:lnTo>
                  <a:lnTo>
                    <a:pt x="4457550" y="580498"/>
                  </a:lnTo>
                  <a:lnTo>
                    <a:pt x="4529446" y="581812"/>
                  </a:lnTo>
                  <a:lnTo>
                    <a:pt x="4601342" y="582919"/>
                  </a:lnTo>
                  <a:lnTo>
                    <a:pt x="4673238" y="583830"/>
                  </a:lnTo>
                  <a:lnTo>
                    <a:pt x="4745134" y="584553"/>
                  </a:lnTo>
                  <a:lnTo>
                    <a:pt x="4817030" y="585100"/>
                  </a:lnTo>
                  <a:lnTo>
                    <a:pt x="4888926" y="585479"/>
                  </a:lnTo>
                  <a:lnTo>
                    <a:pt x="4960822" y="585700"/>
                  </a:lnTo>
                  <a:lnTo>
                    <a:pt x="5032718" y="585770"/>
                  </a:lnTo>
                  <a:lnTo>
                    <a:pt x="5104614" y="585699"/>
                  </a:lnTo>
                  <a:lnTo>
                    <a:pt x="5176510" y="585493"/>
                  </a:lnTo>
                  <a:lnTo>
                    <a:pt x="5248406" y="585160"/>
                  </a:lnTo>
                  <a:lnTo>
                    <a:pt x="5320302" y="584707"/>
                  </a:lnTo>
                  <a:lnTo>
                    <a:pt x="5392198" y="584141"/>
                  </a:lnTo>
                  <a:lnTo>
                    <a:pt x="5464094" y="583467"/>
                  </a:lnTo>
                  <a:lnTo>
                    <a:pt x="5535990" y="582692"/>
                  </a:lnTo>
                  <a:lnTo>
                    <a:pt x="5607886" y="581821"/>
                  </a:lnTo>
                  <a:lnTo>
                    <a:pt x="5679782" y="58085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4" name="pl114"/>
            <p:cNvSpPr/>
            <p:nvPr/>
          </p:nvSpPr>
          <p:spPr>
            <a:xfrm>
              <a:off x="1256863" y="4691963"/>
              <a:ext cx="5679782" cy="404155"/>
            </a:xfrm>
            <a:custGeom>
              <a:avLst/>
              <a:gdLst/>
              <a:ahLst/>
              <a:cxnLst/>
              <a:rect l="0" t="0" r="0" b="0"/>
              <a:pathLst>
                <a:path w="5679782" h="404155">
                  <a:moveTo>
                    <a:pt x="5679782" y="404155"/>
                  </a:moveTo>
                  <a:lnTo>
                    <a:pt x="5607886" y="391033"/>
                  </a:lnTo>
                  <a:lnTo>
                    <a:pt x="5535990" y="378003"/>
                  </a:lnTo>
                  <a:lnTo>
                    <a:pt x="5464094" y="365068"/>
                  </a:lnTo>
                  <a:lnTo>
                    <a:pt x="5392198" y="352235"/>
                  </a:lnTo>
                  <a:lnTo>
                    <a:pt x="5320302" y="339509"/>
                  </a:lnTo>
                  <a:lnTo>
                    <a:pt x="5248406" y="326896"/>
                  </a:lnTo>
                  <a:lnTo>
                    <a:pt x="5176510" y="314403"/>
                  </a:lnTo>
                  <a:lnTo>
                    <a:pt x="5104614" y="302038"/>
                  </a:lnTo>
                  <a:lnTo>
                    <a:pt x="5032718" y="289807"/>
                  </a:lnTo>
                  <a:lnTo>
                    <a:pt x="4960822" y="277717"/>
                  </a:lnTo>
                  <a:lnTo>
                    <a:pt x="4888926" y="265778"/>
                  </a:lnTo>
                  <a:lnTo>
                    <a:pt x="4817030" y="253998"/>
                  </a:lnTo>
                  <a:lnTo>
                    <a:pt x="4745134" y="242385"/>
                  </a:lnTo>
                  <a:lnTo>
                    <a:pt x="4673238" y="230949"/>
                  </a:lnTo>
                  <a:lnTo>
                    <a:pt x="4601342" y="219700"/>
                  </a:lnTo>
                  <a:lnTo>
                    <a:pt x="4529446" y="208647"/>
                  </a:lnTo>
                  <a:lnTo>
                    <a:pt x="4457550" y="197802"/>
                  </a:lnTo>
                  <a:lnTo>
                    <a:pt x="4385654" y="187174"/>
                  </a:lnTo>
                  <a:lnTo>
                    <a:pt x="4313758" y="176775"/>
                  </a:lnTo>
                  <a:lnTo>
                    <a:pt x="4241862" y="166615"/>
                  </a:lnTo>
                  <a:lnTo>
                    <a:pt x="4169966" y="156705"/>
                  </a:lnTo>
                  <a:lnTo>
                    <a:pt x="4098070" y="147057"/>
                  </a:lnTo>
                  <a:lnTo>
                    <a:pt x="4026174" y="137681"/>
                  </a:lnTo>
                  <a:lnTo>
                    <a:pt x="3954278" y="128587"/>
                  </a:lnTo>
                  <a:lnTo>
                    <a:pt x="3882382" y="119787"/>
                  </a:lnTo>
                  <a:lnTo>
                    <a:pt x="3810486" y="111288"/>
                  </a:lnTo>
                  <a:lnTo>
                    <a:pt x="3738590" y="103100"/>
                  </a:lnTo>
                  <a:lnTo>
                    <a:pt x="3666694" y="95231"/>
                  </a:lnTo>
                  <a:lnTo>
                    <a:pt x="3594798" y="87688"/>
                  </a:lnTo>
                  <a:lnTo>
                    <a:pt x="3522902" y="80477"/>
                  </a:lnTo>
                  <a:lnTo>
                    <a:pt x="3451007" y="73602"/>
                  </a:lnTo>
                  <a:lnTo>
                    <a:pt x="3379111" y="67066"/>
                  </a:lnTo>
                  <a:lnTo>
                    <a:pt x="3307215" y="60872"/>
                  </a:lnTo>
                  <a:lnTo>
                    <a:pt x="3235319" y="55020"/>
                  </a:lnTo>
                  <a:lnTo>
                    <a:pt x="3163423" y="49509"/>
                  </a:lnTo>
                  <a:lnTo>
                    <a:pt x="3091527" y="44336"/>
                  </a:lnTo>
                  <a:lnTo>
                    <a:pt x="3019631" y="39498"/>
                  </a:lnTo>
                  <a:lnTo>
                    <a:pt x="2947735" y="34991"/>
                  </a:lnTo>
                  <a:lnTo>
                    <a:pt x="2875839" y="30806"/>
                  </a:lnTo>
                  <a:lnTo>
                    <a:pt x="2803943" y="26938"/>
                  </a:lnTo>
                  <a:lnTo>
                    <a:pt x="2732047" y="23379"/>
                  </a:lnTo>
                  <a:lnTo>
                    <a:pt x="2660151" y="20118"/>
                  </a:lnTo>
                  <a:lnTo>
                    <a:pt x="2588255" y="17147"/>
                  </a:lnTo>
                  <a:lnTo>
                    <a:pt x="2516359" y="14454"/>
                  </a:lnTo>
                  <a:lnTo>
                    <a:pt x="2444463" y="12031"/>
                  </a:lnTo>
                  <a:lnTo>
                    <a:pt x="2372567" y="9865"/>
                  </a:lnTo>
                  <a:lnTo>
                    <a:pt x="2300671" y="7946"/>
                  </a:lnTo>
                  <a:lnTo>
                    <a:pt x="2228775" y="6263"/>
                  </a:lnTo>
                  <a:lnTo>
                    <a:pt x="2156879" y="4804"/>
                  </a:lnTo>
                  <a:lnTo>
                    <a:pt x="2084983" y="3560"/>
                  </a:lnTo>
                  <a:lnTo>
                    <a:pt x="2013087" y="2519"/>
                  </a:lnTo>
                  <a:lnTo>
                    <a:pt x="1941191" y="1672"/>
                  </a:lnTo>
                  <a:lnTo>
                    <a:pt x="1869295" y="1008"/>
                  </a:lnTo>
                  <a:lnTo>
                    <a:pt x="1797399" y="517"/>
                  </a:lnTo>
                  <a:lnTo>
                    <a:pt x="1725503" y="192"/>
                  </a:lnTo>
                  <a:lnTo>
                    <a:pt x="1653607" y="22"/>
                  </a:lnTo>
                  <a:lnTo>
                    <a:pt x="1581711" y="0"/>
                  </a:lnTo>
                  <a:lnTo>
                    <a:pt x="1509815" y="117"/>
                  </a:lnTo>
                  <a:lnTo>
                    <a:pt x="1437919" y="365"/>
                  </a:lnTo>
                  <a:lnTo>
                    <a:pt x="1366023" y="739"/>
                  </a:lnTo>
                  <a:lnTo>
                    <a:pt x="1294127" y="1230"/>
                  </a:lnTo>
                  <a:lnTo>
                    <a:pt x="1222231" y="1833"/>
                  </a:lnTo>
                  <a:lnTo>
                    <a:pt x="1150335" y="2541"/>
                  </a:lnTo>
                  <a:lnTo>
                    <a:pt x="1078439" y="3348"/>
                  </a:lnTo>
                  <a:lnTo>
                    <a:pt x="1006543" y="4250"/>
                  </a:lnTo>
                  <a:lnTo>
                    <a:pt x="934647" y="5241"/>
                  </a:lnTo>
                  <a:lnTo>
                    <a:pt x="862751" y="6316"/>
                  </a:lnTo>
                  <a:lnTo>
                    <a:pt x="790855" y="7471"/>
                  </a:lnTo>
                  <a:lnTo>
                    <a:pt x="718959" y="8702"/>
                  </a:lnTo>
                  <a:lnTo>
                    <a:pt x="647063" y="10004"/>
                  </a:lnTo>
                  <a:lnTo>
                    <a:pt x="575167" y="11374"/>
                  </a:lnTo>
                  <a:lnTo>
                    <a:pt x="503271" y="12809"/>
                  </a:lnTo>
                  <a:lnTo>
                    <a:pt x="431375" y="14305"/>
                  </a:lnTo>
                  <a:lnTo>
                    <a:pt x="359479" y="15859"/>
                  </a:lnTo>
                  <a:lnTo>
                    <a:pt x="287583" y="17468"/>
                  </a:lnTo>
                  <a:lnTo>
                    <a:pt x="215687" y="19129"/>
                  </a:lnTo>
                  <a:lnTo>
                    <a:pt x="143791" y="20840"/>
                  </a:lnTo>
                  <a:lnTo>
                    <a:pt x="71895" y="22599"/>
                  </a:lnTo>
                  <a:lnTo>
                    <a:pt x="0" y="24402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1256863" y="4229394"/>
              <a:ext cx="5679782" cy="480305"/>
            </a:xfrm>
            <a:custGeom>
              <a:avLst/>
              <a:gdLst/>
              <a:ahLst/>
              <a:cxnLst/>
              <a:rect l="0" t="0" r="0" b="0"/>
              <a:pathLst>
                <a:path w="5679782" h="480305">
                  <a:moveTo>
                    <a:pt x="0" y="0"/>
                  </a:moveTo>
                  <a:lnTo>
                    <a:pt x="71895" y="6079"/>
                  </a:lnTo>
                  <a:lnTo>
                    <a:pt x="143791" y="12159"/>
                  </a:lnTo>
                  <a:lnTo>
                    <a:pt x="215687" y="18239"/>
                  </a:lnTo>
                  <a:lnTo>
                    <a:pt x="287583" y="24319"/>
                  </a:lnTo>
                  <a:lnTo>
                    <a:pt x="359479" y="30399"/>
                  </a:lnTo>
                  <a:lnTo>
                    <a:pt x="431375" y="36478"/>
                  </a:lnTo>
                  <a:lnTo>
                    <a:pt x="503271" y="42558"/>
                  </a:lnTo>
                  <a:lnTo>
                    <a:pt x="575167" y="48638"/>
                  </a:lnTo>
                  <a:lnTo>
                    <a:pt x="647063" y="54718"/>
                  </a:lnTo>
                  <a:lnTo>
                    <a:pt x="718959" y="60798"/>
                  </a:lnTo>
                  <a:lnTo>
                    <a:pt x="790855" y="66878"/>
                  </a:lnTo>
                  <a:lnTo>
                    <a:pt x="862751" y="72957"/>
                  </a:lnTo>
                  <a:lnTo>
                    <a:pt x="934647" y="79037"/>
                  </a:lnTo>
                  <a:lnTo>
                    <a:pt x="1006543" y="85117"/>
                  </a:lnTo>
                  <a:lnTo>
                    <a:pt x="1078439" y="91197"/>
                  </a:lnTo>
                  <a:lnTo>
                    <a:pt x="1150335" y="97277"/>
                  </a:lnTo>
                  <a:lnTo>
                    <a:pt x="1222231" y="103356"/>
                  </a:lnTo>
                  <a:lnTo>
                    <a:pt x="1294127" y="109436"/>
                  </a:lnTo>
                  <a:lnTo>
                    <a:pt x="1366023" y="115516"/>
                  </a:lnTo>
                  <a:lnTo>
                    <a:pt x="1437919" y="121596"/>
                  </a:lnTo>
                  <a:lnTo>
                    <a:pt x="1509815" y="127676"/>
                  </a:lnTo>
                  <a:lnTo>
                    <a:pt x="1581711" y="133756"/>
                  </a:lnTo>
                  <a:lnTo>
                    <a:pt x="1653607" y="139835"/>
                  </a:lnTo>
                  <a:lnTo>
                    <a:pt x="1725503" y="145915"/>
                  </a:lnTo>
                  <a:lnTo>
                    <a:pt x="1797399" y="151995"/>
                  </a:lnTo>
                  <a:lnTo>
                    <a:pt x="1869295" y="158075"/>
                  </a:lnTo>
                  <a:lnTo>
                    <a:pt x="1941191" y="164155"/>
                  </a:lnTo>
                  <a:lnTo>
                    <a:pt x="2013087" y="170235"/>
                  </a:lnTo>
                  <a:lnTo>
                    <a:pt x="2084983" y="176314"/>
                  </a:lnTo>
                  <a:lnTo>
                    <a:pt x="2156879" y="182394"/>
                  </a:lnTo>
                  <a:lnTo>
                    <a:pt x="2228775" y="188474"/>
                  </a:lnTo>
                  <a:lnTo>
                    <a:pt x="2300671" y="194554"/>
                  </a:lnTo>
                  <a:lnTo>
                    <a:pt x="2372567" y="200634"/>
                  </a:lnTo>
                  <a:lnTo>
                    <a:pt x="2444463" y="206713"/>
                  </a:lnTo>
                  <a:lnTo>
                    <a:pt x="2516359" y="212793"/>
                  </a:lnTo>
                  <a:lnTo>
                    <a:pt x="2588255" y="218873"/>
                  </a:lnTo>
                  <a:lnTo>
                    <a:pt x="2660151" y="224953"/>
                  </a:lnTo>
                  <a:lnTo>
                    <a:pt x="2732047" y="231033"/>
                  </a:lnTo>
                  <a:lnTo>
                    <a:pt x="2803943" y="237113"/>
                  </a:lnTo>
                  <a:lnTo>
                    <a:pt x="2875839" y="243192"/>
                  </a:lnTo>
                  <a:lnTo>
                    <a:pt x="2947735" y="249272"/>
                  </a:lnTo>
                  <a:lnTo>
                    <a:pt x="3019631" y="255352"/>
                  </a:lnTo>
                  <a:lnTo>
                    <a:pt x="3091527" y="261432"/>
                  </a:lnTo>
                  <a:lnTo>
                    <a:pt x="3163423" y="267512"/>
                  </a:lnTo>
                  <a:lnTo>
                    <a:pt x="3235319" y="273591"/>
                  </a:lnTo>
                  <a:lnTo>
                    <a:pt x="3307215" y="279671"/>
                  </a:lnTo>
                  <a:lnTo>
                    <a:pt x="3379111" y="285751"/>
                  </a:lnTo>
                  <a:lnTo>
                    <a:pt x="3451007" y="291831"/>
                  </a:lnTo>
                  <a:lnTo>
                    <a:pt x="3522902" y="297911"/>
                  </a:lnTo>
                  <a:lnTo>
                    <a:pt x="3594798" y="303991"/>
                  </a:lnTo>
                  <a:lnTo>
                    <a:pt x="3666694" y="310070"/>
                  </a:lnTo>
                  <a:lnTo>
                    <a:pt x="3738590" y="316150"/>
                  </a:lnTo>
                  <a:lnTo>
                    <a:pt x="3810486" y="322230"/>
                  </a:lnTo>
                  <a:lnTo>
                    <a:pt x="3882382" y="328310"/>
                  </a:lnTo>
                  <a:lnTo>
                    <a:pt x="3954278" y="334390"/>
                  </a:lnTo>
                  <a:lnTo>
                    <a:pt x="4026174" y="340470"/>
                  </a:lnTo>
                  <a:lnTo>
                    <a:pt x="4098070" y="346549"/>
                  </a:lnTo>
                  <a:lnTo>
                    <a:pt x="4169966" y="352629"/>
                  </a:lnTo>
                  <a:lnTo>
                    <a:pt x="4241862" y="358709"/>
                  </a:lnTo>
                  <a:lnTo>
                    <a:pt x="4313758" y="364789"/>
                  </a:lnTo>
                  <a:lnTo>
                    <a:pt x="4385654" y="370869"/>
                  </a:lnTo>
                  <a:lnTo>
                    <a:pt x="4457550" y="376948"/>
                  </a:lnTo>
                  <a:lnTo>
                    <a:pt x="4529446" y="383028"/>
                  </a:lnTo>
                  <a:lnTo>
                    <a:pt x="4601342" y="389108"/>
                  </a:lnTo>
                  <a:lnTo>
                    <a:pt x="4673238" y="395188"/>
                  </a:lnTo>
                  <a:lnTo>
                    <a:pt x="4745134" y="401268"/>
                  </a:lnTo>
                  <a:lnTo>
                    <a:pt x="4817030" y="407348"/>
                  </a:lnTo>
                  <a:lnTo>
                    <a:pt x="4888926" y="413427"/>
                  </a:lnTo>
                  <a:lnTo>
                    <a:pt x="4960822" y="419507"/>
                  </a:lnTo>
                  <a:lnTo>
                    <a:pt x="5032718" y="425587"/>
                  </a:lnTo>
                  <a:lnTo>
                    <a:pt x="5104614" y="431667"/>
                  </a:lnTo>
                  <a:lnTo>
                    <a:pt x="5176510" y="437747"/>
                  </a:lnTo>
                  <a:lnTo>
                    <a:pt x="5248406" y="443827"/>
                  </a:lnTo>
                  <a:lnTo>
                    <a:pt x="5320302" y="449906"/>
                  </a:lnTo>
                  <a:lnTo>
                    <a:pt x="5392198" y="455986"/>
                  </a:lnTo>
                  <a:lnTo>
                    <a:pt x="5464094" y="462066"/>
                  </a:lnTo>
                  <a:lnTo>
                    <a:pt x="5535990" y="468146"/>
                  </a:lnTo>
                  <a:lnTo>
                    <a:pt x="5607886" y="474226"/>
                  </a:lnTo>
                  <a:lnTo>
                    <a:pt x="5679782" y="480305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tx117"/>
            <p:cNvSpPr/>
            <p:nvPr/>
          </p:nvSpPr>
          <p:spPr>
            <a:xfrm>
              <a:off x="692708" y="552749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63505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742603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85015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195770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938079" y="556754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l123"/>
            <p:cNvSpPr/>
            <p:nvPr/>
          </p:nvSpPr>
          <p:spPr>
            <a:xfrm>
              <a:off x="938079" y="467510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124"/>
            <p:cNvSpPr/>
            <p:nvPr/>
          </p:nvSpPr>
          <p:spPr>
            <a:xfrm>
              <a:off x="938079" y="378265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938079" y="289020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938079" y="199776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gdLst/>
              <a:ahLst/>
              <a:cxnLst/>
              <a:rect l="0" t="0" r="0" b="0"/>
              <a:pathLst>
                <a:path w="624776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291281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491027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690773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tx131"/>
            <p:cNvSpPr/>
            <p:nvPr/>
          </p:nvSpPr>
          <p:spPr>
            <a:xfrm>
              <a:off x="2804051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4801510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6798969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794134" y="5925448"/>
              <a:ext cx="60524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7" name="tx137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9" name="pt139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rc140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1" name="pt141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3" name="pt143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rc144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5" name="pt145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tx146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72874" y="1669789"/>
              <a:ext cx="3649461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(GFgeno) vs Survival at York River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10695" y="1896563"/>
              <a:ext cx="630993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38808" y="26389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38808" y="263713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38808" y="255616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4902846" y="262780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4902846" y="352391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4902846" y="309075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5429781" y="273354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5429781" y="25055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5429781" y="276046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3796116" y="278345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3796116" y="257433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3796116" y="251045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6875117" y="31795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6875117" y="26006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6875117" y="288656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6847903" y="277503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6847903" y="388716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6847903" y="33983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5402085" y="359037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5402085" y="379013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5402085" y="385924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564327" y="386227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564327" y="441594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564327" y="29078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197510" y="2070498"/>
              <a:ext cx="5736308" cy="1620243"/>
            </a:xfrm>
            <a:custGeom>
              <a:avLst/>
              <a:gdLst/>
              <a:ahLst/>
              <a:cxnLst/>
              <a:rect l="0" t="0" r="0" b="0"/>
              <a:pathLst>
                <a:path w="5736308" h="1620243">
                  <a:moveTo>
                    <a:pt x="0" y="0"/>
                  </a:moveTo>
                  <a:lnTo>
                    <a:pt x="72611" y="17984"/>
                  </a:lnTo>
                  <a:lnTo>
                    <a:pt x="145223" y="35942"/>
                  </a:lnTo>
                  <a:lnTo>
                    <a:pt x="217834" y="53873"/>
                  </a:lnTo>
                  <a:lnTo>
                    <a:pt x="290446" y="71777"/>
                  </a:lnTo>
                  <a:lnTo>
                    <a:pt x="363057" y="89650"/>
                  </a:lnTo>
                  <a:lnTo>
                    <a:pt x="435669" y="107493"/>
                  </a:lnTo>
                  <a:lnTo>
                    <a:pt x="508280" y="125303"/>
                  </a:lnTo>
                  <a:lnTo>
                    <a:pt x="580892" y="143079"/>
                  </a:lnTo>
                  <a:lnTo>
                    <a:pt x="653503" y="160819"/>
                  </a:lnTo>
                  <a:lnTo>
                    <a:pt x="726115" y="178521"/>
                  </a:lnTo>
                  <a:lnTo>
                    <a:pt x="798726" y="196183"/>
                  </a:lnTo>
                  <a:lnTo>
                    <a:pt x="871338" y="213803"/>
                  </a:lnTo>
                  <a:lnTo>
                    <a:pt x="943949" y="231380"/>
                  </a:lnTo>
                  <a:lnTo>
                    <a:pt x="1016561" y="248910"/>
                  </a:lnTo>
                  <a:lnTo>
                    <a:pt x="1089172" y="266390"/>
                  </a:lnTo>
                  <a:lnTo>
                    <a:pt x="1161784" y="283819"/>
                  </a:lnTo>
                  <a:lnTo>
                    <a:pt x="1234395" y="301193"/>
                  </a:lnTo>
                  <a:lnTo>
                    <a:pt x="1307007" y="318510"/>
                  </a:lnTo>
                  <a:lnTo>
                    <a:pt x="1379618" y="335765"/>
                  </a:lnTo>
                  <a:lnTo>
                    <a:pt x="1452230" y="352956"/>
                  </a:lnTo>
                  <a:lnTo>
                    <a:pt x="1524841" y="370078"/>
                  </a:lnTo>
                  <a:lnTo>
                    <a:pt x="1597453" y="387128"/>
                  </a:lnTo>
                  <a:lnTo>
                    <a:pt x="1670064" y="404100"/>
                  </a:lnTo>
                  <a:lnTo>
                    <a:pt x="1742676" y="420992"/>
                  </a:lnTo>
                  <a:lnTo>
                    <a:pt x="1815287" y="437797"/>
                  </a:lnTo>
                  <a:lnTo>
                    <a:pt x="1887899" y="454511"/>
                  </a:lnTo>
                  <a:lnTo>
                    <a:pt x="1960510" y="471127"/>
                  </a:lnTo>
                  <a:lnTo>
                    <a:pt x="2033122" y="487640"/>
                  </a:lnTo>
                  <a:lnTo>
                    <a:pt x="2105733" y="504043"/>
                  </a:lnTo>
                  <a:lnTo>
                    <a:pt x="2178345" y="520330"/>
                  </a:lnTo>
                  <a:lnTo>
                    <a:pt x="2250956" y="536493"/>
                  </a:lnTo>
                  <a:lnTo>
                    <a:pt x="2323568" y="552525"/>
                  </a:lnTo>
                  <a:lnTo>
                    <a:pt x="2396179" y="568417"/>
                  </a:lnTo>
                  <a:lnTo>
                    <a:pt x="2468791" y="584161"/>
                  </a:lnTo>
                  <a:lnTo>
                    <a:pt x="2541402" y="599748"/>
                  </a:lnTo>
                  <a:lnTo>
                    <a:pt x="2614014" y="615167"/>
                  </a:lnTo>
                  <a:lnTo>
                    <a:pt x="2686625" y="630410"/>
                  </a:lnTo>
                  <a:lnTo>
                    <a:pt x="2759237" y="645464"/>
                  </a:lnTo>
                  <a:lnTo>
                    <a:pt x="2831848" y="660321"/>
                  </a:lnTo>
                  <a:lnTo>
                    <a:pt x="2904460" y="674967"/>
                  </a:lnTo>
                  <a:lnTo>
                    <a:pt x="2977071" y="689392"/>
                  </a:lnTo>
                  <a:lnTo>
                    <a:pt x="3049683" y="703584"/>
                  </a:lnTo>
                  <a:lnTo>
                    <a:pt x="3122294" y="717530"/>
                  </a:lnTo>
                  <a:lnTo>
                    <a:pt x="3194906" y="731219"/>
                  </a:lnTo>
                  <a:lnTo>
                    <a:pt x="3267517" y="744638"/>
                  </a:lnTo>
                  <a:lnTo>
                    <a:pt x="3340129" y="757776"/>
                  </a:lnTo>
                  <a:lnTo>
                    <a:pt x="3412740" y="770621"/>
                  </a:lnTo>
                  <a:lnTo>
                    <a:pt x="3485352" y="783163"/>
                  </a:lnTo>
                  <a:lnTo>
                    <a:pt x="3557963" y="795391"/>
                  </a:lnTo>
                  <a:lnTo>
                    <a:pt x="3630575" y="807296"/>
                  </a:lnTo>
                  <a:lnTo>
                    <a:pt x="3703186" y="818870"/>
                  </a:lnTo>
                  <a:lnTo>
                    <a:pt x="3775798" y="830107"/>
                  </a:lnTo>
                  <a:lnTo>
                    <a:pt x="3848409" y="841000"/>
                  </a:lnTo>
                  <a:lnTo>
                    <a:pt x="3921021" y="851546"/>
                  </a:lnTo>
                  <a:lnTo>
                    <a:pt x="3993632" y="861743"/>
                  </a:lnTo>
                  <a:lnTo>
                    <a:pt x="4066244" y="871590"/>
                  </a:lnTo>
                  <a:lnTo>
                    <a:pt x="4138855" y="881088"/>
                  </a:lnTo>
                  <a:lnTo>
                    <a:pt x="4211467" y="890241"/>
                  </a:lnTo>
                  <a:lnTo>
                    <a:pt x="4284078" y="899052"/>
                  </a:lnTo>
                  <a:lnTo>
                    <a:pt x="4356690" y="907527"/>
                  </a:lnTo>
                  <a:lnTo>
                    <a:pt x="4429301" y="915675"/>
                  </a:lnTo>
                  <a:lnTo>
                    <a:pt x="4501913" y="923502"/>
                  </a:lnTo>
                  <a:lnTo>
                    <a:pt x="4574524" y="931020"/>
                  </a:lnTo>
                  <a:lnTo>
                    <a:pt x="4647136" y="938237"/>
                  </a:lnTo>
                  <a:lnTo>
                    <a:pt x="4719747" y="945166"/>
                  </a:lnTo>
                  <a:lnTo>
                    <a:pt x="4792359" y="951818"/>
                  </a:lnTo>
                  <a:lnTo>
                    <a:pt x="4864970" y="958204"/>
                  </a:lnTo>
                  <a:lnTo>
                    <a:pt x="4937582" y="964337"/>
                  </a:lnTo>
                  <a:lnTo>
                    <a:pt x="5010193" y="970229"/>
                  </a:lnTo>
                  <a:lnTo>
                    <a:pt x="5082805" y="975892"/>
                  </a:lnTo>
                  <a:lnTo>
                    <a:pt x="5155416" y="981337"/>
                  </a:lnTo>
                  <a:lnTo>
                    <a:pt x="5228028" y="986577"/>
                  </a:lnTo>
                  <a:lnTo>
                    <a:pt x="5300639" y="991622"/>
                  </a:lnTo>
                  <a:lnTo>
                    <a:pt x="5373251" y="996483"/>
                  </a:lnTo>
                  <a:lnTo>
                    <a:pt x="5445862" y="1001171"/>
                  </a:lnTo>
                  <a:lnTo>
                    <a:pt x="5518474" y="1005695"/>
                  </a:lnTo>
                  <a:lnTo>
                    <a:pt x="5591085" y="1010065"/>
                  </a:lnTo>
                  <a:lnTo>
                    <a:pt x="5663697" y="1014290"/>
                  </a:lnTo>
                  <a:lnTo>
                    <a:pt x="5736308" y="1018379"/>
                  </a:lnTo>
                  <a:lnTo>
                    <a:pt x="5736308" y="1620243"/>
                  </a:lnTo>
                  <a:lnTo>
                    <a:pt x="5663697" y="1604164"/>
                  </a:lnTo>
                  <a:lnTo>
                    <a:pt x="5591085" y="1588222"/>
                  </a:lnTo>
                  <a:lnTo>
                    <a:pt x="5518474" y="1572424"/>
                  </a:lnTo>
                  <a:lnTo>
                    <a:pt x="5445862" y="1556781"/>
                  </a:lnTo>
                  <a:lnTo>
                    <a:pt x="5373251" y="1541302"/>
                  </a:lnTo>
                  <a:lnTo>
                    <a:pt x="5300639" y="1525995"/>
                  </a:lnTo>
                  <a:lnTo>
                    <a:pt x="5228028" y="1510873"/>
                  </a:lnTo>
                  <a:lnTo>
                    <a:pt x="5155416" y="1495945"/>
                  </a:lnTo>
                  <a:lnTo>
                    <a:pt x="5082805" y="1481224"/>
                  </a:lnTo>
                  <a:lnTo>
                    <a:pt x="5010193" y="1466719"/>
                  </a:lnTo>
                  <a:lnTo>
                    <a:pt x="4937582" y="1452443"/>
                  </a:lnTo>
                  <a:lnTo>
                    <a:pt x="4864970" y="1438409"/>
                  </a:lnTo>
                  <a:lnTo>
                    <a:pt x="4792359" y="1424628"/>
                  </a:lnTo>
                  <a:lnTo>
                    <a:pt x="4719747" y="1411112"/>
                  </a:lnTo>
                  <a:lnTo>
                    <a:pt x="4647136" y="1397874"/>
                  </a:lnTo>
                  <a:lnTo>
                    <a:pt x="4574524" y="1384924"/>
                  </a:lnTo>
                  <a:lnTo>
                    <a:pt x="4501913" y="1372274"/>
                  </a:lnTo>
                  <a:lnTo>
                    <a:pt x="4429301" y="1359934"/>
                  </a:lnTo>
                  <a:lnTo>
                    <a:pt x="4356690" y="1347914"/>
                  </a:lnTo>
                  <a:lnTo>
                    <a:pt x="4284078" y="1336222"/>
                  </a:lnTo>
                  <a:lnTo>
                    <a:pt x="4211467" y="1324866"/>
                  </a:lnTo>
                  <a:lnTo>
                    <a:pt x="4138855" y="1313851"/>
                  </a:lnTo>
                  <a:lnTo>
                    <a:pt x="4066244" y="1303182"/>
                  </a:lnTo>
                  <a:lnTo>
                    <a:pt x="3993632" y="1292862"/>
                  </a:lnTo>
                  <a:lnTo>
                    <a:pt x="3921021" y="1282891"/>
                  </a:lnTo>
                  <a:lnTo>
                    <a:pt x="3848409" y="1273270"/>
                  </a:lnTo>
                  <a:lnTo>
                    <a:pt x="3775798" y="1263996"/>
                  </a:lnTo>
                  <a:lnTo>
                    <a:pt x="3703186" y="1255065"/>
                  </a:lnTo>
                  <a:lnTo>
                    <a:pt x="3630575" y="1246472"/>
                  </a:lnTo>
                  <a:lnTo>
                    <a:pt x="3557963" y="1238209"/>
                  </a:lnTo>
                  <a:lnTo>
                    <a:pt x="3485352" y="1230270"/>
                  </a:lnTo>
                  <a:lnTo>
                    <a:pt x="3412740" y="1222644"/>
                  </a:lnTo>
                  <a:lnTo>
                    <a:pt x="3340129" y="1215322"/>
                  </a:lnTo>
                  <a:lnTo>
                    <a:pt x="3267517" y="1208293"/>
                  </a:lnTo>
                  <a:lnTo>
                    <a:pt x="3194906" y="1201544"/>
                  </a:lnTo>
                  <a:lnTo>
                    <a:pt x="3122294" y="1195066"/>
                  </a:lnTo>
                  <a:lnTo>
                    <a:pt x="3049683" y="1188845"/>
                  </a:lnTo>
                  <a:lnTo>
                    <a:pt x="2977071" y="1182869"/>
                  </a:lnTo>
                  <a:lnTo>
                    <a:pt x="2904460" y="1177127"/>
                  </a:lnTo>
                  <a:lnTo>
                    <a:pt x="2831848" y="1171606"/>
                  </a:lnTo>
                  <a:lnTo>
                    <a:pt x="2759237" y="1166295"/>
                  </a:lnTo>
                  <a:lnTo>
                    <a:pt x="2686625" y="1161182"/>
                  </a:lnTo>
                  <a:lnTo>
                    <a:pt x="2614014" y="1156257"/>
                  </a:lnTo>
                  <a:lnTo>
                    <a:pt x="2541402" y="1151509"/>
                  </a:lnTo>
                  <a:lnTo>
                    <a:pt x="2468791" y="1146929"/>
                  </a:lnTo>
                  <a:lnTo>
                    <a:pt x="2396179" y="1142505"/>
                  </a:lnTo>
                  <a:lnTo>
                    <a:pt x="2323568" y="1138230"/>
                  </a:lnTo>
                  <a:lnTo>
                    <a:pt x="2250956" y="1134094"/>
                  </a:lnTo>
                  <a:lnTo>
                    <a:pt x="2178345" y="1130090"/>
                  </a:lnTo>
                  <a:lnTo>
                    <a:pt x="2105733" y="1126209"/>
                  </a:lnTo>
                  <a:lnTo>
                    <a:pt x="2033122" y="1122445"/>
                  </a:lnTo>
                  <a:lnTo>
                    <a:pt x="1960510" y="1118791"/>
                  </a:lnTo>
                  <a:lnTo>
                    <a:pt x="1887899" y="1115240"/>
                  </a:lnTo>
                  <a:lnTo>
                    <a:pt x="1815287" y="1111786"/>
                  </a:lnTo>
                  <a:lnTo>
                    <a:pt x="1742676" y="1108424"/>
                  </a:lnTo>
                  <a:lnTo>
                    <a:pt x="1670064" y="1105148"/>
                  </a:lnTo>
                  <a:lnTo>
                    <a:pt x="1597453" y="1101954"/>
                  </a:lnTo>
                  <a:lnTo>
                    <a:pt x="1524841" y="1098836"/>
                  </a:lnTo>
                  <a:lnTo>
                    <a:pt x="1452230" y="1095791"/>
                  </a:lnTo>
                  <a:lnTo>
                    <a:pt x="1379618" y="1092814"/>
                  </a:lnTo>
                  <a:lnTo>
                    <a:pt x="1307007" y="1089902"/>
                  </a:lnTo>
                  <a:lnTo>
                    <a:pt x="1234395" y="1087051"/>
                  </a:lnTo>
                  <a:lnTo>
                    <a:pt x="1161784" y="1084258"/>
                  </a:lnTo>
                  <a:lnTo>
                    <a:pt x="1089172" y="1081519"/>
                  </a:lnTo>
                  <a:lnTo>
                    <a:pt x="1016561" y="1078833"/>
                  </a:lnTo>
                  <a:lnTo>
                    <a:pt x="943949" y="1076195"/>
                  </a:lnTo>
                  <a:lnTo>
                    <a:pt x="871338" y="1073604"/>
                  </a:lnTo>
                  <a:lnTo>
                    <a:pt x="798726" y="1071057"/>
                  </a:lnTo>
                  <a:lnTo>
                    <a:pt x="726115" y="1068552"/>
                  </a:lnTo>
                  <a:lnTo>
                    <a:pt x="653503" y="1066086"/>
                  </a:lnTo>
                  <a:lnTo>
                    <a:pt x="580892" y="1063659"/>
                  </a:lnTo>
                  <a:lnTo>
                    <a:pt x="508280" y="1061267"/>
                  </a:lnTo>
                  <a:lnTo>
                    <a:pt x="435669" y="1058910"/>
                  </a:lnTo>
                  <a:lnTo>
                    <a:pt x="363057" y="1056585"/>
                  </a:lnTo>
                  <a:lnTo>
                    <a:pt x="290446" y="1054292"/>
                  </a:lnTo>
                  <a:lnTo>
                    <a:pt x="217834" y="1052028"/>
                  </a:lnTo>
                  <a:lnTo>
                    <a:pt x="145223" y="1049792"/>
                  </a:lnTo>
                  <a:lnTo>
                    <a:pt x="72611" y="1047583"/>
                  </a:lnTo>
                  <a:lnTo>
                    <a:pt x="0" y="1045399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197510" y="2070498"/>
              <a:ext cx="5736308" cy="1018379"/>
            </a:xfrm>
            <a:custGeom>
              <a:avLst/>
              <a:gdLst/>
              <a:ahLst/>
              <a:cxnLst/>
              <a:rect l="0" t="0" r="0" b="0"/>
              <a:pathLst>
                <a:path w="5736308" h="1018379">
                  <a:moveTo>
                    <a:pt x="0" y="0"/>
                  </a:moveTo>
                  <a:lnTo>
                    <a:pt x="72611" y="17984"/>
                  </a:lnTo>
                  <a:lnTo>
                    <a:pt x="145223" y="35942"/>
                  </a:lnTo>
                  <a:lnTo>
                    <a:pt x="217834" y="53873"/>
                  </a:lnTo>
                  <a:lnTo>
                    <a:pt x="290446" y="71777"/>
                  </a:lnTo>
                  <a:lnTo>
                    <a:pt x="363057" y="89650"/>
                  </a:lnTo>
                  <a:lnTo>
                    <a:pt x="435669" y="107493"/>
                  </a:lnTo>
                  <a:lnTo>
                    <a:pt x="508280" y="125303"/>
                  </a:lnTo>
                  <a:lnTo>
                    <a:pt x="580892" y="143079"/>
                  </a:lnTo>
                  <a:lnTo>
                    <a:pt x="653503" y="160819"/>
                  </a:lnTo>
                  <a:lnTo>
                    <a:pt x="726115" y="178521"/>
                  </a:lnTo>
                  <a:lnTo>
                    <a:pt x="798726" y="196183"/>
                  </a:lnTo>
                  <a:lnTo>
                    <a:pt x="871338" y="213803"/>
                  </a:lnTo>
                  <a:lnTo>
                    <a:pt x="943949" y="231380"/>
                  </a:lnTo>
                  <a:lnTo>
                    <a:pt x="1016561" y="248910"/>
                  </a:lnTo>
                  <a:lnTo>
                    <a:pt x="1089172" y="266390"/>
                  </a:lnTo>
                  <a:lnTo>
                    <a:pt x="1161784" y="283819"/>
                  </a:lnTo>
                  <a:lnTo>
                    <a:pt x="1234395" y="301193"/>
                  </a:lnTo>
                  <a:lnTo>
                    <a:pt x="1307007" y="318510"/>
                  </a:lnTo>
                  <a:lnTo>
                    <a:pt x="1379618" y="335765"/>
                  </a:lnTo>
                  <a:lnTo>
                    <a:pt x="1452230" y="352956"/>
                  </a:lnTo>
                  <a:lnTo>
                    <a:pt x="1524841" y="370078"/>
                  </a:lnTo>
                  <a:lnTo>
                    <a:pt x="1597453" y="387128"/>
                  </a:lnTo>
                  <a:lnTo>
                    <a:pt x="1670064" y="404100"/>
                  </a:lnTo>
                  <a:lnTo>
                    <a:pt x="1742676" y="420992"/>
                  </a:lnTo>
                  <a:lnTo>
                    <a:pt x="1815287" y="437797"/>
                  </a:lnTo>
                  <a:lnTo>
                    <a:pt x="1887899" y="454511"/>
                  </a:lnTo>
                  <a:lnTo>
                    <a:pt x="1960510" y="471127"/>
                  </a:lnTo>
                  <a:lnTo>
                    <a:pt x="2033122" y="487640"/>
                  </a:lnTo>
                  <a:lnTo>
                    <a:pt x="2105733" y="504043"/>
                  </a:lnTo>
                  <a:lnTo>
                    <a:pt x="2178345" y="520330"/>
                  </a:lnTo>
                  <a:lnTo>
                    <a:pt x="2250956" y="536493"/>
                  </a:lnTo>
                  <a:lnTo>
                    <a:pt x="2323568" y="552525"/>
                  </a:lnTo>
                  <a:lnTo>
                    <a:pt x="2396179" y="568417"/>
                  </a:lnTo>
                  <a:lnTo>
                    <a:pt x="2468791" y="584161"/>
                  </a:lnTo>
                  <a:lnTo>
                    <a:pt x="2541402" y="599748"/>
                  </a:lnTo>
                  <a:lnTo>
                    <a:pt x="2614014" y="615167"/>
                  </a:lnTo>
                  <a:lnTo>
                    <a:pt x="2686625" y="630410"/>
                  </a:lnTo>
                  <a:lnTo>
                    <a:pt x="2759237" y="645464"/>
                  </a:lnTo>
                  <a:lnTo>
                    <a:pt x="2831848" y="660321"/>
                  </a:lnTo>
                  <a:lnTo>
                    <a:pt x="2904460" y="674967"/>
                  </a:lnTo>
                  <a:lnTo>
                    <a:pt x="2977071" y="689392"/>
                  </a:lnTo>
                  <a:lnTo>
                    <a:pt x="3049683" y="703584"/>
                  </a:lnTo>
                  <a:lnTo>
                    <a:pt x="3122294" y="717530"/>
                  </a:lnTo>
                  <a:lnTo>
                    <a:pt x="3194906" y="731219"/>
                  </a:lnTo>
                  <a:lnTo>
                    <a:pt x="3267517" y="744638"/>
                  </a:lnTo>
                  <a:lnTo>
                    <a:pt x="3340129" y="757776"/>
                  </a:lnTo>
                  <a:lnTo>
                    <a:pt x="3412740" y="770621"/>
                  </a:lnTo>
                  <a:lnTo>
                    <a:pt x="3485352" y="783163"/>
                  </a:lnTo>
                  <a:lnTo>
                    <a:pt x="3557963" y="795391"/>
                  </a:lnTo>
                  <a:lnTo>
                    <a:pt x="3630575" y="807296"/>
                  </a:lnTo>
                  <a:lnTo>
                    <a:pt x="3703186" y="818870"/>
                  </a:lnTo>
                  <a:lnTo>
                    <a:pt x="3775798" y="830107"/>
                  </a:lnTo>
                  <a:lnTo>
                    <a:pt x="3848409" y="841000"/>
                  </a:lnTo>
                  <a:lnTo>
                    <a:pt x="3921021" y="851546"/>
                  </a:lnTo>
                  <a:lnTo>
                    <a:pt x="3993632" y="861743"/>
                  </a:lnTo>
                  <a:lnTo>
                    <a:pt x="4066244" y="871590"/>
                  </a:lnTo>
                  <a:lnTo>
                    <a:pt x="4138855" y="881088"/>
                  </a:lnTo>
                  <a:lnTo>
                    <a:pt x="4211467" y="890241"/>
                  </a:lnTo>
                  <a:lnTo>
                    <a:pt x="4284078" y="899052"/>
                  </a:lnTo>
                  <a:lnTo>
                    <a:pt x="4356690" y="907527"/>
                  </a:lnTo>
                  <a:lnTo>
                    <a:pt x="4429301" y="915675"/>
                  </a:lnTo>
                  <a:lnTo>
                    <a:pt x="4501913" y="923502"/>
                  </a:lnTo>
                  <a:lnTo>
                    <a:pt x="4574524" y="931020"/>
                  </a:lnTo>
                  <a:lnTo>
                    <a:pt x="4647136" y="938237"/>
                  </a:lnTo>
                  <a:lnTo>
                    <a:pt x="4719747" y="945166"/>
                  </a:lnTo>
                  <a:lnTo>
                    <a:pt x="4792359" y="951818"/>
                  </a:lnTo>
                  <a:lnTo>
                    <a:pt x="4864970" y="958204"/>
                  </a:lnTo>
                  <a:lnTo>
                    <a:pt x="4937582" y="964337"/>
                  </a:lnTo>
                  <a:lnTo>
                    <a:pt x="5010193" y="970229"/>
                  </a:lnTo>
                  <a:lnTo>
                    <a:pt x="5082805" y="975892"/>
                  </a:lnTo>
                  <a:lnTo>
                    <a:pt x="5155416" y="981337"/>
                  </a:lnTo>
                  <a:lnTo>
                    <a:pt x="5228028" y="986577"/>
                  </a:lnTo>
                  <a:lnTo>
                    <a:pt x="5300639" y="991622"/>
                  </a:lnTo>
                  <a:lnTo>
                    <a:pt x="5373251" y="996483"/>
                  </a:lnTo>
                  <a:lnTo>
                    <a:pt x="5445862" y="1001171"/>
                  </a:lnTo>
                  <a:lnTo>
                    <a:pt x="5518474" y="1005695"/>
                  </a:lnTo>
                  <a:lnTo>
                    <a:pt x="5591085" y="1010065"/>
                  </a:lnTo>
                  <a:lnTo>
                    <a:pt x="5663697" y="1014290"/>
                  </a:lnTo>
                  <a:lnTo>
                    <a:pt x="5736308" y="101837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197510" y="3115898"/>
              <a:ext cx="5736308" cy="574843"/>
            </a:xfrm>
            <a:custGeom>
              <a:avLst/>
              <a:gdLst/>
              <a:ahLst/>
              <a:cxnLst/>
              <a:rect l="0" t="0" r="0" b="0"/>
              <a:pathLst>
                <a:path w="5736308" h="574843">
                  <a:moveTo>
                    <a:pt x="5736308" y="574843"/>
                  </a:moveTo>
                  <a:lnTo>
                    <a:pt x="5663697" y="558764"/>
                  </a:lnTo>
                  <a:lnTo>
                    <a:pt x="5591085" y="542822"/>
                  </a:lnTo>
                  <a:lnTo>
                    <a:pt x="5518474" y="527025"/>
                  </a:lnTo>
                  <a:lnTo>
                    <a:pt x="5445862" y="511381"/>
                  </a:lnTo>
                  <a:lnTo>
                    <a:pt x="5373251" y="495902"/>
                  </a:lnTo>
                  <a:lnTo>
                    <a:pt x="5300639" y="480596"/>
                  </a:lnTo>
                  <a:lnTo>
                    <a:pt x="5228028" y="465473"/>
                  </a:lnTo>
                  <a:lnTo>
                    <a:pt x="5155416" y="450546"/>
                  </a:lnTo>
                  <a:lnTo>
                    <a:pt x="5082805" y="435824"/>
                  </a:lnTo>
                  <a:lnTo>
                    <a:pt x="5010193" y="421319"/>
                  </a:lnTo>
                  <a:lnTo>
                    <a:pt x="4937582" y="407044"/>
                  </a:lnTo>
                  <a:lnTo>
                    <a:pt x="4864970" y="393009"/>
                  </a:lnTo>
                  <a:lnTo>
                    <a:pt x="4792359" y="379228"/>
                  </a:lnTo>
                  <a:lnTo>
                    <a:pt x="4719747" y="365713"/>
                  </a:lnTo>
                  <a:lnTo>
                    <a:pt x="4647136" y="352474"/>
                  </a:lnTo>
                  <a:lnTo>
                    <a:pt x="4574524" y="339524"/>
                  </a:lnTo>
                  <a:lnTo>
                    <a:pt x="4501913" y="326874"/>
                  </a:lnTo>
                  <a:lnTo>
                    <a:pt x="4429301" y="314535"/>
                  </a:lnTo>
                  <a:lnTo>
                    <a:pt x="4356690" y="302514"/>
                  </a:lnTo>
                  <a:lnTo>
                    <a:pt x="4284078" y="290823"/>
                  </a:lnTo>
                  <a:lnTo>
                    <a:pt x="4211467" y="279466"/>
                  </a:lnTo>
                  <a:lnTo>
                    <a:pt x="4138855" y="268451"/>
                  </a:lnTo>
                  <a:lnTo>
                    <a:pt x="4066244" y="257782"/>
                  </a:lnTo>
                  <a:lnTo>
                    <a:pt x="3993632" y="247462"/>
                  </a:lnTo>
                  <a:lnTo>
                    <a:pt x="3921021" y="237492"/>
                  </a:lnTo>
                  <a:lnTo>
                    <a:pt x="3848409" y="227870"/>
                  </a:lnTo>
                  <a:lnTo>
                    <a:pt x="3775798" y="218596"/>
                  </a:lnTo>
                  <a:lnTo>
                    <a:pt x="3703186" y="209665"/>
                  </a:lnTo>
                  <a:lnTo>
                    <a:pt x="3630575" y="201072"/>
                  </a:lnTo>
                  <a:lnTo>
                    <a:pt x="3557963" y="192810"/>
                  </a:lnTo>
                  <a:lnTo>
                    <a:pt x="3485352" y="184870"/>
                  </a:lnTo>
                  <a:lnTo>
                    <a:pt x="3412740" y="177244"/>
                  </a:lnTo>
                  <a:lnTo>
                    <a:pt x="3340129" y="169922"/>
                  </a:lnTo>
                  <a:lnTo>
                    <a:pt x="3267517" y="162893"/>
                  </a:lnTo>
                  <a:lnTo>
                    <a:pt x="3194906" y="156145"/>
                  </a:lnTo>
                  <a:lnTo>
                    <a:pt x="3122294" y="149666"/>
                  </a:lnTo>
                  <a:lnTo>
                    <a:pt x="3049683" y="143445"/>
                  </a:lnTo>
                  <a:lnTo>
                    <a:pt x="2977071" y="137469"/>
                  </a:lnTo>
                  <a:lnTo>
                    <a:pt x="2904460" y="131727"/>
                  </a:lnTo>
                  <a:lnTo>
                    <a:pt x="2831848" y="126206"/>
                  </a:lnTo>
                  <a:lnTo>
                    <a:pt x="2759237" y="120895"/>
                  </a:lnTo>
                  <a:lnTo>
                    <a:pt x="2686625" y="115782"/>
                  </a:lnTo>
                  <a:lnTo>
                    <a:pt x="2614014" y="110858"/>
                  </a:lnTo>
                  <a:lnTo>
                    <a:pt x="2541402" y="106110"/>
                  </a:lnTo>
                  <a:lnTo>
                    <a:pt x="2468791" y="101529"/>
                  </a:lnTo>
                  <a:lnTo>
                    <a:pt x="2396179" y="97105"/>
                  </a:lnTo>
                  <a:lnTo>
                    <a:pt x="2323568" y="92830"/>
                  </a:lnTo>
                  <a:lnTo>
                    <a:pt x="2250956" y="88694"/>
                  </a:lnTo>
                  <a:lnTo>
                    <a:pt x="2178345" y="84690"/>
                  </a:lnTo>
                  <a:lnTo>
                    <a:pt x="2105733" y="80810"/>
                  </a:lnTo>
                  <a:lnTo>
                    <a:pt x="2033122" y="77046"/>
                  </a:lnTo>
                  <a:lnTo>
                    <a:pt x="1960510" y="73391"/>
                  </a:lnTo>
                  <a:lnTo>
                    <a:pt x="1887899" y="69840"/>
                  </a:lnTo>
                  <a:lnTo>
                    <a:pt x="1815287" y="66386"/>
                  </a:lnTo>
                  <a:lnTo>
                    <a:pt x="1742676" y="63024"/>
                  </a:lnTo>
                  <a:lnTo>
                    <a:pt x="1670064" y="59748"/>
                  </a:lnTo>
                  <a:lnTo>
                    <a:pt x="1597453" y="56554"/>
                  </a:lnTo>
                  <a:lnTo>
                    <a:pt x="1524841" y="53436"/>
                  </a:lnTo>
                  <a:lnTo>
                    <a:pt x="1452230" y="50391"/>
                  </a:lnTo>
                  <a:lnTo>
                    <a:pt x="1379618" y="47414"/>
                  </a:lnTo>
                  <a:lnTo>
                    <a:pt x="1307007" y="44502"/>
                  </a:lnTo>
                  <a:lnTo>
                    <a:pt x="1234395" y="41651"/>
                  </a:lnTo>
                  <a:lnTo>
                    <a:pt x="1161784" y="38858"/>
                  </a:lnTo>
                  <a:lnTo>
                    <a:pt x="1089172" y="36119"/>
                  </a:lnTo>
                  <a:lnTo>
                    <a:pt x="1016561" y="33433"/>
                  </a:lnTo>
                  <a:lnTo>
                    <a:pt x="943949" y="30795"/>
                  </a:lnTo>
                  <a:lnTo>
                    <a:pt x="871338" y="28204"/>
                  </a:lnTo>
                  <a:lnTo>
                    <a:pt x="798726" y="25657"/>
                  </a:lnTo>
                  <a:lnTo>
                    <a:pt x="726115" y="23152"/>
                  </a:lnTo>
                  <a:lnTo>
                    <a:pt x="653503" y="20687"/>
                  </a:lnTo>
                  <a:lnTo>
                    <a:pt x="580892" y="18259"/>
                  </a:lnTo>
                  <a:lnTo>
                    <a:pt x="508280" y="15868"/>
                  </a:lnTo>
                  <a:lnTo>
                    <a:pt x="435669" y="13510"/>
                  </a:lnTo>
                  <a:lnTo>
                    <a:pt x="363057" y="11186"/>
                  </a:lnTo>
                  <a:lnTo>
                    <a:pt x="290446" y="8892"/>
                  </a:lnTo>
                  <a:lnTo>
                    <a:pt x="217834" y="6628"/>
                  </a:lnTo>
                  <a:lnTo>
                    <a:pt x="145223" y="4392"/>
                  </a:lnTo>
                  <a:lnTo>
                    <a:pt x="72611" y="21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197510" y="2593198"/>
              <a:ext cx="5736308" cy="796611"/>
            </a:xfrm>
            <a:custGeom>
              <a:avLst/>
              <a:gdLst/>
              <a:ahLst/>
              <a:cxnLst/>
              <a:rect l="0" t="0" r="0" b="0"/>
              <a:pathLst>
                <a:path w="5736308" h="796611">
                  <a:moveTo>
                    <a:pt x="0" y="0"/>
                  </a:moveTo>
                  <a:lnTo>
                    <a:pt x="72611" y="10083"/>
                  </a:lnTo>
                  <a:lnTo>
                    <a:pt x="145223" y="20167"/>
                  </a:lnTo>
                  <a:lnTo>
                    <a:pt x="217834" y="30251"/>
                  </a:lnTo>
                  <a:lnTo>
                    <a:pt x="290446" y="40334"/>
                  </a:lnTo>
                  <a:lnTo>
                    <a:pt x="363057" y="50418"/>
                  </a:lnTo>
                  <a:lnTo>
                    <a:pt x="435669" y="60502"/>
                  </a:lnTo>
                  <a:lnTo>
                    <a:pt x="508280" y="70585"/>
                  </a:lnTo>
                  <a:lnTo>
                    <a:pt x="580892" y="80669"/>
                  </a:lnTo>
                  <a:lnTo>
                    <a:pt x="653503" y="90753"/>
                  </a:lnTo>
                  <a:lnTo>
                    <a:pt x="726115" y="100836"/>
                  </a:lnTo>
                  <a:lnTo>
                    <a:pt x="798726" y="110920"/>
                  </a:lnTo>
                  <a:lnTo>
                    <a:pt x="871338" y="121004"/>
                  </a:lnTo>
                  <a:lnTo>
                    <a:pt x="943949" y="131087"/>
                  </a:lnTo>
                  <a:lnTo>
                    <a:pt x="1016561" y="141171"/>
                  </a:lnTo>
                  <a:lnTo>
                    <a:pt x="1089172" y="151255"/>
                  </a:lnTo>
                  <a:lnTo>
                    <a:pt x="1161784" y="161339"/>
                  </a:lnTo>
                  <a:lnTo>
                    <a:pt x="1234395" y="171422"/>
                  </a:lnTo>
                  <a:lnTo>
                    <a:pt x="1307007" y="181506"/>
                  </a:lnTo>
                  <a:lnTo>
                    <a:pt x="1379618" y="191590"/>
                  </a:lnTo>
                  <a:lnTo>
                    <a:pt x="1452230" y="201673"/>
                  </a:lnTo>
                  <a:lnTo>
                    <a:pt x="1524841" y="211757"/>
                  </a:lnTo>
                  <a:lnTo>
                    <a:pt x="1597453" y="221841"/>
                  </a:lnTo>
                  <a:lnTo>
                    <a:pt x="1670064" y="231924"/>
                  </a:lnTo>
                  <a:lnTo>
                    <a:pt x="1742676" y="242008"/>
                  </a:lnTo>
                  <a:lnTo>
                    <a:pt x="1815287" y="252092"/>
                  </a:lnTo>
                  <a:lnTo>
                    <a:pt x="1887899" y="262175"/>
                  </a:lnTo>
                  <a:lnTo>
                    <a:pt x="1960510" y="272259"/>
                  </a:lnTo>
                  <a:lnTo>
                    <a:pt x="2033122" y="282343"/>
                  </a:lnTo>
                  <a:lnTo>
                    <a:pt x="2105733" y="292427"/>
                  </a:lnTo>
                  <a:lnTo>
                    <a:pt x="2178345" y="302510"/>
                  </a:lnTo>
                  <a:lnTo>
                    <a:pt x="2250956" y="312594"/>
                  </a:lnTo>
                  <a:lnTo>
                    <a:pt x="2323568" y="322678"/>
                  </a:lnTo>
                  <a:lnTo>
                    <a:pt x="2396179" y="332761"/>
                  </a:lnTo>
                  <a:lnTo>
                    <a:pt x="2468791" y="342845"/>
                  </a:lnTo>
                  <a:lnTo>
                    <a:pt x="2541402" y="352929"/>
                  </a:lnTo>
                  <a:lnTo>
                    <a:pt x="2614014" y="363012"/>
                  </a:lnTo>
                  <a:lnTo>
                    <a:pt x="2686625" y="373096"/>
                  </a:lnTo>
                  <a:lnTo>
                    <a:pt x="2759237" y="383180"/>
                  </a:lnTo>
                  <a:lnTo>
                    <a:pt x="2831848" y="393263"/>
                  </a:lnTo>
                  <a:lnTo>
                    <a:pt x="2904460" y="403347"/>
                  </a:lnTo>
                  <a:lnTo>
                    <a:pt x="2977071" y="413431"/>
                  </a:lnTo>
                  <a:lnTo>
                    <a:pt x="3049683" y="423514"/>
                  </a:lnTo>
                  <a:lnTo>
                    <a:pt x="3122294" y="433598"/>
                  </a:lnTo>
                  <a:lnTo>
                    <a:pt x="3194906" y="443682"/>
                  </a:lnTo>
                  <a:lnTo>
                    <a:pt x="3267517" y="453766"/>
                  </a:lnTo>
                  <a:lnTo>
                    <a:pt x="3340129" y="463849"/>
                  </a:lnTo>
                  <a:lnTo>
                    <a:pt x="3412740" y="473933"/>
                  </a:lnTo>
                  <a:lnTo>
                    <a:pt x="3485352" y="484017"/>
                  </a:lnTo>
                  <a:lnTo>
                    <a:pt x="3557963" y="494100"/>
                  </a:lnTo>
                  <a:lnTo>
                    <a:pt x="3630575" y="504184"/>
                  </a:lnTo>
                  <a:lnTo>
                    <a:pt x="3703186" y="514268"/>
                  </a:lnTo>
                  <a:lnTo>
                    <a:pt x="3775798" y="524351"/>
                  </a:lnTo>
                  <a:lnTo>
                    <a:pt x="3848409" y="534435"/>
                  </a:lnTo>
                  <a:lnTo>
                    <a:pt x="3921021" y="544519"/>
                  </a:lnTo>
                  <a:lnTo>
                    <a:pt x="3993632" y="554602"/>
                  </a:lnTo>
                  <a:lnTo>
                    <a:pt x="4066244" y="564686"/>
                  </a:lnTo>
                  <a:lnTo>
                    <a:pt x="4138855" y="574770"/>
                  </a:lnTo>
                  <a:lnTo>
                    <a:pt x="4211467" y="584854"/>
                  </a:lnTo>
                  <a:lnTo>
                    <a:pt x="4284078" y="594937"/>
                  </a:lnTo>
                  <a:lnTo>
                    <a:pt x="4356690" y="605021"/>
                  </a:lnTo>
                  <a:lnTo>
                    <a:pt x="4429301" y="615105"/>
                  </a:lnTo>
                  <a:lnTo>
                    <a:pt x="4501913" y="625188"/>
                  </a:lnTo>
                  <a:lnTo>
                    <a:pt x="4574524" y="635272"/>
                  </a:lnTo>
                  <a:lnTo>
                    <a:pt x="4647136" y="645356"/>
                  </a:lnTo>
                  <a:lnTo>
                    <a:pt x="4719747" y="655439"/>
                  </a:lnTo>
                  <a:lnTo>
                    <a:pt x="4792359" y="665523"/>
                  </a:lnTo>
                  <a:lnTo>
                    <a:pt x="4864970" y="675607"/>
                  </a:lnTo>
                  <a:lnTo>
                    <a:pt x="4937582" y="685690"/>
                  </a:lnTo>
                  <a:lnTo>
                    <a:pt x="5010193" y="695774"/>
                  </a:lnTo>
                  <a:lnTo>
                    <a:pt x="5082805" y="705858"/>
                  </a:lnTo>
                  <a:lnTo>
                    <a:pt x="5155416" y="715942"/>
                  </a:lnTo>
                  <a:lnTo>
                    <a:pt x="5228028" y="726025"/>
                  </a:lnTo>
                  <a:lnTo>
                    <a:pt x="5300639" y="736109"/>
                  </a:lnTo>
                  <a:lnTo>
                    <a:pt x="5373251" y="746193"/>
                  </a:lnTo>
                  <a:lnTo>
                    <a:pt x="5445862" y="756276"/>
                  </a:lnTo>
                  <a:lnTo>
                    <a:pt x="5518474" y="766360"/>
                  </a:lnTo>
                  <a:lnTo>
                    <a:pt x="5591085" y="776444"/>
                  </a:lnTo>
                  <a:lnTo>
                    <a:pt x="5663697" y="786527"/>
                  </a:lnTo>
                  <a:lnTo>
                    <a:pt x="5736308" y="796611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1138808" y="281508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1138808" y="276786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1138808" y="283380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4902846" y="359884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4902846" y="302071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4902846" y="305680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5429781" y="277200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5429781" y="254652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5429781" y="282079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3796116" y="231393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3796116" y="266036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3796116" y="258420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6875117" y="320969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6875117" y="331744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6875117" y="27814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6847903" y="328785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6847903" y="39883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6847903" y="348009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5402085" y="400845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5402085" y="40281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5402085" y="407110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6564327" y="453672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t56"/>
            <p:cNvSpPr/>
            <p:nvPr/>
          </p:nvSpPr>
          <p:spPr>
            <a:xfrm>
              <a:off x="6564327" y="34181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t57"/>
            <p:cNvSpPr/>
            <p:nvPr/>
          </p:nvSpPr>
          <p:spPr>
            <a:xfrm>
              <a:off x="6564327" y="399002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1197510" y="2116646"/>
              <a:ext cx="5736308" cy="1786138"/>
            </a:xfrm>
            <a:custGeom>
              <a:avLst/>
              <a:gdLst/>
              <a:ahLst/>
              <a:cxnLst/>
              <a:rect l="0" t="0" r="0" b="0"/>
              <a:pathLst>
                <a:path w="5736308" h="1786138">
                  <a:moveTo>
                    <a:pt x="0" y="0"/>
                  </a:moveTo>
                  <a:lnTo>
                    <a:pt x="72611" y="19959"/>
                  </a:lnTo>
                  <a:lnTo>
                    <a:pt x="145223" y="39892"/>
                  </a:lnTo>
                  <a:lnTo>
                    <a:pt x="217834" y="59796"/>
                  </a:lnTo>
                  <a:lnTo>
                    <a:pt x="290446" y="79671"/>
                  </a:lnTo>
                  <a:lnTo>
                    <a:pt x="363057" y="99515"/>
                  </a:lnTo>
                  <a:lnTo>
                    <a:pt x="435669" y="119326"/>
                  </a:lnTo>
                  <a:lnTo>
                    <a:pt x="508280" y="139103"/>
                  </a:lnTo>
                  <a:lnTo>
                    <a:pt x="580892" y="158845"/>
                  </a:lnTo>
                  <a:lnTo>
                    <a:pt x="653503" y="178548"/>
                  </a:lnTo>
                  <a:lnTo>
                    <a:pt x="726115" y="198212"/>
                  </a:lnTo>
                  <a:lnTo>
                    <a:pt x="798726" y="217834"/>
                  </a:lnTo>
                  <a:lnTo>
                    <a:pt x="871338" y="237412"/>
                  </a:lnTo>
                  <a:lnTo>
                    <a:pt x="943949" y="256944"/>
                  </a:lnTo>
                  <a:lnTo>
                    <a:pt x="1016561" y="276427"/>
                  </a:lnTo>
                  <a:lnTo>
                    <a:pt x="1089172" y="295858"/>
                  </a:lnTo>
                  <a:lnTo>
                    <a:pt x="1161784" y="315236"/>
                  </a:lnTo>
                  <a:lnTo>
                    <a:pt x="1234395" y="334555"/>
                  </a:lnTo>
                  <a:lnTo>
                    <a:pt x="1307007" y="353815"/>
                  </a:lnTo>
                  <a:lnTo>
                    <a:pt x="1379618" y="373010"/>
                  </a:lnTo>
                  <a:lnTo>
                    <a:pt x="1452230" y="392137"/>
                  </a:lnTo>
                  <a:lnTo>
                    <a:pt x="1524841" y="411192"/>
                  </a:lnTo>
                  <a:lnTo>
                    <a:pt x="1597453" y="430171"/>
                  </a:lnTo>
                  <a:lnTo>
                    <a:pt x="1670064" y="449070"/>
                  </a:lnTo>
                  <a:lnTo>
                    <a:pt x="1742676" y="467883"/>
                  </a:lnTo>
                  <a:lnTo>
                    <a:pt x="1815287" y="486606"/>
                  </a:lnTo>
                  <a:lnTo>
                    <a:pt x="1887899" y="505233"/>
                  </a:lnTo>
                  <a:lnTo>
                    <a:pt x="1960510" y="523757"/>
                  </a:lnTo>
                  <a:lnTo>
                    <a:pt x="2033122" y="542174"/>
                  </a:lnTo>
                  <a:lnTo>
                    <a:pt x="2105733" y="560475"/>
                  </a:lnTo>
                  <a:lnTo>
                    <a:pt x="2178345" y="578654"/>
                  </a:lnTo>
                  <a:lnTo>
                    <a:pt x="2250956" y="596703"/>
                  </a:lnTo>
                  <a:lnTo>
                    <a:pt x="2323568" y="614614"/>
                  </a:lnTo>
                  <a:lnTo>
                    <a:pt x="2396179" y="632379"/>
                  </a:lnTo>
                  <a:lnTo>
                    <a:pt x="2468791" y="649988"/>
                  </a:lnTo>
                  <a:lnTo>
                    <a:pt x="2541402" y="667432"/>
                  </a:lnTo>
                  <a:lnTo>
                    <a:pt x="2614014" y="684701"/>
                  </a:lnTo>
                  <a:lnTo>
                    <a:pt x="2686625" y="701784"/>
                  </a:lnTo>
                  <a:lnTo>
                    <a:pt x="2759237" y="718670"/>
                  </a:lnTo>
                  <a:lnTo>
                    <a:pt x="2831848" y="735348"/>
                  </a:lnTo>
                  <a:lnTo>
                    <a:pt x="2904460" y="751806"/>
                  </a:lnTo>
                  <a:lnTo>
                    <a:pt x="2977071" y="768031"/>
                  </a:lnTo>
                  <a:lnTo>
                    <a:pt x="3049683" y="784012"/>
                  </a:lnTo>
                  <a:lnTo>
                    <a:pt x="3122294" y="799735"/>
                  </a:lnTo>
                  <a:lnTo>
                    <a:pt x="3194906" y="815188"/>
                  </a:lnTo>
                  <a:lnTo>
                    <a:pt x="3267517" y="830358"/>
                  </a:lnTo>
                  <a:lnTo>
                    <a:pt x="3340129" y="845233"/>
                  </a:lnTo>
                  <a:lnTo>
                    <a:pt x="3412740" y="859801"/>
                  </a:lnTo>
                  <a:lnTo>
                    <a:pt x="3485352" y="874050"/>
                  </a:lnTo>
                  <a:lnTo>
                    <a:pt x="3557963" y="887970"/>
                  </a:lnTo>
                  <a:lnTo>
                    <a:pt x="3630575" y="901552"/>
                  </a:lnTo>
                  <a:lnTo>
                    <a:pt x="3703186" y="914786"/>
                  </a:lnTo>
                  <a:lnTo>
                    <a:pt x="3775798" y="927666"/>
                  </a:lnTo>
                  <a:lnTo>
                    <a:pt x="3848409" y="940185"/>
                  </a:lnTo>
                  <a:lnTo>
                    <a:pt x="3921021" y="952341"/>
                  </a:lnTo>
                  <a:lnTo>
                    <a:pt x="3993632" y="964130"/>
                  </a:lnTo>
                  <a:lnTo>
                    <a:pt x="4066244" y="975552"/>
                  </a:lnTo>
                  <a:lnTo>
                    <a:pt x="4138855" y="986608"/>
                  </a:lnTo>
                  <a:lnTo>
                    <a:pt x="4211467" y="997302"/>
                  </a:lnTo>
                  <a:lnTo>
                    <a:pt x="4284078" y="1007637"/>
                  </a:lnTo>
                  <a:lnTo>
                    <a:pt x="4356690" y="1017620"/>
                  </a:lnTo>
                  <a:lnTo>
                    <a:pt x="4429301" y="1027258"/>
                  </a:lnTo>
                  <a:lnTo>
                    <a:pt x="4501913" y="1036562"/>
                  </a:lnTo>
                  <a:lnTo>
                    <a:pt x="4574524" y="1045539"/>
                  </a:lnTo>
                  <a:lnTo>
                    <a:pt x="4647136" y="1054202"/>
                  </a:lnTo>
                  <a:lnTo>
                    <a:pt x="4719747" y="1062563"/>
                  </a:lnTo>
                  <a:lnTo>
                    <a:pt x="4792359" y="1070632"/>
                  </a:lnTo>
                  <a:lnTo>
                    <a:pt x="4864970" y="1078423"/>
                  </a:lnTo>
                  <a:lnTo>
                    <a:pt x="4937582" y="1085948"/>
                  </a:lnTo>
                  <a:lnTo>
                    <a:pt x="5010193" y="1093220"/>
                  </a:lnTo>
                  <a:lnTo>
                    <a:pt x="5082805" y="1100252"/>
                  </a:lnTo>
                  <a:lnTo>
                    <a:pt x="5155416" y="1107056"/>
                  </a:lnTo>
                  <a:lnTo>
                    <a:pt x="5228028" y="1113644"/>
                  </a:lnTo>
                  <a:lnTo>
                    <a:pt x="5300639" y="1120028"/>
                  </a:lnTo>
                  <a:lnTo>
                    <a:pt x="5373251" y="1126218"/>
                  </a:lnTo>
                  <a:lnTo>
                    <a:pt x="5445862" y="1132227"/>
                  </a:lnTo>
                  <a:lnTo>
                    <a:pt x="5518474" y="1138064"/>
                  </a:lnTo>
                  <a:lnTo>
                    <a:pt x="5591085" y="1143740"/>
                  </a:lnTo>
                  <a:lnTo>
                    <a:pt x="5663697" y="1149263"/>
                  </a:lnTo>
                  <a:lnTo>
                    <a:pt x="5736308" y="1154643"/>
                  </a:lnTo>
                  <a:lnTo>
                    <a:pt x="5736308" y="1786138"/>
                  </a:lnTo>
                  <a:lnTo>
                    <a:pt x="5663697" y="1768177"/>
                  </a:lnTo>
                  <a:lnTo>
                    <a:pt x="5591085" y="1750359"/>
                  </a:lnTo>
                  <a:lnTo>
                    <a:pt x="5518474" y="1732694"/>
                  </a:lnTo>
                  <a:lnTo>
                    <a:pt x="5445862" y="1715191"/>
                  </a:lnTo>
                  <a:lnTo>
                    <a:pt x="5373251" y="1697859"/>
                  </a:lnTo>
                  <a:lnTo>
                    <a:pt x="5300639" y="1680709"/>
                  </a:lnTo>
                  <a:lnTo>
                    <a:pt x="5228028" y="1663752"/>
                  </a:lnTo>
                  <a:lnTo>
                    <a:pt x="5155416" y="1646999"/>
                  </a:lnTo>
                  <a:lnTo>
                    <a:pt x="5082805" y="1630462"/>
                  </a:lnTo>
                  <a:lnTo>
                    <a:pt x="5010193" y="1614153"/>
                  </a:lnTo>
                  <a:lnTo>
                    <a:pt x="4937582" y="1598085"/>
                  </a:lnTo>
                  <a:lnTo>
                    <a:pt x="4864970" y="1582269"/>
                  </a:lnTo>
                  <a:lnTo>
                    <a:pt x="4792359" y="1566720"/>
                  </a:lnTo>
                  <a:lnTo>
                    <a:pt x="4719747" y="1551448"/>
                  </a:lnTo>
                  <a:lnTo>
                    <a:pt x="4647136" y="1536468"/>
                  </a:lnTo>
                  <a:lnTo>
                    <a:pt x="4574524" y="1521790"/>
                  </a:lnTo>
                  <a:lnTo>
                    <a:pt x="4501913" y="1507427"/>
                  </a:lnTo>
                  <a:lnTo>
                    <a:pt x="4429301" y="1493390"/>
                  </a:lnTo>
                  <a:lnTo>
                    <a:pt x="4356690" y="1479688"/>
                  </a:lnTo>
                  <a:lnTo>
                    <a:pt x="4284078" y="1466330"/>
                  </a:lnTo>
                  <a:lnTo>
                    <a:pt x="4211467" y="1453324"/>
                  </a:lnTo>
                  <a:lnTo>
                    <a:pt x="4138855" y="1440677"/>
                  </a:lnTo>
                  <a:lnTo>
                    <a:pt x="4066244" y="1428392"/>
                  </a:lnTo>
                  <a:lnTo>
                    <a:pt x="3993632" y="1416474"/>
                  </a:lnTo>
                  <a:lnTo>
                    <a:pt x="3921021" y="1404922"/>
                  </a:lnTo>
                  <a:lnTo>
                    <a:pt x="3848409" y="1393737"/>
                  </a:lnTo>
                  <a:lnTo>
                    <a:pt x="3775798" y="1382916"/>
                  </a:lnTo>
                  <a:lnTo>
                    <a:pt x="3703186" y="1372455"/>
                  </a:lnTo>
                  <a:lnTo>
                    <a:pt x="3630575" y="1362349"/>
                  </a:lnTo>
                  <a:lnTo>
                    <a:pt x="3557963" y="1352589"/>
                  </a:lnTo>
                  <a:lnTo>
                    <a:pt x="3485352" y="1343169"/>
                  </a:lnTo>
                  <a:lnTo>
                    <a:pt x="3412740" y="1334077"/>
                  </a:lnTo>
                  <a:lnTo>
                    <a:pt x="3340129" y="1325304"/>
                  </a:lnTo>
                  <a:lnTo>
                    <a:pt x="3267517" y="1316839"/>
                  </a:lnTo>
                  <a:lnTo>
                    <a:pt x="3194906" y="1308668"/>
                  </a:lnTo>
                  <a:lnTo>
                    <a:pt x="3122294" y="1300780"/>
                  </a:lnTo>
                  <a:lnTo>
                    <a:pt x="3049683" y="1293163"/>
                  </a:lnTo>
                  <a:lnTo>
                    <a:pt x="2977071" y="1285803"/>
                  </a:lnTo>
                  <a:lnTo>
                    <a:pt x="2904460" y="1278687"/>
                  </a:lnTo>
                  <a:lnTo>
                    <a:pt x="2831848" y="1271804"/>
                  </a:lnTo>
                  <a:lnTo>
                    <a:pt x="2759237" y="1265142"/>
                  </a:lnTo>
                  <a:lnTo>
                    <a:pt x="2686625" y="1258687"/>
                  </a:lnTo>
                  <a:lnTo>
                    <a:pt x="2614014" y="1252430"/>
                  </a:lnTo>
                  <a:lnTo>
                    <a:pt x="2541402" y="1246358"/>
                  </a:lnTo>
                  <a:lnTo>
                    <a:pt x="2468791" y="1240461"/>
                  </a:lnTo>
                  <a:lnTo>
                    <a:pt x="2396179" y="1234730"/>
                  </a:lnTo>
                  <a:lnTo>
                    <a:pt x="2323568" y="1229154"/>
                  </a:lnTo>
                  <a:lnTo>
                    <a:pt x="2250956" y="1223724"/>
                  </a:lnTo>
                  <a:lnTo>
                    <a:pt x="2178345" y="1218433"/>
                  </a:lnTo>
                  <a:lnTo>
                    <a:pt x="2105733" y="1213271"/>
                  </a:lnTo>
                  <a:lnTo>
                    <a:pt x="2033122" y="1208231"/>
                  </a:lnTo>
                  <a:lnTo>
                    <a:pt x="1960510" y="1203307"/>
                  </a:lnTo>
                  <a:lnTo>
                    <a:pt x="1887899" y="1198491"/>
                  </a:lnTo>
                  <a:lnTo>
                    <a:pt x="1815287" y="1193777"/>
                  </a:lnTo>
                  <a:lnTo>
                    <a:pt x="1742676" y="1189159"/>
                  </a:lnTo>
                  <a:lnTo>
                    <a:pt x="1670064" y="1184631"/>
                  </a:lnTo>
                  <a:lnTo>
                    <a:pt x="1597453" y="1180189"/>
                  </a:lnTo>
                  <a:lnTo>
                    <a:pt x="1524841" y="1175828"/>
                  </a:lnTo>
                  <a:lnTo>
                    <a:pt x="1452230" y="1171543"/>
                  </a:lnTo>
                  <a:lnTo>
                    <a:pt x="1379618" y="1167329"/>
                  </a:lnTo>
                  <a:lnTo>
                    <a:pt x="1307007" y="1163183"/>
                  </a:lnTo>
                  <a:lnTo>
                    <a:pt x="1234395" y="1159102"/>
                  </a:lnTo>
                  <a:lnTo>
                    <a:pt x="1161784" y="1155081"/>
                  </a:lnTo>
                  <a:lnTo>
                    <a:pt x="1089172" y="1151117"/>
                  </a:lnTo>
                  <a:lnTo>
                    <a:pt x="1016561" y="1147208"/>
                  </a:lnTo>
                  <a:lnTo>
                    <a:pt x="943949" y="1143350"/>
                  </a:lnTo>
                  <a:lnTo>
                    <a:pt x="871338" y="1139542"/>
                  </a:lnTo>
                  <a:lnTo>
                    <a:pt x="798726" y="1135779"/>
                  </a:lnTo>
                  <a:lnTo>
                    <a:pt x="726115" y="1132060"/>
                  </a:lnTo>
                  <a:lnTo>
                    <a:pt x="653503" y="1128383"/>
                  </a:lnTo>
                  <a:lnTo>
                    <a:pt x="580892" y="1124746"/>
                  </a:lnTo>
                  <a:lnTo>
                    <a:pt x="508280" y="1121147"/>
                  </a:lnTo>
                  <a:lnTo>
                    <a:pt x="435669" y="1117583"/>
                  </a:lnTo>
                  <a:lnTo>
                    <a:pt x="363057" y="1114054"/>
                  </a:lnTo>
                  <a:lnTo>
                    <a:pt x="290446" y="1110557"/>
                  </a:lnTo>
                  <a:lnTo>
                    <a:pt x="217834" y="1107091"/>
                  </a:lnTo>
                  <a:lnTo>
                    <a:pt x="145223" y="1103655"/>
                  </a:lnTo>
                  <a:lnTo>
                    <a:pt x="72611" y="1100247"/>
                  </a:lnTo>
                  <a:lnTo>
                    <a:pt x="0" y="1096866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197510" y="2116646"/>
              <a:ext cx="5736308" cy="1154643"/>
            </a:xfrm>
            <a:custGeom>
              <a:avLst/>
              <a:gdLst/>
              <a:ahLst/>
              <a:cxnLst/>
              <a:rect l="0" t="0" r="0" b="0"/>
              <a:pathLst>
                <a:path w="5736308" h="1154643">
                  <a:moveTo>
                    <a:pt x="0" y="0"/>
                  </a:moveTo>
                  <a:lnTo>
                    <a:pt x="72611" y="19959"/>
                  </a:lnTo>
                  <a:lnTo>
                    <a:pt x="145223" y="39892"/>
                  </a:lnTo>
                  <a:lnTo>
                    <a:pt x="217834" y="59796"/>
                  </a:lnTo>
                  <a:lnTo>
                    <a:pt x="290446" y="79671"/>
                  </a:lnTo>
                  <a:lnTo>
                    <a:pt x="363057" y="99515"/>
                  </a:lnTo>
                  <a:lnTo>
                    <a:pt x="435669" y="119326"/>
                  </a:lnTo>
                  <a:lnTo>
                    <a:pt x="508280" y="139103"/>
                  </a:lnTo>
                  <a:lnTo>
                    <a:pt x="580892" y="158845"/>
                  </a:lnTo>
                  <a:lnTo>
                    <a:pt x="653503" y="178548"/>
                  </a:lnTo>
                  <a:lnTo>
                    <a:pt x="726115" y="198212"/>
                  </a:lnTo>
                  <a:lnTo>
                    <a:pt x="798726" y="217834"/>
                  </a:lnTo>
                  <a:lnTo>
                    <a:pt x="871338" y="237412"/>
                  </a:lnTo>
                  <a:lnTo>
                    <a:pt x="943949" y="256944"/>
                  </a:lnTo>
                  <a:lnTo>
                    <a:pt x="1016561" y="276427"/>
                  </a:lnTo>
                  <a:lnTo>
                    <a:pt x="1089172" y="295858"/>
                  </a:lnTo>
                  <a:lnTo>
                    <a:pt x="1161784" y="315236"/>
                  </a:lnTo>
                  <a:lnTo>
                    <a:pt x="1234395" y="334555"/>
                  </a:lnTo>
                  <a:lnTo>
                    <a:pt x="1307007" y="353815"/>
                  </a:lnTo>
                  <a:lnTo>
                    <a:pt x="1379618" y="373010"/>
                  </a:lnTo>
                  <a:lnTo>
                    <a:pt x="1452230" y="392137"/>
                  </a:lnTo>
                  <a:lnTo>
                    <a:pt x="1524841" y="411192"/>
                  </a:lnTo>
                  <a:lnTo>
                    <a:pt x="1597453" y="430171"/>
                  </a:lnTo>
                  <a:lnTo>
                    <a:pt x="1670064" y="449070"/>
                  </a:lnTo>
                  <a:lnTo>
                    <a:pt x="1742676" y="467883"/>
                  </a:lnTo>
                  <a:lnTo>
                    <a:pt x="1815287" y="486606"/>
                  </a:lnTo>
                  <a:lnTo>
                    <a:pt x="1887899" y="505233"/>
                  </a:lnTo>
                  <a:lnTo>
                    <a:pt x="1960510" y="523757"/>
                  </a:lnTo>
                  <a:lnTo>
                    <a:pt x="2033122" y="542174"/>
                  </a:lnTo>
                  <a:lnTo>
                    <a:pt x="2105733" y="560475"/>
                  </a:lnTo>
                  <a:lnTo>
                    <a:pt x="2178345" y="578654"/>
                  </a:lnTo>
                  <a:lnTo>
                    <a:pt x="2250956" y="596703"/>
                  </a:lnTo>
                  <a:lnTo>
                    <a:pt x="2323568" y="614614"/>
                  </a:lnTo>
                  <a:lnTo>
                    <a:pt x="2396179" y="632379"/>
                  </a:lnTo>
                  <a:lnTo>
                    <a:pt x="2468791" y="649988"/>
                  </a:lnTo>
                  <a:lnTo>
                    <a:pt x="2541402" y="667432"/>
                  </a:lnTo>
                  <a:lnTo>
                    <a:pt x="2614014" y="684701"/>
                  </a:lnTo>
                  <a:lnTo>
                    <a:pt x="2686625" y="701784"/>
                  </a:lnTo>
                  <a:lnTo>
                    <a:pt x="2759237" y="718670"/>
                  </a:lnTo>
                  <a:lnTo>
                    <a:pt x="2831848" y="735348"/>
                  </a:lnTo>
                  <a:lnTo>
                    <a:pt x="2904460" y="751806"/>
                  </a:lnTo>
                  <a:lnTo>
                    <a:pt x="2977071" y="768031"/>
                  </a:lnTo>
                  <a:lnTo>
                    <a:pt x="3049683" y="784012"/>
                  </a:lnTo>
                  <a:lnTo>
                    <a:pt x="3122294" y="799735"/>
                  </a:lnTo>
                  <a:lnTo>
                    <a:pt x="3194906" y="815188"/>
                  </a:lnTo>
                  <a:lnTo>
                    <a:pt x="3267517" y="830358"/>
                  </a:lnTo>
                  <a:lnTo>
                    <a:pt x="3340129" y="845233"/>
                  </a:lnTo>
                  <a:lnTo>
                    <a:pt x="3412740" y="859801"/>
                  </a:lnTo>
                  <a:lnTo>
                    <a:pt x="3485352" y="874050"/>
                  </a:lnTo>
                  <a:lnTo>
                    <a:pt x="3557963" y="887970"/>
                  </a:lnTo>
                  <a:lnTo>
                    <a:pt x="3630575" y="901552"/>
                  </a:lnTo>
                  <a:lnTo>
                    <a:pt x="3703186" y="914786"/>
                  </a:lnTo>
                  <a:lnTo>
                    <a:pt x="3775798" y="927666"/>
                  </a:lnTo>
                  <a:lnTo>
                    <a:pt x="3848409" y="940185"/>
                  </a:lnTo>
                  <a:lnTo>
                    <a:pt x="3921021" y="952341"/>
                  </a:lnTo>
                  <a:lnTo>
                    <a:pt x="3993632" y="964130"/>
                  </a:lnTo>
                  <a:lnTo>
                    <a:pt x="4066244" y="975552"/>
                  </a:lnTo>
                  <a:lnTo>
                    <a:pt x="4138855" y="986608"/>
                  </a:lnTo>
                  <a:lnTo>
                    <a:pt x="4211467" y="997302"/>
                  </a:lnTo>
                  <a:lnTo>
                    <a:pt x="4284078" y="1007637"/>
                  </a:lnTo>
                  <a:lnTo>
                    <a:pt x="4356690" y="1017620"/>
                  </a:lnTo>
                  <a:lnTo>
                    <a:pt x="4429301" y="1027258"/>
                  </a:lnTo>
                  <a:lnTo>
                    <a:pt x="4501913" y="1036562"/>
                  </a:lnTo>
                  <a:lnTo>
                    <a:pt x="4574524" y="1045539"/>
                  </a:lnTo>
                  <a:lnTo>
                    <a:pt x="4647136" y="1054202"/>
                  </a:lnTo>
                  <a:lnTo>
                    <a:pt x="4719747" y="1062563"/>
                  </a:lnTo>
                  <a:lnTo>
                    <a:pt x="4792359" y="1070632"/>
                  </a:lnTo>
                  <a:lnTo>
                    <a:pt x="4864970" y="1078423"/>
                  </a:lnTo>
                  <a:lnTo>
                    <a:pt x="4937582" y="1085948"/>
                  </a:lnTo>
                  <a:lnTo>
                    <a:pt x="5010193" y="1093220"/>
                  </a:lnTo>
                  <a:lnTo>
                    <a:pt x="5082805" y="1100252"/>
                  </a:lnTo>
                  <a:lnTo>
                    <a:pt x="5155416" y="1107056"/>
                  </a:lnTo>
                  <a:lnTo>
                    <a:pt x="5228028" y="1113644"/>
                  </a:lnTo>
                  <a:lnTo>
                    <a:pt x="5300639" y="1120028"/>
                  </a:lnTo>
                  <a:lnTo>
                    <a:pt x="5373251" y="1126218"/>
                  </a:lnTo>
                  <a:lnTo>
                    <a:pt x="5445862" y="1132227"/>
                  </a:lnTo>
                  <a:lnTo>
                    <a:pt x="5518474" y="1138064"/>
                  </a:lnTo>
                  <a:lnTo>
                    <a:pt x="5591085" y="1143740"/>
                  </a:lnTo>
                  <a:lnTo>
                    <a:pt x="5663697" y="1149263"/>
                  </a:lnTo>
                  <a:lnTo>
                    <a:pt x="5736308" y="115464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1197510" y="3213512"/>
              <a:ext cx="5736308" cy="689272"/>
            </a:xfrm>
            <a:custGeom>
              <a:avLst/>
              <a:gdLst/>
              <a:ahLst/>
              <a:cxnLst/>
              <a:rect l="0" t="0" r="0" b="0"/>
              <a:pathLst>
                <a:path w="5736308" h="689272">
                  <a:moveTo>
                    <a:pt x="5736308" y="689272"/>
                  </a:moveTo>
                  <a:lnTo>
                    <a:pt x="5663697" y="671311"/>
                  </a:lnTo>
                  <a:lnTo>
                    <a:pt x="5591085" y="653493"/>
                  </a:lnTo>
                  <a:lnTo>
                    <a:pt x="5518474" y="635828"/>
                  </a:lnTo>
                  <a:lnTo>
                    <a:pt x="5445862" y="618325"/>
                  </a:lnTo>
                  <a:lnTo>
                    <a:pt x="5373251" y="600993"/>
                  </a:lnTo>
                  <a:lnTo>
                    <a:pt x="5300639" y="583843"/>
                  </a:lnTo>
                  <a:lnTo>
                    <a:pt x="5228028" y="566886"/>
                  </a:lnTo>
                  <a:lnTo>
                    <a:pt x="5155416" y="550133"/>
                  </a:lnTo>
                  <a:lnTo>
                    <a:pt x="5082805" y="533596"/>
                  </a:lnTo>
                  <a:lnTo>
                    <a:pt x="5010193" y="517287"/>
                  </a:lnTo>
                  <a:lnTo>
                    <a:pt x="4937582" y="501219"/>
                  </a:lnTo>
                  <a:lnTo>
                    <a:pt x="4864970" y="485403"/>
                  </a:lnTo>
                  <a:lnTo>
                    <a:pt x="4792359" y="469853"/>
                  </a:lnTo>
                  <a:lnTo>
                    <a:pt x="4719747" y="454582"/>
                  </a:lnTo>
                  <a:lnTo>
                    <a:pt x="4647136" y="439601"/>
                  </a:lnTo>
                  <a:lnTo>
                    <a:pt x="4574524" y="424924"/>
                  </a:lnTo>
                  <a:lnTo>
                    <a:pt x="4501913" y="410561"/>
                  </a:lnTo>
                  <a:lnTo>
                    <a:pt x="4429301" y="396523"/>
                  </a:lnTo>
                  <a:lnTo>
                    <a:pt x="4356690" y="382821"/>
                  </a:lnTo>
                  <a:lnTo>
                    <a:pt x="4284078" y="369464"/>
                  </a:lnTo>
                  <a:lnTo>
                    <a:pt x="4211467" y="356458"/>
                  </a:lnTo>
                  <a:lnTo>
                    <a:pt x="4138855" y="343811"/>
                  </a:lnTo>
                  <a:lnTo>
                    <a:pt x="4066244" y="331526"/>
                  </a:lnTo>
                  <a:lnTo>
                    <a:pt x="3993632" y="319607"/>
                  </a:lnTo>
                  <a:lnTo>
                    <a:pt x="3921021" y="308056"/>
                  </a:lnTo>
                  <a:lnTo>
                    <a:pt x="3848409" y="296871"/>
                  </a:lnTo>
                  <a:lnTo>
                    <a:pt x="3775798" y="286050"/>
                  </a:lnTo>
                  <a:lnTo>
                    <a:pt x="3703186" y="275589"/>
                  </a:lnTo>
                  <a:lnTo>
                    <a:pt x="3630575" y="265482"/>
                  </a:lnTo>
                  <a:lnTo>
                    <a:pt x="3557963" y="255723"/>
                  </a:lnTo>
                  <a:lnTo>
                    <a:pt x="3485352" y="246303"/>
                  </a:lnTo>
                  <a:lnTo>
                    <a:pt x="3412740" y="237211"/>
                  </a:lnTo>
                  <a:lnTo>
                    <a:pt x="3340129" y="228438"/>
                  </a:lnTo>
                  <a:lnTo>
                    <a:pt x="3267517" y="219972"/>
                  </a:lnTo>
                  <a:lnTo>
                    <a:pt x="3194906" y="211802"/>
                  </a:lnTo>
                  <a:lnTo>
                    <a:pt x="3122294" y="203914"/>
                  </a:lnTo>
                  <a:lnTo>
                    <a:pt x="3049683" y="196296"/>
                  </a:lnTo>
                  <a:lnTo>
                    <a:pt x="2977071" y="188936"/>
                  </a:lnTo>
                  <a:lnTo>
                    <a:pt x="2904460" y="181821"/>
                  </a:lnTo>
                  <a:lnTo>
                    <a:pt x="2831848" y="174938"/>
                  </a:lnTo>
                  <a:lnTo>
                    <a:pt x="2759237" y="168275"/>
                  </a:lnTo>
                  <a:lnTo>
                    <a:pt x="2686625" y="161821"/>
                  </a:lnTo>
                  <a:lnTo>
                    <a:pt x="2614014" y="155563"/>
                  </a:lnTo>
                  <a:lnTo>
                    <a:pt x="2541402" y="149492"/>
                  </a:lnTo>
                  <a:lnTo>
                    <a:pt x="2468791" y="143595"/>
                  </a:lnTo>
                  <a:lnTo>
                    <a:pt x="2396179" y="137863"/>
                  </a:lnTo>
                  <a:lnTo>
                    <a:pt x="2323568" y="132287"/>
                  </a:lnTo>
                  <a:lnTo>
                    <a:pt x="2250956" y="126858"/>
                  </a:lnTo>
                  <a:lnTo>
                    <a:pt x="2178345" y="121566"/>
                  </a:lnTo>
                  <a:lnTo>
                    <a:pt x="2105733" y="116405"/>
                  </a:lnTo>
                  <a:lnTo>
                    <a:pt x="2033122" y="111365"/>
                  </a:lnTo>
                  <a:lnTo>
                    <a:pt x="1960510" y="106441"/>
                  </a:lnTo>
                  <a:lnTo>
                    <a:pt x="1887899" y="101624"/>
                  </a:lnTo>
                  <a:lnTo>
                    <a:pt x="1815287" y="96910"/>
                  </a:lnTo>
                  <a:lnTo>
                    <a:pt x="1742676" y="92292"/>
                  </a:lnTo>
                  <a:lnTo>
                    <a:pt x="1670064" y="87765"/>
                  </a:lnTo>
                  <a:lnTo>
                    <a:pt x="1597453" y="83323"/>
                  </a:lnTo>
                  <a:lnTo>
                    <a:pt x="1524841" y="78962"/>
                  </a:lnTo>
                  <a:lnTo>
                    <a:pt x="1452230" y="74676"/>
                  </a:lnTo>
                  <a:lnTo>
                    <a:pt x="1379618" y="70463"/>
                  </a:lnTo>
                  <a:lnTo>
                    <a:pt x="1307007" y="66317"/>
                  </a:lnTo>
                  <a:lnTo>
                    <a:pt x="1234395" y="62236"/>
                  </a:lnTo>
                  <a:lnTo>
                    <a:pt x="1161784" y="58215"/>
                  </a:lnTo>
                  <a:lnTo>
                    <a:pt x="1089172" y="54251"/>
                  </a:lnTo>
                  <a:lnTo>
                    <a:pt x="1016561" y="50342"/>
                  </a:lnTo>
                  <a:lnTo>
                    <a:pt x="943949" y="46484"/>
                  </a:lnTo>
                  <a:lnTo>
                    <a:pt x="871338" y="42675"/>
                  </a:lnTo>
                  <a:lnTo>
                    <a:pt x="798726" y="38913"/>
                  </a:lnTo>
                  <a:lnTo>
                    <a:pt x="726115" y="35194"/>
                  </a:lnTo>
                  <a:lnTo>
                    <a:pt x="653503" y="31517"/>
                  </a:lnTo>
                  <a:lnTo>
                    <a:pt x="580892" y="27880"/>
                  </a:lnTo>
                  <a:lnTo>
                    <a:pt x="508280" y="24281"/>
                  </a:lnTo>
                  <a:lnTo>
                    <a:pt x="435669" y="20717"/>
                  </a:lnTo>
                  <a:lnTo>
                    <a:pt x="363057" y="17188"/>
                  </a:lnTo>
                  <a:lnTo>
                    <a:pt x="290446" y="13691"/>
                  </a:lnTo>
                  <a:lnTo>
                    <a:pt x="217834" y="10225"/>
                  </a:lnTo>
                  <a:lnTo>
                    <a:pt x="145223" y="6789"/>
                  </a:lnTo>
                  <a:lnTo>
                    <a:pt x="72611" y="33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1197510" y="2665079"/>
              <a:ext cx="5736308" cy="921957"/>
            </a:xfrm>
            <a:custGeom>
              <a:avLst/>
              <a:gdLst/>
              <a:ahLst/>
              <a:cxnLst/>
              <a:rect l="0" t="0" r="0" b="0"/>
              <a:pathLst>
                <a:path w="5736308" h="921957">
                  <a:moveTo>
                    <a:pt x="0" y="0"/>
                  </a:moveTo>
                  <a:lnTo>
                    <a:pt x="72611" y="11670"/>
                  </a:lnTo>
                  <a:lnTo>
                    <a:pt x="145223" y="23340"/>
                  </a:lnTo>
                  <a:lnTo>
                    <a:pt x="217834" y="35011"/>
                  </a:lnTo>
                  <a:lnTo>
                    <a:pt x="290446" y="46681"/>
                  </a:lnTo>
                  <a:lnTo>
                    <a:pt x="363057" y="58351"/>
                  </a:lnTo>
                  <a:lnTo>
                    <a:pt x="435669" y="70022"/>
                  </a:lnTo>
                  <a:lnTo>
                    <a:pt x="508280" y="81692"/>
                  </a:lnTo>
                  <a:lnTo>
                    <a:pt x="580892" y="93362"/>
                  </a:lnTo>
                  <a:lnTo>
                    <a:pt x="653503" y="105033"/>
                  </a:lnTo>
                  <a:lnTo>
                    <a:pt x="726115" y="116703"/>
                  </a:lnTo>
                  <a:lnTo>
                    <a:pt x="798726" y="128373"/>
                  </a:lnTo>
                  <a:lnTo>
                    <a:pt x="871338" y="140044"/>
                  </a:lnTo>
                  <a:lnTo>
                    <a:pt x="943949" y="151714"/>
                  </a:lnTo>
                  <a:lnTo>
                    <a:pt x="1016561" y="163384"/>
                  </a:lnTo>
                  <a:lnTo>
                    <a:pt x="1089172" y="175055"/>
                  </a:lnTo>
                  <a:lnTo>
                    <a:pt x="1161784" y="186725"/>
                  </a:lnTo>
                  <a:lnTo>
                    <a:pt x="1234395" y="198395"/>
                  </a:lnTo>
                  <a:lnTo>
                    <a:pt x="1307007" y="210066"/>
                  </a:lnTo>
                  <a:lnTo>
                    <a:pt x="1379618" y="221736"/>
                  </a:lnTo>
                  <a:lnTo>
                    <a:pt x="1452230" y="233407"/>
                  </a:lnTo>
                  <a:lnTo>
                    <a:pt x="1524841" y="245077"/>
                  </a:lnTo>
                  <a:lnTo>
                    <a:pt x="1597453" y="256747"/>
                  </a:lnTo>
                  <a:lnTo>
                    <a:pt x="1670064" y="268418"/>
                  </a:lnTo>
                  <a:lnTo>
                    <a:pt x="1742676" y="280088"/>
                  </a:lnTo>
                  <a:lnTo>
                    <a:pt x="1815287" y="291758"/>
                  </a:lnTo>
                  <a:lnTo>
                    <a:pt x="1887899" y="303429"/>
                  </a:lnTo>
                  <a:lnTo>
                    <a:pt x="1960510" y="315099"/>
                  </a:lnTo>
                  <a:lnTo>
                    <a:pt x="2033122" y="326769"/>
                  </a:lnTo>
                  <a:lnTo>
                    <a:pt x="2105733" y="338440"/>
                  </a:lnTo>
                  <a:lnTo>
                    <a:pt x="2178345" y="350110"/>
                  </a:lnTo>
                  <a:lnTo>
                    <a:pt x="2250956" y="361780"/>
                  </a:lnTo>
                  <a:lnTo>
                    <a:pt x="2323568" y="373451"/>
                  </a:lnTo>
                  <a:lnTo>
                    <a:pt x="2396179" y="385121"/>
                  </a:lnTo>
                  <a:lnTo>
                    <a:pt x="2468791" y="396791"/>
                  </a:lnTo>
                  <a:lnTo>
                    <a:pt x="2541402" y="408462"/>
                  </a:lnTo>
                  <a:lnTo>
                    <a:pt x="2614014" y="420132"/>
                  </a:lnTo>
                  <a:lnTo>
                    <a:pt x="2686625" y="431802"/>
                  </a:lnTo>
                  <a:lnTo>
                    <a:pt x="2759237" y="443473"/>
                  </a:lnTo>
                  <a:lnTo>
                    <a:pt x="2831848" y="455143"/>
                  </a:lnTo>
                  <a:lnTo>
                    <a:pt x="2904460" y="466814"/>
                  </a:lnTo>
                  <a:lnTo>
                    <a:pt x="2977071" y="478484"/>
                  </a:lnTo>
                  <a:lnTo>
                    <a:pt x="3049683" y="490154"/>
                  </a:lnTo>
                  <a:lnTo>
                    <a:pt x="3122294" y="501825"/>
                  </a:lnTo>
                  <a:lnTo>
                    <a:pt x="3194906" y="513495"/>
                  </a:lnTo>
                  <a:lnTo>
                    <a:pt x="3267517" y="525165"/>
                  </a:lnTo>
                  <a:lnTo>
                    <a:pt x="3340129" y="536836"/>
                  </a:lnTo>
                  <a:lnTo>
                    <a:pt x="3412740" y="548506"/>
                  </a:lnTo>
                  <a:lnTo>
                    <a:pt x="3485352" y="560176"/>
                  </a:lnTo>
                  <a:lnTo>
                    <a:pt x="3557963" y="571847"/>
                  </a:lnTo>
                  <a:lnTo>
                    <a:pt x="3630575" y="583517"/>
                  </a:lnTo>
                  <a:lnTo>
                    <a:pt x="3703186" y="595187"/>
                  </a:lnTo>
                  <a:lnTo>
                    <a:pt x="3775798" y="606858"/>
                  </a:lnTo>
                  <a:lnTo>
                    <a:pt x="3848409" y="618528"/>
                  </a:lnTo>
                  <a:lnTo>
                    <a:pt x="3921021" y="630198"/>
                  </a:lnTo>
                  <a:lnTo>
                    <a:pt x="3993632" y="641869"/>
                  </a:lnTo>
                  <a:lnTo>
                    <a:pt x="4066244" y="653539"/>
                  </a:lnTo>
                  <a:lnTo>
                    <a:pt x="4138855" y="665210"/>
                  </a:lnTo>
                  <a:lnTo>
                    <a:pt x="4211467" y="676880"/>
                  </a:lnTo>
                  <a:lnTo>
                    <a:pt x="4284078" y="688550"/>
                  </a:lnTo>
                  <a:lnTo>
                    <a:pt x="4356690" y="700221"/>
                  </a:lnTo>
                  <a:lnTo>
                    <a:pt x="4429301" y="711891"/>
                  </a:lnTo>
                  <a:lnTo>
                    <a:pt x="4501913" y="723561"/>
                  </a:lnTo>
                  <a:lnTo>
                    <a:pt x="4574524" y="735232"/>
                  </a:lnTo>
                  <a:lnTo>
                    <a:pt x="4647136" y="746902"/>
                  </a:lnTo>
                  <a:lnTo>
                    <a:pt x="4719747" y="758572"/>
                  </a:lnTo>
                  <a:lnTo>
                    <a:pt x="4792359" y="770243"/>
                  </a:lnTo>
                  <a:lnTo>
                    <a:pt x="4864970" y="781913"/>
                  </a:lnTo>
                  <a:lnTo>
                    <a:pt x="4937582" y="793583"/>
                  </a:lnTo>
                  <a:lnTo>
                    <a:pt x="5010193" y="805254"/>
                  </a:lnTo>
                  <a:lnTo>
                    <a:pt x="5082805" y="816924"/>
                  </a:lnTo>
                  <a:lnTo>
                    <a:pt x="5155416" y="828594"/>
                  </a:lnTo>
                  <a:lnTo>
                    <a:pt x="5228028" y="840265"/>
                  </a:lnTo>
                  <a:lnTo>
                    <a:pt x="5300639" y="851935"/>
                  </a:lnTo>
                  <a:lnTo>
                    <a:pt x="5373251" y="863605"/>
                  </a:lnTo>
                  <a:lnTo>
                    <a:pt x="5445862" y="875276"/>
                  </a:lnTo>
                  <a:lnTo>
                    <a:pt x="5518474" y="886946"/>
                  </a:lnTo>
                  <a:lnTo>
                    <a:pt x="5591085" y="898617"/>
                  </a:lnTo>
                  <a:lnTo>
                    <a:pt x="5663697" y="910287"/>
                  </a:lnTo>
                  <a:lnTo>
                    <a:pt x="5736308" y="921957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t62"/>
            <p:cNvSpPr/>
            <p:nvPr/>
          </p:nvSpPr>
          <p:spPr>
            <a:xfrm>
              <a:off x="1138808" y="309932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t63"/>
            <p:cNvSpPr/>
            <p:nvPr/>
          </p:nvSpPr>
          <p:spPr>
            <a:xfrm>
              <a:off x="1138808" y="321024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t64"/>
            <p:cNvSpPr/>
            <p:nvPr/>
          </p:nvSpPr>
          <p:spPr>
            <a:xfrm>
              <a:off x="1138808" y="31051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t65"/>
            <p:cNvSpPr/>
            <p:nvPr/>
          </p:nvSpPr>
          <p:spPr>
            <a:xfrm>
              <a:off x="4902846" y="383706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t66"/>
            <p:cNvSpPr/>
            <p:nvPr/>
          </p:nvSpPr>
          <p:spPr>
            <a:xfrm>
              <a:off x="4902846" y="32082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t67"/>
            <p:cNvSpPr/>
            <p:nvPr/>
          </p:nvSpPr>
          <p:spPr>
            <a:xfrm>
              <a:off x="4902846" y="341556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t68"/>
            <p:cNvSpPr/>
            <p:nvPr/>
          </p:nvSpPr>
          <p:spPr>
            <a:xfrm>
              <a:off x="5429781" y="350562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t69"/>
            <p:cNvSpPr/>
            <p:nvPr/>
          </p:nvSpPr>
          <p:spPr>
            <a:xfrm>
              <a:off x="5429781" y="292312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t70"/>
            <p:cNvSpPr/>
            <p:nvPr/>
          </p:nvSpPr>
          <p:spPr>
            <a:xfrm>
              <a:off x="5429781" y="311626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t71"/>
            <p:cNvSpPr/>
            <p:nvPr/>
          </p:nvSpPr>
          <p:spPr>
            <a:xfrm>
              <a:off x="3796116" y="27353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t72"/>
            <p:cNvSpPr/>
            <p:nvPr/>
          </p:nvSpPr>
          <p:spPr>
            <a:xfrm>
              <a:off x="3796116" y="266115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t73"/>
            <p:cNvSpPr/>
            <p:nvPr/>
          </p:nvSpPr>
          <p:spPr>
            <a:xfrm>
              <a:off x="3796116" y="250959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t74"/>
            <p:cNvSpPr/>
            <p:nvPr/>
          </p:nvSpPr>
          <p:spPr>
            <a:xfrm>
              <a:off x="6875117" y="361831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t75"/>
            <p:cNvSpPr/>
            <p:nvPr/>
          </p:nvSpPr>
          <p:spPr>
            <a:xfrm>
              <a:off x="6875117" y="28820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t76"/>
            <p:cNvSpPr/>
            <p:nvPr/>
          </p:nvSpPr>
          <p:spPr>
            <a:xfrm>
              <a:off x="6875117" y="342313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t77"/>
            <p:cNvSpPr/>
            <p:nvPr/>
          </p:nvSpPr>
          <p:spPr>
            <a:xfrm>
              <a:off x="6847903" y="375976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t78"/>
            <p:cNvSpPr/>
            <p:nvPr/>
          </p:nvSpPr>
          <p:spPr>
            <a:xfrm>
              <a:off x="6847903" y="36783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t79"/>
            <p:cNvSpPr/>
            <p:nvPr/>
          </p:nvSpPr>
          <p:spPr>
            <a:xfrm>
              <a:off x="6847903" y="412540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t80"/>
            <p:cNvSpPr/>
            <p:nvPr/>
          </p:nvSpPr>
          <p:spPr>
            <a:xfrm>
              <a:off x="5402085" y="501644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t81"/>
            <p:cNvSpPr/>
            <p:nvPr/>
          </p:nvSpPr>
          <p:spPr>
            <a:xfrm>
              <a:off x="5402085" y="509786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t82"/>
            <p:cNvSpPr/>
            <p:nvPr/>
          </p:nvSpPr>
          <p:spPr>
            <a:xfrm>
              <a:off x="5402085" y="53777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6564327" y="508781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t84"/>
            <p:cNvSpPr/>
            <p:nvPr/>
          </p:nvSpPr>
          <p:spPr>
            <a:xfrm>
              <a:off x="6564327" y="53039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6564327" y="47540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1197510" y="2091942"/>
              <a:ext cx="5736308" cy="2556172"/>
            </a:xfrm>
            <a:custGeom>
              <a:avLst/>
              <a:gdLst/>
              <a:ahLst/>
              <a:cxnLst/>
              <a:rect l="0" t="0" r="0" b="0"/>
              <a:pathLst>
                <a:path w="5736308" h="2556172">
                  <a:moveTo>
                    <a:pt x="0" y="0"/>
                  </a:moveTo>
                  <a:lnTo>
                    <a:pt x="72611" y="28223"/>
                  </a:lnTo>
                  <a:lnTo>
                    <a:pt x="145223" y="56404"/>
                  </a:lnTo>
                  <a:lnTo>
                    <a:pt x="217834" y="84542"/>
                  </a:lnTo>
                  <a:lnTo>
                    <a:pt x="290446" y="112633"/>
                  </a:lnTo>
                  <a:lnTo>
                    <a:pt x="363057" y="140676"/>
                  </a:lnTo>
                  <a:lnTo>
                    <a:pt x="435669" y="168668"/>
                  </a:lnTo>
                  <a:lnTo>
                    <a:pt x="508280" y="196606"/>
                  </a:lnTo>
                  <a:lnTo>
                    <a:pt x="580892" y="224489"/>
                  </a:lnTo>
                  <a:lnTo>
                    <a:pt x="653503" y="252313"/>
                  </a:lnTo>
                  <a:lnTo>
                    <a:pt x="726115" y="280075"/>
                  </a:lnTo>
                  <a:lnTo>
                    <a:pt x="798726" y="307772"/>
                  </a:lnTo>
                  <a:lnTo>
                    <a:pt x="871338" y="335400"/>
                  </a:lnTo>
                  <a:lnTo>
                    <a:pt x="943949" y="362956"/>
                  </a:lnTo>
                  <a:lnTo>
                    <a:pt x="1016561" y="390436"/>
                  </a:lnTo>
                  <a:lnTo>
                    <a:pt x="1089172" y="417835"/>
                  </a:lnTo>
                  <a:lnTo>
                    <a:pt x="1161784" y="445150"/>
                  </a:lnTo>
                  <a:lnTo>
                    <a:pt x="1234395" y="472376"/>
                  </a:lnTo>
                  <a:lnTo>
                    <a:pt x="1307007" y="499506"/>
                  </a:lnTo>
                  <a:lnTo>
                    <a:pt x="1379618" y="526537"/>
                  </a:lnTo>
                  <a:lnTo>
                    <a:pt x="1452230" y="553462"/>
                  </a:lnTo>
                  <a:lnTo>
                    <a:pt x="1524841" y="580275"/>
                  </a:lnTo>
                  <a:lnTo>
                    <a:pt x="1597453" y="606969"/>
                  </a:lnTo>
                  <a:lnTo>
                    <a:pt x="1670064" y="633538"/>
                  </a:lnTo>
                  <a:lnTo>
                    <a:pt x="1742676" y="659973"/>
                  </a:lnTo>
                  <a:lnTo>
                    <a:pt x="1815287" y="686267"/>
                  </a:lnTo>
                  <a:lnTo>
                    <a:pt x="1887899" y="712411"/>
                  </a:lnTo>
                  <a:lnTo>
                    <a:pt x="1960510" y="738396"/>
                  </a:lnTo>
                  <a:lnTo>
                    <a:pt x="2033122" y="764212"/>
                  </a:lnTo>
                  <a:lnTo>
                    <a:pt x="2105733" y="789848"/>
                  </a:lnTo>
                  <a:lnTo>
                    <a:pt x="2178345" y="815294"/>
                  </a:lnTo>
                  <a:lnTo>
                    <a:pt x="2250956" y="840537"/>
                  </a:lnTo>
                  <a:lnTo>
                    <a:pt x="2323568" y="865565"/>
                  </a:lnTo>
                  <a:lnTo>
                    <a:pt x="2396179" y="890365"/>
                  </a:lnTo>
                  <a:lnTo>
                    <a:pt x="2468791" y="914922"/>
                  </a:lnTo>
                  <a:lnTo>
                    <a:pt x="2541402" y="939221"/>
                  </a:lnTo>
                  <a:lnTo>
                    <a:pt x="2614014" y="963247"/>
                  </a:lnTo>
                  <a:lnTo>
                    <a:pt x="2686625" y="986984"/>
                  </a:lnTo>
                  <a:lnTo>
                    <a:pt x="2759237" y="1010413"/>
                  </a:lnTo>
                  <a:lnTo>
                    <a:pt x="2831848" y="1033518"/>
                  </a:lnTo>
                  <a:lnTo>
                    <a:pt x="2904460" y="1056279"/>
                  </a:lnTo>
                  <a:lnTo>
                    <a:pt x="2977071" y="1078677"/>
                  </a:lnTo>
                  <a:lnTo>
                    <a:pt x="3049683" y="1100694"/>
                  </a:lnTo>
                  <a:lnTo>
                    <a:pt x="3122294" y="1122309"/>
                  </a:lnTo>
                  <a:lnTo>
                    <a:pt x="3194906" y="1143502"/>
                  </a:lnTo>
                  <a:lnTo>
                    <a:pt x="3267517" y="1164254"/>
                  </a:lnTo>
                  <a:lnTo>
                    <a:pt x="3340129" y="1184546"/>
                  </a:lnTo>
                  <a:lnTo>
                    <a:pt x="3412740" y="1204359"/>
                  </a:lnTo>
                  <a:lnTo>
                    <a:pt x="3485352" y="1223675"/>
                  </a:lnTo>
                  <a:lnTo>
                    <a:pt x="3557963" y="1242478"/>
                  </a:lnTo>
                  <a:lnTo>
                    <a:pt x="3630575" y="1260752"/>
                  </a:lnTo>
                  <a:lnTo>
                    <a:pt x="3703186" y="1278485"/>
                  </a:lnTo>
                  <a:lnTo>
                    <a:pt x="3775798" y="1295664"/>
                  </a:lnTo>
                  <a:lnTo>
                    <a:pt x="3848409" y="1312282"/>
                  </a:lnTo>
                  <a:lnTo>
                    <a:pt x="3921021" y="1328332"/>
                  </a:lnTo>
                  <a:lnTo>
                    <a:pt x="3993632" y="1343811"/>
                  </a:lnTo>
                  <a:lnTo>
                    <a:pt x="4066244" y="1358717"/>
                  </a:lnTo>
                  <a:lnTo>
                    <a:pt x="4138855" y="1373052"/>
                  </a:lnTo>
                  <a:lnTo>
                    <a:pt x="4211467" y="1386821"/>
                  </a:lnTo>
                  <a:lnTo>
                    <a:pt x="4284078" y="1400031"/>
                  </a:lnTo>
                  <a:lnTo>
                    <a:pt x="4356690" y="1412693"/>
                  </a:lnTo>
                  <a:lnTo>
                    <a:pt x="4429301" y="1424817"/>
                  </a:lnTo>
                  <a:lnTo>
                    <a:pt x="4501913" y="1436417"/>
                  </a:lnTo>
                  <a:lnTo>
                    <a:pt x="4574524" y="1447510"/>
                  </a:lnTo>
                  <a:lnTo>
                    <a:pt x="4647136" y="1458112"/>
                  </a:lnTo>
                  <a:lnTo>
                    <a:pt x="4719747" y="1468242"/>
                  </a:lnTo>
                  <a:lnTo>
                    <a:pt x="4792359" y="1477918"/>
                  </a:lnTo>
                  <a:lnTo>
                    <a:pt x="4864970" y="1487160"/>
                  </a:lnTo>
                  <a:lnTo>
                    <a:pt x="4937582" y="1495987"/>
                  </a:lnTo>
                  <a:lnTo>
                    <a:pt x="5010193" y="1504420"/>
                  </a:lnTo>
                  <a:lnTo>
                    <a:pt x="5082805" y="1512478"/>
                  </a:lnTo>
                  <a:lnTo>
                    <a:pt x="5155416" y="1520180"/>
                  </a:lnTo>
                  <a:lnTo>
                    <a:pt x="5228028" y="1527545"/>
                  </a:lnTo>
                  <a:lnTo>
                    <a:pt x="5300639" y="1534591"/>
                  </a:lnTo>
                  <a:lnTo>
                    <a:pt x="5373251" y="1541337"/>
                  </a:lnTo>
                  <a:lnTo>
                    <a:pt x="5445862" y="1547799"/>
                  </a:lnTo>
                  <a:lnTo>
                    <a:pt x="5518474" y="1553993"/>
                  </a:lnTo>
                  <a:lnTo>
                    <a:pt x="5591085" y="1559935"/>
                  </a:lnTo>
                  <a:lnTo>
                    <a:pt x="5663697" y="1565640"/>
                  </a:lnTo>
                  <a:lnTo>
                    <a:pt x="5736308" y="1571120"/>
                  </a:lnTo>
                  <a:lnTo>
                    <a:pt x="5736308" y="2556172"/>
                  </a:lnTo>
                  <a:lnTo>
                    <a:pt x="5663697" y="2531067"/>
                  </a:lnTo>
                  <a:lnTo>
                    <a:pt x="5591085" y="2506185"/>
                  </a:lnTo>
                  <a:lnTo>
                    <a:pt x="5518474" y="2481541"/>
                  </a:lnTo>
                  <a:lnTo>
                    <a:pt x="5445862" y="2457149"/>
                  </a:lnTo>
                  <a:lnTo>
                    <a:pt x="5373251" y="2433024"/>
                  </a:lnTo>
                  <a:lnTo>
                    <a:pt x="5300639" y="2409184"/>
                  </a:lnTo>
                  <a:lnTo>
                    <a:pt x="5228028" y="2385644"/>
                  </a:lnTo>
                  <a:lnTo>
                    <a:pt x="5155416" y="2362423"/>
                  </a:lnTo>
                  <a:lnTo>
                    <a:pt x="5082805" y="2339538"/>
                  </a:lnTo>
                  <a:lnTo>
                    <a:pt x="5010193" y="2317009"/>
                  </a:lnTo>
                  <a:lnTo>
                    <a:pt x="4937582" y="2294856"/>
                  </a:lnTo>
                  <a:lnTo>
                    <a:pt x="4864970" y="2273097"/>
                  </a:lnTo>
                  <a:lnTo>
                    <a:pt x="4792359" y="2251752"/>
                  </a:lnTo>
                  <a:lnTo>
                    <a:pt x="4719747" y="2230842"/>
                  </a:lnTo>
                  <a:lnTo>
                    <a:pt x="4647136" y="2210385"/>
                  </a:lnTo>
                  <a:lnTo>
                    <a:pt x="4574524" y="2190401"/>
                  </a:lnTo>
                  <a:lnTo>
                    <a:pt x="4501913" y="2170908"/>
                  </a:lnTo>
                  <a:lnTo>
                    <a:pt x="4429301" y="2151922"/>
                  </a:lnTo>
                  <a:lnTo>
                    <a:pt x="4356690" y="2133460"/>
                  </a:lnTo>
                  <a:lnTo>
                    <a:pt x="4284078" y="2115535"/>
                  </a:lnTo>
                  <a:lnTo>
                    <a:pt x="4211467" y="2098159"/>
                  </a:lnTo>
                  <a:lnTo>
                    <a:pt x="4138855" y="2081341"/>
                  </a:lnTo>
                  <a:lnTo>
                    <a:pt x="4066244" y="2065090"/>
                  </a:lnTo>
                  <a:lnTo>
                    <a:pt x="3993632" y="2049410"/>
                  </a:lnTo>
                  <a:lnTo>
                    <a:pt x="3921021" y="2034302"/>
                  </a:lnTo>
                  <a:lnTo>
                    <a:pt x="3848409" y="2019766"/>
                  </a:lnTo>
                  <a:lnTo>
                    <a:pt x="3775798" y="2005797"/>
                  </a:lnTo>
                  <a:lnTo>
                    <a:pt x="3703186" y="1992391"/>
                  </a:lnTo>
                  <a:lnTo>
                    <a:pt x="3630575" y="1979537"/>
                  </a:lnTo>
                  <a:lnTo>
                    <a:pt x="3557963" y="1967225"/>
                  </a:lnTo>
                  <a:lnTo>
                    <a:pt x="3485352" y="1955441"/>
                  </a:lnTo>
                  <a:lnTo>
                    <a:pt x="3412740" y="1944171"/>
                  </a:lnTo>
                  <a:lnTo>
                    <a:pt x="3340129" y="1933397"/>
                  </a:lnTo>
                  <a:lnTo>
                    <a:pt x="3267517" y="1923103"/>
                  </a:lnTo>
                  <a:lnTo>
                    <a:pt x="3194906" y="1913269"/>
                  </a:lnTo>
                  <a:lnTo>
                    <a:pt x="3122294" y="1903876"/>
                  </a:lnTo>
                  <a:lnTo>
                    <a:pt x="3049683" y="1894904"/>
                  </a:lnTo>
                  <a:lnTo>
                    <a:pt x="2977071" y="1886335"/>
                  </a:lnTo>
                  <a:lnTo>
                    <a:pt x="2904460" y="1878147"/>
                  </a:lnTo>
                  <a:lnTo>
                    <a:pt x="2831848" y="1870322"/>
                  </a:lnTo>
                  <a:lnTo>
                    <a:pt x="2759237" y="1862840"/>
                  </a:lnTo>
                  <a:lnTo>
                    <a:pt x="2686625" y="1855683"/>
                  </a:lnTo>
                  <a:lnTo>
                    <a:pt x="2614014" y="1848833"/>
                  </a:lnTo>
                  <a:lnTo>
                    <a:pt x="2541402" y="1842272"/>
                  </a:lnTo>
                  <a:lnTo>
                    <a:pt x="2468791" y="1835986"/>
                  </a:lnTo>
                  <a:lnTo>
                    <a:pt x="2396179" y="1829956"/>
                  </a:lnTo>
                  <a:lnTo>
                    <a:pt x="2323568" y="1824170"/>
                  </a:lnTo>
                  <a:lnTo>
                    <a:pt x="2250956" y="1818611"/>
                  </a:lnTo>
                  <a:lnTo>
                    <a:pt x="2178345" y="1813268"/>
                  </a:lnTo>
                  <a:lnTo>
                    <a:pt x="2105733" y="1808128"/>
                  </a:lnTo>
                  <a:lnTo>
                    <a:pt x="2033122" y="1803178"/>
                  </a:lnTo>
                  <a:lnTo>
                    <a:pt x="1960510" y="1798407"/>
                  </a:lnTo>
                  <a:lnTo>
                    <a:pt x="1887899" y="1793806"/>
                  </a:lnTo>
                  <a:lnTo>
                    <a:pt x="1815287" y="1789363"/>
                  </a:lnTo>
                  <a:lnTo>
                    <a:pt x="1742676" y="1785071"/>
                  </a:lnTo>
                  <a:lnTo>
                    <a:pt x="1670064" y="1780920"/>
                  </a:lnTo>
                  <a:lnTo>
                    <a:pt x="1597453" y="1776902"/>
                  </a:lnTo>
                  <a:lnTo>
                    <a:pt x="1524841" y="1773010"/>
                  </a:lnTo>
                  <a:lnTo>
                    <a:pt x="1452230" y="1769237"/>
                  </a:lnTo>
                  <a:lnTo>
                    <a:pt x="1379618" y="1765575"/>
                  </a:lnTo>
                  <a:lnTo>
                    <a:pt x="1307007" y="1762020"/>
                  </a:lnTo>
                  <a:lnTo>
                    <a:pt x="1234395" y="1758564"/>
                  </a:lnTo>
                  <a:lnTo>
                    <a:pt x="1161784" y="1755203"/>
                  </a:lnTo>
                  <a:lnTo>
                    <a:pt x="1089172" y="1751931"/>
                  </a:lnTo>
                  <a:lnTo>
                    <a:pt x="1016561" y="1748745"/>
                  </a:lnTo>
                  <a:lnTo>
                    <a:pt x="943949" y="1745638"/>
                  </a:lnTo>
                  <a:lnTo>
                    <a:pt x="871338" y="1742608"/>
                  </a:lnTo>
                  <a:lnTo>
                    <a:pt x="798726" y="1739650"/>
                  </a:lnTo>
                  <a:lnTo>
                    <a:pt x="726115" y="1736760"/>
                  </a:lnTo>
                  <a:lnTo>
                    <a:pt x="653503" y="1733936"/>
                  </a:lnTo>
                  <a:lnTo>
                    <a:pt x="580892" y="1731174"/>
                  </a:lnTo>
                  <a:lnTo>
                    <a:pt x="508280" y="1728470"/>
                  </a:lnTo>
                  <a:lnTo>
                    <a:pt x="435669" y="1725822"/>
                  </a:lnTo>
                  <a:lnTo>
                    <a:pt x="363057" y="1723228"/>
                  </a:lnTo>
                  <a:lnTo>
                    <a:pt x="290446" y="1720684"/>
                  </a:lnTo>
                  <a:lnTo>
                    <a:pt x="217834" y="1718189"/>
                  </a:lnTo>
                  <a:lnTo>
                    <a:pt x="145223" y="1715740"/>
                  </a:lnTo>
                  <a:lnTo>
                    <a:pt x="72611" y="1713335"/>
                  </a:lnTo>
                  <a:lnTo>
                    <a:pt x="0" y="1710972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1197510" y="2091942"/>
              <a:ext cx="5736308" cy="1571120"/>
            </a:xfrm>
            <a:custGeom>
              <a:avLst/>
              <a:gdLst/>
              <a:ahLst/>
              <a:cxnLst/>
              <a:rect l="0" t="0" r="0" b="0"/>
              <a:pathLst>
                <a:path w="5736308" h="1571120">
                  <a:moveTo>
                    <a:pt x="0" y="0"/>
                  </a:moveTo>
                  <a:lnTo>
                    <a:pt x="72611" y="28223"/>
                  </a:lnTo>
                  <a:lnTo>
                    <a:pt x="145223" y="56404"/>
                  </a:lnTo>
                  <a:lnTo>
                    <a:pt x="217834" y="84542"/>
                  </a:lnTo>
                  <a:lnTo>
                    <a:pt x="290446" y="112633"/>
                  </a:lnTo>
                  <a:lnTo>
                    <a:pt x="363057" y="140676"/>
                  </a:lnTo>
                  <a:lnTo>
                    <a:pt x="435669" y="168668"/>
                  </a:lnTo>
                  <a:lnTo>
                    <a:pt x="508280" y="196606"/>
                  </a:lnTo>
                  <a:lnTo>
                    <a:pt x="580892" y="224489"/>
                  </a:lnTo>
                  <a:lnTo>
                    <a:pt x="653503" y="252313"/>
                  </a:lnTo>
                  <a:lnTo>
                    <a:pt x="726115" y="280075"/>
                  </a:lnTo>
                  <a:lnTo>
                    <a:pt x="798726" y="307772"/>
                  </a:lnTo>
                  <a:lnTo>
                    <a:pt x="871338" y="335400"/>
                  </a:lnTo>
                  <a:lnTo>
                    <a:pt x="943949" y="362956"/>
                  </a:lnTo>
                  <a:lnTo>
                    <a:pt x="1016561" y="390436"/>
                  </a:lnTo>
                  <a:lnTo>
                    <a:pt x="1089172" y="417835"/>
                  </a:lnTo>
                  <a:lnTo>
                    <a:pt x="1161784" y="445150"/>
                  </a:lnTo>
                  <a:lnTo>
                    <a:pt x="1234395" y="472376"/>
                  </a:lnTo>
                  <a:lnTo>
                    <a:pt x="1307007" y="499506"/>
                  </a:lnTo>
                  <a:lnTo>
                    <a:pt x="1379618" y="526537"/>
                  </a:lnTo>
                  <a:lnTo>
                    <a:pt x="1452230" y="553462"/>
                  </a:lnTo>
                  <a:lnTo>
                    <a:pt x="1524841" y="580275"/>
                  </a:lnTo>
                  <a:lnTo>
                    <a:pt x="1597453" y="606969"/>
                  </a:lnTo>
                  <a:lnTo>
                    <a:pt x="1670064" y="633538"/>
                  </a:lnTo>
                  <a:lnTo>
                    <a:pt x="1742676" y="659973"/>
                  </a:lnTo>
                  <a:lnTo>
                    <a:pt x="1815287" y="686267"/>
                  </a:lnTo>
                  <a:lnTo>
                    <a:pt x="1887899" y="712411"/>
                  </a:lnTo>
                  <a:lnTo>
                    <a:pt x="1960510" y="738396"/>
                  </a:lnTo>
                  <a:lnTo>
                    <a:pt x="2033122" y="764212"/>
                  </a:lnTo>
                  <a:lnTo>
                    <a:pt x="2105733" y="789848"/>
                  </a:lnTo>
                  <a:lnTo>
                    <a:pt x="2178345" y="815294"/>
                  </a:lnTo>
                  <a:lnTo>
                    <a:pt x="2250956" y="840537"/>
                  </a:lnTo>
                  <a:lnTo>
                    <a:pt x="2323568" y="865565"/>
                  </a:lnTo>
                  <a:lnTo>
                    <a:pt x="2396179" y="890365"/>
                  </a:lnTo>
                  <a:lnTo>
                    <a:pt x="2468791" y="914922"/>
                  </a:lnTo>
                  <a:lnTo>
                    <a:pt x="2541402" y="939221"/>
                  </a:lnTo>
                  <a:lnTo>
                    <a:pt x="2614014" y="963247"/>
                  </a:lnTo>
                  <a:lnTo>
                    <a:pt x="2686625" y="986984"/>
                  </a:lnTo>
                  <a:lnTo>
                    <a:pt x="2759237" y="1010413"/>
                  </a:lnTo>
                  <a:lnTo>
                    <a:pt x="2831848" y="1033518"/>
                  </a:lnTo>
                  <a:lnTo>
                    <a:pt x="2904460" y="1056279"/>
                  </a:lnTo>
                  <a:lnTo>
                    <a:pt x="2977071" y="1078677"/>
                  </a:lnTo>
                  <a:lnTo>
                    <a:pt x="3049683" y="1100694"/>
                  </a:lnTo>
                  <a:lnTo>
                    <a:pt x="3122294" y="1122309"/>
                  </a:lnTo>
                  <a:lnTo>
                    <a:pt x="3194906" y="1143502"/>
                  </a:lnTo>
                  <a:lnTo>
                    <a:pt x="3267517" y="1164254"/>
                  </a:lnTo>
                  <a:lnTo>
                    <a:pt x="3340129" y="1184546"/>
                  </a:lnTo>
                  <a:lnTo>
                    <a:pt x="3412740" y="1204359"/>
                  </a:lnTo>
                  <a:lnTo>
                    <a:pt x="3485352" y="1223675"/>
                  </a:lnTo>
                  <a:lnTo>
                    <a:pt x="3557963" y="1242478"/>
                  </a:lnTo>
                  <a:lnTo>
                    <a:pt x="3630575" y="1260752"/>
                  </a:lnTo>
                  <a:lnTo>
                    <a:pt x="3703186" y="1278485"/>
                  </a:lnTo>
                  <a:lnTo>
                    <a:pt x="3775798" y="1295664"/>
                  </a:lnTo>
                  <a:lnTo>
                    <a:pt x="3848409" y="1312282"/>
                  </a:lnTo>
                  <a:lnTo>
                    <a:pt x="3921021" y="1328332"/>
                  </a:lnTo>
                  <a:lnTo>
                    <a:pt x="3993632" y="1343811"/>
                  </a:lnTo>
                  <a:lnTo>
                    <a:pt x="4066244" y="1358717"/>
                  </a:lnTo>
                  <a:lnTo>
                    <a:pt x="4138855" y="1373052"/>
                  </a:lnTo>
                  <a:lnTo>
                    <a:pt x="4211467" y="1386821"/>
                  </a:lnTo>
                  <a:lnTo>
                    <a:pt x="4284078" y="1400031"/>
                  </a:lnTo>
                  <a:lnTo>
                    <a:pt x="4356690" y="1412693"/>
                  </a:lnTo>
                  <a:lnTo>
                    <a:pt x="4429301" y="1424817"/>
                  </a:lnTo>
                  <a:lnTo>
                    <a:pt x="4501913" y="1436417"/>
                  </a:lnTo>
                  <a:lnTo>
                    <a:pt x="4574524" y="1447510"/>
                  </a:lnTo>
                  <a:lnTo>
                    <a:pt x="4647136" y="1458112"/>
                  </a:lnTo>
                  <a:lnTo>
                    <a:pt x="4719747" y="1468242"/>
                  </a:lnTo>
                  <a:lnTo>
                    <a:pt x="4792359" y="1477918"/>
                  </a:lnTo>
                  <a:lnTo>
                    <a:pt x="4864970" y="1487160"/>
                  </a:lnTo>
                  <a:lnTo>
                    <a:pt x="4937582" y="1495987"/>
                  </a:lnTo>
                  <a:lnTo>
                    <a:pt x="5010193" y="1504420"/>
                  </a:lnTo>
                  <a:lnTo>
                    <a:pt x="5082805" y="1512478"/>
                  </a:lnTo>
                  <a:lnTo>
                    <a:pt x="5155416" y="1520180"/>
                  </a:lnTo>
                  <a:lnTo>
                    <a:pt x="5228028" y="1527545"/>
                  </a:lnTo>
                  <a:lnTo>
                    <a:pt x="5300639" y="1534591"/>
                  </a:lnTo>
                  <a:lnTo>
                    <a:pt x="5373251" y="1541337"/>
                  </a:lnTo>
                  <a:lnTo>
                    <a:pt x="5445862" y="1547799"/>
                  </a:lnTo>
                  <a:lnTo>
                    <a:pt x="5518474" y="1553993"/>
                  </a:lnTo>
                  <a:lnTo>
                    <a:pt x="5591085" y="1559935"/>
                  </a:lnTo>
                  <a:lnTo>
                    <a:pt x="5663697" y="1565640"/>
                  </a:lnTo>
                  <a:lnTo>
                    <a:pt x="5736308" y="157112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1197510" y="3802914"/>
              <a:ext cx="5736308" cy="845200"/>
            </a:xfrm>
            <a:custGeom>
              <a:avLst/>
              <a:gdLst/>
              <a:ahLst/>
              <a:cxnLst/>
              <a:rect l="0" t="0" r="0" b="0"/>
              <a:pathLst>
                <a:path w="5736308" h="845200">
                  <a:moveTo>
                    <a:pt x="5736308" y="845200"/>
                  </a:moveTo>
                  <a:lnTo>
                    <a:pt x="5663697" y="820094"/>
                  </a:lnTo>
                  <a:lnTo>
                    <a:pt x="5591085" y="795212"/>
                  </a:lnTo>
                  <a:lnTo>
                    <a:pt x="5518474" y="770568"/>
                  </a:lnTo>
                  <a:lnTo>
                    <a:pt x="5445862" y="746176"/>
                  </a:lnTo>
                  <a:lnTo>
                    <a:pt x="5373251" y="722051"/>
                  </a:lnTo>
                  <a:lnTo>
                    <a:pt x="5300639" y="698211"/>
                  </a:lnTo>
                  <a:lnTo>
                    <a:pt x="5228028" y="674671"/>
                  </a:lnTo>
                  <a:lnTo>
                    <a:pt x="5155416" y="651450"/>
                  </a:lnTo>
                  <a:lnTo>
                    <a:pt x="5082805" y="628565"/>
                  </a:lnTo>
                  <a:lnTo>
                    <a:pt x="5010193" y="606037"/>
                  </a:lnTo>
                  <a:lnTo>
                    <a:pt x="4937582" y="583883"/>
                  </a:lnTo>
                  <a:lnTo>
                    <a:pt x="4864970" y="562124"/>
                  </a:lnTo>
                  <a:lnTo>
                    <a:pt x="4792359" y="540779"/>
                  </a:lnTo>
                  <a:lnTo>
                    <a:pt x="4719747" y="519869"/>
                  </a:lnTo>
                  <a:lnTo>
                    <a:pt x="4647136" y="499412"/>
                  </a:lnTo>
                  <a:lnTo>
                    <a:pt x="4574524" y="479428"/>
                  </a:lnTo>
                  <a:lnTo>
                    <a:pt x="4501913" y="459935"/>
                  </a:lnTo>
                  <a:lnTo>
                    <a:pt x="4429301" y="440949"/>
                  </a:lnTo>
                  <a:lnTo>
                    <a:pt x="4356690" y="422487"/>
                  </a:lnTo>
                  <a:lnTo>
                    <a:pt x="4284078" y="404562"/>
                  </a:lnTo>
                  <a:lnTo>
                    <a:pt x="4211467" y="387186"/>
                  </a:lnTo>
                  <a:lnTo>
                    <a:pt x="4138855" y="370369"/>
                  </a:lnTo>
                  <a:lnTo>
                    <a:pt x="4066244" y="354117"/>
                  </a:lnTo>
                  <a:lnTo>
                    <a:pt x="3993632" y="338437"/>
                  </a:lnTo>
                  <a:lnTo>
                    <a:pt x="3921021" y="323329"/>
                  </a:lnTo>
                  <a:lnTo>
                    <a:pt x="3848409" y="308793"/>
                  </a:lnTo>
                  <a:lnTo>
                    <a:pt x="3775798" y="294824"/>
                  </a:lnTo>
                  <a:lnTo>
                    <a:pt x="3703186" y="281418"/>
                  </a:lnTo>
                  <a:lnTo>
                    <a:pt x="3630575" y="268564"/>
                  </a:lnTo>
                  <a:lnTo>
                    <a:pt x="3557963" y="256252"/>
                  </a:lnTo>
                  <a:lnTo>
                    <a:pt x="3485352" y="244468"/>
                  </a:lnTo>
                  <a:lnTo>
                    <a:pt x="3412740" y="233198"/>
                  </a:lnTo>
                  <a:lnTo>
                    <a:pt x="3340129" y="222424"/>
                  </a:lnTo>
                  <a:lnTo>
                    <a:pt x="3267517" y="212130"/>
                  </a:lnTo>
                  <a:lnTo>
                    <a:pt x="3194906" y="202296"/>
                  </a:lnTo>
                  <a:lnTo>
                    <a:pt x="3122294" y="192903"/>
                  </a:lnTo>
                  <a:lnTo>
                    <a:pt x="3049683" y="183932"/>
                  </a:lnTo>
                  <a:lnTo>
                    <a:pt x="2977071" y="175362"/>
                  </a:lnTo>
                  <a:lnTo>
                    <a:pt x="2904460" y="167174"/>
                  </a:lnTo>
                  <a:lnTo>
                    <a:pt x="2831848" y="159349"/>
                  </a:lnTo>
                  <a:lnTo>
                    <a:pt x="2759237" y="151867"/>
                  </a:lnTo>
                  <a:lnTo>
                    <a:pt x="2686625" y="144710"/>
                  </a:lnTo>
                  <a:lnTo>
                    <a:pt x="2614014" y="137860"/>
                  </a:lnTo>
                  <a:lnTo>
                    <a:pt x="2541402" y="131300"/>
                  </a:lnTo>
                  <a:lnTo>
                    <a:pt x="2468791" y="125013"/>
                  </a:lnTo>
                  <a:lnTo>
                    <a:pt x="2396179" y="118983"/>
                  </a:lnTo>
                  <a:lnTo>
                    <a:pt x="2323568" y="113197"/>
                  </a:lnTo>
                  <a:lnTo>
                    <a:pt x="2250956" y="107639"/>
                  </a:lnTo>
                  <a:lnTo>
                    <a:pt x="2178345" y="102295"/>
                  </a:lnTo>
                  <a:lnTo>
                    <a:pt x="2105733" y="97155"/>
                  </a:lnTo>
                  <a:lnTo>
                    <a:pt x="2033122" y="92205"/>
                  </a:lnTo>
                  <a:lnTo>
                    <a:pt x="1960510" y="87434"/>
                  </a:lnTo>
                  <a:lnTo>
                    <a:pt x="1887899" y="82833"/>
                  </a:lnTo>
                  <a:lnTo>
                    <a:pt x="1815287" y="78391"/>
                  </a:lnTo>
                  <a:lnTo>
                    <a:pt x="1742676" y="74098"/>
                  </a:lnTo>
                  <a:lnTo>
                    <a:pt x="1670064" y="69947"/>
                  </a:lnTo>
                  <a:lnTo>
                    <a:pt x="1597453" y="65929"/>
                  </a:lnTo>
                  <a:lnTo>
                    <a:pt x="1524841" y="62037"/>
                  </a:lnTo>
                  <a:lnTo>
                    <a:pt x="1452230" y="58264"/>
                  </a:lnTo>
                  <a:lnTo>
                    <a:pt x="1379618" y="54602"/>
                  </a:lnTo>
                  <a:lnTo>
                    <a:pt x="1307007" y="51047"/>
                  </a:lnTo>
                  <a:lnTo>
                    <a:pt x="1234395" y="47591"/>
                  </a:lnTo>
                  <a:lnTo>
                    <a:pt x="1161784" y="44230"/>
                  </a:lnTo>
                  <a:lnTo>
                    <a:pt x="1089172" y="40959"/>
                  </a:lnTo>
                  <a:lnTo>
                    <a:pt x="1016561" y="37772"/>
                  </a:lnTo>
                  <a:lnTo>
                    <a:pt x="943949" y="34665"/>
                  </a:lnTo>
                  <a:lnTo>
                    <a:pt x="871338" y="31635"/>
                  </a:lnTo>
                  <a:lnTo>
                    <a:pt x="798726" y="28677"/>
                  </a:lnTo>
                  <a:lnTo>
                    <a:pt x="726115" y="25788"/>
                  </a:lnTo>
                  <a:lnTo>
                    <a:pt x="653503" y="22963"/>
                  </a:lnTo>
                  <a:lnTo>
                    <a:pt x="580892" y="20201"/>
                  </a:lnTo>
                  <a:lnTo>
                    <a:pt x="508280" y="17497"/>
                  </a:lnTo>
                  <a:lnTo>
                    <a:pt x="435669" y="14849"/>
                  </a:lnTo>
                  <a:lnTo>
                    <a:pt x="363057" y="12255"/>
                  </a:lnTo>
                  <a:lnTo>
                    <a:pt x="290446" y="9712"/>
                  </a:lnTo>
                  <a:lnTo>
                    <a:pt x="217834" y="7216"/>
                  </a:lnTo>
                  <a:lnTo>
                    <a:pt x="145223" y="4767"/>
                  </a:lnTo>
                  <a:lnTo>
                    <a:pt x="72611" y="23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1197510" y="2947428"/>
              <a:ext cx="5736308" cy="1208160"/>
            </a:xfrm>
            <a:custGeom>
              <a:avLst/>
              <a:gdLst/>
              <a:ahLst/>
              <a:cxnLst/>
              <a:rect l="0" t="0" r="0" b="0"/>
              <a:pathLst>
                <a:path w="5736308" h="1208160">
                  <a:moveTo>
                    <a:pt x="0" y="0"/>
                  </a:moveTo>
                  <a:lnTo>
                    <a:pt x="72611" y="15293"/>
                  </a:lnTo>
                  <a:lnTo>
                    <a:pt x="145223" y="30586"/>
                  </a:lnTo>
                  <a:lnTo>
                    <a:pt x="217834" y="45879"/>
                  </a:lnTo>
                  <a:lnTo>
                    <a:pt x="290446" y="61172"/>
                  </a:lnTo>
                  <a:lnTo>
                    <a:pt x="363057" y="76465"/>
                  </a:lnTo>
                  <a:lnTo>
                    <a:pt x="435669" y="91759"/>
                  </a:lnTo>
                  <a:lnTo>
                    <a:pt x="508280" y="107052"/>
                  </a:lnTo>
                  <a:lnTo>
                    <a:pt x="580892" y="122345"/>
                  </a:lnTo>
                  <a:lnTo>
                    <a:pt x="653503" y="137638"/>
                  </a:lnTo>
                  <a:lnTo>
                    <a:pt x="726115" y="152931"/>
                  </a:lnTo>
                  <a:lnTo>
                    <a:pt x="798726" y="168224"/>
                  </a:lnTo>
                  <a:lnTo>
                    <a:pt x="871338" y="183518"/>
                  </a:lnTo>
                  <a:lnTo>
                    <a:pt x="943949" y="198811"/>
                  </a:lnTo>
                  <a:lnTo>
                    <a:pt x="1016561" y="214104"/>
                  </a:lnTo>
                  <a:lnTo>
                    <a:pt x="1089172" y="229397"/>
                  </a:lnTo>
                  <a:lnTo>
                    <a:pt x="1161784" y="244690"/>
                  </a:lnTo>
                  <a:lnTo>
                    <a:pt x="1234395" y="259983"/>
                  </a:lnTo>
                  <a:lnTo>
                    <a:pt x="1307007" y="275277"/>
                  </a:lnTo>
                  <a:lnTo>
                    <a:pt x="1379618" y="290570"/>
                  </a:lnTo>
                  <a:lnTo>
                    <a:pt x="1452230" y="305863"/>
                  </a:lnTo>
                  <a:lnTo>
                    <a:pt x="1524841" y="321156"/>
                  </a:lnTo>
                  <a:lnTo>
                    <a:pt x="1597453" y="336449"/>
                  </a:lnTo>
                  <a:lnTo>
                    <a:pt x="1670064" y="351742"/>
                  </a:lnTo>
                  <a:lnTo>
                    <a:pt x="1742676" y="367036"/>
                  </a:lnTo>
                  <a:lnTo>
                    <a:pt x="1815287" y="382329"/>
                  </a:lnTo>
                  <a:lnTo>
                    <a:pt x="1887899" y="397622"/>
                  </a:lnTo>
                  <a:lnTo>
                    <a:pt x="1960510" y="412915"/>
                  </a:lnTo>
                  <a:lnTo>
                    <a:pt x="2033122" y="428208"/>
                  </a:lnTo>
                  <a:lnTo>
                    <a:pt x="2105733" y="443501"/>
                  </a:lnTo>
                  <a:lnTo>
                    <a:pt x="2178345" y="458795"/>
                  </a:lnTo>
                  <a:lnTo>
                    <a:pt x="2250956" y="474088"/>
                  </a:lnTo>
                  <a:lnTo>
                    <a:pt x="2323568" y="489381"/>
                  </a:lnTo>
                  <a:lnTo>
                    <a:pt x="2396179" y="504674"/>
                  </a:lnTo>
                  <a:lnTo>
                    <a:pt x="2468791" y="519967"/>
                  </a:lnTo>
                  <a:lnTo>
                    <a:pt x="2541402" y="535260"/>
                  </a:lnTo>
                  <a:lnTo>
                    <a:pt x="2614014" y="550554"/>
                  </a:lnTo>
                  <a:lnTo>
                    <a:pt x="2686625" y="565847"/>
                  </a:lnTo>
                  <a:lnTo>
                    <a:pt x="2759237" y="581140"/>
                  </a:lnTo>
                  <a:lnTo>
                    <a:pt x="2831848" y="596433"/>
                  </a:lnTo>
                  <a:lnTo>
                    <a:pt x="2904460" y="611726"/>
                  </a:lnTo>
                  <a:lnTo>
                    <a:pt x="2977071" y="627020"/>
                  </a:lnTo>
                  <a:lnTo>
                    <a:pt x="3049683" y="642313"/>
                  </a:lnTo>
                  <a:lnTo>
                    <a:pt x="3122294" y="657606"/>
                  </a:lnTo>
                  <a:lnTo>
                    <a:pt x="3194906" y="672899"/>
                  </a:lnTo>
                  <a:lnTo>
                    <a:pt x="3267517" y="688192"/>
                  </a:lnTo>
                  <a:lnTo>
                    <a:pt x="3340129" y="703485"/>
                  </a:lnTo>
                  <a:lnTo>
                    <a:pt x="3412740" y="718779"/>
                  </a:lnTo>
                  <a:lnTo>
                    <a:pt x="3485352" y="734072"/>
                  </a:lnTo>
                  <a:lnTo>
                    <a:pt x="3557963" y="749365"/>
                  </a:lnTo>
                  <a:lnTo>
                    <a:pt x="3630575" y="764658"/>
                  </a:lnTo>
                  <a:lnTo>
                    <a:pt x="3703186" y="779951"/>
                  </a:lnTo>
                  <a:lnTo>
                    <a:pt x="3775798" y="795244"/>
                  </a:lnTo>
                  <a:lnTo>
                    <a:pt x="3848409" y="810538"/>
                  </a:lnTo>
                  <a:lnTo>
                    <a:pt x="3921021" y="825831"/>
                  </a:lnTo>
                  <a:lnTo>
                    <a:pt x="3993632" y="841124"/>
                  </a:lnTo>
                  <a:lnTo>
                    <a:pt x="4066244" y="856417"/>
                  </a:lnTo>
                  <a:lnTo>
                    <a:pt x="4138855" y="871710"/>
                  </a:lnTo>
                  <a:lnTo>
                    <a:pt x="4211467" y="887003"/>
                  </a:lnTo>
                  <a:lnTo>
                    <a:pt x="4284078" y="902297"/>
                  </a:lnTo>
                  <a:lnTo>
                    <a:pt x="4356690" y="917590"/>
                  </a:lnTo>
                  <a:lnTo>
                    <a:pt x="4429301" y="932883"/>
                  </a:lnTo>
                  <a:lnTo>
                    <a:pt x="4501913" y="948176"/>
                  </a:lnTo>
                  <a:lnTo>
                    <a:pt x="4574524" y="963469"/>
                  </a:lnTo>
                  <a:lnTo>
                    <a:pt x="4647136" y="978762"/>
                  </a:lnTo>
                  <a:lnTo>
                    <a:pt x="4719747" y="994056"/>
                  </a:lnTo>
                  <a:lnTo>
                    <a:pt x="4792359" y="1009349"/>
                  </a:lnTo>
                  <a:lnTo>
                    <a:pt x="4864970" y="1024642"/>
                  </a:lnTo>
                  <a:lnTo>
                    <a:pt x="4937582" y="1039935"/>
                  </a:lnTo>
                  <a:lnTo>
                    <a:pt x="5010193" y="1055228"/>
                  </a:lnTo>
                  <a:lnTo>
                    <a:pt x="5082805" y="1070521"/>
                  </a:lnTo>
                  <a:lnTo>
                    <a:pt x="5155416" y="1085815"/>
                  </a:lnTo>
                  <a:lnTo>
                    <a:pt x="5228028" y="1101108"/>
                  </a:lnTo>
                  <a:lnTo>
                    <a:pt x="5300639" y="1116401"/>
                  </a:lnTo>
                  <a:lnTo>
                    <a:pt x="5373251" y="1131694"/>
                  </a:lnTo>
                  <a:lnTo>
                    <a:pt x="5445862" y="1146987"/>
                  </a:lnTo>
                  <a:lnTo>
                    <a:pt x="5518474" y="1162281"/>
                  </a:lnTo>
                  <a:lnTo>
                    <a:pt x="5591085" y="1177574"/>
                  </a:lnTo>
                  <a:lnTo>
                    <a:pt x="5663697" y="1192867"/>
                  </a:lnTo>
                  <a:lnTo>
                    <a:pt x="5736308" y="1208160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t90"/>
            <p:cNvSpPr/>
            <p:nvPr/>
          </p:nvSpPr>
          <p:spPr>
            <a:xfrm>
              <a:off x="1138808" y="352381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t91"/>
            <p:cNvSpPr/>
            <p:nvPr/>
          </p:nvSpPr>
          <p:spPr>
            <a:xfrm>
              <a:off x="1138808" y="324489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t92"/>
            <p:cNvSpPr/>
            <p:nvPr/>
          </p:nvSpPr>
          <p:spPr>
            <a:xfrm>
              <a:off x="1138808" y="320384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t93"/>
            <p:cNvSpPr/>
            <p:nvPr/>
          </p:nvSpPr>
          <p:spPr>
            <a:xfrm>
              <a:off x="4902846" y="360166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t94"/>
            <p:cNvSpPr/>
            <p:nvPr/>
          </p:nvSpPr>
          <p:spPr>
            <a:xfrm>
              <a:off x="4902846" y="34830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t95"/>
            <p:cNvSpPr/>
            <p:nvPr/>
          </p:nvSpPr>
          <p:spPr>
            <a:xfrm>
              <a:off x="4902846" y="336312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t96"/>
            <p:cNvSpPr/>
            <p:nvPr/>
          </p:nvSpPr>
          <p:spPr>
            <a:xfrm>
              <a:off x="5429781" y="374089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t97"/>
            <p:cNvSpPr/>
            <p:nvPr/>
          </p:nvSpPr>
          <p:spPr>
            <a:xfrm>
              <a:off x="5429781" y="326915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t98"/>
            <p:cNvSpPr/>
            <p:nvPr/>
          </p:nvSpPr>
          <p:spPr>
            <a:xfrm>
              <a:off x="5429781" y="335841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t99"/>
            <p:cNvSpPr/>
            <p:nvPr/>
          </p:nvSpPr>
          <p:spPr>
            <a:xfrm>
              <a:off x="3796116" y="316991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t100"/>
            <p:cNvSpPr/>
            <p:nvPr/>
          </p:nvSpPr>
          <p:spPr>
            <a:xfrm>
              <a:off x="3796116" y="256678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t101"/>
            <p:cNvSpPr/>
            <p:nvPr/>
          </p:nvSpPr>
          <p:spPr>
            <a:xfrm>
              <a:off x="3796116" y="271360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t102"/>
            <p:cNvSpPr/>
            <p:nvPr/>
          </p:nvSpPr>
          <p:spPr>
            <a:xfrm>
              <a:off x="6875117" y="400634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t103"/>
            <p:cNvSpPr/>
            <p:nvPr/>
          </p:nvSpPr>
          <p:spPr>
            <a:xfrm>
              <a:off x="6875117" y="29115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t104"/>
            <p:cNvSpPr/>
            <p:nvPr/>
          </p:nvSpPr>
          <p:spPr>
            <a:xfrm>
              <a:off x="6875117" y="370413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t105"/>
            <p:cNvSpPr/>
            <p:nvPr/>
          </p:nvSpPr>
          <p:spPr>
            <a:xfrm>
              <a:off x="6847903" y="38001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t106"/>
            <p:cNvSpPr/>
            <p:nvPr/>
          </p:nvSpPr>
          <p:spPr>
            <a:xfrm>
              <a:off x="6847903" y="41815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t107"/>
            <p:cNvSpPr/>
            <p:nvPr/>
          </p:nvSpPr>
          <p:spPr>
            <a:xfrm>
              <a:off x="6847903" y="389068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t108"/>
            <p:cNvSpPr/>
            <p:nvPr/>
          </p:nvSpPr>
          <p:spPr>
            <a:xfrm>
              <a:off x="5402085" y="54905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t109"/>
            <p:cNvSpPr/>
            <p:nvPr/>
          </p:nvSpPr>
          <p:spPr>
            <a:xfrm>
              <a:off x="5402085" y="527855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t110"/>
            <p:cNvSpPr/>
            <p:nvPr/>
          </p:nvSpPr>
          <p:spPr>
            <a:xfrm>
              <a:off x="5402085" y="541713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t111"/>
            <p:cNvSpPr/>
            <p:nvPr/>
          </p:nvSpPr>
          <p:spPr>
            <a:xfrm>
              <a:off x="6564327" y="520124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t112"/>
            <p:cNvSpPr/>
            <p:nvPr/>
          </p:nvSpPr>
          <p:spPr>
            <a:xfrm>
              <a:off x="6564327" y="495036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t113"/>
            <p:cNvSpPr/>
            <p:nvPr/>
          </p:nvSpPr>
          <p:spPr>
            <a:xfrm>
              <a:off x="6564327" y="53039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1197510" y="2268729"/>
              <a:ext cx="5736308" cy="2537142"/>
            </a:xfrm>
            <a:custGeom>
              <a:avLst/>
              <a:gdLst/>
              <a:ahLst/>
              <a:cxnLst/>
              <a:rect l="0" t="0" r="0" b="0"/>
              <a:pathLst>
                <a:path w="5736308" h="2537142">
                  <a:moveTo>
                    <a:pt x="0" y="0"/>
                  </a:moveTo>
                  <a:lnTo>
                    <a:pt x="72611" y="27977"/>
                  </a:lnTo>
                  <a:lnTo>
                    <a:pt x="145223" y="55913"/>
                  </a:lnTo>
                  <a:lnTo>
                    <a:pt x="217834" y="83805"/>
                  </a:lnTo>
                  <a:lnTo>
                    <a:pt x="290446" y="111650"/>
                  </a:lnTo>
                  <a:lnTo>
                    <a:pt x="363057" y="139447"/>
                  </a:lnTo>
                  <a:lnTo>
                    <a:pt x="435669" y="167193"/>
                  </a:lnTo>
                  <a:lnTo>
                    <a:pt x="508280" y="194886"/>
                  </a:lnTo>
                  <a:lnTo>
                    <a:pt x="580892" y="222523"/>
                  </a:lnTo>
                  <a:lnTo>
                    <a:pt x="653503" y="250101"/>
                  </a:lnTo>
                  <a:lnTo>
                    <a:pt x="726115" y="277617"/>
                  </a:lnTo>
                  <a:lnTo>
                    <a:pt x="798726" y="305067"/>
                  </a:lnTo>
                  <a:lnTo>
                    <a:pt x="871338" y="332449"/>
                  </a:lnTo>
                  <a:lnTo>
                    <a:pt x="943949" y="359759"/>
                  </a:lnTo>
                  <a:lnTo>
                    <a:pt x="1016561" y="386992"/>
                  </a:lnTo>
                  <a:lnTo>
                    <a:pt x="1089172" y="414146"/>
                  </a:lnTo>
                  <a:lnTo>
                    <a:pt x="1161784" y="441214"/>
                  </a:lnTo>
                  <a:lnTo>
                    <a:pt x="1234395" y="468192"/>
                  </a:lnTo>
                  <a:lnTo>
                    <a:pt x="1307007" y="495076"/>
                  </a:lnTo>
                  <a:lnTo>
                    <a:pt x="1379618" y="521860"/>
                  </a:lnTo>
                  <a:lnTo>
                    <a:pt x="1452230" y="548538"/>
                  </a:lnTo>
                  <a:lnTo>
                    <a:pt x="1524841" y="575104"/>
                  </a:lnTo>
                  <a:lnTo>
                    <a:pt x="1597453" y="601551"/>
                  </a:lnTo>
                  <a:lnTo>
                    <a:pt x="1670064" y="627872"/>
                  </a:lnTo>
                  <a:lnTo>
                    <a:pt x="1742676" y="654059"/>
                  </a:lnTo>
                  <a:lnTo>
                    <a:pt x="1815287" y="680106"/>
                  </a:lnTo>
                  <a:lnTo>
                    <a:pt x="1887899" y="706002"/>
                  </a:lnTo>
                  <a:lnTo>
                    <a:pt x="1960510" y="731738"/>
                  </a:lnTo>
                  <a:lnTo>
                    <a:pt x="2033122" y="757306"/>
                  </a:lnTo>
                  <a:lnTo>
                    <a:pt x="2105733" y="782694"/>
                  </a:lnTo>
                  <a:lnTo>
                    <a:pt x="2178345" y="807891"/>
                  </a:lnTo>
                  <a:lnTo>
                    <a:pt x="2250956" y="832885"/>
                  </a:lnTo>
                  <a:lnTo>
                    <a:pt x="2323568" y="857664"/>
                  </a:lnTo>
                  <a:lnTo>
                    <a:pt x="2396179" y="882214"/>
                  </a:lnTo>
                  <a:lnTo>
                    <a:pt x="2468791" y="906522"/>
                  </a:lnTo>
                  <a:lnTo>
                    <a:pt x="2541402" y="930571"/>
                  </a:lnTo>
                  <a:lnTo>
                    <a:pt x="2614014" y="954347"/>
                  </a:lnTo>
                  <a:lnTo>
                    <a:pt x="2686625" y="977833"/>
                  </a:lnTo>
                  <a:lnTo>
                    <a:pt x="2759237" y="1001011"/>
                  </a:lnTo>
                  <a:lnTo>
                    <a:pt x="2831848" y="1023864"/>
                  </a:lnTo>
                  <a:lnTo>
                    <a:pt x="2904460" y="1046373"/>
                  </a:lnTo>
                  <a:lnTo>
                    <a:pt x="2977071" y="1068520"/>
                  </a:lnTo>
                  <a:lnTo>
                    <a:pt x="3049683" y="1090284"/>
                  </a:lnTo>
                  <a:lnTo>
                    <a:pt x="3122294" y="1111645"/>
                  </a:lnTo>
                  <a:lnTo>
                    <a:pt x="3194906" y="1132585"/>
                  </a:lnTo>
                  <a:lnTo>
                    <a:pt x="3267517" y="1153084"/>
                  </a:lnTo>
                  <a:lnTo>
                    <a:pt x="3340129" y="1173121"/>
                  </a:lnTo>
                  <a:lnTo>
                    <a:pt x="3412740" y="1192679"/>
                  </a:lnTo>
                  <a:lnTo>
                    <a:pt x="3485352" y="1211739"/>
                  </a:lnTo>
                  <a:lnTo>
                    <a:pt x="3557963" y="1230286"/>
                  </a:lnTo>
                  <a:lnTo>
                    <a:pt x="3630575" y="1248303"/>
                  </a:lnTo>
                  <a:lnTo>
                    <a:pt x="3703186" y="1265778"/>
                  </a:lnTo>
                  <a:lnTo>
                    <a:pt x="3775798" y="1282700"/>
                  </a:lnTo>
                  <a:lnTo>
                    <a:pt x="3848409" y="1299059"/>
                  </a:lnTo>
                  <a:lnTo>
                    <a:pt x="3921021" y="1314850"/>
                  </a:lnTo>
                  <a:lnTo>
                    <a:pt x="3993632" y="1330068"/>
                  </a:lnTo>
                  <a:lnTo>
                    <a:pt x="4066244" y="1344713"/>
                  </a:lnTo>
                  <a:lnTo>
                    <a:pt x="4138855" y="1358787"/>
                  </a:lnTo>
                  <a:lnTo>
                    <a:pt x="4211467" y="1372294"/>
                  </a:lnTo>
                  <a:lnTo>
                    <a:pt x="4284078" y="1385242"/>
                  </a:lnTo>
                  <a:lnTo>
                    <a:pt x="4356690" y="1397640"/>
                  </a:lnTo>
                  <a:lnTo>
                    <a:pt x="4429301" y="1409500"/>
                  </a:lnTo>
                  <a:lnTo>
                    <a:pt x="4501913" y="1420837"/>
                  </a:lnTo>
                  <a:lnTo>
                    <a:pt x="4574524" y="1431665"/>
                  </a:lnTo>
                  <a:lnTo>
                    <a:pt x="4647136" y="1442001"/>
                  </a:lnTo>
                  <a:lnTo>
                    <a:pt x="4719747" y="1451865"/>
                  </a:lnTo>
                  <a:lnTo>
                    <a:pt x="4792359" y="1461274"/>
                  </a:lnTo>
                  <a:lnTo>
                    <a:pt x="4864970" y="1470249"/>
                  </a:lnTo>
                  <a:lnTo>
                    <a:pt x="4937582" y="1478809"/>
                  </a:lnTo>
                  <a:lnTo>
                    <a:pt x="5010193" y="1486974"/>
                  </a:lnTo>
                  <a:lnTo>
                    <a:pt x="5082805" y="1494763"/>
                  </a:lnTo>
                  <a:lnTo>
                    <a:pt x="5155416" y="1502196"/>
                  </a:lnTo>
                  <a:lnTo>
                    <a:pt x="5228028" y="1509292"/>
                  </a:lnTo>
                  <a:lnTo>
                    <a:pt x="5300639" y="1516069"/>
                  </a:lnTo>
                  <a:lnTo>
                    <a:pt x="5373251" y="1522545"/>
                  </a:lnTo>
                  <a:lnTo>
                    <a:pt x="5445862" y="1528736"/>
                  </a:lnTo>
                  <a:lnTo>
                    <a:pt x="5518474" y="1534660"/>
                  </a:lnTo>
                  <a:lnTo>
                    <a:pt x="5591085" y="1540331"/>
                  </a:lnTo>
                  <a:lnTo>
                    <a:pt x="5663697" y="1545765"/>
                  </a:lnTo>
                  <a:lnTo>
                    <a:pt x="5736308" y="1550974"/>
                  </a:lnTo>
                  <a:lnTo>
                    <a:pt x="5736308" y="2537142"/>
                  </a:lnTo>
                  <a:lnTo>
                    <a:pt x="5663697" y="2512285"/>
                  </a:lnTo>
                  <a:lnTo>
                    <a:pt x="5591085" y="2487653"/>
                  </a:lnTo>
                  <a:lnTo>
                    <a:pt x="5518474" y="2463258"/>
                  </a:lnTo>
                  <a:lnTo>
                    <a:pt x="5445862" y="2439116"/>
                  </a:lnTo>
                  <a:lnTo>
                    <a:pt x="5373251" y="2415241"/>
                  </a:lnTo>
                  <a:lnTo>
                    <a:pt x="5300639" y="2391651"/>
                  </a:lnTo>
                  <a:lnTo>
                    <a:pt x="5228028" y="2368362"/>
                  </a:lnTo>
                  <a:lnTo>
                    <a:pt x="5155416" y="2345392"/>
                  </a:lnTo>
                  <a:lnTo>
                    <a:pt x="5082805" y="2322760"/>
                  </a:lnTo>
                  <a:lnTo>
                    <a:pt x="5010193" y="2300483"/>
                  </a:lnTo>
                  <a:lnTo>
                    <a:pt x="4937582" y="2278582"/>
                  </a:lnTo>
                  <a:lnTo>
                    <a:pt x="4864970" y="2257076"/>
                  </a:lnTo>
                  <a:lnTo>
                    <a:pt x="4792359" y="2235984"/>
                  </a:lnTo>
                  <a:lnTo>
                    <a:pt x="4719747" y="2215328"/>
                  </a:lnTo>
                  <a:lnTo>
                    <a:pt x="4647136" y="2195126"/>
                  </a:lnTo>
                  <a:lnTo>
                    <a:pt x="4574524" y="2175397"/>
                  </a:lnTo>
                  <a:lnTo>
                    <a:pt x="4501913" y="2156159"/>
                  </a:lnTo>
                  <a:lnTo>
                    <a:pt x="4429301" y="2137429"/>
                  </a:lnTo>
                  <a:lnTo>
                    <a:pt x="4356690" y="2119223"/>
                  </a:lnTo>
                  <a:lnTo>
                    <a:pt x="4284078" y="2101555"/>
                  </a:lnTo>
                  <a:lnTo>
                    <a:pt x="4211467" y="2084437"/>
                  </a:lnTo>
                  <a:lnTo>
                    <a:pt x="4138855" y="2067878"/>
                  </a:lnTo>
                  <a:lnTo>
                    <a:pt x="4066244" y="2051886"/>
                  </a:lnTo>
                  <a:lnTo>
                    <a:pt x="3993632" y="2036466"/>
                  </a:lnTo>
                  <a:lnTo>
                    <a:pt x="3921021" y="2021618"/>
                  </a:lnTo>
                  <a:lnTo>
                    <a:pt x="3848409" y="2007343"/>
                  </a:lnTo>
                  <a:lnTo>
                    <a:pt x="3775798" y="1993636"/>
                  </a:lnTo>
                  <a:lnTo>
                    <a:pt x="3703186" y="1980492"/>
                  </a:lnTo>
                  <a:lnTo>
                    <a:pt x="3630575" y="1967901"/>
                  </a:lnTo>
                  <a:lnTo>
                    <a:pt x="3557963" y="1955853"/>
                  </a:lnTo>
                  <a:lnTo>
                    <a:pt x="3485352" y="1944333"/>
                  </a:lnTo>
                  <a:lnTo>
                    <a:pt x="3412740" y="1933328"/>
                  </a:lnTo>
                  <a:lnTo>
                    <a:pt x="3340129" y="1922820"/>
                  </a:lnTo>
                  <a:lnTo>
                    <a:pt x="3267517" y="1912791"/>
                  </a:lnTo>
                  <a:lnTo>
                    <a:pt x="3194906" y="1903223"/>
                  </a:lnTo>
                  <a:lnTo>
                    <a:pt x="3122294" y="1894097"/>
                  </a:lnTo>
                  <a:lnTo>
                    <a:pt x="3049683" y="1885393"/>
                  </a:lnTo>
                  <a:lnTo>
                    <a:pt x="2977071" y="1877091"/>
                  </a:lnTo>
                  <a:lnTo>
                    <a:pt x="2904460" y="1869172"/>
                  </a:lnTo>
                  <a:lnTo>
                    <a:pt x="2831848" y="1861615"/>
                  </a:lnTo>
                  <a:lnTo>
                    <a:pt x="2759237" y="1854402"/>
                  </a:lnTo>
                  <a:lnTo>
                    <a:pt x="2686625" y="1847515"/>
                  </a:lnTo>
                  <a:lnTo>
                    <a:pt x="2614014" y="1840935"/>
                  </a:lnTo>
                  <a:lnTo>
                    <a:pt x="2541402" y="1834645"/>
                  </a:lnTo>
                  <a:lnTo>
                    <a:pt x="2468791" y="1828628"/>
                  </a:lnTo>
                  <a:lnTo>
                    <a:pt x="2396179" y="1822869"/>
                  </a:lnTo>
                  <a:lnTo>
                    <a:pt x="2323568" y="1817354"/>
                  </a:lnTo>
                  <a:lnTo>
                    <a:pt x="2250956" y="1812067"/>
                  </a:lnTo>
                  <a:lnTo>
                    <a:pt x="2178345" y="1806995"/>
                  </a:lnTo>
                  <a:lnTo>
                    <a:pt x="2105733" y="1802126"/>
                  </a:lnTo>
                  <a:lnTo>
                    <a:pt x="2033122" y="1797448"/>
                  </a:lnTo>
                  <a:lnTo>
                    <a:pt x="1960510" y="1792950"/>
                  </a:lnTo>
                  <a:lnTo>
                    <a:pt x="1887899" y="1788621"/>
                  </a:lnTo>
                  <a:lnTo>
                    <a:pt x="1815287" y="1784451"/>
                  </a:lnTo>
                  <a:lnTo>
                    <a:pt x="1742676" y="1780431"/>
                  </a:lnTo>
                  <a:lnTo>
                    <a:pt x="1670064" y="1776553"/>
                  </a:lnTo>
                  <a:lnTo>
                    <a:pt x="1597453" y="1772808"/>
                  </a:lnTo>
                  <a:lnTo>
                    <a:pt x="1524841" y="1769189"/>
                  </a:lnTo>
                  <a:lnTo>
                    <a:pt x="1452230" y="1765689"/>
                  </a:lnTo>
                  <a:lnTo>
                    <a:pt x="1379618" y="1762301"/>
                  </a:lnTo>
                  <a:lnTo>
                    <a:pt x="1307007" y="1759019"/>
                  </a:lnTo>
                  <a:lnTo>
                    <a:pt x="1234395" y="1755837"/>
                  </a:lnTo>
                  <a:lnTo>
                    <a:pt x="1161784" y="1752750"/>
                  </a:lnTo>
                  <a:lnTo>
                    <a:pt x="1089172" y="1749752"/>
                  </a:lnTo>
                  <a:lnTo>
                    <a:pt x="1016561" y="1746839"/>
                  </a:lnTo>
                  <a:lnTo>
                    <a:pt x="943949" y="1744007"/>
                  </a:lnTo>
                  <a:lnTo>
                    <a:pt x="871338" y="1741250"/>
                  </a:lnTo>
                  <a:lnTo>
                    <a:pt x="798726" y="1738567"/>
                  </a:lnTo>
                  <a:lnTo>
                    <a:pt x="726115" y="1735951"/>
                  </a:lnTo>
                  <a:lnTo>
                    <a:pt x="653503" y="1733401"/>
                  </a:lnTo>
                  <a:lnTo>
                    <a:pt x="580892" y="1730913"/>
                  </a:lnTo>
                  <a:lnTo>
                    <a:pt x="508280" y="1728484"/>
                  </a:lnTo>
                  <a:lnTo>
                    <a:pt x="435669" y="1726111"/>
                  </a:lnTo>
                  <a:lnTo>
                    <a:pt x="363057" y="1723791"/>
                  </a:lnTo>
                  <a:lnTo>
                    <a:pt x="290446" y="1721522"/>
                  </a:lnTo>
                  <a:lnTo>
                    <a:pt x="217834" y="1719302"/>
                  </a:lnTo>
                  <a:lnTo>
                    <a:pt x="145223" y="1717128"/>
                  </a:lnTo>
                  <a:lnTo>
                    <a:pt x="72611" y="1714997"/>
                  </a:lnTo>
                  <a:lnTo>
                    <a:pt x="0" y="1712909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1197510" y="2268729"/>
              <a:ext cx="5736308" cy="1550974"/>
            </a:xfrm>
            <a:custGeom>
              <a:avLst/>
              <a:gdLst/>
              <a:ahLst/>
              <a:cxnLst/>
              <a:rect l="0" t="0" r="0" b="0"/>
              <a:pathLst>
                <a:path w="5736308" h="1550974">
                  <a:moveTo>
                    <a:pt x="0" y="0"/>
                  </a:moveTo>
                  <a:lnTo>
                    <a:pt x="72611" y="27977"/>
                  </a:lnTo>
                  <a:lnTo>
                    <a:pt x="145223" y="55913"/>
                  </a:lnTo>
                  <a:lnTo>
                    <a:pt x="217834" y="83805"/>
                  </a:lnTo>
                  <a:lnTo>
                    <a:pt x="290446" y="111650"/>
                  </a:lnTo>
                  <a:lnTo>
                    <a:pt x="363057" y="139447"/>
                  </a:lnTo>
                  <a:lnTo>
                    <a:pt x="435669" y="167193"/>
                  </a:lnTo>
                  <a:lnTo>
                    <a:pt x="508280" y="194886"/>
                  </a:lnTo>
                  <a:lnTo>
                    <a:pt x="580892" y="222523"/>
                  </a:lnTo>
                  <a:lnTo>
                    <a:pt x="653503" y="250101"/>
                  </a:lnTo>
                  <a:lnTo>
                    <a:pt x="726115" y="277617"/>
                  </a:lnTo>
                  <a:lnTo>
                    <a:pt x="798726" y="305067"/>
                  </a:lnTo>
                  <a:lnTo>
                    <a:pt x="871338" y="332449"/>
                  </a:lnTo>
                  <a:lnTo>
                    <a:pt x="943949" y="359759"/>
                  </a:lnTo>
                  <a:lnTo>
                    <a:pt x="1016561" y="386992"/>
                  </a:lnTo>
                  <a:lnTo>
                    <a:pt x="1089172" y="414146"/>
                  </a:lnTo>
                  <a:lnTo>
                    <a:pt x="1161784" y="441214"/>
                  </a:lnTo>
                  <a:lnTo>
                    <a:pt x="1234395" y="468192"/>
                  </a:lnTo>
                  <a:lnTo>
                    <a:pt x="1307007" y="495076"/>
                  </a:lnTo>
                  <a:lnTo>
                    <a:pt x="1379618" y="521860"/>
                  </a:lnTo>
                  <a:lnTo>
                    <a:pt x="1452230" y="548538"/>
                  </a:lnTo>
                  <a:lnTo>
                    <a:pt x="1524841" y="575104"/>
                  </a:lnTo>
                  <a:lnTo>
                    <a:pt x="1597453" y="601551"/>
                  </a:lnTo>
                  <a:lnTo>
                    <a:pt x="1670064" y="627872"/>
                  </a:lnTo>
                  <a:lnTo>
                    <a:pt x="1742676" y="654059"/>
                  </a:lnTo>
                  <a:lnTo>
                    <a:pt x="1815287" y="680106"/>
                  </a:lnTo>
                  <a:lnTo>
                    <a:pt x="1887899" y="706002"/>
                  </a:lnTo>
                  <a:lnTo>
                    <a:pt x="1960510" y="731738"/>
                  </a:lnTo>
                  <a:lnTo>
                    <a:pt x="2033122" y="757306"/>
                  </a:lnTo>
                  <a:lnTo>
                    <a:pt x="2105733" y="782694"/>
                  </a:lnTo>
                  <a:lnTo>
                    <a:pt x="2178345" y="807891"/>
                  </a:lnTo>
                  <a:lnTo>
                    <a:pt x="2250956" y="832885"/>
                  </a:lnTo>
                  <a:lnTo>
                    <a:pt x="2323568" y="857664"/>
                  </a:lnTo>
                  <a:lnTo>
                    <a:pt x="2396179" y="882214"/>
                  </a:lnTo>
                  <a:lnTo>
                    <a:pt x="2468791" y="906522"/>
                  </a:lnTo>
                  <a:lnTo>
                    <a:pt x="2541402" y="930571"/>
                  </a:lnTo>
                  <a:lnTo>
                    <a:pt x="2614014" y="954347"/>
                  </a:lnTo>
                  <a:lnTo>
                    <a:pt x="2686625" y="977833"/>
                  </a:lnTo>
                  <a:lnTo>
                    <a:pt x="2759237" y="1001011"/>
                  </a:lnTo>
                  <a:lnTo>
                    <a:pt x="2831848" y="1023864"/>
                  </a:lnTo>
                  <a:lnTo>
                    <a:pt x="2904460" y="1046373"/>
                  </a:lnTo>
                  <a:lnTo>
                    <a:pt x="2977071" y="1068520"/>
                  </a:lnTo>
                  <a:lnTo>
                    <a:pt x="3049683" y="1090284"/>
                  </a:lnTo>
                  <a:lnTo>
                    <a:pt x="3122294" y="1111645"/>
                  </a:lnTo>
                  <a:lnTo>
                    <a:pt x="3194906" y="1132585"/>
                  </a:lnTo>
                  <a:lnTo>
                    <a:pt x="3267517" y="1153084"/>
                  </a:lnTo>
                  <a:lnTo>
                    <a:pt x="3340129" y="1173121"/>
                  </a:lnTo>
                  <a:lnTo>
                    <a:pt x="3412740" y="1192679"/>
                  </a:lnTo>
                  <a:lnTo>
                    <a:pt x="3485352" y="1211739"/>
                  </a:lnTo>
                  <a:lnTo>
                    <a:pt x="3557963" y="1230286"/>
                  </a:lnTo>
                  <a:lnTo>
                    <a:pt x="3630575" y="1248303"/>
                  </a:lnTo>
                  <a:lnTo>
                    <a:pt x="3703186" y="1265778"/>
                  </a:lnTo>
                  <a:lnTo>
                    <a:pt x="3775798" y="1282700"/>
                  </a:lnTo>
                  <a:lnTo>
                    <a:pt x="3848409" y="1299059"/>
                  </a:lnTo>
                  <a:lnTo>
                    <a:pt x="3921021" y="1314850"/>
                  </a:lnTo>
                  <a:lnTo>
                    <a:pt x="3993632" y="1330068"/>
                  </a:lnTo>
                  <a:lnTo>
                    <a:pt x="4066244" y="1344713"/>
                  </a:lnTo>
                  <a:lnTo>
                    <a:pt x="4138855" y="1358787"/>
                  </a:lnTo>
                  <a:lnTo>
                    <a:pt x="4211467" y="1372294"/>
                  </a:lnTo>
                  <a:lnTo>
                    <a:pt x="4284078" y="1385242"/>
                  </a:lnTo>
                  <a:lnTo>
                    <a:pt x="4356690" y="1397640"/>
                  </a:lnTo>
                  <a:lnTo>
                    <a:pt x="4429301" y="1409500"/>
                  </a:lnTo>
                  <a:lnTo>
                    <a:pt x="4501913" y="1420837"/>
                  </a:lnTo>
                  <a:lnTo>
                    <a:pt x="4574524" y="1431665"/>
                  </a:lnTo>
                  <a:lnTo>
                    <a:pt x="4647136" y="1442001"/>
                  </a:lnTo>
                  <a:lnTo>
                    <a:pt x="4719747" y="1451865"/>
                  </a:lnTo>
                  <a:lnTo>
                    <a:pt x="4792359" y="1461274"/>
                  </a:lnTo>
                  <a:lnTo>
                    <a:pt x="4864970" y="1470249"/>
                  </a:lnTo>
                  <a:lnTo>
                    <a:pt x="4937582" y="1478809"/>
                  </a:lnTo>
                  <a:lnTo>
                    <a:pt x="5010193" y="1486974"/>
                  </a:lnTo>
                  <a:lnTo>
                    <a:pt x="5082805" y="1494763"/>
                  </a:lnTo>
                  <a:lnTo>
                    <a:pt x="5155416" y="1502196"/>
                  </a:lnTo>
                  <a:lnTo>
                    <a:pt x="5228028" y="1509292"/>
                  </a:lnTo>
                  <a:lnTo>
                    <a:pt x="5300639" y="1516069"/>
                  </a:lnTo>
                  <a:lnTo>
                    <a:pt x="5373251" y="1522545"/>
                  </a:lnTo>
                  <a:lnTo>
                    <a:pt x="5445862" y="1528736"/>
                  </a:lnTo>
                  <a:lnTo>
                    <a:pt x="5518474" y="1534660"/>
                  </a:lnTo>
                  <a:lnTo>
                    <a:pt x="5591085" y="1540331"/>
                  </a:lnTo>
                  <a:lnTo>
                    <a:pt x="5663697" y="1545765"/>
                  </a:lnTo>
                  <a:lnTo>
                    <a:pt x="5736308" y="155097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1197510" y="3981639"/>
              <a:ext cx="5736308" cy="824232"/>
            </a:xfrm>
            <a:custGeom>
              <a:avLst/>
              <a:gdLst/>
              <a:ahLst/>
              <a:cxnLst/>
              <a:rect l="0" t="0" r="0" b="0"/>
              <a:pathLst>
                <a:path w="5736308" h="824232">
                  <a:moveTo>
                    <a:pt x="5736308" y="824232"/>
                  </a:moveTo>
                  <a:lnTo>
                    <a:pt x="5663697" y="799375"/>
                  </a:lnTo>
                  <a:lnTo>
                    <a:pt x="5591085" y="774743"/>
                  </a:lnTo>
                  <a:lnTo>
                    <a:pt x="5518474" y="750348"/>
                  </a:lnTo>
                  <a:lnTo>
                    <a:pt x="5445862" y="726206"/>
                  </a:lnTo>
                  <a:lnTo>
                    <a:pt x="5373251" y="702332"/>
                  </a:lnTo>
                  <a:lnTo>
                    <a:pt x="5300639" y="678741"/>
                  </a:lnTo>
                  <a:lnTo>
                    <a:pt x="5228028" y="655453"/>
                  </a:lnTo>
                  <a:lnTo>
                    <a:pt x="5155416" y="632483"/>
                  </a:lnTo>
                  <a:lnTo>
                    <a:pt x="5082805" y="609850"/>
                  </a:lnTo>
                  <a:lnTo>
                    <a:pt x="5010193" y="587573"/>
                  </a:lnTo>
                  <a:lnTo>
                    <a:pt x="4937582" y="565672"/>
                  </a:lnTo>
                  <a:lnTo>
                    <a:pt x="4864970" y="544166"/>
                  </a:lnTo>
                  <a:lnTo>
                    <a:pt x="4792359" y="523075"/>
                  </a:lnTo>
                  <a:lnTo>
                    <a:pt x="4719747" y="502418"/>
                  </a:lnTo>
                  <a:lnTo>
                    <a:pt x="4647136" y="482216"/>
                  </a:lnTo>
                  <a:lnTo>
                    <a:pt x="4574524" y="462487"/>
                  </a:lnTo>
                  <a:lnTo>
                    <a:pt x="4501913" y="443249"/>
                  </a:lnTo>
                  <a:lnTo>
                    <a:pt x="4429301" y="424519"/>
                  </a:lnTo>
                  <a:lnTo>
                    <a:pt x="4356690" y="406313"/>
                  </a:lnTo>
                  <a:lnTo>
                    <a:pt x="4284078" y="388646"/>
                  </a:lnTo>
                  <a:lnTo>
                    <a:pt x="4211467" y="371527"/>
                  </a:lnTo>
                  <a:lnTo>
                    <a:pt x="4138855" y="354969"/>
                  </a:lnTo>
                  <a:lnTo>
                    <a:pt x="4066244" y="338977"/>
                  </a:lnTo>
                  <a:lnTo>
                    <a:pt x="3993632" y="323556"/>
                  </a:lnTo>
                  <a:lnTo>
                    <a:pt x="3921021" y="308708"/>
                  </a:lnTo>
                  <a:lnTo>
                    <a:pt x="3848409" y="294433"/>
                  </a:lnTo>
                  <a:lnTo>
                    <a:pt x="3775798" y="280727"/>
                  </a:lnTo>
                  <a:lnTo>
                    <a:pt x="3703186" y="267582"/>
                  </a:lnTo>
                  <a:lnTo>
                    <a:pt x="3630575" y="254992"/>
                  </a:lnTo>
                  <a:lnTo>
                    <a:pt x="3557963" y="242943"/>
                  </a:lnTo>
                  <a:lnTo>
                    <a:pt x="3485352" y="231423"/>
                  </a:lnTo>
                  <a:lnTo>
                    <a:pt x="3412740" y="220418"/>
                  </a:lnTo>
                  <a:lnTo>
                    <a:pt x="3340129" y="209910"/>
                  </a:lnTo>
                  <a:lnTo>
                    <a:pt x="3267517" y="199881"/>
                  </a:lnTo>
                  <a:lnTo>
                    <a:pt x="3194906" y="190314"/>
                  </a:lnTo>
                  <a:lnTo>
                    <a:pt x="3122294" y="181188"/>
                  </a:lnTo>
                  <a:lnTo>
                    <a:pt x="3049683" y="172484"/>
                  </a:lnTo>
                  <a:lnTo>
                    <a:pt x="2977071" y="164182"/>
                  </a:lnTo>
                  <a:lnTo>
                    <a:pt x="2904460" y="156262"/>
                  </a:lnTo>
                  <a:lnTo>
                    <a:pt x="2831848" y="148705"/>
                  </a:lnTo>
                  <a:lnTo>
                    <a:pt x="2759237" y="141493"/>
                  </a:lnTo>
                  <a:lnTo>
                    <a:pt x="2686625" y="134605"/>
                  </a:lnTo>
                  <a:lnTo>
                    <a:pt x="2614014" y="128025"/>
                  </a:lnTo>
                  <a:lnTo>
                    <a:pt x="2541402" y="121735"/>
                  </a:lnTo>
                  <a:lnTo>
                    <a:pt x="2468791" y="115718"/>
                  </a:lnTo>
                  <a:lnTo>
                    <a:pt x="2396179" y="109960"/>
                  </a:lnTo>
                  <a:lnTo>
                    <a:pt x="2323568" y="104444"/>
                  </a:lnTo>
                  <a:lnTo>
                    <a:pt x="2250956" y="99157"/>
                  </a:lnTo>
                  <a:lnTo>
                    <a:pt x="2178345" y="94085"/>
                  </a:lnTo>
                  <a:lnTo>
                    <a:pt x="2105733" y="89216"/>
                  </a:lnTo>
                  <a:lnTo>
                    <a:pt x="2033122" y="84538"/>
                  </a:lnTo>
                  <a:lnTo>
                    <a:pt x="1960510" y="80040"/>
                  </a:lnTo>
                  <a:lnTo>
                    <a:pt x="1887899" y="75711"/>
                  </a:lnTo>
                  <a:lnTo>
                    <a:pt x="1815287" y="71541"/>
                  </a:lnTo>
                  <a:lnTo>
                    <a:pt x="1742676" y="67521"/>
                  </a:lnTo>
                  <a:lnTo>
                    <a:pt x="1670064" y="63643"/>
                  </a:lnTo>
                  <a:lnTo>
                    <a:pt x="1597453" y="59898"/>
                  </a:lnTo>
                  <a:lnTo>
                    <a:pt x="1524841" y="56279"/>
                  </a:lnTo>
                  <a:lnTo>
                    <a:pt x="1452230" y="52779"/>
                  </a:lnTo>
                  <a:lnTo>
                    <a:pt x="1379618" y="49391"/>
                  </a:lnTo>
                  <a:lnTo>
                    <a:pt x="1307007" y="46109"/>
                  </a:lnTo>
                  <a:lnTo>
                    <a:pt x="1234395" y="42927"/>
                  </a:lnTo>
                  <a:lnTo>
                    <a:pt x="1161784" y="39840"/>
                  </a:lnTo>
                  <a:lnTo>
                    <a:pt x="1089172" y="36842"/>
                  </a:lnTo>
                  <a:lnTo>
                    <a:pt x="1016561" y="33929"/>
                  </a:lnTo>
                  <a:lnTo>
                    <a:pt x="943949" y="31097"/>
                  </a:lnTo>
                  <a:lnTo>
                    <a:pt x="871338" y="28341"/>
                  </a:lnTo>
                  <a:lnTo>
                    <a:pt x="798726" y="25657"/>
                  </a:lnTo>
                  <a:lnTo>
                    <a:pt x="726115" y="23042"/>
                  </a:lnTo>
                  <a:lnTo>
                    <a:pt x="653503" y="20492"/>
                  </a:lnTo>
                  <a:lnTo>
                    <a:pt x="580892" y="18003"/>
                  </a:lnTo>
                  <a:lnTo>
                    <a:pt x="508280" y="15574"/>
                  </a:lnTo>
                  <a:lnTo>
                    <a:pt x="435669" y="13201"/>
                  </a:lnTo>
                  <a:lnTo>
                    <a:pt x="363057" y="10881"/>
                  </a:lnTo>
                  <a:lnTo>
                    <a:pt x="290446" y="8612"/>
                  </a:lnTo>
                  <a:lnTo>
                    <a:pt x="217834" y="6392"/>
                  </a:lnTo>
                  <a:lnTo>
                    <a:pt x="145223" y="4218"/>
                  </a:lnTo>
                  <a:lnTo>
                    <a:pt x="72611" y="20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7" name="pl117"/>
            <p:cNvSpPr/>
            <p:nvPr/>
          </p:nvSpPr>
          <p:spPr>
            <a:xfrm>
              <a:off x="1197510" y="3125184"/>
              <a:ext cx="5736308" cy="1187603"/>
            </a:xfrm>
            <a:custGeom>
              <a:avLst/>
              <a:gdLst/>
              <a:ahLst/>
              <a:cxnLst/>
              <a:rect l="0" t="0" r="0" b="0"/>
              <a:pathLst>
                <a:path w="5736308" h="1187603">
                  <a:moveTo>
                    <a:pt x="0" y="0"/>
                  </a:moveTo>
                  <a:lnTo>
                    <a:pt x="72611" y="15032"/>
                  </a:lnTo>
                  <a:lnTo>
                    <a:pt x="145223" y="30065"/>
                  </a:lnTo>
                  <a:lnTo>
                    <a:pt x="217834" y="45098"/>
                  </a:lnTo>
                  <a:lnTo>
                    <a:pt x="290446" y="60131"/>
                  </a:lnTo>
                  <a:lnTo>
                    <a:pt x="363057" y="75164"/>
                  </a:lnTo>
                  <a:lnTo>
                    <a:pt x="435669" y="90197"/>
                  </a:lnTo>
                  <a:lnTo>
                    <a:pt x="508280" y="105230"/>
                  </a:lnTo>
                  <a:lnTo>
                    <a:pt x="580892" y="120263"/>
                  </a:lnTo>
                  <a:lnTo>
                    <a:pt x="653503" y="135296"/>
                  </a:lnTo>
                  <a:lnTo>
                    <a:pt x="726115" y="150329"/>
                  </a:lnTo>
                  <a:lnTo>
                    <a:pt x="798726" y="165362"/>
                  </a:lnTo>
                  <a:lnTo>
                    <a:pt x="871338" y="180395"/>
                  </a:lnTo>
                  <a:lnTo>
                    <a:pt x="943949" y="195428"/>
                  </a:lnTo>
                  <a:lnTo>
                    <a:pt x="1016561" y="210461"/>
                  </a:lnTo>
                  <a:lnTo>
                    <a:pt x="1089172" y="225494"/>
                  </a:lnTo>
                  <a:lnTo>
                    <a:pt x="1161784" y="240527"/>
                  </a:lnTo>
                  <a:lnTo>
                    <a:pt x="1234395" y="255560"/>
                  </a:lnTo>
                  <a:lnTo>
                    <a:pt x="1307007" y="270593"/>
                  </a:lnTo>
                  <a:lnTo>
                    <a:pt x="1379618" y="285626"/>
                  </a:lnTo>
                  <a:lnTo>
                    <a:pt x="1452230" y="300659"/>
                  </a:lnTo>
                  <a:lnTo>
                    <a:pt x="1524841" y="315692"/>
                  </a:lnTo>
                  <a:lnTo>
                    <a:pt x="1597453" y="330725"/>
                  </a:lnTo>
                  <a:lnTo>
                    <a:pt x="1670064" y="345757"/>
                  </a:lnTo>
                  <a:lnTo>
                    <a:pt x="1742676" y="360790"/>
                  </a:lnTo>
                  <a:lnTo>
                    <a:pt x="1815287" y="375823"/>
                  </a:lnTo>
                  <a:lnTo>
                    <a:pt x="1887899" y="390856"/>
                  </a:lnTo>
                  <a:lnTo>
                    <a:pt x="1960510" y="405889"/>
                  </a:lnTo>
                  <a:lnTo>
                    <a:pt x="2033122" y="420922"/>
                  </a:lnTo>
                  <a:lnTo>
                    <a:pt x="2105733" y="435955"/>
                  </a:lnTo>
                  <a:lnTo>
                    <a:pt x="2178345" y="450988"/>
                  </a:lnTo>
                  <a:lnTo>
                    <a:pt x="2250956" y="466021"/>
                  </a:lnTo>
                  <a:lnTo>
                    <a:pt x="2323568" y="481054"/>
                  </a:lnTo>
                  <a:lnTo>
                    <a:pt x="2396179" y="496087"/>
                  </a:lnTo>
                  <a:lnTo>
                    <a:pt x="2468791" y="511120"/>
                  </a:lnTo>
                  <a:lnTo>
                    <a:pt x="2541402" y="526153"/>
                  </a:lnTo>
                  <a:lnTo>
                    <a:pt x="2614014" y="541186"/>
                  </a:lnTo>
                  <a:lnTo>
                    <a:pt x="2686625" y="556219"/>
                  </a:lnTo>
                  <a:lnTo>
                    <a:pt x="2759237" y="571252"/>
                  </a:lnTo>
                  <a:lnTo>
                    <a:pt x="2831848" y="586285"/>
                  </a:lnTo>
                  <a:lnTo>
                    <a:pt x="2904460" y="601318"/>
                  </a:lnTo>
                  <a:lnTo>
                    <a:pt x="2977071" y="616351"/>
                  </a:lnTo>
                  <a:lnTo>
                    <a:pt x="3049683" y="631384"/>
                  </a:lnTo>
                  <a:lnTo>
                    <a:pt x="3122294" y="646417"/>
                  </a:lnTo>
                  <a:lnTo>
                    <a:pt x="3194906" y="661450"/>
                  </a:lnTo>
                  <a:lnTo>
                    <a:pt x="3267517" y="676482"/>
                  </a:lnTo>
                  <a:lnTo>
                    <a:pt x="3340129" y="691515"/>
                  </a:lnTo>
                  <a:lnTo>
                    <a:pt x="3412740" y="706548"/>
                  </a:lnTo>
                  <a:lnTo>
                    <a:pt x="3485352" y="721581"/>
                  </a:lnTo>
                  <a:lnTo>
                    <a:pt x="3557963" y="736614"/>
                  </a:lnTo>
                  <a:lnTo>
                    <a:pt x="3630575" y="751647"/>
                  </a:lnTo>
                  <a:lnTo>
                    <a:pt x="3703186" y="766680"/>
                  </a:lnTo>
                  <a:lnTo>
                    <a:pt x="3775798" y="781713"/>
                  </a:lnTo>
                  <a:lnTo>
                    <a:pt x="3848409" y="796746"/>
                  </a:lnTo>
                  <a:lnTo>
                    <a:pt x="3921021" y="811779"/>
                  </a:lnTo>
                  <a:lnTo>
                    <a:pt x="3993632" y="826812"/>
                  </a:lnTo>
                  <a:lnTo>
                    <a:pt x="4066244" y="841845"/>
                  </a:lnTo>
                  <a:lnTo>
                    <a:pt x="4138855" y="856878"/>
                  </a:lnTo>
                  <a:lnTo>
                    <a:pt x="4211467" y="871911"/>
                  </a:lnTo>
                  <a:lnTo>
                    <a:pt x="4284078" y="886944"/>
                  </a:lnTo>
                  <a:lnTo>
                    <a:pt x="4356690" y="901977"/>
                  </a:lnTo>
                  <a:lnTo>
                    <a:pt x="4429301" y="917010"/>
                  </a:lnTo>
                  <a:lnTo>
                    <a:pt x="4501913" y="932043"/>
                  </a:lnTo>
                  <a:lnTo>
                    <a:pt x="4574524" y="947076"/>
                  </a:lnTo>
                  <a:lnTo>
                    <a:pt x="4647136" y="962109"/>
                  </a:lnTo>
                  <a:lnTo>
                    <a:pt x="4719747" y="977142"/>
                  </a:lnTo>
                  <a:lnTo>
                    <a:pt x="4792359" y="992175"/>
                  </a:lnTo>
                  <a:lnTo>
                    <a:pt x="4864970" y="1007207"/>
                  </a:lnTo>
                  <a:lnTo>
                    <a:pt x="4937582" y="1022240"/>
                  </a:lnTo>
                  <a:lnTo>
                    <a:pt x="5010193" y="1037273"/>
                  </a:lnTo>
                  <a:lnTo>
                    <a:pt x="5082805" y="1052306"/>
                  </a:lnTo>
                  <a:lnTo>
                    <a:pt x="5155416" y="1067339"/>
                  </a:lnTo>
                  <a:lnTo>
                    <a:pt x="5228028" y="1082372"/>
                  </a:lnTo>
                  <a:lnTo>
                    <a:pt x="5300639" y="1097405"/>
                  </a:lnTo>
                  <a:lnTo>
                    <a:pt x="5373251" y="1112438"/>
                  </a:lnTo>
                  <a:lnTo>
                    <a:pt x="5445862" y="1127471"/>
                  </a:lnTo>
                  <a:lnTo>
                    <a:pt x="5518474" y="1142504"/>
                  </a:lnTo>
                  <a:lnTo>
                    <a:pt x="5591085" y="1157537"/>
                  </a:lnTo>
                  <a:lnTo>
                    <a:pt x="5663697" y="1172570"/>
                  </a:lnTo>
                  <a:lnTo>
                    <a:pt x="5736308" y="1187603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l118"/>
            <p:cNvSpPr/>
            <p:nvPr/>
          </p:nvSpPr>
          <p:spPr>
            <a:xfrm>
              <a:off x="910695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5616896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4652944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3688992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692708" y="2725040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123" name="pl123"/>
            <p:cNvSpPr/>
            <p:nvPr/>
          </p:nvSpPr>
          <p:spPr>
            <a:xfrm>
              <a:off x="875900" y="565694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124"/>
            <p:cNvSpPr/>
            <p:nvPr/>
          </p:nvSpPr>
          <p:spPr>
            <a:xfrm>
              <a:off x="875900" y="469299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875900" y="372904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875900" y="276509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910695" y="5723142"/>
              <a:ext cx="6309939" cy="0"/>
            </a:xfrm>
            <a:custGeom>
              <a:avLst/>
              <a:gdLst/>
              <a:ahLst/>
              <a:cxnLst/>
              <a:rect l="0" t="0" r="0" b="0"/>
              <a:pathLst>
                <a:path w="6309939">
                  <a:moveTo>
                    <a:pt x="0" y="0"/>
                  </a:moveTo>
                  <a:lnTo>
                    <a:pt x="630993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208171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328586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449000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569415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689829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tx133"/>
            <p:cNvSpPr/>
            <p:nvPr/>
          </p:nvSpPr>
          <p:spPr>
            <a:xfrm>
              <a:off x="2050625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254770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4458916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5663062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867207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327972" y="5925448"/>
              <a:ext cx="14753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10695" y="1669789"/>
              <a:ext cx="3566160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vs Survival at Lewisetta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47760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5166968" y="23234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5166968" y="245808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5166968" y="22617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1198161" y="262143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1198161" y="241095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1198161" y="23101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6045555" y="224027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6045555" y="210616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6045555" y="21709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5739722" y="22355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5739722" y="24701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5739722" y="22421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6407870" y="20662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6407870" y="20117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6407870" y="20769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3349796" y="23552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3349796" y="23596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3349796" y="29330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5480870" y="352027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5480870" y="340006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5480870" y="273656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877943" y="260931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877943" y="28503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877943" y="29826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56863" y="2141840"/>
              <a:ext cx="5679782" cy="837746"/>
            </a:xfrm>
            <a:custGeom>
              <a:avLst/>
              <a:gdLst/>
              <a:ahLst/>
              <a:cxnLst/>
              <a:rect l="0" t="0" r="0" b="0"/>
              <a:pathLst>
                <a:path w="5679782" h="837746">
                  <a:moveTo>
                    <a:pt x="0" y="0"/>
                  </a:moveTo>
                  <a:lnTo>
                    <a:pt x="71895" y="6254"/>
                  </a:lnTo>
                  <a:lnTo>
                    <a:pt x="143791" y="12486"/>
                  </a:lnTo>
                  <a:lnTo>
                    <a:pt x="215687" y="18696"/>
                  </a:lnTo>
                  <a:lnTo>
                    <a:pt x="287583" y="24881"/>
                  </a:lnTo>
                  <a:lnTo>
                    <a:pt x="359479" y="31041"/>
                  </a:lnTo>
                  <a:lnTo>
                    <a:pt x="431375" y="37173"/>
                  </a:lnTo>
                  <a:lnTo>
                    <a:pt x="503271" y="43278"/>
                  </a:lnTo>
                  <a:lnTo>
                    <a:pt x="575167" y="49353"/>
                  </a:lnTo>
                  <a:lnTo>
                    <a:pt x="647063" y="55397"/>
                  </a:lnTo>
                  <a:lnTo>
                    <a:pt x="718959" y="61409"/>
                  </a:lnTo>
                  <a:lnTo>
                    <a:pt x="790855" y="67385"/>
                  </a:lnTo>
                  <a:lnTo>
                    <a:pt x="862751" y="73326"/>
                  </a:lnTo>
                  <a:lnTo>
                    <a:pt x="934647" y="79228"/>
                  </a:lnTo>
                  <a:lnTo>
                    <a:pt x="1006543" y="85089"/>
                  </a:lnTo>
                  <a:lnTo>
                    <a:pt x="1078439" y="90908"/>
                  </a:lnTo>
                  <a:lnTo>
                    <a:pt x="1150335" y="96681"/>
                  </a:lnTo>
                  <a:lnTo>
                    <a:pt x="1222231" y="102407"/>
                  </a:lnTo>
                  <a:lnTo>
                    <a:pt x="1294127" y="108082"/>
                  </a:lnTo>
                  <a:lnTo>
                    <a:pt x="1366023" y="113703"/>
                  </a:lnTo>
                  <a:lnTo>
                    <a:pt x="1437919" y="119267"/>
                  </a:lnTo>
                  <a:lnTo>
                    <a:pt x="1509815" y="124771"/>
                  </a:lnTo>
                  <a:lnTo>
                    <a:pt x="1581711" y="130211"/>
                  </a:lnTo>
                  <a:lnTo>
                    <a:pt x="1653607" y="135584"/>
                  </a:lnTo>
                  <a:lnTo>
                    <a:pt x="1725503" y="140884"/>
                  </a:lnTo>
                  <a:lnTo>
                    <a:pt x="1797399" y="146108"/>
                  </a:lnTo>
                  <a:lnTo>
                    <a:pt x="1869295" y="151251"/>
                  </a:lnTo>
                  <a:lnTo>
                    <a:pt x="1941191" y="156307"/>
                  </a:lnTo>
                  <a:lnTo>
                    <a:pt x="2013087" y="161271"/>
                  </a:lnTo>
                  <a:lnTo>
                    <a:pt x="2084983" y="166138"/>
                  </a:lnTo>
                  <a:lnTo>
                    <a:pt x="2156879" y="170901"/>
                  </a:lnTo>
                  <a:lnTo>
                    <a:pt x="2228775" y="175554"/>
                  </a:lnTo>
                  <a:lnTo>
                    <a:pt x="2300671" y="180089"/>
                  </a:lnTo>
                  <a:lnTo>
                    <a:pt x="2372567" y="184499"/>
                  </a:lnTo>
                  <a:lnTo>
                    <a:pt x="2444463" y="188777"/>
                  </a:lnTo>
                  <a:lnTo>
                    <a:pt x="2516359" y="192914"/>
                  </a:lnTo>
                  <a:lnTo>
                    <a:pt x="2588255" y="196901"/>
                  </a:lnTo>
                  <a:lnTo>
                    <a:pt x="2660151" y="200730"/>
                  </a:lnTo>
                  <a:lnTo>
                    <a:pt x="2732047" y="204391"/>
                  </a:lnTo>
                  <a:lnTo>
                    <a:pt x="2803943" y="207874"/>
                  </a:lnTo>
                  <a:lnTo>
                    <a:pt x="2875839" y="211170"/>
                  </a:lnTo>
                  <a:lnTo>
                    <a:pt x="2947735" y="214268"/>
                  </a:lnTo>
                  <a:lnTo>
                    <a:pt x="3019631" y="217158"/>
                  </a:lnTo>
                  <a:lnTo>
                    <a:pt x="3091527" y="219830"/>
                  </a:lnTo>
                  <a:lnTo>
                    <a:pt x="3163423" y="222273"/>
                  </a:lnTo>
                  <a:lnTo>
                    <a:pt x="3235319" y="224478"/>
                  </a:lnTo>
                  <a:lnTo>
                    <a:pt x="3307215" y="226434"/>
                  </a:lnTo>
                  <a:lnTo>
                    <a:pt x="3379111" y="228134"/>
                  </a:lnTo>
                  <a:lnTo>
                    <a:pt x="3451007" y="229568"/>
                  </a:lnTo>
                  <a:lnTo>
                    <a:pt x="3522902" y="230729"/>
                  </a:lnTo>
                  <a:lnTo>
                    <a:pt x="3594798" y="231610"/>
                  </a:lnTo>
                  <a:lnTo>
                    <a:pt x="3666694" y="232207"/>
                  </a:lnTo>
                  <a:lnTo>
                    <a:pt x="3738590" y="232515"/>
                  </a:lnTo>
                  <a:lnTo>
                    <a:pt x="3810486" y="232532"/>
                  </a:lnTo>
                  <a:lnTo>
                    <a:pt x="3882382" y="232256"/>
                  </a:lnTo>
                  <a:lnTo>
                    <a:pt x="3954278" y="231687"/>
                  </a:lnTo>
                  <a:lnTo>
                    <a:pt x="4026174" y="230827"/>
                  </a:lnTo>
                  <a:lnTo>
                    <a:pt x="4098070" y="229680"/>
                  </a:lnTo>
                  <a:lnTo>
                    <a:pt x="4169966" y="228250"/>
                  </a:lnTo>
                  <a:lnTo>
                    <a:pt x="4241862" y="226542"/>
                  </a:lnTo>
                  <a:lnTo>
                    <a:pt x="4313758" y="224563"/>
                  </a:lnTo>
                  <a:lnTo>
                    <a:pt x="4385654" y="222321"/>
                  </a:lnTo>
                  <a:lnTo>
                    <a:pt x="4457550" y="219825"/>
                  </a:lnTo>
                  <a:lnTo>
                    <a:pt x="4529446" y="217084"/>
                  </a:lnTo>
                  <a:lnTo>
                    <a:pt x="4601342" y="214107"/>
                  </a:lnTo>
                  <a:lnTo>
                    <a:pt x="4673238" y="210905"/>
                  </a:lnTo>
                  <a:lnTo>
                    <a:pt x="4745134" y="207488"/>
                  </a:lnTo>
                  <a:lnTo>
                    <a:pt x="4817030" y="203867"/>
                  </a:lnTo>
                  <a:lnTo>
                    <a:pt x="4888926" y="200050"/>
                  </a:lnTo>
                  <a:lnTo>
                    <a:pt x="4960822" y="196049"/>
                  </a:lnTo>
                  <a:lnTo>
                    <a:pt x="5032718" y="191874"/>
                  </a:lnTo>
                  <a:lnTo>
                    <a:pt x="5104614" y="187534"/>
                  </a:lnTo>
                  <a:lnTo>
                    <a:pt x="5176510" y="183038"/>
                  </a:lnTo>
                  <a:lnTo>
                    <a:pt x="5248406" y="178395"/>
                  </a:lnTo>
                  <a:lnTo>
                    <a:pt x="5320302" y="173614"/>
                  </a:lnTo>
                  <a:lnTo>
                    <a:pt x="5392198" y="168703"/>
                  </a:lnTo>
                  <a:lnTo>
                    <a:pt x="5464094" y="163669"/>
                  </a:lnTo>
                  <a:lnTo>
                    <a:pt x="5535990" y="158521"/>
                  </a:lnTo>
                  <a:lnTo>
                    <a:pt x="5607886" y="153264"/>
                  </a:lnTo>
                  <a:lnTo>
                    <a:pt x="5679782" y="147905"/>
                  </a:lnTo>
                  <a:lnTo>
                    <a:pt x="5679782" y="653428"/>
                  </a:lnTo>
                  <a:lnTo>
                    <a:pt x="5607886" y="648530"/>
                  </a:lnTo>
                  <a:lnTo>
                    <a:pt x="5535990" y="643734"/>
                  </a:lnTo>
                  <a:lnTo>
                    <a:pt x="5464094" y="639046"/>
                  </a:lnTo>
                  <a:lnTo>
                    <a:pt x="5392198" y="634473"/>
                  </a:lnTo>
                  <a:lnTo>
                    <a:pt x="5320302" y="630023"/>
                  </a:lnTo>
                  <a:lnTo>
                    <a:pt x="5248406" y="625703"/>
                  </a:lnTo>
                  <a:lnTo>
                    <a:pt x="5176510" y="621521"/>
                  </a:lnTo>
                  <a:lnTo>
                    <a:pt x="5104614" y="617486"/>
                  </a:lnTo>
                  <a:lnTo>
                    <a:pt x="5032718" y="613607"/>
                  </a:lnTo>
                  <a:lnTo>
                    <a:pt x="4960822" y="609893"/>
                  </a:lnTo>
                  <a:lnTo>
                    <a:pt x="4888926" y="606353"/>
                  </a:lnTo>
                  <a:lnTo>
                    <a:pt x="4817030" y="602997"/>
                  </a:lnTo>
                  <a:lnTo>
                    <a:pt x="4745134" y="599836"/>
                  </a:lnTo>
                  <a:lnTo>
                    <a:pt x="4673238" y="596880"/>
                  </a:lnTo>
                  <a:lnTo>
                    <a:pt x="4601342" y="594139"/>
                  </a:lnTo>
                  <a:lnTo>
                    <a:pt x="4529446" y="591624"/>
                  </a:lnTo>
                  <a:lnTo>
                    <a:pt x="4457550" y="589343"/>
                  </a:lnTo>
                  <a:lnTo>
                    <a:pt x="4385654" y="587308"/>
                  </a:lnTo>
                  <a:lnTo>
                    <a:pt x="4313758" y="585527"/>
                  </a:lnTo>
                  <a:lnTo>
                    <a:pt x="4241862" y="584010"/>
                  </a:lnTo>
                  <a:lnTo>
                    <a:pt x="4169966" y="582762"/>
                  </a:lnTo>
                  <a:lnTo>
                    <a:pt x="4098070" y="581793"/>
                  </a:lnTo>
                  <a:lnTo>
                    <a:pt x="4026174" y="581107"/>
                  </a:lnTo>
                  <a:lnTo>
                    <a:pt x="3954278" y="580708"/>
                  </a:lnTo>
                  <a:lnTo>
                    <a:pt x="3882382" y="580600"/>
                  </a:lnTo>
                  <a:lnTo>
                    <a:pt x="3810486" y="580785"/>
                  </a:lnTo>
                  <a:lnTo>
                    <a:pt x="3738590" y="581262"/>
                  </a:lnTo>
                  <a:lnTo>
                    <a:pt x="3666694" y="582031"/>
                  </a:lnTo>
                  <a:lnTo>
                    <a:pt x="3594798" y="583089"/>
                  </a:lnTo>
                  <a:lnTo>
                    <a:pt x="3522902" y="584431"/>
                  </a:lnTo>
                  <a:lnTo>
                    <a:pt x="3451007" y="586053"/>
                  </a:lnTo>
                  <a:lnTo>
                    <a:pt x="3379111" y="587948"/>
                  </a:lnTo>
                  <a:lnTo>
                    <a:pt x="3307215" y="590109"/>
                  </a:lnTo>
                  <a:lnTo>
                    <a:pt x="3235319" y="592526"/>
                  </a:lnTo>
                  <a:lnTo>
                    <a:pt x="3163423" y="595192"/>
                  </a:lnTo>
                  <a:lnTo>
                    <a:pt x="3091527" y="598096"/>
                  </a:lnTo>
                  <a:lnTo>
                    <a:pt x="3019631" y="601228"/>
                  </a:lnTo>
                  <a:lnTo>
                    <a:pt x="2947735" y="604579"/>
                  </a:lnTo>
                  <a:lnTo>
                    <a:pt x="2875839" y="608138"/>
                  </a:lnTo>
                  <a:lnTo>
                    <a:pt x="2803943" y="611895"/>
                  </a:lnTo>
                  <a:lnTo>
                    <a:pt x="2732047" y="615839"/>
                  </a:lnTo>
                  <a:lnTo>
                    <a:pt x="2660151" y="619961"/>
                  </a:lnTo>
                  <a:lnTo>
                    <a:pt x="2588255" y="624251"/>
                  </a:lnTo>
                  <a:lnTo>
                    <a:pt x="2516359" y="628699"/>
                  </a:lnTo>
                  <a:lnTo>
                    <a:pt x="2444463" y="633297"/>
                  </a:lnTo>
                  <a:lnTo>
                    <a:pt x="2372567" y="638036"/>
                  </a:lnTo>
                  <a:lnTo>
                    <a:pt x="2300671" y="642907"/>
                  </a:lnTo>
                  <a:lnTo>
                    <a:pt x="2228775" y="647903"/>
                  </a:lnTo>
                  <a:lnTo>
                    <a:pt x="2156879" y="653016"/>
                  </a:lnTo>
                  <a:lnTo>
                    <a:pt x="2084983" y="658240"/>
                  </a:lnTo>
                  <a:lnTo>
                    <a:pt x="2013087" y="663568"/>
                  </a:lnTo>
                  <a:lnTo>
                    <a:pt x="1941191" y="668993"/>
                  </a:lnTo>
                  <a:lnTo>
                    <a:pt x="1869295" y="674511"/>
                  </a:lnTo>
                  <a:lnTo>
                    <a:pt x="1797399" y="680114"/>
                  </a:lnTo>
                  <a:lnTo>
                    <a:pt x="1725503" y="685799"/>
                  </a:lnTo>
                  <a:lnTo>
                    <a:pt x="1653607" y="691560"/>
                  </a:lnTo>
                  <a:lnTo>
                    <a:pt x="1581711" y="697394"/>
                  </a:lnTo>
                  <a:lnTo>
                    <a:pt x="1509815" y="703295"/>
                  </a:lnTo>
                  <a:lnTo>
                    <a:pt x="1437919" y="709260"/>
                  </a:lnTo>
                  <a:lnTo>
                    <a:pt x="1366023" y="715285"/>
                  </a:lnTo>
                  <a:lnTo>
                    <a:pt x="1294127" y="721367"/>
                  </a:lnTo>
                  <a:lnTo>
                    <a:pt x="1222231" y="727503"/>
                  </a:lnTo>
                  <a:lnTo>
                    <a:pt x="1150335" y="733689"/>
                  </a:lnTo>
                  <a:lnTo>
                    <a:pt x="1078439" y="739924"/>
                  </a:lnTo>
                  <a:lnTo>
                    <a:pt x="1006543" y="746203"/>
                  </a:lnTo>
                  <a:lnTo>
                    <a:pt x="934647" y="752525"/>
                  </a:lnTo>
                  <a:lnTo>
                    <a:pt x="862751" y="758888"/>
                  </a:lnTo>
                  <a:lnTo>
                    <a:pt x="790855" y="765290"/>
                  </a:lnTo>
                  <a:lnTo>
                    <a:pt x="718959" y="771727"/>
                  </a:lnTo>
                  <a:lnTo>
                    <a:pt x="647063" y="778200"/>
                  </a:lnTo>
                  <a:lnTo>
                    <a:pt x="575167" y="784705"/>
                  </a:lnTo>
                  <a:lnTo>
                    <a:pt x="503271" y="791241"/>
                  </a:lnTo>
                  <a:lnTo>
                    <a:pt x="431375" y="797806"/>
                  </a:lnTo>
                  <a:lnTo>
                    <a:pt x="359479" y="804400"/>
                  </a:lnTo>
                  <a:lnTo>
                    <a:pt x="287583" y="811021"/>
                  </a:lnTo>
                  <a:lnTo>
                    <a:pt x="215687" y="817667"/>
                  </a:lnTo>
                  <a:lnTo>
                    <a:pt x="143791" y="824337"/>
                  </a:lnTo>
                  <a:lnTo>
                    <a:pt x="71895" y="831030"/>
                  </a:lnTo>
                  <a:lnTo>
                    <a:pt x="0" y="837746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56863" y="2141840"/>
              <a:ext cx="5679782" cy="232532"/>
            </a:xfrm>
            <a:custGeom>
              <a:avLst/>
              <a:gdLst/>
              <a:ahLst/>
              <a:cxnLst/>
              <a:rect l="0" t="0" r="0" b="0"/>
              <a:pathLst>
                <a:path w="5679782" h="232532">
                  <a:moveTo>
                    <a:pt x="0" y="0"/>
                  </a:moveTo>
                  <a:lnTo>
                    <a:pt x="71895" y="6254"/>
                  </a:lnTo>
                  <a:lnTo>
                    <a:pt x="143791" y="12486"/>
                  </a:lnTo>
                  <a:lnTo>
                    <a:pt x="215687" y="18696"/>
                  </a:lnTo>
                  <a:lnTo>
                    <a:pt x="287583" y="24881"/>
                  </a:lnTo>
                  <a:lnTo>
                    <a:pt x="359479" y="31041"/>
                  </a:lnTo>
                  <a:lnTo>
                    <a:pt x="431375" y="37173"/>
                  </a:lnTo>
                  <a:lnTo>
                    <a:pt x="503271" y="43278"/>
                  </a:lnTo>
                  <a:lnTo>
                    <a:pt x="575167" y="49353"/>
                  </a:lnTo>
                  <a:lnTo>
                    <a:pt x="647063" y="55397"/>
                  </a:lnTo>
                  <a:lnTo>
                    <a:pt x="718959" y="61409"/>
                  </a:lnTo>
                  <a:lnTo>
                    <a:pt x="790855" y="67385"/>
                  </a:lnTo>
                  <a:lnTo>
                    <a:pt x="862751" y="73326"/>
                  </a:lnTo>
                  <a:lnTo>
                    <a:pt x="934647" y="79228"/>
                  </a:lnTo>
                  <a:lnTo>
                    <a:pt x="1006543" y="85089"/>
                  </a:lnTo>
                  <a:lnTo>
                    <a:pt x="1078439" y="90908"/>
                  </a:lnTo>
                  <a:lnTo>
                    <a:pt x="1150335" y="96681"/>
                  </a:lnTo>
                  <a:lnTo>
                    <a:pt x="1222231" y="102407"/>
                  </a:lnTo>
                  <a:lnTo>
                    <a:pt x="1294127" y="108082"/>
                  </a:lnTo>
                  <a:lnTo>
                    <a:pt x="1366023" y="113703"/>
                  </a:lnTo>
                  <a:lnTo>
                    <a:pt x="1437919" y="119267"/>
                  </a:lnTo>
                  <a:lnTo>
                    <a:pt x="1509815" y="124771"/>
                  </a:lnTo>
                  <a:lnTo>
                    <a:pt x="1581711" y="130211"/>
                  </a:lnTo>
                  <a:lnTo>
                    <a:pt x="1653607" y="135584"/>
                  </a:lnTo>
                  <a:lnTo>
                    <a:pt x="1725503" y="140884"/>
                  </a:lnTo>
                  <a:lnTo>
                    <a:pt x="1797399" y="146108"/>
                  </a:lnTo>
                  <a:lnTo>
                    <a:pt x="1869295" y="151251"/>
                  </a:lnTo>
                  <a:lnTo>
                    <a:pt x="1941191" y="156307"/>
                  </a:lnTo>
                  <a:lnTo>
                    <a:pt x="2013087" y="161271"/>
                  </a:lnTo>
                  <a:lnTo>
                    <a:pt x="2084983" y="166138"/>
                  </a:lnTo>
                  <a:lnTo>
                    <a:pt x="2156879" y="170901"/>
                  </a:lnTo>
                  <a:lnTo>
                    <a:pt x="2228775" y="175554"/>
                  </a:lnTo>
                  <a:lnTo>
                    <a:pt x="2300671" y="180089"/>
                  </a:lnTo>
                  <a:lnTo>
                    <a:pt x="2372567" y="184499"/>
                  </a:lnTo>
                  <a:lnTo>
                    <a:pt x="2444463" y="188777"/>
                  </a:lnTo>
                  <a:lnTo>
                    <a:pt x="2516359" y="192914"/>
                  </a:lnTo>
                  <a:lnTo>
                    <a:pt x="2588255" y="196901"/>
                  </a:lnTo>
                  <a:lnTo>
                    <a:pt x="2660151" y="200730"/>
                  </a:lnTo>
                  <a:lnTo>
                    <a:pt x="2732047" y="204391"/>
                  </a:lnTo>
                  <a:lnTo>
                    <a:pt x="2803943" y="207874"/>
                  </a:lnTo>
                  <a:lnTo>
                    <a:pt x="2875839" y="211170"/>
                  </a:lnTo>
                  <a:lnTo>
                    <a:pt x="2947735" y="214268"/>
                  </a:lnTo>
                  <a:lnTo>
                    <a:pt x="3019631" y="217158"/>
                  </a:lnTo>
                  <a:lnTo>
                    <a:pt x="3091527" y="219830"/>
                  </a:lnTo>
                  <a:lnTo>
                    <a:pt x="3163423" y="222273"/>
                  </a:lnTo>
                  <a:lnTo>
                    <a:pt x="3235319" y="224478"/>
                  </a:lnTo>
                  <a:lnTo>
                    <a:pt x="3307215" y="226434"/>
                  </a:lnTo>
                  <a:lnTo>
                    <a:pt x="3379111" y="228134"/>
                  </a:lnTo>
                  <a:lnTo>
                    <a:pt x="3451007" y="229568"/>
                  </a:lnTo>
                  <a:lnTo>
                    <a:pt x="3522902" y="230729"/>
                  </a:lnTo>
                  <a:lnTo>
                    <a:pt x="3594798" y="231610"/>
                  </a:lnTo>
                  <a:lnTo>
                    <a:pt x="3666694" y="232207"/>
                  </a:lnTo>
                  <a:lnTo>
                    <a:pt x="3738590" y="232515"/>
                  </a:lnTo>
                  <a:lnTo>
                    <a:pt x="3810486" y="232532"/>
                  </a:lnTo>
                  <a:lnTo>
                    <a:pt x="3882382" y="232256"/>
                  </a:lnTo>
                  <a:lnTo>
                    <a:pt x="3954278" y="231687"/>
                  </a:lnTo>
                  <a:lnTo>
                    <a:pt x="4026174" y="230827"/>
                  </a:lnTo>
                  <a:lnTo>
                    <a:pt x="4098070" y="229680"/>
                  </a:lnTo>
                  <a:lnTo>
                    <a:pt x="4169966" y="228250"/>
                  </a:lnTo>
                  <a:lnTo>
                    <a:pt x="4241862" y="226542"/>
                  </a:lnTo>
                  <a:lnTo>
                    <a:pt x="4313758" y="224563"/>
                  </a:lnTo>
                  <a:lnTo>
                    <a:pt x="4385654" y="222321"/>
                  </a:lnTo>
                  <a:lnTo>
                    <a:pt x="4457550" y="219825"/>
                  </a:lnTo>
                  <a:lnTo>
                    <a:pt x="4529446" y="217084"/>
                  </a:lnTo>
                  <a:lnTo>
                    <a:pt x="4601342" y="214107"/>
                  </a:lnTo>
                  <a:lnTo>
                    <a:pt x="4673238" y="210905"/>
                  </a:lnTo>
                  <a:lnTo>
                    <a:pt x="4745134" y="207488"/>
                  </a:lnTo>
                  <a:lnTo>
                    <a:pt x="4817030" y="203867"/>
                  </a:lnTo>
                  <a:lnTo>
                    <a:pt x="4888926" y="200050"/>
                  </a:lnTo>
                  <a:lnTo>
                    <a:pt x="4960822" y="196049"/>
                  </a:lnTo>
                  <a:lnTo>
                    <a:pt x="5032718" y="191874"/>
                  </a:lnTo>
                  <a:lnTo>
                    <a:pt x="5104614" y="187534"/>
                  </a:lnTo>
                  <a:lnTo>
                    <a:pt x="5176510" y="183038"/>
                  </a:lnTo>
                  <a:lnTo>
                    <a:pt x="5248406" y="178395"/>
                  </a:lnTo>
                  <a:lnTo>
                    <a:pt x="5320302" y="173614"/>
                  </a:lnTo>
                  <a:lnTo>
                    <a:pt x="5392198" y="168703"/>
                  </a:lnTo>
                  <a:lnTo>
                    <a:pt x="5464094" y="163669"/>
                  </a:lnTo>
                  <a:lnTo>
                    <a:pt x="5535990" y="158521"/>
                  </a:lnTo>
                  <a:lnTo>
                    <a:pt x="5607886" y="153264"/>
                  </a:lnTo>
                  <a:lnTo>
                    <a:pt x="5679782" y="147905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56863" y="2722440"/>
              <a:ext cx="5679782" cy="257145"/>
            </a:xfrm>
            <a:custGeom>
              <a:avLst/>
              <a:gdLst/>
              <a:ahLst/>
              <a:cxnLst/>
              <a:rect l="0" t="0" r="0" b="0"/>
              <a:pathLst>
                <a:path w="5679782" h="257145">
                  <a:moveTo>
                    <a:pt x="5679782" y="72827"/>
                  </a:moveTo>
                  <a:lnTo>
                    <a:pt x="5607886" y="67930"/>
                  </a:lnTo>
                  <a:lnTo>
                    <a:pt x="5535990" y="63133"/>
                  </a:lnTo>
                  <a:lnTo>
                    <a:pt x="5464094" y="58446"/>
                  </a:lnTo>
                  <a:lnTo>
                    <a:pt x="5392198" y="53873"/>
                  </a:lnTo>
                  <a:lnTo>
                    <a:pt x="5320302" y="49423"/>
                  </a:lnTo>
                  <a:lnTo>
                    <a:pt x="5248406" y="45103"/>
                  </a:lnTo>
                  <a:lnTo>
                    <a:pt x="5176510" y="40921"/>
                  </a:lnTo>
                  <a:lnTo>
                    <a:pt x="5104614" y="36886"/>
                  </a:lnTo>
                  <a:lnTo>
                    <a:pt x="5032718" y="33006"/>
                  </a:lnTo>
                  <a:lnTo>
                    <a:pt x="4960822" y="29292"/>
                  </a:lnTo>
                  <a:lnTo>
                    <a:pt x="4888926" y="25752"/>
                  </a:lnTo>
                  <a:lnTo>
                    <a:pt x="4817030" y="22397"/>
                  </a:lnTo>
                  <a:lnTo>
                    <a:pt x="4745134" y="19236"/>
                  </a:lnTo>
                  <a:lnTo>
                    <a:pt x="4673238" y="16280"/>
                  </a:lnTo>
                  <a:lnTo>
                    <a:pt x="4601342" y="13539"/>
                  </a:lnTo>
                  <a:lnTo>
                    <a:pt x="4529446" y="11023"/>
                  </a:lnTo>
                  <a:lnTo>
                    <a:pt x="4457550" y="8743"/>
                  </a:lnTo>
                  <a:lnTo>
                    <a:pt x="4385654" y="6708"/>
                  </a:lnTo>
                  <a:lnTo>
                    <a:pt x="4313758" y="4927"/>
                  </a:lnTo>
                  <a:lnTo>
                    <a:pt x="4241862" y="3409"/>
                  </a:lnTo>
                  <a:lnTo>
                    <a:pt x="4169966" y="2162"/>
                  </a:lnTo>
                  <a:lnTo>
                    <a:pt x="4098070" y="1192"/>
                  </a:lnTo>
                  <a:lnTo>
                    <a:pt x="4026174" y="506"/>
                  </a:lnTo>
                  <a:lnTo>
                    <a:pt x="3954278" y="107"/>
                  </a:lnTo>
                  <a:lnTo>
                    <a:pt x="3882382" y="0"/>
                  </a:lnTo>
                  <a:lnTo>
                    <a:pt x="3810486" y="184"/>
                  </a:lnTo>
                  <a:lnTo>
                    <a:pt x="3738590" y="662"/>
                  </a:lnTo>
                  <a:lnTo>
                    <a:pt x="3666694" y="1431"/>
                  </a:lnTo>
                  <a:lnTo>
                    <a:pt x="3594798" y="2488"/>
                  </a:lnTo>
                  <a:lnTo>
                    <a:pt x="3522902" y="3831"/>
                  </a:lnTo>
                  <a:lnTo>
                    <a:pt x="3451007" y="5453"/>
                  </a:lnTo>
                  <a:lnTo>
                    <a:pt x="3379111" y="7348"/>
                  </a:lnTo>
                  <a:lnTo>
                    <a:pt x="3307215" y="9508"/>
                  </a:lnTo>
                  <a:lnTo>
                    <a:pt x="3235319" y="11926"/>
                  </a:lnTo>
                  <a:lnTo>
                    <a:pt x="3163423" y="14591"/>
                  </a:lnTo>
                  <a:lnTo>
                    <a:pt x="3091527" y="17495"/>
                  </a:lnTo>
                  <a:lnTo>
                    <a:pt x="3019631" y="20628"/>
                  </a:lnTo>
                  <a:lnTo>
                    <a:pt x="2947735" y="23979"/>
                  </a:lnTo>
                  <a:lnTo>
                    <a:pt x="2875839" y="27538"/>
                  </a:lnTo>
                  <a:lnTo>
                    <a:pt x="2803943" y="31294"/>
                  </a:lnTo>
                  <a:lnTo>
                    <a:pt x="2732047" y="35239"/>
                  </a:lnTo>
                  <a:lnTo>
                    <a:pt x="2660151" y="39361"/>
                  </a:lnTo>
                  <a:lnTo>
                    <a:pt x="2588255" y="43650"/>
                  </a:lnTo>
                  <a:lnTo>
                    <a:pt x="2516359" y="48099"/>
                  </a:lnTo>
                  <a:lnTo>
                    <a:pt x="2444463" y="52696"/>
                  </a:lnTo>
                  <a:lnTo>
                    <a:pt x="2372567" y="57435"/>
                  </a:lnTo>
                  <a:lnTo>
                    <a:pt x="2300671" y="62306"/>
                  </a:lnTo>
                  <a:lnTo>
                    <a:pt x="2228775" y="67302"/>
                  </a:lnTo>
                  <a:lnTo>
                    <a:pt x="2156879" y="72416"/>
                  </a:lnTo>
                  <a:lnTo>
                    <a:pt x="2084983" y="77640"/>
                  </a:lnTo>
                  <a:lnTo>
                    <a:pt x="2013087" y="82967"/>
                  </a:lnTo>
                  <a:lnTo>
                    <a:pt x="1941191" y="88393"/>
                  </a:lnTo>
                  <a:lnTo>
                    <a:pt x="1869295" y="93910"/>
                  </a:lnTo>
                  <a:lnTo>
                    <a:pt x="1797399" y="99514"/>
                  </a:lnTo>
                  <a:lnTo>
                    <a:pt x="1725503" y="105198"/>
                  </a:lnTo>
                  <a:lnTo>
                    <a:pt x="1653607" y="110960"/>
                  </a:lnTo>
                  <a:lnTo>
                    <a:pt x="1581711" y="116793"/>
                  </a:lnTo>
                  <a:lnTo>
                    <a:pt x="1509815" y="122694"/>
                  </a:lnTo>
                  <a:lnTo>
                    <a:pt x="1437919" y="128659"/>
                  </a:lnTo>
                  <a:lnTo>
                    <a:pt x="1366023" y="134684"/>
                  </a:lnTo>
                  <a:lnTo>
                    <a:pt x="1294127" y="140767"/>
                  </a:lnTo>
                  <a:lnTo>
                    <a:pt x="1222231" y="146902"/>
                  </a:lnTo>
                  <a:lnTo>
                    <a:pt x="1150335" y="153089"/>
                  </a:lnTo>
                  <a:lnTo>
                    <a:pt x="1078439" y="159323"/>
                  </a:lnTo>
                  <a:lnTo>
                    <a:pt x="1006543" y="165603"/>
                  </a:lnTo>
                  <a:lnTo>
                    <a:pt x="934647" y="171925"/>
                  </a:lnTo>
                  <a:lnTo>
                    <a:pt x="862751" y="178288"/>
                  </a:lnTo>
                  <a:lnTo>
                    <a:pt x="790855" y="184689"/>
                  </a:lnTo>
                  <a:lnTo>
                    <a:pt x="718959" y="191127"/>
                  </a:lnTo>
                  <a:lnTo>
                    <a:pt x="647063" y="197599"/>
                  </a:lnTo>
                  <a:lnTo>
                    <a:pt x="575167" y="204104"/>
                  </a:lnTo>
                  <a:lnTo>
                    <a:pt x="503271" y="210640"/>
                  </a:lnTo>
                  <a:lnTo>
                    <a:pt x="431375" y="217206"/>
                  </a:lnTo>
                  <a:lnTo>
                    <a:pt x="359479" y="223799"/>
                  </a:lnTo>
                  <a:lnTo>
                    <a:pt x="287583" y="230420"/>
                  </a:lnTo>
                  <a:lnTo>
                    <a:pt x="215687" y="237066"/>
                  </a:lnTo>
                  <a:lnTo>
                    <a:pt x="143791" y="243736"/>
                  </a:lnTo>
                  <a:lnTo>
                    <a:pt x="71895" y="250430"/>
                  </a:lnTo>
                  <a:lnTo>
                    <a:pt x="0" y="257145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56863" y="2542507"/>
              <a:ext cx="5679782" cy="18206"/>
            </a:xfrm>
            <a:custGeom>
              <a:avLst/>
              <a:gdLst/>
              <a:ahLst/>
              <a:cxnLst/>
              <a:rect l="0" t="0" r="0" b="0"/>
              <a:pathLst>
                <a:path w="5679782" h="18206">
                  <a:moveTo>
                    <a:pt x="0" y="18206"/>
                  </a:moveTo>
                  <a:lnTo>
                    <a:pt x="71895" y="17975"/>
                  </a:lnTo>
                  <a:lnTo>
                    <a:pt x="143791" y="17745"/>
                  </a:lnTo>
                  <a:lnTo>
                    <a:pt x="215687" y="17514"/>
                  </a:lnTo>
                  <a:lnTo>
                    <a:pt x="287583" y="17284"/>
                  </a:lnTo>
                  <a:lnTo>
                    <a:pt x="359479" y="17053"/>
                  </a:lnTo>
                  <a:lnTo>
                    <a:pt x="431375" y="16823"/>
                  </a:lnTo>
                  <a:lnTo>
                    <a:pt x="503271" y="16592"/>
                  </a:lnTo>
                  <a:lnTo>
                    <a:pt x="575167" y="16362"/>
                  </a:lnTo>
                  <a:lnTo>
                    <a:pt x="647063" y="16132"/>
                  </a:lnTo>
                  <a:lnTo>
                    <a:pt x="718959" y="15901"/>
                  </a:lnTo>
                  <a:lnTo>
                    <a:pt x="790855" y="15671"/>
                  </a:lnTo>
                  <a:lnTo>
                    <a:pt x="862751" y="15440"/>
                  </a:lnTo>
                  <a:lnTo>
                    <a:pt x="934647" y="15210"/>
                  </a:lnTo>
                  <a:lnTo>
                    <a:pt x="1006543" y="14979"/>
                  </a:lnTo>
                  <a:lnTo>
                    <a:pt x="1078439" y="14749"/>
                  </a:lnTo>
                  <a:lnTo>
                    <a:pt x="1150335" y="14518"/>
                  </a:lnTo>
                  <a:lnTo>
                    <a:pt x="1222231" y="14288"/>
                  </a:lnTo>
                  <a:lnTo>
                    <a:pt x="1294127" y="14057"/>
                  </a:lnTo>
                  <a:lnTo>
                    <a:pt x="1366023" y="13827"/>
                  </a:lnTo>
                  <a:lnTo>
                    <a:pt x="1437919" y="13597"/>
                  </a:lnTo>
                  <a:lnTo>
                    <a:pt x="1509815" y="13366"/>
                  </a:lnTo>
                  <a:lnTo>
                    <a:pt x="1581711" y="13136"/>
                  </a:lnTo>
                  <a:lnTo>
                    <a:pt x="1653607" y="12905"/>
                  </a:lnTo>
                  <a:lnTo>
                    <a:pt x="1725503" y="12675"/>
                  </a:lnTo>
                  <a:lnTo>
                    <a:pt x="1797399" y="12444"/>
                  </a:lnTo>
                  <a:lnTo>
                    <a:pt x="1869295" y="12214"/>
                  </a:lnTo>
                  <a:lnTo>
                    <a:pt x="1941191" y="11983"/>
                  </a:lnTo>
                  <a:lnTo>
                    <a:pt x="2013087" y="11753"/>
                  </a:lnTo>
                  <a:lnTo>
                    <a:pt x="2084983" y="11522"/>
                  </a:lnTo>
                  <a:lnTo>
                    <a:pt x="2156879" y="11292"/>
                  </a:lnTo>
                  <a:lnTo>
                    <a:pt x="2228775" y="11061"/>
                  </a:lnTo>
                  <a:lnTo>
                    <a:pt x="2300671" y="10831"/>
                  </a:lnTo>
                  <a:lnTo>
                    <a:pt x="2372567" y="10601"/>
                  </a:lnTo>
                  <a:lnTo>
                    <a:pt x="2444463" y="10370"/>
                  </a:lnTo>
                  <a:lnTo>
                    <a:pt x="2516359" y="10140"/>
                  </a:lnTo>
                  <a:lnTo>
                    <a:pt x="2588255" y="9909"/>
                  </a:lnTo>
                  <a:lnTo>
                    <a:pt x="2660151" y="9679"/>
                  </a:lnTo>
                  <a:lnTo>
                    <a:pt x="2732047" y="9448"/>
                  </a:lnTo>
                  <a:lnTo>
                    <a:pt x="2803943" y="9218"/>
                  </a:lnTo>
                  <a:lnTo>
                    <a:pt x="2875839" y="8987"/>
                  </a:lnTo>
                  <a:lnTo>
                    <a:pt x="2947735" y="8757"/>
                  </a:lnTo>
                  <a:lnTo>
                    <a:pt x="3019631" y="8526"/>
                  </a:lnTo>
                  <a:lnTo>
                    <a:pt x="3091527" y="8296"/>
                  </a:lnTo>
                  <a:lnTo>
                    <a:pt x="3163423" y="8066"/>
                  </a:lnTo>
                  <a:lnTo>
                    <a:pt x="3235319" y="7835"/>
                  </a:lnTo>
                  <a:lnTo>
                    <a:pt x="3307215" y="7605"/>
                  </a:lnTo>
                  <a:lnTo>
                    <a:pt x="3379111" y="7374"/>
                  </a:lnTo>
                  <a:lnTo>
                    <a:pt x="3451007" y="7144"/>
                  </a:lnTo>
                  <a:lnTo>
                    <a:pt x="3522902" y="6913"/>
                  </a:lnTo>
                  <a:lnTo>
                    <a:pt x="3594798" y="6683"/>
                  </a:lnTo>
                  <a:lnTo>
                    <a:pt x="3666694" y="6452"/>
                  </a:lnTo>
                  <a:lnTo>
                    <a:pt x="3738590" y="6222"/>
                  </a:lnTo>
                  <a:lnTo>
                    <a:pt x="3810486" y="5991"/>
                  </a:lnTo>
                  <a:lnTo>
                    <a:pt x="3882382" y="5761"/>
                  </a:lnTo>
                  <a:lnTo>
                    <a:pt x="3954278" y="5530"/>
                  </a:lnTo>
                  <a:lnTo>
                    <a:pt x="4026174" y="5300"/>
                  </a:lnTo>
                  <a:lnTo>
                    <a:pt x="4098070" y="5070"/>
                  </a:lnTo>
                  <a:lnTo>
                    <a:pt x="4169966" y="4839"/>
                  </a:lnTo>
                  <a:lnTo>
                    <a:pt x="4241862" y="4609"/>
                  </a:lnTo>
                  <a:lnTo>
                    <a:pt x="4313758" y="4378"/>
                  </a:lnTo>
                  <a:lnTo>
                    <a:pt x="4385654" y="4148"/>
                  </a:lnTo>
                  <a:lnTo>
                    <a:pt x="4457550" y="3917"/>
                  </a:lnTo>
                  <a:lnTo>
                    <a:pt x="4529446" y="3687"/>
                  </a:lnTo>
                  <a:lnTo>
                    <a:pt x="4601342" y="3456"/>
                  </a:lnTo>
                  <a:lnTo>
                    <a:pt x="4673238" y="3226"/>
                  </a:lnTo>
                  <a:lnTo>
                    <a:pt x="4745134" y="2995"/>
                  </a:lnTo>
                  <a:lnTo>
                    <a:pt x="4817030" y="2765"/>
                  </a:lnTo>
                  <a:lnTo>
                    <a:pt x="4888926" y="2535"/>
                  </a:lnTo>
                  <a:lnTo>
                    <a:pt x="4960822" y="2304"/>
                  </a:lnTo>
                  <a:lnTo>
                    <a:pt x="5032718" y="2074"/>
                  </a:lnTo>
                  <a:lnTo>
                    <a:pt x="5104614" y="1843"/>
                  </a:lnTo>
                  <a:lnTo>
                    <a:pt x="5176510" y="1613"/>
                  </a:lnTo>
                  <a:lnTo>
                    <a:pt x="5248406" y="1382"/>
                  </a:lnTo>
                  <a:lnTo>
                    <a:pt x="5320302" y="1152"/>
                  </a:lnTo>
                  <a:lnTo>
                    <a:pt x="5392198" y="921"/>
                  </a:lnTo>
                  <a:lnTo>
                    <a:pt x="5464094" y="691"/>
                  </a:lnTo>
                  <a:lnTo>
                    <a:pt x="5535990" y="460"/>
                  </a:lnTo>
                  <a:lnTo>
                    <a:pt x="5607886" y="230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5166968" y="288663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5166968" y="32879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5166968" y="28264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198161" y="30729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198161" y="309324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198161" y="33009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6045555" y="280287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6045555" y="284482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6045555" y="288696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5739722" y="31249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5739722" y="297528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5739722" y="305878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6407870" y="26493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6407870" y="24873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6407870" y="26773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3349796" y="30102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3349796" y="337801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3349796" y="29987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5480870" y="44313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5480870" y="38788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5480870" y="35055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6877943" y="34869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t56"/>
            <p:cNvSpPr/>
            <p:nvPr/>
          </p:nvSpPr>
          <p:spPr>
            <a:xfrm>
              <a:off x="6877943" y="359012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t57"/>
            <p:cNvSpPr/>
            <p:nvPr/>
          </p:nvSpPr>
          <p:spPr>
            <a:xfrm>
              <a:off x="6877943" y="36244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1256863" y="2767502"/>
              <a:ext cx="5679782" cy="909205"/>
            </a:xfrm>
            <a:custGeom>
              <a:avLst/>
              <a:gdLst/>
              <a:ahLst/>
              <a:cxnLst/>
              <a:rect l="0" t="0" r="0" b="0"/>
              <a:pathLst>
                <a:path w="5679782" h="909205">
                  <a:moveTo>
                    <a:pt x="0" y="0"/>
                  </a:moveTo>
                  <a:lnTo>
                    <a:pt x="71895" y="7005"/>
                  </a:lnTo>
                  <a:lnTo>
                    <a:pt x="143791" y="13987"/>
                  </a:lnTo>
                  <a:lnTo>
                    <a:pt x="215687" y="20944"/>
                  </a:lnTo>
                  <a:lnTo>
                    <a:pt x="287583" y="27874"/>
                  </a:lnTo>
                  <a:lnTo>
                    <a:pt x="359479" y="34777"/>
                  </a:lnTo>
                  <a:lnTo>
                    <a:pt x="431375" y="41651"/>
                  </a:lnTo>
                  <a:lnTo>
                    <a:pt x="503271" y="48494"/>
                  </a:lnTo>
                  <a:lnTo>
                    <a:pt x="575167" y="55305"/>
                  </a:lnTo>
                  <a:lnTo>
                    <a:pt x="647063" y="62083"/>
                  </a:lnTo>
                  <a:lnTo>
                    <a:pt x="718959" y="68825"/>
                  </a:lnTo>
                  <a:lnTo>
                    <a:pt x="790855" y="75529"/>
                  </a:lnTo>
                  <a:lnTo>
                    <a:pt x="862751" y="82194"/>
                  </a:lnTo>
                  <a:lnTo>
                    <a:pt x="934647" y="88817"/>
                  </a:lnTo>
                  <a:lnTo>
                    <a:pt x="1006543" y="95396"/>
                  </a:lnTo>
                  <a:lnTo>
                    <a:pt x="1078439" y="101929"/>
                  </a:lnTo>
                  <a:lnTo>
                    <a:pt x="1150335" y="108413"/>
                  </a:lnTo>
                  <a:lnTo>
                    <a:pt x="1222231" y="114844"/>
                  </a:lnTo>
                  <a:lnTo>
                    <a:pt x="1294127" y="121221"/>
                  </a:lnTo>
                  <a:lnTo>
                    <a:pt x="1366023" y="127539"/>
                  </a:lnTo>
                  <a:lnTo>
                    <a:pt x="1437919" y="133796"/>
                  </a:lnTo>
                  <a:lnTo>
                    <a:pt x="1509815" y="139988"/>
                  </a:lnTo>
                  <a:lnTo>
                    <a:pt x="1581711" y="146110"/>
                  </a:lnTo>
                  <a:lnTo>
                    <a:pt x="1653607" y="152158"/>
                  </a:lnTo>
                  <a:lnTo>
                    <a:pt x="1725503" y="158128"/>
                  </a:lnTo>
                  <a:lnTo>
                    <a:pt x="1797399" y="164016"/>
                  </a:lnTo>
                  <a:lnTo>
                    <a:pt x="1869295" y="169815"/>
                  </a:lnTo>
                  <a:lnTo>
                    <a:pt x="1941191" y="175520"/>
                  </a:lnTo>
                  <a:lnTo>
                    <a:pt x="2013087" y="181126"/>
                  </a:lnTo>
                  <a:lnTo>
                    <a:pt x="2084983" y="186625"/>
                  </a:lnTo>
                  <a:lnTo>
                    <a:pt x="2156879" y="192012"/>
                  </a:lnTo>
                  <a:lnTo>
                    <a:pt x="2228775" y="197280"/>
                  </a:lnTo>
                  <a:lnTo>
                    <a:pt x="2300671" y="202420"/>
                  </a:lnTo>
                  <a:lnTo>
                    <a:pt x="2372567" y="207424"/>
                  </a:lnTo>
                  <a:lnTo>
                    <a:pt x="2444463" y="212284"/>
                  </a:lnTo>
                  <a:lnTo>
                    <a:pt x="2516359" y="216992"/>
                  </a:lnTo>
                  <a:lnTo>
                    <a:pt x="2588255" y="221537"/>
                  </a:lnTo>
                  <a:lnTo>
                    <a:pt x="2660151" y="225910"/>
                  </a:lnTo>
                  <a:lnTo>
                    <a:pt x="2732047" y="230101"/>
                  </a:lnTo>
                  <a:lnTo>
                    <a:pt x="2803943" y="234100"/>
                  </a:lnTo>
                  <a:lnTo>
                    <a:pt x="2875839" y="237894"/>
                  </a:lnTo>
                  <a:lnTo>
                    <a:pt x="2947735" y="241474"/>
                  </a:lnTo>
                  <a:lnTo>
                    <a:pt x="3019631" y="244829"/>
                  </a:lnTo>
                  <a:lnTo>
                    <a:pt x="3091527" y="247946"/>
                  </a:lnTo>
                  <a:lnTo>
                    <a:pt x="3163423" y="250815"/>
                  </a:lnTo>
                  <a:lnTo>
                    <a:pt x="3235319" y="253426"/>
                  </a:lnTo>
                  <a:lnTo>
                    <a:pt x="3307215" y="255767"/>
                  </a:lnTo>
                  <a:lnTo>
                    <a:pt x="3379111" y="257829"/>
                  </a:lnTo>
                  <a:lnTo>
                    <a:pt x="3451007" y="259603"/>
                  </a:lnTo>
                  <a:lnTo>
                    <a:pt x="3522902" y="261081"/>
                  </a:lnTo>
                  <a:lnTo>
                    <a:pt x="3594798" y="262256"/>
                  </a:lnTo>
                  <a:lnTo>
                    <a:pt x="3666694" y="263121"/>
                  </a:lnTo>
                  <a:lnTo>
                    <a:pt x="3738590" y="263673"/>
                  </a:lnTo>
                  <a:lnTo>
                    <a:pt x="3810486" y="263909"/>
                  </a:lnTo>
                  <a:lnTo>
                    <a:pt x="3882382" y="263827"/>
                  </a:lnTo>
                  <a:lnTo>
                    <a:pt x="3954278" y="263428"/>
                  </a:lnTo>
                  <a:lnTo>
                    <a:pt x="4026174" y="262713"/>
                  </a:lnTo>
                  <a:lnTo>
                    <a:pt x="4098070" y="261685"/>
                  </a:lnTo>
                  <a:lnTo>
                    <a:pt x="4169966" y="260350"/>
                  </a:lnTo>
                  <a:lnTo>
                    <a:pt x="4241862" y="258715"/>
                  </a:lnTo>
                  <a:lnTo>
                    <a:pt x="4313758" y="256785"/>
                  </a:lnTo>
                  <a:lnTo>
                    <a:pt x="4385654" y="254570"/>
                  </a:lnTo>
                  <a:lnTo>
                    <a:pt x="4457550" y="252078"/>
                  </a:lnTo>
                  <a:lnTo>
                    <a:pt x="4529446" y="249321"/>
                  </a:lnTo>
                  <a:lnTo>
                    <a:pt x="4601342" y="246309"/>
                  </a:lnTo>
                  <a:lnTo>
                    <a:pt x="4673238" y="243051"/>
                  </a:lnTo>
                  <a:lnTo>
                    <a:pt x="4745134" y="239561"/>
                  </a:lnTo>
                  <a:lnTo>
                    <a:pt x="4817030" y="235848"/>
                  </a:lnTo>
                  <a:lnTo>
                    <a:pt x="4888926" y="231924"/>
                  </a:lnTo>
                  <a:lnTo>
                    <a:pt x="4960822" y="227799"/>
                  </a:lnTo>
                  <a:lnTo>
                    <a:pt x="5032718" y="223485"/>
                  </a:lnTo>
                  <a:lnTo>
                    <a:pt x="5104614" y="218993"/>
                  </a:lnTo>
                  <a:lnTo>
                    <a:pt x="5176510" y="214331"/>
                  </a:lnTo>
                  <a:lnTo>
                    <a:pt x="5248406" y="209510"/>
                  </a:lnTo>
                  <a:lnTo>
                    <a:pt x="5320302" y="204539"/>
                  </a:lnTo>
                  <a:lnTo>
                    <a:pt x="5392198" y="199427"/>
                  </a:lnTo>
                  <a:lnTo>
                    <a:pt x="5464094" y="194182"/>
                  </a:lnTo>
                  <a:lnTo>
                    <a:pt x="5535990" y="188812"/>
                  </a:lnTo>
                  <a:lnTo>
                    <a:pt x="5607886" y="183324"/>
                  </a:lnTo>
                  <a:lnTo>
                    <a:pt x="5679782" y="177726"/>
                  </a:lnTo>
                  <a:lnTo>
                    <a:pt x="5679782" y="726370"/>
                  </a:lnTo>
                  <a:lnTo>
                    <a:pt x="5607886" y="720836"/>
                  </a:lnTo>
                  <a:lnTo>
                    <a:pt x="5535990" y="715413"/>
                  </a:lnTo>
                  <a:lnTo>
                    <a:pt x="5464094" y="710108"/>
                  </a:lnTo>
                  <a:lnTo>
                    <a:pt x="5392198" y="704927"/>
                  </a:lnTo>
                  <a:lnTo>
                    <a:pt x="5320302" y="699880"/>
                  </a:lnTo>
                  <a:lnTo>
                    <a:pt x="5248406" y="694973"/>
                  </a:lnTo>
                  <a:lnTo>
                    <a:pt x="5176510" y="690217"/>
                  </a:lnTo>
                  <a:lnTo>
                    <a:pt x="5104614" y="685620"/>
                  </a:lnTo>
                  <a:lnTo>
                    <a:pt x="5032718" y="681192"/>
                  </a:lnTo>
                  <a:lnTo>
                    <a:pt x="4960822" y="676943"/>
                  </a:lnTo>
                  <a:lnTo>
                    <a:pt x="4888926" y="672883"/>
                  </a:lnTo>
                  <a:lnTo>
                    <a:pt x="4817030" y="669024"/>
                  </a:lnTo>
                  <a:lnTo>
                    <a:pt x="4745134" y="665376"/>
                  </a:lnTo>
                  <a:lnTo>
                    <a:pt x="4673238" y="661949"/>
                  </a:lnTo>
                  <a:lnTo>
                    <a:pt x="4601342" y="658757"/>
                  </a:lnTo>
                  <a:lnTo>
                    <a:pt x="4529446" y="655809"/>
                  </a:lnTo>
                  <a:lnTo>
                    <a:pt x="4457550" y="653116"/>
                  </a:lnTo>
                  <a:lnTo>
                    <a:pt x="4385654" y="650690"/>
                  </a:lnTo>
                  <a:lnTo>
                    <a:pt x="4313758" y="648539"/>
                  </a:lnTo>
                  <a:lnTo>
                    <a:pt x="4241862" y="646674"/>
                  </a:lnTo>
                  <a:lnTo>
                    <a:pt x="4169966" y="645103"/>
                  </a:lnTo>
                  <a:lnTo>
                    <a:pt x="4098070" y="643833"/>
                  </a:lnTo>
                  <a:lnTo>
                    <a:pt x="4026174" y="642870"/>
                  </a:lnTo>
                  <a:lnTo>
                    <a:pt x="3954278" y="642220"/>
                  </a:lnTo>
                  <a:lnTo>
                    <a:pt x="3882382" y="641885"/>
                  </a:lnTo>
                  <a:lnTo>
                    <a:pt x="3810486" y="641868"/>
                  </a:lnTo>
                  <a:lnTo>
                    <a:pt x="3738590" y="642168"/>
                  </a:lnTo>
                  <a:lnTo>
                    <a:pt x="3666694" y="642785"/>
                  </a:lnTo>
                  <a:lnTo>
                    <a:pt x="3594798" y="643715"/>
                  </a:lnTo>
                  <a:lnTo>
                    <a:pt x="3522902" y="644954"/>
                  </a:lnTo>
                  <a:lnTo>
                    <a:pt x="3451007" y="646497"/>
                  </a:lnTo>
                  <a:lnTo>
                    <a:pt x="3379111" y="648336"/>
                  </a:lnTo>
                  <a:lnTo>
                    <a:pt x="3307215" y="650463"/>
                  </a:lnTo>
                  <a:lnTo>
                    <a:pt x="3235319" y="652869"/>
                  </a:lnTo>
                  <a:lnTo>
                    <a:pt x="3163423" y="655544"/>
                  </a:lnTo>
                  <a:lnTo>
                    <a:pt x="3091527" y="658478"/>
                  </a:lnTo>
                  <a:lnTo>
                    <a:pt x="3019631" y="661660"/>
                  </a:lnTo>
                  <a:lnTo>
                    <a:pt x="2947735" y="665079"/>
                  </a:lnTo>
                  <a:lnTo>
                    <a:pt x="2875839" y="668723"/>
                  </a:lnTo>
                  <a:lnTo>
                    <a:pt x="2803943" y="672583"/>
                  </a:lnTo>
                  <a:lnTo>
                    <a:pt x="2732047" y="676646"/>
                  </a:lnTo>
                  <a:lnTo>
                    <a:pt x="2660151" y="680901"/>
                  </a:lnTo>
                  <a:lnTo>
                    <a:pt x="2588255" y="685339"/>
                  </a:lnTo>
                  <a:lnTo>
                    <a:pt x="2516359" y="689949"/>
                  </a:lnTo>
                  <a:lnTo>
                    <a:pt x="2444463" y="694721"/>
                  </a:lnTo>
                  <a:lnTo>
                    <a:pt x="2372567" y="699646"/>
                  </a:lnTo>
                  <a:lnTo>
                    <a:pt x="2300671" y="704715"/>
                  </a:lnTo>
                  <a:lnTo>
                    <a:pt x="2228775" y="709920"/>
                  </a:lnTo>
                  <a:lnTo>
                    <a:pt x="2156879" y="715252"/>
                  </a:lnTo>
                  <a:lnTo>
                    <a:pt x="2084983" y="720704"/>
                  </a:lnTo>
                  <a:lnTo>
                    <a:pt x="2013087" y="726268"/>
                  </a:lnTo>
                  <a:lnTo>
                    <a:pt x="1941191" y="731938"/>
                  </a:lnTo>
                  <a:lnTo>
                    <a:pt x="1869295" y="737708"/>
                  </a:lnTo>
                  <a:lnTo>
                    <a:pt x="1797399" y="743572"/>
                  </a:lnTo>
                  <a:lnTo>
                    <a:pt x="1725503" y="749524"/>
                  </a:lnTo>
                  <a:lnTo>
                    <a:pt x="1653607" y="755559"/>
                  </a:lnTo>
                  <a:lnTo>
                    <a:pt x="1581711" y="761672"/>
                  </a:lnTo>
                  <a:lnTo>
                    <a:pt x="1509815" y="767859"/>
                  </a:lnTo>
                  <a:lnTo>
                    <a:pt x="1437919" y="774115"/>
                  </a:lnTo>
                  <a:lnTo>
                    <a:pt x="1366023" y="780436"/>
                  </a:lnTo>
                  <a:lnTo>
                    <a:pt x="1294127" y="786819"/>
                  </a:lnTo>
                  <a:lnTo>
                    <a:pt x="1222231" y="793261"/>
                  </a:lnTo>
                  <a:lnTo>
                    <a:pt x="1150335" y="799757"/>
                  </a:lnTo>
                  <a:lnTo>
                    <a:pt x="1078439" y="806305"/>
                  </a:lnTo>
                  <a:lnTo>
                    <a:pt x="1006543" y="812903"/>
                  </a:lnTo>
                  <a:lnTo>
                    <a:pt x="934647" y="819547"/>
                  </a:lnTo>
                  <a:lnTo>
                    <a:pt x="862751" y="826234"/>
                  </a:lnTo>
                  <a:lnTo>
                    <a:pt x="790855" y="832964"/>
                  </a:lnTo>
                  <a:lnTo>
                    <a:pt x="718959" y="839733"/>
                  </a:lnTo>
                  <a:lnTo>
                    <a:pt x="647063" y="846540"/>
                  </a:lnTo>
                  <a:lnTo>
                    <a:pt x="575167" y="853382"/>
                  </a:lnTo>
                  <a:lnTo>
                    <a:pt x="503271" y="860257"/>
                  </a:lnTo>
                  <a:lnTo>
                    <a:pt x="431375" y="867165"/>
                  </a:lnTo>
                  <a:lnTo>
                    <a:pt x="359479" y="874104"/>
                  </a:lnTo>
                  <a:lnTo>
                    <a:pt x="287583" y="881071"/>
                  </a:lnTo>
                  <a:lnTo>
                    <a:pt x="215687" y="888066"/>
                  </a:lnTo>
                  <a:lnTo>
                    <a:pt x="143791" y="895088"/>
                  </a:lnTo>
                  <a:lnTo>
                    <a:pt x="71895" y="902134"/>
                  </a:lnTo>
                  <a:lnTo>
                    <a:pt x="0" y="909205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56863" y="2767502"/>
              <a:ext cx="5679782" cy="263909"/>
            </a:xfrm>
            <a:custGeom>
              <a:avLst/>
              <a:gdLst/>
              <a:ahLst/>
              <a:cxnLst/>
              <a:rect l="0" t="0" r="0" b="0"/>
              <a:pathLst>
                <a:path w="5679782" h="263909">
                  <a:moveTo>
                    <a:pt x="0" y="0"/>
                  </a:moveTo>
                  <a:lnTo>
                    <a:pt x="71895" y="7005"/>
                  </a:lnTo>
                  <a:lnTo>
                    <a:pt x="143791" y="13987"/>
                  </a:lnTo>
                  <a:lnTo>
                    <a:pt x="215687" y="20944"/>
                  </a:lnTo>
                  <a:lnTo>
                    <a:pt x="287583" y="27874"/>
                  </a:lnTo>
                  <a:lnTo>
                    <a:pt x="359479" y="34777"/>
                  </a:lnTo>
                  <a:lnTo>
                    <a:pt x="431375" y="41651"/>
                  </a:lnTo>
                  <a:lnTo>
                    <a:pt x="503271" y="48494"/>
                  </a:lnTo>
                  <a:lnTo>
                    <a:pt x="575167" y="55305"/>
                  </a:lnTo>
                  <a:lnTo>
                    <a:pt x="647063" y="62083"/>
                  </a:lnTo>
                  <a:lnTo>
                    <a:pt x="718959" y="68825"/>
                  </a:lnTo>
                  <a:lnTo>
                    <a:pt x="790855" y="75529"/>
                  </a:lnTo>
                  <a:lnTo>
                    <a:pt x="862751" y="82194"/>
                  </a:lnTo>
                  <a:lnTo>
                    <a:pt x="934647" y="88817"/>
                  </a:lnTo>
                  <a:lnTo>
                    <a:pt x="1006543" y="95396"/>
                  </a:lnTo>
                  <a:lnTo>
                    <a:pt x="1078439" y="101929"/>
                  </a:lnTo>
                  <a:lnTo>
                    <a:pt x="1150335" y="108413"/>
                  </a:lnTo>
                  <a:lnTo>
                    <a:pt x="1222231" y="114844"/>
                  </a:lnTo>
                  <a:lnTo>
                    <a:pt x="1294127" y="121221"/>
                  </a:lnTo>
                  <a:lnTo>
                    <a:pt x="1366023" y="127539"/>
                  </a:lnTo>
                  <a:lnTo>
                    <a:pt x="1437919" y="133796"/>
                  </a:lnTo>
                  <a:lnTo>
                    <a:pt x="1509815" y="139988"/>
                  </a:lnTo>
                  <a:lnTo>
                    <a:pt x="1581711" y="146110"/>
                  </a:lnTo>
                  <a:lnTo>
                    <a:pt x="1653607" y="152158"/>
                  </a:lnTo>
                  <a:lnTo>
                    <a:pt x="1725503" y="158128"/>
                  </a:lnTo>
                  <a:lnTo>
                    <a:pt x="1797399" y="164016"/>
                  </a:lnTo>
                  <a:lnTo>
                    <a:pt x="1869295" y="169815"/>
                  </a:lnTo>
                  <a:lnTo>
                    <a:pt x="1941191" y="175520"/>
                  </a:lnTo>
                  <a:lnTo>
                    <a:pt x="2013087" y="181126"/>
                  </a:lnTo>
                  <a:lnTo>
                    <a:pt x="2084983" y="186625"/>
                  </a:lnTo>
                  <a:lnTo>
                    <a:pt x="2156879" y="192012"/>
                  </a:lnTo>
                  <a:lnTo>
                    <a:pt x="2228775" y="197280"/>
                  </a:lnTo>
                  <a:lnTo>
                    <a:pt x="2300671" y="202420"/>
                  </a:lnTo>
                  <a:lnTo>
                    <a:pt x="2372567" y="207424"/>
                  </a:lnTo>
                  <a:lnTo>
                    <a:pt x="2444463" y="212284"/>
                  </a:lnTo>
                  <a:lnTo>
                    <a:pt x="2516359" y="216992"/>
                  </a:lnTo>
                  <a:lnTo>
                    <a:pt x="2588255" y="221537"/>
                  </a:lnTo>
                  <a:lnTo>
                    <a:pt x="2660151" y="225910"/>
                  </a:lnTo>
                  <a:lnTo>
                    <a:pt x="2732047" y="230101"/>
                  </a:lnTo>
                  <a:lnTo>
                    <a:pt x="2803943" y="234100"/>
                  </a:lnTo>
                  <a:lnTo>
                    <a:pt x="2875839" y="237894"/>
                  </a:lnTo>
                  <a:lnTo>
                    <a:pt x="2947735" y="241474"/>
                  </a:lnTo>
                  <a:lnTo>
                    <a:pt x="3019631" y="244829"/>
                  </a:lnTo>
                  <a:lnTo>
                    <a:pt x="3091527" y="247946"/>
                  </a:lnTo>
                  <a:lnTo>
                    <a:pt x="3163423" y="250815"/>
                  </a:lnTo>
                  <a:lnTo>
                    <a:pt x="3235319" y="253426"/>
                  </a:lnTo>
                  <a:lnTo>
                    <a:pt x="3307215" y="255767"/>
                  </a:lnTo>
                  <a:lnTo>
                    <a:pt x="3379111" y="257829"/>
                  </a:lnTo>
                  <a:lnTo>
                    <a:pt x="3451007" y="259603"/>
                  </a:lnTo>
                  <a:lnTo>
                    <a:pt x="3522902" y="261081"/>
                  </a:lnTo>
                  <a:lnTo>
                    <a:pt x="3594798" y="262256"/>
                  </a:lnTo>
                  <a:lnTo>
                    <a:pt x="3666694" y="263121"/>
                  </a:lnTo>
                  <a:lnTo>
                    <a:pt x="3738590" y="263673"/>
                  </a:lnTo>
                  <a:lnTo>
                    <a:pt x="3810486" y="263909"/>
                  </a:lnTo>
                  <a:lnTo>
                    <a:pt x="3882382" y="263827"/>
                  </a:lnTo>
                  <a:lnTo>
                    <a:pt x="3954278" y="263428"/>
                  </a:lnTo>
                  <a:lnTo>
                    <a:pt x="4026174" y="262713"/>
                  </a:lnTo>
                  <a:lnTo>
                    <a:pt x="4098070" y="261685"/>
                  </a:lnTo>
                  <a:lnTo>
                    <a:pt x="4169966" y="260350"/>
                  </a:lnTo>
                  <a:lnTo>
                    <a:pt x="4241862" y="258715"/>
                  </a:lnTo>
                  <a:lnTo>
                    <a:pt x="4313758" y="256785"/>
                  </a:lnTo>
                  <a:lnTo>
                    <a:pt x="4385654" y="254570"/>
                  </a:lnTo>
                  <a:lnTo>
                    <a:pt x="4457550" y="252078"/>
                  </a:lnTo>
                  <a:lnTo>
                    <a:pt x="4529446" y="249321"/>
                  </a:lnTo>
                  <a:lnTo>
                    <a:pt x="4601342" y="246309"/>
                  </a:lnTo>
                  <a:lnTo>
                    <a:pt x="4673238" y="243051"/>
                  </a:lnTo>
                  <a:lnTo>
                    <a:pt x="4745134" y="239561"/>
                  </a:lnTo>
                  <a:lnTo>
                    <a:pt x="4817030" y="235848"/>
                  </a:lnTo>
                  <a:lnTo>
                    <a:pt x="4888926" y="231924"/>
                  </a:lnTo>
                  <a:lnTo>
                    <a:pt x="4960822" y="227799"/>
                  </a:lnTo>
                  <a:lnTo>
                    <a:pt x="5032718" y="223485"/>
                  </a:lnTo>
                  <a:lnTo>
                    <a:pt x="5104614" y="218993"/>
                  </a:lnTo>
                  <a:lnTo>
                    <a:pt x="5176510" y="214331"/>
                  </a:lnTo>
                  <a:lnTo>
                    <a:pt x="5248406" y="209510"/>
                  </a:lnTo>
                  <a:lnTo>
                    <a:pt x="5320302" y="204539"/>
                  </a:lnTo>
                  <a:lnTo>
                    <a:pt x="5392198" y="199427"/>
                  </a:lnTo>
                  <a:lnTo>
                    <a:pt x="5464094" y="194182"/>
                  </a:lnTo>
                  <a:lnTo>
                    <a:pt x="5535990" y="188812"/>
                  </a:lnTo>
                  <a:lnTo>
                    <a:pt x="5607886" y="183324"/>
                  </a:lnTo>
                  <a:lnTo>
                    <a:pt x="5679782" y="17772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1256863" y="3409370"/>
              <a:ext cx="5679782" cy="267337"/>
            </a:xfrm>
            <a:custGeom>
              <a:avLst/>
              <a:gdLst/>
              <a:ahLst/>
              <a:cxnLst/>
              <a:rect l="0" t="0" r="0" b="0"/>
              <a:pathLst>
                <a:path w="5679782" h="267337">
                  <a:moveTo>
                    <a:pt x="5679782" y="84502"/>
                  </a:moveTo>
                  <a:lnTo>
                    <a:pt x="5607886" y="78968"/>
                  </a:lnTo>
                  <a:lnTo>
                    <a:pt x="5535990" y="73545"/>
                  </a:lnTo>
                  <a:lnTo>
                    <a:pt x="5464094" y="68239"/>
                  </a:lnTo>
                  <a:lnTo>
                    <a:pt x="5392198" y="63059"/>
                  </a:lnTo>
                  <a:lnTo>
                    <a:pt x="5320302" y="58011"/>
                  </a:lnTo>
                  <a:lnTo>
                    <a:pt x="5248406" y="53105"/>
                  </a:lnTo>
                  <a:lnTo>
                    <a:pt x="5176510" y="48349"/>
                  </a:lnTo>
                  <a:lnTo>
                    <a:pt x="5104614" y="43752"/>
                  </a:lnTo>
                  <a:lnTo>
                    <a:pt x="5032718" y="39324"/>
                  </a:lnTo>
                  <a:lnTo>
                    <a:pt x="4960822" y="35075"/>
                  </a:lnTo>
                  <a:lnTo>
                    <a:pt x="4888926" y="31015"/>
                  </a:lnTo>
                  <a:lnTo>
                    <a:pt x="4817030" y="27156"/>
                  </a:lnTo>
                  <a:lnTo>
                    <a:pt x="4745134" y="23507"/>
                  </a:lnTo>
                  <a:lnTo>
                    <a:pt x="4673238" y="20081"/>
                  </a:lnTo>
                  <a:lnTo>
                    <a:pt x="4601342" y="16889"/>
                  </a:lnTo>
                  <a:lnTo>
                    <a:pt x="4529446" y="13941"/>
                  </a:lnTo>
                  <a:lnTo>
                    <a:pt x="4457550" y="11248"/>
                  </a:lnTo>
                  <a:lnTo>
                    <a:pt x="4385654" y="8822"/>
                  </a:lnTo>
                  <a:lnTo>
                    <a:pt x="4313758" y="6671"/>
                  </a:lnTo>
                  <a:lnTo>
                    <a:pt x="4241862" y="4806"/>
                  </a:lnTo>
                  <a:lnTo>
                    <a:pt x="4169966" y="3235"/>
                  </a:lnTo>
                  <a:lnTo>
                    <a:pt x="4098070" y="1965"/>
                  </a:lnTo>
                  <a:lnTo>
                    <a:pt x="4026174" y="1002"/>
                  </a:lnTo>
                  <a:lnTo>
                    <a:pt x="3954278" y="352"/>
                  </a:lnTo>
                  <a:lnTo>
                    <a:pt x="3882382" y="17"/>
                  </a:lnTo>
                  <a:lnTo>
                    <a:pt x="3810486" y="0"/>
                  </a:lnTo>
                  <a:lnTo>
                    <a:pt x="3738590" y="300"/>
                  </a:lnTo>
                  <a:lnTo>
                    <a:pt x="3666694" y="917"/>
                  </a:lnTo>
                  <a:lnTo>
                    <a:pt x="3594798" y="1847"/>
                  </a:lnTo>
                  <a:lnTo>
                    <a:pt x="3522902" y="3086"/>
                  </a:lnTo>
                  <a:lnTo>
                    <a:pt x="3451007" y="4629"/>
                  </a:lnTo>
                  <a:lnTo>
                    <a:pt x="3379111" y="6467"/>
                  </a:lnTo>
                  <a:lnTo>
                    <a:pt x="3307215" y="8594"/>
                  </a:lnTo>
                  <a:lnTo>
                    <a:pt x="3235319" y="11000"/>
                  </a:lnTo>
                  <a:lnTo>
                    <a:pt x="3163423" y="13675"/>
                  </a:lnTo>
                  <a:lnTo>
                    <a:pt x="3091527" y="16609"/>
                  </a:lnTo>
                  <a:lnTo>
                    <a:pt x="3019631" y="19791"/>
                  </a:lnTo>
                  <a:lnTo>
                    <a:pt x="2947735" y="23210"/>
                  </a:lnTo>
                  <a:lnTo>
                    <a:pt x="2875839" y="26855"/>
                  </a:lnTo>
                  <a:lnTo>
                    <a:pt x="2803943" y="30714"/>
                  </a:lnTo>
                  <a:lnTo>
                    <a:pt x="2732047" y="34777"/>
                  </a:lnTo>
                  <a:lnTo>
                    <a:pt x="2660151" y="39033"/>
                  </a:lnTo>
                  <a:lnTo>
                    <a:pt x="2588255" y="43471"/>
                  </a:lnTo>
                  <a:lnTo>
                    <a:pt x="2516359" y="48081"/>
                  </a:lnTo>
                  <a:lnTo>
                    <a:pt x="2444463" y="52853"/>
                  </a:lnTo>
                  <a:lnTo>
                    <a:pt x="2372567" y="57778"/>
                  </a:lnTo>
                  <a:lnTo>
                    <a:pt x="2300671" y="62847"/>
                  </a:lnTo>
                  <a:lnTo>
                    <a:pt x="2228775" y="68052"/>
                  </a:lnTo>
                  <a:lnTo>
                    <a:pt x="2156879" y="73383"/>
                  </a:lnTo>
                  <a:lnTo>
                    <a:pt x="2084983" y="78835"/>
                  </a:lnTo>
                  <a:lnTo>
                    <a:pt x="2013087" y="84400"/>
                  </a:lnTo>
                  <a:lnTo>
                    <a:pt x="1941191" y="90070"/>
                  </a:lnTo>
                  <a:lnTo>
                    <a:pt x="1869295" y="95840"/>
                  </a:lnTo>
                  <a:lnTo>
                    <a:pt x="1797399" y="101704"/>
                  </a:lnTo>
                  <a:lnTo>
                    <a:pt x="1725503" y="107656"/>
                  </a:lnTo>
                  <a:lnTo>
                    <a:pt x="1653607" y="113691"/>
                  </a:lnTo>
                  <a:lnTo>
                    <a:pt x="1581711" y="119804"/>
                  </a:lnTo>
                  <a:lnTo>
                    <a:pt x="1509815" y="125990"/>
                  </a:lnTo>
                  <a:lnTo>
                    <a:pt x="1437919" y="132247"/>
                  </a:lnTo>
                  <a:lnTo>
                    <a:pt x="1366023" y="138568"/>
                  </a:lnTo>
                  <a:lnTo>
                    <a:pt x="1294127" y="144951"/>
                  </a:lnTo>
                  <a:lnTo>
                    <a:pt x="1222231" y="151392"/>
                  </a:lnTo>
                  <a:lnTo>
                    <a:pt x="1150335" y="157889"/>
                  </a:lnTo>
                  <a:lnTo>
                    <a:pt x="1078439" y="164437"/>
                  </a:lnTo>
                  <a:lnTo>
                    <a:pt x="1006543" y="171034"/>
                  </a:lnTo>
                  <a:lnTo>
                    <a:pt x="934647" y="177678"/>
                  </a:lnTo>
                  <a:lnTo>
                    <a:pt x="862751" y="184366"/>
                  </a:lnTo>
                  <a:lnTo>
                    <a:pt x="790855" y="191096"/>
                  </a:lnTo>
                  <a:lnTo>
                    <a:pt x="718959" y="197865"/>
                  </a:lnTo>
                  <a:lnTo>
                    <a:pt x="647063" y="204671"/>
                  </a:lnTo>
                  <a:lnTo>
                    <a:pt x="575167" y="211513"/>
                  </a:lnTo>
                  <a:lnTo>
                    <a:pt x="503271" y="218389"/>
                  </a:lnTo>
                  <a:lnTo>
                    <a:pt x="431375" y="225297"/>
                  </a:lnTo>
                  <a:lnTo>
                    <a:pt x="359479" y="232236"/>
                  </a:lnTo>
                  <a:lnTo>
                    <a:pt x="287583" y="239203"/>
                  </a:lnTo>
                  <a:lnTo>
                    <a:pt x="215687" y="246198"/>
                  </a:lnTo>
                  <a:lnTo>
                    <a:pt x="143791" y="253220"/>
                  </a:lnTo>
                  <a:lnTo>
                    <a:pt x="71895" y="260266"/>
                  </a:lnTo>
                  <a:lnTo>
                    <a:pt x="0" y="26733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1256863" y="3219550"/>
              <a:ext cx="5679782" cy="2554"/>
            </a:xfrm>
            <a:custGeom>
              <a:avLst/>
              <a:gdLst/>
              <a:ahLst/>
              <a:cxnLst/>
              <a:rect l="0" t="0" r="0" b="0"/>
              <a:pathLst>
                <a:path w="5679782" h="2554">
                  <a:moveTo>
                    <a:pt x="0" y="2554"/>
                  </a:moveTo>
                  <a:lnTo>
                    <a:pt x="71895" y="2522"/>
                  </a:lnTo>
                  <a:lnTo>
                    <a:pt x="143791" y="2489"/>
                  </a:lnTo>
                  <a:lnTo>
                    <a:pt x="215687" y="2457"/>
                  </a:lnTo>
                  <a:lnTo>
                    <a:pt x="287583" y="2425"/>
                  </a:lnTo>
                  <a:lnTo>
                    <a:pt x="359479" y="2392"/>
                  </a:lnTo>
                  <a:lnTo>
                    <a:pt x="431375" y="2360"/>
                  </a:lnTo>
                  <a:lnTo>
                    <a:pt x="503271" y="2328"/>
                  </a:lnTo>
                  <a:lnTo>
                    <a:pt x="575167" y="2295"/>
                  </a:lnTo>
                  <a:lnTo>
                    <a:pt x="647063" y="2263"/>
                  </a:lnTo>
                  <a:lnTo>
                    <a:pt x="718959" y="2231"/>
                  </a:lnTo>
                  <a:lnTo>
                    <a:pt x="790855" y="2198"/>
                  </a:lnTo>
                  <a:lnTo>
                    <a:pt x="862751" y="2166"/>
                  </a:lnTo>
                  <a:lnTo>
                    <a:pt x="934647" y="2134"/>
                  </a:lnTo>
                  <a:lnTo>
                    <a:pt x="1006543" y="2101"/>
                  </a:lnTo>
                  <a:lnTo>
                    <a:pt x="1078439" y="2069"/>
                  </a:lnTo>
                  <a:lnTo>
                    <a:pt x="1150335" y="2037"/>
                  </a:lnTo>
                  <a:lnTo>
                    <a:pt x="1222231" y="2004"/>
                  </a:lnTo>
                  <a:lnTo>
                    <a:pt x="1294127" y="1972"/>
                  </a:lnTo>
                  <a:lnTo>
                    <a:pt x="1366023" y="1940"/>
                  </a:lnTo>
                  <a:lnTo>
                    <a:pt x="1437919" y="1907"/>
                  </a:lnTo>
                  <a:lnTo>
                    <a:pt x="1509815" y="1875"/>
                  </a:lnTo>
                  <a:lnTo>
                    <a:pt x="1581711" y="1843"/>
                  </a:lnTo>
                  <a:lnTo>
                    <a:pt x="1653607" y="1810"/>
                  </a:lnTo>
                  <a:lnTo>
                    <a:pt x="1725503" y="1778"/>
                  </a:lnTo>
                  <a:lnTo>
                    <a:pt x="1797399" y="1746"/>
                  </a:lnTo>
                  <a:lnTo>
                    <a:pt x="1869295" y="1713"/>
                  </a:lnTo>
                  <a:lnTo>
                    <a:pt x="1941191" y="1681"/>
                  </a:lnTo>
                  <a:lnTo>
                    <a:pt x="2013087" y="1649"/>
                  </a:lnTo>
                  <a:lnTo>
                    <a:pt x="2084983" y="1616"/>
                  </a:lnTo>
                  <a:lnTo>
                    <a:pt x="2156879" y="1584"/>
                  </a:lnTo>
                  <a:lnTo>
                    <a:pt x="2228775" y="1552"/>
                  </a:lnTo>
                  <a:lnTo>
                    <a:pt x="2300671" y="1519"/>
                  </a:lnTo>
                  <a:lnTo>
                    <a:pt x="2372567" y="1487"/>
                  </a:lnTo>
                  <a:lnTo>
                    <a:pt x="2444463" y="1455"/>
                  </a:lnTo>
                  <a:lnTo>
                    <a:pt x="2516359" y="1422"/>
                  </a:lnTo>
                  <a:lnTo>
                    <a:pt x="2588255" y="1390"/>
                  </a:lnTo>
                  <a:lnTo>
                    <a:pt x="2660151" y="1358"/>
                  </a:lnTo>
                  <a:lnTo>
                    <a:pt x="2732047" y="1325"/>
                  </a:lnTo>
                  <a:lnTo>
                    <a:pt x="2803943" y="1293"/>
                  </a:lnTo>
                  <a:lnTo>
                    <a:pt x="2875839" y="1261"/>
                  </a:lnTo>
                  <a:lnTo>
                    <a:pt x="2947735" y="1228"/>
                  </a:lnTo>
                  <a:lnTo>
                    <a:pt x="3019631" y="1196"/>
                  </a:lnTo>
                  <a:lnTo>
                    <a:pt x="3091527" y="1164"/>
                  </a:lnTo>
                  <a:lnTo>
                    <a:pt x="3163423" y="1131"/>
                  </a:lnTo>
                  <a:lnTo>
                    <a:pt x="3235319" y="1099"/>
                  </a:lnTo>
                  <a:lnTo>
                    <a:pt x="3307215" y="1067"/>
                  </a:lnTo>
                  <a:lnTo>
                    <a:pt x="3379111" y="1034"/>
                  </a:lnTo>
                  <a:lnTo>
                    <a:pt x="3451007" y="1002"/>
                  </a:lnTo>
                  <a:lnTo>
                    <a:pt x="3522902" y="970"/>
                  </a:lnTo>
                  <a:lnTo>
                    <a:pt x="3594798" y="937"/>
                  </a:lnTo>
                  <a:lnTo>
                    <a:pt x="3666694" y="905"/>
                  </a:lnTo>
                  <a:lnTo>
                    <a:pt x="3738590" y="873"/>
                  </a:lnTo>
                  <a:lnTo>
                    <a:pt x="3810486" y="840"/>
                  </a:lnTo>
                  <a:lnTo>
                    <a:pt x="3882382" y="808"/>
                  </a:lnTo>
                  <a:lnTo>
                    <a:pt x="3954278" y="776"/>
                  </a:lnTo>
                  <a:lnTo>
                    <a:pt x="4026174" y="743"/>
                  </a:lnTo>
                  <a:lnTo>
                    <a:pt x="4098070" y="711"/>
                  </a:lnTo>
                  <a:lnTo>
                    <a:pt x="4169966" y="679"/>
                  </a:lnTo>
                  <a:lnTo>
                    <a:pt x="4241862" y="646"/>
                  </a:lnTo>
                  <a:lnTo>
                    <a:pt x="4313758" y="614"/>
                  </a:lnTo>
                  <a:lnTo>
                    <a:pt x="4385654" y="582"/>
                  </a:lnTo>
                  <a:lnTo>
                    <a:pt x="4457550" y="549"/>
                  </a:lnTo>
                  <a:lnTo>
                    <a:pt x="4529446" y="517"/>
                  </a:lnTo>
                  <a:lnTo>
                    <a:pt x="4601342" y="485"/>
                  </a:lnTo>
                  <a:lnTo>
                    <a:pt x="4673238" y="452"/>
                  </a:lnTo>
                  <a:lnTo>
                    <a:pt x="4745134" y="420"/>
                  </a:lnTo>
                  <a:lnTo>
                    <a:pt x="4817030" y="388"/>
                  </a:lnTo>
                  <a:lnTo>
                    <a:pt x="4888926" y="355"/>
                  </a:lnTo>
                  <a:lnTo>
                    <a:pt x="4960822" y="323"/>
                  </a:lnTo>
                  <a:lnTo>
                    <a:pt x="5032718" y="291"/>
                  </a:lnTo>
                  <a:lnTo>
                    <a:pt x="5104614" y="258"/>
                  </a:lnTo>
                  <a:lnTo>
                    <a:pt x="5176510" y="226"/>
                  </a:lnTo>
                  <a:lnTo>
                    <a:pt x="5248406" y="194"/>
                  </a:lnTo>
                  <a:lnTo>
                    <a:pt x="5320302" y="161"/>
                  </a:lnTo>
                  <a:lnTo>
                    <a:pt x="5392198" y="129"/>
                  </a:lnTo>
                  <a:lnTo>
                    <a:pt x="5464094" y="97"/>
                  </a:lnTo>
                  <a:lnTo>
                    <a:pt x="5535990" y="64"/>
                  </a:lnTo>
                  <a:lnTo>
                    <a:pt x="5607886" y="32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t62"/>
            <p:cNvSpPr/>
            <p:nvPr/>
          </p:nvSpPr>
          <p:spPr>
            <a:xfrm>
              <a:off x="5166968" y="450459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t63"/>
            <p:cNvSpPr/>
            <p:nvPr/>
          </p:nvSpPr>
          <p:spPr>
            <a:xfrm>
              <a:off x="5166968" y="429914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t64"/>
            <p:cNvSpPr/>
            <p:nvPr/>
          </p:nvSpPr>
          <p:spPr>
            <a:xfrm>
              <a:off x="5166968" y="42989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t65"/>
            <p:cNvSpPr/>
            <p:nvPr/>
          </p:nvSpPr>
          <p:spPr>
            <a:xfrm>
              <a:off x="1198161" y="379853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t66"/>
            <p:cNvSpPr/>
            <p:nvPr/>
          </p:nvSpPr>
          <p:spPr>
            <a:xfrm>
              <a:off x="1198161" y="37049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t67"/>
            <p:cNvSpPr/>
            <p:nvPr/>
          </p:nvSpPr>
          <p:spPr>
            <a:xfrm>
              <a:off x="1198161" y="37511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t68"/>
            <p:cNvSpPr/>
            <p:nvPr/>
          </p:nvSpPr>
          <p:spPr>
            <a:xfrm>
              <a:off x="6045555" y="420767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t69"/>
            <p:cNvSpPr/>
            <p:nvPr/>
          </p:nvSpPr>
          <p:spPr>
            <a:xfrm>
              <a:off x="6045555" y="36496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t70"/>
            <p:cNvSpPr/>
            <p:nvPr/>
          </p:nvSpPr>
          <p:spPr>
            <a:xfrm>
              <a:off x="6045555" y="39357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t71"/>
            <p:cNvSpPr/>
            <p:nvPr/>
          </p:nvSpPr>
          <p:spPr>
            <a:xfrm>
              <a:off x="5739722" y="45958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t72"/>
            <p:cNvSpPr/>
            <p:nvPr/>
          </p:nvSpPr>
          <p:spPr>
            <a:xfrm>
              <a:off x="5739722" y="41396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t73"/>
            <p:cNvSpPr/>
            <p:nvPr/>
          </p:nvSpPr>
          <p:spPr>
            <a:xfrm>
              <a:off x="5739722" y="44766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t74"/>
            <p:cNvSpPr/>
            <p:nvPr/>
          </p:nvSpPr>
          <p:spPr>
            <a:xfrm>
              <a:off x="6407870" y="33359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t75"/>
            <p:cNvSpPr/>
            <p:nvPr/>
          </p:nvSpPr>
          <p:spPr>
            <a:xfrm>
              <a:off x="6407870" y="36051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t76"/>
            <p:cNvSpPr/>
            <p:nvPr/>
          </p:nvSpPr>
          <p:spPr>
            <a:xfrm>
              <a:off x="6407870" y="36471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t77"/>
            <p:cNvSpPr/>
            <p:nvPr/>
          </p:nvSpPr>
          <p:spPr>
            <a:xfrm>
              <a:off x="3349796" y="36056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t78"/>
            <p:cNvSpPr/>
            <p:nvPr/>
          </p:nvSpPr>
          <p:spPr>
            <a:xfrm>
              <a:off x="3349796" y="384620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t79"/>
            <p:cNvSpPr/>
            <p:nvPr/>
          </p:nvSpPr>
          <p:spPr>
            <a:xfrm>
              <a:off x="3349796" y="39673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t80"/>
            <p:cNvSpPr/>
            <p:nvPr/>
          </p:nvSpPr>
          <p:spPr>
            <a:xfrm>
              <a:off x="5480870" y="528688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t81"/>
            <p:cNvSpPr/>
            <p:nvPr/>
          </p:nvSpPr>
          <p:spPr>
            <a:xfrm>
              <a:off x="5480870" y="54905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t82"/>
            <p:cNvSpPr/>
            <p:nvPr/>
          </p:nvSpPr>
          <p:spPr>
            <a:xfrm>
              <a:off x="5480870" y="532497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6877943" y="541420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t84"/>
            <p:cNvSpPr/>
            <p:nvPr/>
          </p:nvSpPr>
          <p:spPr>
            <a:xfrm>
              <a:off x="6877943" y="53244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6877943" y="54190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1256863" y="3081721"/>
              <a:ext cx="5679782" cy="1998592"/>
            </a:xfrm>
            <a:custGeom>
              <a:avLst/>
              <a:gdLst/>
              <a:ahLst/>
              <a:cxnLst/>
              <a:rect l="0" t="0" r="0" b="0"/>
              <a:pathLst>
                <a:path w="5679782" h="1998592">
                  <a:moveTo>
                    <a:pt x="0" y="0"/>
                  </a:moveTo>
                  <a:lnTo>
                    <a:pt x="71895" y="22118"/>
                  </a:lnTo>
                  <a:lnTo>
                    <a:pt x="143791" y="44201"/>
                  </a:lnTo>
                  <a:lnTo>
                    <a:pt x="215687" y="66248"/>
                  </a:lnTo>
                  <a:lnTo>
                    <a:pt x="287583" y="88257"/>
                  </a:lnTo>
                  <a:lnTo>
                    <a:pt x="359479" y="110226"/>
                  </a:lnTo>
                  <a:lnTo>
                    <a:pt x="431375" y="132152"/>
                  </a:lnTo>
                  <a:lnTo>
                    <a:pt x="503271" y="154035"/>
                  </a:lnTo>
                  <a:lnTo>
                    <a:pt x="575167" y="175870"/>
                  </a:lnTo>
                  <a:lnTo>
                    <a:pt x="647063" y="197657"/>
                  </a:lnTo>
                  <a:lnTo>
                    <a:pt x="718959" y="219391"/>
                  </a:lnTo>
                  <a:lnTo>
                    <a:pt x="790855" y="241072"/>
                  </a:lnTo>
                  <a:lnTo>
                    <a:pt x="862751" y="262695"/>
                  </a:lnTo>
                  <a:lnTo>
                    <a:pt x="934647" y="284257"/>
                  </a:lnTo>
                  <a:lnTo>
                    <a:pt x="1006543" y="305756"/>
                  </a:lnTo>
                  <a:lnTo>
                    <a:pt x="1078439" y="327186"/>
                  </a:lnTo>
                  <a:lnTo>
                    <a:pt x="1150335" y="348546"/>
                  </a:lnTo>
                  <a:lnTo>
                    <a:pt x="1222231" y="369830"/>
                  </a:lnTo>
                  <a:lnTo>
                    <a:pt x="1294127" y="391034"/>
                  </a:lnTo>
                  <a:lnTo>
                    <a:pt x="1366023" y="412154"/>
                  </a:lnTo>
                  <a:lnTo>
                    <a:pt x="1437919" y="433184"/>
                  </a:lnTo>
                  <a:lnTo>
                    <a:pt x="1509815" y="454119"/>
                  </a:lnTo>
                  <a:lnTo>
                    <a:pt x="1581711" y="474953"/>
                  </a:lnTo>
                  <a:lnTo>
                    <a:pt x="1653607" y="495680"/>
                  </a:lnTo>
                  <a:lnTo>
                    <a:pt x="1725503" y="516294"/>
                  </a:lnTo>
                  <a:lnTo>
                    <a:pt x="1797399" y="536787"/>
                  </a:lnTo>
                  <a:lnTo>
                    <a:pt x="1869295" y="557152"/>
                  </a:lnTo>
                  <a:lnTo>
                    <a:pt x="1941191" y="577381"/>
                  </a:lnTo>
                  <a:lnTo>
                    <a:pt x="2013087" y="597465"/>
                  </a:lnTo>
                  <a:lnTo>
                    <a:pt x="2084983" y="617395"/>
                  </a:lnTo>
                  <a:lnTo>
                    <a:pt x="2156879" y="637161"/>
                  </a:lnTo>
                  <a:lnTo>
                    <a:pt x="2228775" y="656753"/>
                  </a:lnTo>
                  <a:lnTo>
                    <a:pt x="2300671" y="676160"/>
                  </a:lnTo>
                  <a:lnTo>
                    <a:pt x="2372567" y="695370"/>
                  </a:lnTo>
                  <a:lnTo>
                    <a:pt x="2444463" y="714371"/>
                  </a:lnTo>
                  <a:lnTo>
                    <a:pt x="2516359" y="733150"/>
                  </a:lnTo>
                  <a:lnTo>
                    <a:pt x="2588255" y="751693"/>
                  </a:lnTo>
                  <a:lnTo>
                    <a:pt x="2660151" y="769986"/>
                  </a:lnTo>
                  <a:lnTo>
                    <a:pt x="2732047" y="788015"/>
                  </a:lnTo>
                  <a:lnTo>
                    <a:pt x="2803943" y="805763"/>
                  </a:lnTo>
                  <a:lnTo>
                    <a:pt x="2875839" y="823216"/>
                  </a:lnTo>
                  <a:lnTo>
                    <a:pt x="2947735" y="840356"/>
                  </a:lnTo>
                  <a:lnTo>
                    <a:pt x="3019631" y="857169"/>
                  </a:lnTo>
                  <a:lnTo>
                    <a:pt x="3091527" y="873637"/>
                  </a:lnTo>
                  <a:lnTo>
                    <a:pt x="3163423" y="889745"/>
                  </a:lnTo>
                  <a:lnTo>
                    <a:pt x="3235319" y="905477"/>
                  </a:lnTo>
                  <a:lnTo>
                    <a:pt x="3307215" y="920818"/>
                  </a:lnTo>
                  <a:lnTo>
                    <a:pt x="3379111" y="935753"/>
                  </a:lnTo>
                  <a:lnTo>
                    <a:pt x="3451007" y="950269"/>
                  </a:lnTo>
                  <a:lnTo>
                    <a:pt x="3522902" y="964355"/>
                  </a:lnTo>
                  <a:lnTo>
                    <a:pt x="3594798" y="978001"/>
                  </a:lnTo>
                  <a:lnTo>
                    <a:pt x="3666694" y="991197"/>
                  </a:lnTo>
                  <a:lnTo>
                    <a:pt x="3738590" y="1003938"/>
                  </a:lnTo>
                  <a:lnTo>
                    <a:pt x="3810486" y="1016220"/>
                  </a:lnTo>
                  <a:lnTo>
                    <a:pt x="3882382" y="1028039"/>
                  </a:lnTo>
                  <a:lnTo>
                    <a:pt x="3954278" y="1039397"/>
                  </a:lnTo>
                  <a:lnTo>
                    <a:pt x="4026174" y="1050297"/>
                  </a:lnTo>
                  <a:lnTo>
                    <a:pt x="4098070" y="1060743"/>
                  </a:lnTo>
                  <a:lnTo>
                    <a:pt x="4169966" y="1070743"/>
                  </a:lnTo>
                  <a:lnTo>
                    <a:pt x="4241862" y="1080304"/>
                  </a:lnTo>
                  <a:lnTo>
                    <a:pt x="4313758" y="1089439"/>
                  </a:lnTo>
                  <a:lnTo>
                    <a:pt x="4385654" y="1098159"/>
                  </a:lnTo>
                  <a:lnTo>
                    <a:pt x="4457550" y="1106478"/>
                  </a:lnTo>
                  <a:lnTo>
                    <a:pt x="4529446" y="1114411"/>
                  </a:lnTo>
                  <a:lnTo>
                    <a:pt x="4601342" y="1121972"/>
                  </a:lnTo>
                  <a:lnTo>
                    <a:pt x="4673238" y="1129178"/>
                  </a:lnTo>
                  <a:lnTo>
                    <a:pt x="4745134" y="1136045"/>
                  </a:lnTo>
                  <a:lnTo>
                    <a:pt x="4817030" y="1142588"/>
                  </a:lnTo>
                  <a:lnTo>
                    <a:pt x="4888926" y="1148825"/>
                  </a:lnTo>
                  <a:lnTo>
                    <a:pt x="4960822" y="1154771"/>
                  </a:lnTo>
                  <a:lnTo>
                    <a:pt x="5032718" y="1160442"/>
                  </a:lnTo>
                  <a:lnTo>
                    <a:pt x="5104614" y="1165853"/>
                  </a:lnTo>
                  <a:lnTo>
                    <a:pt x="5176510" y="1171018"/>
                  </a:lnTo>
                  <a:lnTo>
                    <a:pt x="5248406" y="1175952"/>
                  </a:lnTo>
                  <a:lnTo>
                    <a:pt x="5320302" y="1180668"/>
                  </a:lnTo>
                  <a:lnTo>
                    <a:pt x="5392198" y="1185178"/>
                  </a:lnTo>
                  <a:lnTo>
                    <a:pt x="5464094" y="1189496"/>
                  </a:lnTo>
                  <a:lnTo>
                    <a:pt x="5535990" y="1193632"/>
                  </a:lnTo>
                  <a:lnTo>
                    <a:pt x="5607886" y="1197597"/>
                  </a:lnTo>
                  <a:lnTo>
                    <a:pt x="5679782" y="1201401"/>
                  </a:lnTo>
                  <a:lnTo>
                    <a:pt x="5679782" y="1998592"/>
                  </a:lnTo>
                  <a:lnTo>
                    <a:pt x="5607886" y="1978612"/>
                  </a:lnTo>
                  <a:lnTo>
                    <a:pt x="5535990" y="1958794"/>
                  </a:lnTo>
                  <a:lnTo>
                    <a:pt x="5464094" y="1939146"/>
                  </a:lnTo>
                  <a:lnTo>
                    <a:pt x="5392198" y="1919680"/>
                  </a:lnTo>
                  <a:lnTo>
                    <a:pt x="5320302" y="1900407"/>
                  </a:lnTo>
                  <a:lnTo>
                    <a:pt x="5248406" y="1881339"/>
                  </a:lnTo>
                  <a:lnTo>
                    <a:pt x="5176510" y="1862490"/>
                  </a:lnTo>
                  <a:lnTo>
                    <a:pt x="5104614" y="1843871"/>
                  </a:lnTo>
                  <a:lnTo>
                    <a:pt x="5032718" y="1825499"/>
                  </a:lnTo>
                  <a:lnTo>
                    <a:pt x="4960822" y="1807386"/>
                  </a:lnTo>
                  <a:lnTo>
                    <a:pt x="4888926" y="1789548"/>
                  </a:lnTo>
                  <a:lnTo>
                    <a:pt x="4817030" y="1772002"/>
                  </a:lnTo>
                  <a:lnTo>
                    <a:pt x="4745134" y="1754762"/>
                  </a:lnTo>
                  <a:lnTo>
                    <a:pt x="4673238" y="1737845"/>
                  </a:lnTo>
                  <a:lnTo>
                    <a:pt x="4601342" y="1721267"/>
                  </a:lnTo>
                  <a:lnTo>
                    <a:pt x="4529446" y="1705045"/>
                  </a:lnTo>
                  <a:lnTo>
                    <a:pt x="4457550" y="1689194"/>
                  </a:lnTo>
                  <a:lnTo>
                    <a:pt x="4385654" y="1673730"/>
                  </a:lnTo>
                  <a:lnTo>
                    <a:pt x="4313758" y="1658666"/>
                  </a:lnTo>
                  <a:lnTo>
                    <a:pt x="4241862" y="1644017"/>
                  </a:lnTo>
                  <a:lnTo>
                    <a:pt x="4169966" y="1629796"/>
                  </a:lnTo>
                  <a:lnTo>
                    <a:pt x="4098070" y="1616011"/>
                  </a:lnTo>
                  <a:lnTo>
                    <a:pt x="4026174" y="1602674"/>
                  </a:lnTo>
                  <a:lnTo>
                    <a:pt x="3954278" y="1589790"/>
                  </a:lnTo>
                  <a:lnTo>
                    <a:pt x="3882382" y="1577365"/>
                  </a:lnTo>
                  <a:lnTo>
                    <a:pt x="3810486" y="1565401"/>
                  </a:lnTo>
                  <a:lnTo>
                    <a:pt x="3738590" y="1553898"/>
                  </a:lnTo>
                  <a:lnTo>
                    <a:pt x="3666694" y="1542856"/>
                  </a:lnTo>
                  <a:lnTo>
                    <a:pt x="3594798" y="1532269"/>
                  </a:lnTo>
                  <a:lnTo>
                    <a:pt x="3522902" y="1522131"/>
                  </a:lnTo>
                  <a:lnTo>
                    <a:pt x="3451007" y="1512433"/>
                  </a:lnTo>
                  <a:lnTo>
                    <a:pt x="3379111" y="1503166"/>
                  </a:lnTo>
                  <a:lnTo>
                    <a:pt x="3307215" y="1494318"/>
                  </a:lnTo>
                  <a:lnTo>
                    <a:pt x="3235319" y="1485875"/>
                  </a:lnTo>
                  <a:lnTo>
                    <a:pt x="3163423" y="1477823"/>
                  </a:lnTo>
                  <a:lnTo>
                    <a:pt x="3091527" y="1470148"/>
                  </a:lnTo>
                  <a:lnTo>
                    <a:pt x="3019631" y="1462832"/>
                  </a:lnTo>
                  <a:lnTo>
                    <a:pt x="2947735" y="1455861"/>
                  </a:lnTo>
                  <a:lnTo>
                    <a:pt x="2875839" y="1449219"/>
                  </a:lnTo>
                  <a:lnTo>
                    <a:pt x="2803943" y="1442887"/>
                  </a:lnTo>
                  <a:lnTo>
                    <a:pt x="2732047" y="1436852"/>
                  </a:lnTo>
                  <a:lnTo>
                    <a:pt x="2660151" y="1431097"/>
                  </a:lnTo>
                  <a:lnTo>
                    <a:pt x="2588255" y="1425607"/>
                  </a:lnTo>
                  <a:lnTo>
                    <a:pt x="2516359" y="1420366"/>
                  </a:lnTo>
                  <a:lnTo>
                    <a:pt x="2444463" y="1415362"/>
                  </a:lnTo>
                  <a:lnTo>
                    <a:pt x="2372567" y="1410579"/>
                  </a:lnTo>
                  <a:lnTo>
                    <a:pt x="2300671" y="1406006"/>
                  </a:lnTo>
                  <a:lnTo>
                    <a:pt x="2228775" y="1401629"/>
                  </a:lnTo>
                  <a:lnTo>
                    <a:pt x="2156879" y="1397438"/>
                  </a:lnTo>
                  <a:lnTo>
                    <a:pt x="2084983" y="1393420"/>
                  </a:lnTo>
                  <a:lnTo>
                    <a:pt x="2013087" y="1389567"/>
                  </a:lnTo>
                  <a:lnTo>
                    <a:pt x="1941191" y="1385867"/>
                  </a:lnTo>
                  <a:lnTo>
                    <a:pt x="1869295" y="1382312"/>
                  </a:lnTo>
                  <a:lnTo>
                    <a:pt x="1797399" y="1378894"/>
                  </a:lnTo>
                  <a:lnTo>
                    <a:pt x="1725503" y="1375603"/>
                  </a:lnTo>
                  <a:lnTo>
                    <a:pt x="1653607" y="1372433"/>
                  </a:lnTo>
                  <a:lnTo>
                    <a:pt x="1581711" y="1369377"/>
                  </a:lnTo>
                  <a:lnTo>
                    <a:pt x="1509815" y="1366428"/>
                  </a:lnTo>
                  <a:lnTo>
                    <a:pt x="1437919" y="1363579"/>
                  </a:lnTo>
                  <a:lnTo>
                    <a:pt x="1366023" y="1360825"/>
                  </a:lnTo>
                  <a:lnTo>
                    <a:pt x="1294127" y="1358162"/>
                  </a:lnTo>
                  <a:lnTo>
                    <a:pt x="1222231" y="1355582"/>
                  </a:lnTo>
                  <a:lnTo>
                    <a:pt x="1150335" y="1353083"/>
                  </a:lnTo>
                  <a:lnTo>
                    <a:pt x="1078439" y="1350659"/>
                  </a:lnTo>
                  <a:lnTo>
                    <a:pt x="1006543" y="1348306"/>
                  </a:lnTo>
                  <a:lnTo>
                    <a:pt x="934647" y="1346021"/>
                  </a:lnTo>
                  <a:lnTo>
                    <a:pt x="862751" y="1343800"/>
                  </a:lnTo>
                  <a:lnTo>
                    <a:pt x="790855" y="1341639"/>
                  </a:lnTo>
                  <a:lnTo>
                    <a:pt x="718959" y="1339536"/>
                  </a:lnTo>
                  <a:lnTo>
                    <a:pt x="647063" y="1337487"/>
                  </a:lnTo>
                  <a:lnTo>
                    <a:pt x="575167" y="1335490"/>
                  </a:lnTo>
                  <a:lnTo>
                    <a:pt x="503271" y="1333542"/>
                  </a:lnTo>
                  <a:lnTo>
                    <a:pt x="431375" y="1331641"/>
                  </a:lnTo>
                  <a:lnTo>
                    <a:pt x="359479" y="1329784"/>
                  </a:lnTo>
                  <a:lnTo>
                    <a:pt x="287583" y="1327969"/>
                  </a:lnTo>
                  <a:lnTo>
                    <a:pt x="215687" y="1326194"/>
                  </a:lnTo>
                  <a:lnTo>
                    <a:pt x="143791" y="1324458"/>
                  </a:lnTo>
                  <a:lnTo>
                    <a:pt x="71895" y="1322758"/>
                  </a:lnTo>
                  <a:lnTo>
                    <a:pt x="0" y="1321092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1256863" y="3081721"/>
              <a:ext cx="5679782" cy="1201401"/>
            </a:xfrm>
            <a:custGeom>
              <a:avLst/>
              <a:gdLst/>
              <a:ahLst/>
              <a:cxnLst/>
              <a:rect l="0" t="0" r="0" b="0"/>
              <a:pathLst>
                <a:path w="5679782" h="1201401">
                  <a:moveTo>
                    <a:pt x="0" y="0"/>
                  </a:moveTo>
                  <a:lnTo>
                    <a:pt x="71895" y="22118"/>
                  </a:lnTo>
                  <a:lnTo>
                    <a:pt x="143791" y="44201"/>
                  </a:lnTo>
                  <a:lnTo>
                    <a:pt x="215687" y="66248"/>
                  </a:lnTo>
                  <a:lnTo>
                    <a:pt x="287583" y="88257"/>
                  </a:lnTo>
                  <a:lnTo>
                    <a:pt x="359479" y="110226"/>
                  </a:lnTo>
                  <a:lnTo>
                    <a:pt x="431375" y="132152"/>
                  </a:lnTo>
                  <a:lnTo>
                    <a:pt x="503271" y="154035"/>
                  </a:lnTo>
                  <a:lnTo>
                    <a:pt x="575167" y="175870"/>
                  </a:lnTo>
                  <a:lnTo>
                    <a:pt x="647063" y="197657"/>
                  </a:lnTo>
                  <a:lnTo>
                    <a:pt x="718959" y="219391"/>
                  </a:lnTo>
                  <a:lnTo>
                    <a:pt x="790855" y="241072"/>
                  </a:lnTo>
                  <a:lnTo>
                    <a:pt x="862751" y="262695"/>
                  </a:lnTo>
                  <a:lnTo>
                    <a:pt x="934647" y="284257"/>
                  </a:lnTo>
                  <a:lnTo>
                    <a:pt x="1006543" y="305756"/>
                  </a:lnTo>
                  <a:lnTo>
                    <a:pt x="1078439" y="327186"/>
                  </a:lnTo>
                  <a:lnTo>
                    <a:pt x="1150335" y="348546"/>
                  </a:lnTo>
                  <a:lnTo>
                    <a:pt x="1222231" y="369830"/>
                  </a:lnTo>
                  <a:lnTo>
                    <a:pt x="1294127" y="391034"/>
                  </a:lnTo>
                  <a:lnTo>
                    <a:pt x="1366023" y="412154"/>
                  </a:lnTo>
                  <a:lnTo>
                    <a:pt x="1437919" y="433184"/>
                  </a:lnTo>
                  <a:lnTo>
                    <a:pt x="1509815" y="454119"/>
                  </a:lnTo>
                  <a:lnTo>
                    <a:pt x="1581711" y="474953"/>
                  </a:lnTo>
                  <a:lnTo>
                    <a:pt x="1653607" y="495680"/>
                  </a:lnTo>
                  <a:lnTo>
                    <a:pt x="1725503" y="516294"/>
                  </a:lnTo>
                  <a:lnTo>
                    <a:pt x="1797399" y="536787"/>
                  </a:lnTo>
                  <a:lnTo>
                    <a:pt x="1869295" y="557152"/>
                  </a:lnTo>
                  <a:lnTo>
                    <a:pt x="1941191" y="577381"/>
                  </a:lnTo>
                  <a:lnTo>
                    <a:pt x="2013087" y="597465"/>
                  </a:lnTo>
                  <a:lnTo>
                    <a:pt x="2084983" y="617395"/>
                  </a:lnTo>
                  <a:lnTo>
                    <a:pt x="2156879" y="637161"/>
                  </a:lnTo>
                  <a:lnTo>
                    <a:pt x="2228775" y="656753"/>
                  </a:lnTo>
                  <a:lnTo>
                    <a:pt x="2300671" y="676160"/>
                  </a:lnTo>
                  <a:lnTo>
                    <a:pt x="2372567" y="695370"/>
                  </a:lnTo>
                  <a:lnTo>
                    <a:pt x="2444463" y="714371"/>
                  </a:lnTo>
                  <a:lnTo>
                    <a:pt x="2516359" y="733150"/>
                  </a:lnTo>
                  <a:lnTo>
                    <a:pt x="2588255" y="751693"/>
                  </a:lnTo>
                  <a:lnTo>
                    <a:pt x="2660151" y="769986"/>
                  </a:lnTo>
                  <a:lnTo>
                    <a:pt x="2732047" y="788015"/>
                  </a:lnTo>
                  <a:lnTo>
                    <a:pt x="2803943" y="805763"/>
                  </a:lnTo>
                  <a:lnTo>
                    <a:pt x="2875839" y="823216"/>
                  </a:lnTo>
                  <a:lnTo>
                    <a:pt x="2947735" y="840356"/>
                  </a:lnTo>
                  <a:lnTo>
                    <a:pt x="3019631" y="857169"/>
                  </a:lnTo>
                  <a:lnTo>
                    <a:pt x="3091527" y="873637"/>
                  </a:lnTo>
                  <a:lnTo>
                    <a:pt x="3163423" y="889745"/>
                  </a:lnTo>
                  <a:lnTo>
                    <a:pt x="3235319" y="905477"/>
                  </a:lnTo>
                  <a:lnTo>
                    <a:pt x="3307215" y="920818"/>
                  </a:lnTo>
                  <a:lnTo>
                    <a:pt x="3379111" y="935753"/>
                  </a:lnTo>
                  <a:lnTo>
                    <a:pt x="3451007" y="950269"/>
                  </a:lnTo>
                  <a:lnTo>
                    <a:pt x="3522902" y="964355"/>
                  </a:lnTo>
                  <a:lnTo>
                    <a:pt x="3594798" y="978001"/>
                  </a:lnTo>
                  <a:lnTo>
                    <a:pt x="3666694" y="991197"/>
                  </a:lnTo>
                  <a:lnTo>
                    <a:pt x="3738590" y="1003938"/>
                  </a:lnTo>
                  <a:lnTo>
                    <a:pt x="3810486" y="1016220"/>
                  </a:lnTo>
                  <a:lnTo>
                    <a:pt x="3882382" y="1028039"/>
                  </a:lnTo>
                  <a:lnTo>
                    <a:pt x="3954278" y="1039397"/>
                  </a:lnTo>
                  <a:lnTo>
                    <a:pt x="4026174" y="1050297"/>
                  </a:lnTo>
                  <a:lnTo>
                    <a:pt x="4098070" y="1060743"/>
                  </a:lnTo>
                  <a:lnTo>
                    <a:pt x="4169966" y="1070743"/>
                  </a:lnTo>
                  <a:lnTo>
                    <a:pt x="4241862" y="1080304"/>
                  </a:lnTo>
                  <a:lnTo>
                    <a:pt x="4313758" y="1089439"/>
                  </a:lnTo>
                  <a:lnTo>
                    <a:pt x="4385654" y="1098159"/>
                  </a:lnTo>
                  <a:lnTo>
                    <a:pt x="4457550" y="1106478"/>
                  </a:lnTo>
                  <a:lnTo>
                    <a:pt x="4529446" y="1114411"/>
                  </a:lnTo>
                  <a:lnTo>
                    <a:pt x="4601342" y="1121972"/>
                  </a:lnTo>
                  <a:lnTo>
                    <a:pt x="4673238" y="1129178"/>
                  </a:lnTo>
                  <a:lnTo>
                    <a:pt x="4745134" y="1136045"/>
                  </a:lnTo>
                  <a:lnTo>
                    <a:pt x="4817030" y="1142588"/>
                  </a:lnTo>
                  <a:lnTo>
                    <a:pt x="4888926" y="1148825"/>
                  </a:lnTo>
                  <a:lnTo>
                    <a:pt x="4960822" y="1154771"/>
                  </a:lnTo>
                  <a:lnTo>
                    <a:pt x="5032718" y="1160442"/>
                  </a:lnTo>
                  <a:lnTo>
                    <a:pt x="5104614" y="1165853"/>
                  </a:lnTo>
                  <a:lnTo>
                    <a:pt x="5176510" y="1171018"/>
                  </a:lnTo>
                  <a:lnTo>
                    <a:pt x="5248406" y="1175952"/>
                  </a:lnTo>
                  <a:lnTo>
                    <a:pt x="5320302" y="1180668"/>
                  </a:lnTo>
                  <a:lnTo>
                    <a:pt x="5392198" y="1185178"/>
                  </a:lnTo>
                  <a:lnTo>
                    <a:pt x="5464094" y="1189496"/>
                  </a:lnTo>
                  <a:lnTo>
                    <a:pt x="5535990" y="1193632"/>
                  </a:lnTo>
                  <a:lnTo>
                    <a:pt x="5607886" y="1197597"/>
                  </a:lnTo>
                  <a:lnTo>
                    <a:pt x="5679782" y="1201401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1256863" y="4402814"/>
              <a:ext cx="5679782" cy="677499"/>
            </a:xfrm>
            <a:custGeom>
              <a:avLst/>
              <a:gdLst/>
              <a:ahLst/>
              <a:cxnLst/>
              <a:rect l="0" t="0" r="0" b="0"/>
              <a:pathLst>
                <a:path w="5679782" h="677499">
                  <a:moveTo>
                    <a:pt x="5679782" y="677499"/>
                  </a:moveTo>
                  <a:lnTo>
                    <a:pt x="5607886" y="657520"/>
                  </a:lnTo>
                  <a:lnTo>
                    <a:pt x="5535990" y="637701"/>
                  </a:lnTo>
                  <a:lnTo>
                    <a:pt x="5464094" y="618053"/>
                  </a:lnTo>
                  <a:lnTo>
                    <a:pt x="5392198" y="598587"/>
                  </a:lnTo>
                  <a:lnTo>
                    <a:pt x="5320302" y="579314"/>
                  </a:lnTo>
                  <a:lnTo>
                    <a:pt x="5248406" y="560247"/>
                  </a:lnTo>
                  <a:lnTo>
                    <a:pt x="5176510" y="541397"/>
                  </a:lnTo>
                  <a:lnTo>
                    <a:pt x="5104614" y="522779"/>
                  </a:lnTo>
                  <a:lnTo>
                    <a:pt x="5032718" y="504406"/>
                  </a:lnTo>
                  <a:lnTo>
                    <a:pt x="4960822" y="486293"/>
                  </a:lnTo>
                  <a:lnTo>
                    <a:pt x="4888926" y="468456"/>
                  </a:lnTo>
                  <a:lnTo>
                    <a:pt x="4817030" y="450909"/>
                  </a:lnTo>
                  <a:lnTo>
                    <a:pt x="4745134" y="433669"/>
                  </a:lnTo>
                  <a:lnTo>
                    <a:pt x="4673238" y="416752"/>
                  </a:lnTo>
                  <a:lnTo>
                    <a:pt x="4601342" y="400175"/>
                  </a:lnTo>
                  <a:lnTo>
                    <a:pt x="4529446" y="383952"/>
                  </a:lnTo>
                  <a:lnTo>
                    <a:pt x="4457550" y="368101"/>
                  </a:lnTo>
                  <a:lnTo>
                    <a:pt x="4385654" y="352637"/>
                  </a:lnTo>
                  <a:lnTo>
                    <a:pt x="4313758" y="337573"/>
                  </a:lnTo>
                  <a:lnTo>
                    <a:pt x="4241862" y="322925"/>
                  </a:lnTo>
                  <a:lnTo>
                    <a:pt x="4169966" y="308703"/>
                  </a:lnTo>
                  <a:lnTo>
                    <a:pt x="4098070" y="294919"/>
                  </a:lnTo>
                  <a:lnTo>
                    <a:pt x="4026174" y="281581"/>
                  </a:lnTo>
                  <a:lnTo>
                    <a:pt x="3954278" y="268697"/>
                  </a:lnTo>
                  <a:lnTo>
                    <a:pt x="3882382" y="256272"/>
                  </a:lnTo>
                  <a:lnTo>
                    <a:pt x="3810486" y="244308"/>
                  </a:lnTo>
                  <a:lnTo>
                    <a:pt x="3738590" y="232806"/>
                  </a:lnTo>
                  <a:lnTo>
                    <a:pt x="3666694" y="221763"/>
                  </a:lnTo>
                  <a:lnTo>
                    <a:pt x="3594798" y="211176"/>
                  </a:lnTo>
                  <a:lnTo>
                    <a:pt x="3522902" y="201038"/>
                  </a:lnTo>
                  <a:lnTo>
                    <a:pt x="3451007" y="191340"/>
                  </a:lnTo>
                  <a:lnTo>
                    <a:pt x="3379111" y="182073"/>
                  </a:lnTo>
                  <a:lnTo>
                    <a:pt x="3307215" y="173225"/>
                  </a:lnTo>
                  <a:lnTo>
                    <a:pt x="3235319" y="164782"/>
                  </a:lnTo>
                  <a:lnTo>
                    <a:pt x="3163423" y="156731"/>
                  </a:lnTo>
                  <a:lnTo>
                    <a:pt x="3091527" y="149055"/>
                  </a:lnTo>
                  <a:lnTo>
                    <a:pt x="3019631" y="141740"/>
                  </a:lnTo>
                  <a:lnTo>
                    <a:pt x="2947735" y="134769"/>
                  </a:lnTo>
                  <a:lnTo>
                    <a:pt x="2875839" y="128126"/>
                  </a:lnTo>
                  <a:lnTo>
                    <a:pt x="2803943" y="121795"/>
                  </a:lnTo>
                  <a:lnTo>
                    <a:pt x="2732047" y="115759"/>
                  </a:lnTo>
                  <a:lnTo>
                    <a:pt x="2660151" y="110004"/>
                  </a:lnTo>
                  <a:lnTo>
                    <a:pt x="2588255" y="104514"/>
                  </a:lnTo>
                  <a:lnTo>
                    <a:pt x="2516359" y="99273"/>
                  </a:lnTo>
                  <a:lnTo>
                    <a:pt x="2444463" y="94269"/>
                  </a:lnTo>
                  <a:lnTo>
                    <a:pt x="2372567" y="89486"/>
                  </a:lnTo>
                  <a:lnTo>
                    <a:pt x="2300671" y="84913"/>
                  </a:lnTo>
                  <a:lnTo>
                    <a:pt x="2228775" y="80536"/>
                  </a:lnTo>
                  <a:lnTo>
                    <a:pt x="2156879" y="76345"/>
                  </a:lnTo>
                  <a:lnTo>
                    <a:pt x="2084983" y="72328"/>
                  </a:lnTo>
                  <a:lnTo>
                    <a:pt x="2013087" y="68474"/>
                  </a:lnTo>
                  <a:lnTo>
                    <a:pt x="1941191" y="64774"/>
                  </a:lnTo>
                  <a:lnTo>
                    <a:pt x="1869295" y="61220"/>
                  </a:lnTo>
                  <a:lnTo>
                    <a:pt x="1797399" y="57801"/>
                  </a:lnTo>
                  <a:lnTo>
                    <a:pt x="1725503" y="54510"/>
                  </a:lnTo>
                  <a:lnTo>
                    <a:pt x="1653607" y="51341"/>
                  </a:lnTo>
                  <a:lnTo>
                    <a:pt x="1581711" y="48284"/>
                  </a:lnTo>
                  <a:lnTo>
                    <a:pt x="1509815" y="45335"/>
                  </a:lnTo>
                  <a:lnTo>
                    <a:pt x="1437919" y="42486"/>
                  </a:lnTo>
                  <a:lnTo>
                    <a:pt x="1366023" y="39733"/>
                  </a:lnTo>
                  <a:lnTo>
                    <a:pt x="1294127" y="37069"/>
                  </a:lnTo>
                  <a:lnTo>
                    <a:pt x="1222231" y="34489"/>
                  </a:lnTo>
                  <a:lnTo>
                    <a:pt x="1150335" y="31990"/>
                  </a:lnTo>
                  <a:lnTo>
                    <a:pt x="1078439" y="29566"/>
                  </a:lnTo>
                  <a:lnTo>
                    <a:pt x="1006543" y="27213"/>
                  </a:lnTo>
                  <a:lnTo>
                    <a:pt x="934647" y="24928"/>
                  </a:lnTo>
                  <a:lnTo>
                    <a:pt x="862751" y="22707"/>
                  </a:lnTo>
                  <a:lnTo>
                    <a:pt x="790855" y="20546"/>
                  </a:lnTo>
                  <a:lnTo>
                    <a:pt x="718959" y="18443"/>
                  </a:lnTo>
                  <a:lnTo>
                    <a:pt x="647063" y="16394"/>
                  </a:lnTo>
                  <a:lnTo>
                    <a:pt x="575167" y="14397"/>
                  </a:lnTo>
                  <a:lnTo>
                    <a:pt x="503271" y="12449"/>
                  </a:lnTo>
                  <a:lnTo>
                    <a:pt x="431375" y="10548"/>
                  </a:lnTo>
                  <a:lnTo>
                    <a:pt x="359479" y="8691"/>
                  </a:lnTo>
                  <a:lnTo>
                    <a:pt x="287583" y="6876"/>
                  </a:lnTo>
                  <a:lnTo>
                    <a:pt x="215687" y="5101"/>
                  </a:lnTo>
                  <a:lnTo>
                    <a:pt x="143791" y="3365"/>
                  </a:lnTo>
                  <a:lnTo>
                    <a:pt x="71895" y="16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1256863" y="3742268"/>
              <a:ext cx="5679782" cy="939450"/>
            </a:xfrm>
            <a:custGeom>
              <a:avLst/>
              <a:gdLst/>
              <a:ahLst/>
              <a:cxnLst/>
              <a:rect l="0" t="0" r="0" b="0"/>
              <a:pathLst>
                <a:path w="5679782" h="939450">
                  <a:moveTo>
                    <a:pt x="0" y="0"/>
                  </a:moveTo>
                  <a:lnTo>
                    <a:pt x="71895" y="11891"/>
                  </a:lnTo>
                  <a:lnTo>
                    <a:pt x="143791" y="23783"/>
                  </a:lnTo>
                  <a:lnTo>
                    <a:pt x="215687" y="35675"/>
                  </a:lnTo>
                  <a:lnTo>
                    <a:pt x="287583" y="47567"/>
                  </a:lnTo>
                  <a:lnTo>
                    <a:pt x="359479" y="59458"/>
                  </a:lnTo>
                  <a:lnTo>
                    <a:pt x="431375" y="71350"/>
                  </a:lnTo>
                  <a:lnTo>
                    <a:pt x="503271" y="83242"/>
                  </a:lnTo>
                  <a:lnTo>
                    <a:pt x="575167" y="95134"/>
                  </a:lnTo>
                  <a:lnTo>
                    <a:pt x="647063" y="107026"/>
                  </a:lnTo>
                  <a:lnTo>
                    <a:pt x="718959" y="118917"/>
                  </a:lnTo>
                  <a:lnTo>
                    <a:pt x="790855" y="130809"/>
                  </a:lnTo>
                  <a:lnTo>
                    <a:pt x="862751" y="142701"/>
                  </a:lnTo>
                  <a:lnTo>
                    <a:pt x="934647" y="154593"/>
                  </a:lnTo>
                  <a:lnTo>
                    <a:pt x="1006543" y="166484"/>
                  </a:lnTo>
                  <a:lnTo>
                    <a:pt x="1078439" y="178376"/>
                  </a:lnTo>
                  <a:lnTo>
                    <a:pt x="1150335" y="190268"/>
                  </a:lnTo>
                  <a:lnTo>
                    <a:pt x="1222231" y="202160"/>
                  </a:lnTo>
                  <a:lnTo>
                    <a:pt x="1294127" y="214052"/>
                  </a:lnTo>
                  <a:lnTo>
                    <a:pt x="1366023" y="225943"/>
                  </a:lnTo>
                  <a:lnTo>
                    <a:pt x="1437919" y="237835"/>
                  </a:lnTo>
                  <a:lnTo>
                    <a:pt x="1509815" y="249727"/>
                  </a:lnTo>
                  <a:lnTo>
                    <a:pt x="1581711" y="261619"/>
                  </a:lnTo>
                  <a:lnTo>
                    <a:pt x="1653607" y="273510"/>
                  </a:lnTo>
                  <a:lnTo>
                    <a:pt x="1725503" y="285402"/>
                  </a:lnTo>
                  <a:lnTo>
                    <a:pt x="1797399" y="297294"/>
                  </a:lnTo>
                  <a:lnTo>
                    <a:pt x="1869295" y="309186"/>
                  </a:lnTo>
                  <a:lnTo>
                    <a:pt x="1941191" y="321078"/>
                  </a:lnTo>
                  <a:lnTo>
                    <a:pt x="2013087" y="332969"/>
                  </a:lnTo>
                  <a:lnTo>
                    <a:pt x="2084983" y="344861"/>
                  </a:lnTo>
                  <a:lnTo>
                    <a:pt x="2156879" y="356753"/>
                  </a:lnTo>
                  <a:lnTo>
                    <a:pt x="2228775" y="368645"/>
                  </a:lnTo>
                  <a:lnTo>
                    <a:pt x="2300671" y="380536"/>
                  </a:lnTo>
                  <a:lnTo>
                    <a:pt x="2372567" y="392428"/>
                  </a:lnTo>
                  <a:lnTo>
                    <a:pt x="2444463" y="404320"/>
                  </a:lnTo>
                  <a:lnTo>
                    <a:pt x="2516359" y="416212"/>
                  </a:lnTo>
                  <a:lnTo>
                    <a:pt x="2588255" y="428104"/>
                  </a:lnTo>
                  <a:lnTo>
                    <a:pt x="2660151" y="439995"/>
                  </a:lnTo>
                  <a:lnTo>
                    <a:pt x="2732047" y="451887"/>
                  </a:lnTo>
                  <a:lnTo>
                    <a:pt x="2803943" y="463779"/>
                  </a:lnTo>
                  <a:lnTo>
                    <a:pt x="2875839" y="475671"/>
                  </a:lnTo>
                  <a:lnTo>
                    <a:pt x="2947735" y="487562"/>
                  </a:lnTo>
                  <a:lnTo>
                    <a:pt x="3019631" y="499454"/>
                  </a:lnTo>
                  <a:lnTo>
                    <a:pt x="3091527" y="511346"/>
                  </a:lnTo>
                  <a:lnTo>
                    <a:pt x="3163423" y="523238"/>
                  </a:lnTo>
                  <a:lnTo>
                    <a:pt x="3235319" y="535130"/>
                  </a:lnTo>
                  <a:lnTo>
                    <a:pt x="3307215" y="547021"/>
                  </a:lnTo>
                  <a:lnTo>
                    <a:pt x="3379111" y="558913"/>
                  </a:lnTo>
                  <a:lnTo>
                    <a:pt x="3451007" y="570805"/>
                  </a:lnTo>
                  <a:lnTo>
                    <a:pt x="3522902" y="582697"/>
                  </a:lnTo>
                  <a:lnTo>
                    <a:pt x="3594798" y="594588"/>
                  </a:lnTo>
                  <a:lnTo>
                    <a:pt x="3666694" y="606480"/>
                  </a:lnTo>
                  <a:lnTo>
                    <a:pt x="3738590" y="618372"/>
                  </a:lnTo>
                  <a:lnTo>
                    <a:pt x="3810486" y="630264"/>
                  </a:lnTo>
                  <a:lnTo>
                    <a:pt x="3882382" y="642156"/>
                  </a:lnTo>
                  <a:lnTo>
                    <a:pt x="3954278" y="654047"/>
                  </a:lnTo>
                  <a:lnTo>
                    <a:pt x="4026174" y="665939"/>
                  </a:lnTo>
                  <a:lnTo>
                    <a:pt x="4098070" y="677831"/>
                  </a:lnTo>
                  <a:lnTo>
                    <a:pt x="4169966" y="689723"/>
                  </a:lnTo>
                  <a:lnTo>
                    <a:pt x="4241862" y="701614"/>
                  </a:lnTo>
                  <a:lnTo>
                    <a:pt x="4313758" y="713506"/>
                  </a:lnTo>
                  <a:lnTo>
                    <a:pt x="4385654" y="725398"/>
                  </a:lnTo>
                  <a:lnTo>
                    <a:pt x="4457550" y="737290"/>
                  </a:lnTo>
                  <a:lnTo>
                    <a:pt x="4529446" y="749182"/>
                  </a:lnTo>
                  <a:lnTo>
                    <a:pt x="4601342" y="761073"/>
                  </a:lnTo>
                  <a:lnTo>
                    <a:pt x="4673238" y="772965"/>
                  </a:lnTo>
                  <a:lnTo>
                    <a:pt x="4745134" y="784857"/>
                  </a:lnTo>
                  <a:lnTo>
                    <a:pt x="4817030" y="796749"/>
                  </a:lnTo>
                  <a:lnTo>
                    <a:pt x="4888926" y="808640"/>
                  </a:lnTo>
                  <a:lnTo>
                    <a:pt x="4960822" y="820532"/>
                  </a:lnTo>
                  <a:lnTo>
                    <a:pt x="5032718" y="832424"/>
                  </a:lnTo>
                  <a:lnTo>
                    <a:pt x="5104614" y="844316"/>
                  </a:lnTo>
                  <a:lnTo>
                    <a:pt x="5176510" y="856208"/>
                  </a:lnTo>
                  <a:lnTo>
                    <a:pt x="5248406" y="868099"/>
                  </a:lnTo>
                  <a:lnTo>
                    <a:pt x="5320302" y="879991"/>
                  </a:lnTo>
                  <a:lnTo>
                    <a:pt x="5392198" y="891883"/>
                  </a:lnTo>
                  <a:lnTo>
                    <a:pt x="5464094" y="903775"/>
                  </a:lnTo>
                  <a:lnTo>
                    <a:pt x="5535990" y="915666"/>
                  </a:lnTo>
                  <a:lnTo>
                    <a:pt x="5607886" y="927558"/>
                  </a:lnTo>
                  <a:lnTo>
                    <a:pt x="5679782" y="939450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t90"/>
            <p:cNvSpPr/>
            <p:nvPr/>
          </p:nvSpPr>
          <p:spPr>
            <a:xfrm>
              <a:off x="5166968" y="44860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t91"/>
            <p:cNvSpPr/>
            <p:nvPr/>
          </p:nvSpPr>
          <p:spPr>
            <a:xfrm>
              <a:off x="5166968" y="461038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t92"/>
            <p:cNvSpPr/>
            <p:nvPr/>
          </p:nvSpPr>
          <p:spPr>
            <a:xfrm>
              <a:off x="5166968" y="469362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t93"/>
            <p:cNvSpPr/>
            <p:nvPr/>
          </p:nvSpPr>
          <p:spPr>
            <a:xfrm>
              <a:off x="1198161" y="40550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t94"/>
            <p:cNvSpPr/>
            <p:nvPr/>
          </p:nvSpPr>
          <p:spPr>
            <a:xfrm>
              <a:off x="1198161" y="43440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t95"/>
            <p:cNvSpPr/>
            <p:nvPr/>
          </p:nvSpPr>
          <p:spPr>
            <a:xfrm>
              <a:off x="1198161" y="395576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t96"/>
            <p:cNvSpPr/>
            <p:nvPr/>
          </p:nvSpPr>
          <p:spPr>
            <a:xfrm>
              <a:off x="6045555" y="424382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t97"/>
            <p:cNvSpPr/>
            <p:nvPr/>
          </p:nvSpPr>
          <p:spPr>
            <a:xfrm>
              <a:off x="6045555" y="384847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t98"/>
            <p:cNvSpPr/>
            <p:nvPr/>
          </p:nvSpPr>
          <p:spPr>
            <a:xfrm>
              <a:off x="6045555" y="419019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t99"/>
            <p:cNvSpPr/>
            <p:nvPr/>
          </p:nvSpPr>
          <p:spPr>
            <a:xfrm>
              <a:off x="5739722" y="487511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t100"/>
            <p:cNvSpPr/>
            <p:nvPr/>
          </p:nvSpPr>
          <p:spPr>
            <a:xfrm>
              <a:off x="5739722" y="44987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t101"/>
            <p:cNvSpPr/>
            <p:nvPr/>
          </p:nvSpPr>
          <p:spPr>
            <a:xfrm>
              <a:off x="5739722" y="483904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t102"/>
            <p:cNvSpPr/>
            <p:nvPr/>
          </p:nvSpPr>
          <p:spPr>
            <a:xfrm>
              <a:off x="6407870" y="373344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t103"/>
            <p:cNvSpPr/>
            <p:nvPr/>
          </p:nvSpPr>
          <p:spPr>
            <a:xfrm>
              <a:off x="6407870" y="409995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t104"/>
            <p:cNvSpPr/>
            <p:nvPr/>
          </p:nvSpPr>
          <p:spPr>
            <a:xfrm>
              <a:off x="6407870" y="394107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t105"/>
            <p:cNvSpPr/>
            <p:nvPr/>
          </p:nvSpPr>
          <p:spPr>
            <a:xfrm>
              <a:off x="3349796" y="380255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t106"/>
            <p:cNvSpPr/>
            <p:nvPr/>
          </p:nvSpPr>
          <p:spPr>
            <a:xfrm>
              <a:off x="3349796" y="40514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t107"/>
            <p:cNvSpPr/>
            <p:nvPr/>
          </p:nvSpPr>
          <p:spPr>
            <a:xfrm>
              <a:off x="3349796" y="404571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t108"/>
            <p:cNvSpPr/>
            <p:nvPr/>
          </p:nvSpPr>
          <p:spPr>
            <a:xfrm>
              <a:off x="5480870" y="540377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t109"/>
            <p:cNvSpPr/>
            <p:nvPr/>
          </p:nvSpPr>
          <p:spPr>
            <a:xfrm>
              <a:off x="5480870" y="536909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t110"/>
            <p:cNvSpPr/>
            <p:nvPr/>
          </p:nvSpPr>
          <p:spPr>
            <a:xfrm>
              <a:off x="6877943" y="547729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t111"/>
            <p:cNvSpPr/>
            <p:nvPr/>
          </p:nvSpPr>
          <p:spPr>
            <a:xfrm>
              <a:off x="6877943" y="536540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1256863" y="3529095"/>
              <a:ext cx="5679782" cy="1557167"/>
            </a:xfrm>
            <a:custGeom>
              <a:avLst/>
              <a:gdLst/>
              <a:ahLst/>
              <a:cxnLst/>
              <a:rect l="0" t="0" r="0" b="0"/>
              <a:pathLst>
                <a:path w="5679782" h="1557167">
                  <a:moveTo>
                    <a:pt x="0" y="0"/>
                  </a:moveTo>
                  <a:lnTo>
                    <a:pt x="71895" y="16924"/>
                  </a:lnTo>
                  <a:lnTo>
                    <a:pt x="143791" y="33816"/>
                  </a:lnTo>
                  <a:lnTo>
                    <a:pt x="215687" y="50675"/>
                  </a:lnTo>
                  <a:lnTo>
                    <a:pt x="287583" y="67497"/>
                  </a:lnTo>
                  <a:lnTo>
                    <a:pt x="359479" y="84283"/>
                  </a:lnTo>
                  <a:lnTo>
                    <a:pt x="431375" y="101029"/>
                  </a:lnTo>
                  <a:lnTo>
                    <a:pt x="503271" y="117734"/>
                  </a:lnTo>
                  <a:lnTo>
                    <a:pt x="575167" y="134395"/>
                  </a:lnTo>
                  <a:lnTo>
                    <a:pt x="647063" y="151011"/>
                  </a:lnTo>
                  <a:lnTo>
                    <a:pt x="718959" y="167578"/>
                  </a:lnTo>
                  <a:lnTo>
                    <a:pt x="790855" y="184095"/>
                  </a:lnTo>
                  <a:lnTo>
                    <a:pt x="862751" y="200558"/>
                  </a:lnTo>
                  <a:lnTo>
                    <a:pt x="934647" y="216964"/>
                  </a:lnTo>
                  <a:lnTo>
                    <a:pt x="1006543" y="233311"/>
                  </a:lnTo>
                  <a:lnTo>
                    <a:pt x="1078439" y="249595"/>
                  </a:lnTo>
                  <a:lnTo>
                    <a:pt x="1150335" y="265812"/>
                  </a:lnTo>
                  <a:lnTo>
                    <a:pt x="1222231" y="281958"/>
                  </a:lnTo>
                  <a:lnTo>
                    <a:pt x="1294127" y="298030"/>
                  </a:lnTo>
                  <a:lnTo>
                    <a:pt x="1366023" y="314022"/>
                  </a:lnTo>
                  <a:lnTo>
                    <a:pt x="1437919" y="329931"/>
                  </a:lnTo>
                  <a:lnTo>
                    <a:pt x="1509815" y="345750"/>
                  </a:lnTo>
                  <a:lnTo>
                    <a:pt x="1581711" y="361476"/>
                  </a:lnTo>
                  <a:lnTo>
                    <a:pt x="1653607" y="377101"/>
                  </a:lnTo>
                  <a:lnTo>
                    <a:pt x="1725503" y="392620"/>
                  </a:lnTo>
                  <a:lnTo>
                    <a:pt x="1797399" y="408026"/>
                  </a:lnTo>
                  <a:lnTo>
                    <a:pt x="1869295" y="423313"/>
                  </a:lnTo>
                  <a:lnTo>
                    <a:pt x="1941191" y="438472"/>
                  </a:lnTo>
                  <a:lnTo>
                    <a:pt x="2013087" y="453496"/>
                  </a:lnTo>
                  <a:lnTo>
                    <a:pt x="2084983" y="468377"/>
                  </a:lnTo>
                  <a:lnTo>
                    <a:pt x="2156879" y="483105"/>
                  </a:lnTo>
                  <a:lnTo>
                    <a:pt x="2228775" y="497671"/>
                  </a:lnTo>
                  <a:lnTo>
                    <a:pt x="2300671" y="512065"/>
                  </a:lnTo>
                  <a:lnTo>
                    <a:pt x="2372567" y="526277"/>
                  </a:lnTo>
                  <a:lnTo>
                    <a:pt x="2444463" y="540295"/>
                  </a:lnTo>
                  <a:lnTo>
                    <a:pt x="2516359" y="554108"/>
                  </a:lnTo>
                  <a:lnTo>
                    <a:pt x="2588255" y="567704"/>
                  </a:lnTo>
                  <a:lnTo>
                    <a:pt x="2660151" y="581071"/>
                  </a:lnTo>
                  <a:lnTo>
                    <a:pt x="2732047" y="594195"/>
                  </a:lnTo>
                  <a:lnTo>
                    <a:pt x="2803943" y="607064"/>
                  </a:lnTo>
                  <a:lnTo>
                    <a:pt x="2875839" y="619665"/>
                  </a:lnTo>
                  <a:lnTo>
                    <a:pt x="2947735" y="631984"/>
                  </a:lnTo>
                  <a:lnTo>
                    <a:pt x="3019631" y="644007"/>
                  </a:lnTo>
                  <a:lnTo>
                    <a:pt x="3091527" y="655723"/>
                  </a:lnTo>
                  <a:lnTo>
                    <a:pt x="3163423" y="667118"/>
                  </a:lnTo>
                  <a:lnTo>
                    <a:pt x="3235319" y="678180"/>
                  </a:lnTo>
                  <a:lnTo>
                    <a:pt x="3307215" y="688899"/>
                  </a:lnTo>
                  <a:lnTo>
                    <a:pt x="3379111" y="699263"/>
                  </a:lnTo>
                  <a:lnTo>
                    <a:pt x="3451007" y="709265"/>
                  </a:lnTo>
                  <a:lnTo>
                    <a:pt x="3522902" y="718896"/>
                  </a:lnTo>
                  <a:lnTo>
                    <a:pt x="3594798" y="728150"/>
                  </a:lnTo>
                  <a:lnTo>
                    <a:pt x="3666694" y="737023"/>
                  </a:lnTo>
                  <a:lnTo>
                    <a:pt x="3738590" y="745513"/>
                  </a:lnTo>
                  <a:lnTo>
                    <a:pt x="3810486" y="753618"/>
                  </a:lnTo>
                  <a:lnTo>
                    <a:pt x="3882382" y="761340"/>
                  </a:lnTo>
                  <a:lnTo>
                    <a:pt x="3954278" y="768681"/>
                  </a:lnTo>
                  <a:lnTo>
                    <a:pt x="4026174" y="775647"/>
                  </a:lnTo>
                  <a:lnTo>
                    <a:pt x="4098070" y="782244"/>
                  </a:lnTo>
                  <a:lnTo>
                    <a:pt x="4169966" y="788480"/>
                  </a:lnTo>
                  <a:lnTo>
                    <a:pt x="4241862" y="794363"/>
                  </a:lnTo>
                  <a:lnTo>
                    <a:pt x="4313758" y="799905"/>
                  </a:lnTo>
                  <a:lnTo>
                    <a:pt x="4385654" y="805117"/>
                  </a:lnTo>
                  <a:lnTo>
                    <a:pt x="4457550" y="810011"/>
                  </a:lnTo>
                  <a:lnTo>
                    <a:pt x="4529446" y="814600"/>
                  </a:lnTo>
                  <a:lnTo>
                    <a:pt x="4601342" y="818896"/>
                  </a:lnTo>
                  <a:lnTo>
                    <a:pt x="4673238" y="822913"/>
                  </a:lnTo>
                  <a:lnTo>
                    <a:pt x="4745134" y="826665"/>
                  </a:lnTo>
                  <a:lnTo>
                    <a:pt x="4817030" y="830164"/>
                  </a:lnTo>
                  <a:lnTo>
                    <a:pt x="4888926" y="833423"/>
                  </a:lnTo>
                  <a:lnTo>
                    <a:pt x="4960822" y="836456"/>
                  </a:lnTo>
                  <a:lnTo>
                    <a:pt x="5032718" y="839274"/>
                  </a:lnTo>
                  <a:lnTo>
                    <a:pt x="5104614" y="841890"/>
                  </a:lnTo>
                  <a:lnTo>
                    <a:pt x="5176510" y="844314"/>
                  </a:lnTo>
                  <a:lnTo>
                    <a:pt x="5248406" y="846559"/>
                  </a:lnTo>
                  <a:lnTo>
                    <a:pt x="5320302" y="848633"/>
                  </a:lnTo>
                  <a:lnTo>
                    <a:pt x="5392198" y="850548"/>
                  </a:lnTo>
                  <a:lnTo>
                    <a:pt x="5464094" y="852312"/>
                  </a:lnTo>
                  <a:lnTo>
                    <a:pt x="5535990" y="853934"/>
                  </a:lnTo>
                  <a:lnTo>
                    <a:pt x="5607886" y="855423"/>
                  </a:lnTo>
                  <a:lnTo>
                    <a:pt x="5679782" y="856786"/>
                  </a:lnTo>
                  <a:lnTo>
                    <a:pt x="5679782" y="1557167"/>
                  </a:lnTo>
                  <a:lnTo>
                    <a:pt x="5607886" y="1541854"/>
                  </a:lnTo>
                  <a:lnTo>
                    <a:pt x="5535990" y="1526667"/>
                  </a:lnTo>
                  <a:lnTo>
                    <a:pt x="5464094" y="1511614"/>
                  </a:lnTo>
                  <a:lnTo>
                    <a:pt x="5392198" y="1496702"/>
                  </a:lnTo>
                  <a:lnTo>
                    <a:pt x="5320302" y="1481941"/>
                  </a:lnTo>
                  <a:lnTo>
                    <a:pt x="5248406" y="1467340"/>
                  </a:lnTo>
                  <a:lnTo>
                    <a:pt x="5176510" y="1452909"/>
                  </a:lnTo>
                  <a:lnTo>
                    <a:pt x="5104614" y="1438658"/>
                  </a:lnTo>
                  <a:lnTo>
                    <a:pt x="5032718" y="1424598"/>
                  </a:lnTo>
                  <a:lnTo>
                    <a:pt x="4960822" y="1410741"/>
                  </a:lnTo>
                  <a:lnTo>
                    <a:pt x="4888926" y="1397098"/>
                  </a:lnTo>
                  <a:lnTo>
                    <a:pt x="4817030" y="1383682"/>
                  </a:lnTo>
                  <a:lnTo>
                    <a:pt x="4745134" y="1370505"/>
                  </a:lnTo>
                  <a:lnTo>
                    <a:pt x="4673238" y="1357581"/>
                  </a:lnTo>
                  <a:lnTo>
                    <a:pt x="4601342" y="1344923"/>
                  </a:lnTo>
                  <a:lnTo>
                    <a:pt x="4529446" y="1332544"/>
                  </a:lnTo>
                  <a:lnTo>
                    <a:pt x="4457550" y="1320457"/>
                  </a:lnTo>
                  <a:lnTo>
                    <a:pt x="4385654" y="1308675"/>
                  </a:lnTo>
                  <a:lnTo>
                    <a:pt x="4313758" y="1297212"/>
                  </a:lnTo>
                  <a:lnTo>
                    <a:pt x="4241862" y="1286078"/>
                  </a:lnTo>
                  <a:lnTo>
                    <a:pt x="4169966" y="1275286"/>
                  </a:lnTo>
                  <a:lnTo>
                    <a:pt x="4098070" y="1264846"/>
                  </a:lnTo>
                  <a:lnTo>
                    <a:pt x="4026174" y="1254768"/>
                  </a:lnTo>
                  <a:lnTo>
                    <a:pt x="3954278" y="1245058"/>
                  </a:lnTo>
                  <a:lnTo>
                    <a:pt x="3882382" y="1235724"/>
                  </a:lnTo>
                  <a:lnTo>
                    <a:pt x="3810486" y="1226770"/>
                  </a:lnTo>
                  <a:lnTo>
                    <a:pt x="3738590" y="1218200"/>
                  </a:lnTo>
                  <a:lnTo>
                    <a:pt x="3666694" y="1210014"/>
                  </a:lnTo>
                  <a:lnTo>
                    <a:pt x="3594798" y="1202211"/>
                  </a:lnTo>
                  <a:lnTo>
                    <a:pt x="3522902" y="1194790"/>
                  </a:lnTo>
                  <a:lnTo>
                    <a:pt x="3451007" y="1187745"/>
                  </a:lnTo>
                  <a:lnTo>
                    <a:pt x="3379111" y="1181071"/>
                  </a:lnTo>
                  <a:lnTo>
                    <a:pt x="3307215" y="1174760"/>
                  </a:lnTo>
                  <a:lnTo>
                    <a:pt x="3235319" y="1168803"/>
                  </a:lnTo>
                  <a:lnTo>
                    <a:pt x="3163423" y="1163190"/>
                  </a:lnTo>
                  <a:lnTo>
                    <a:pt x="3091527" y="1157910"/>
                  </a:lnTo>
                  <a:lnTo>
                    <a:pt x="3019631" y="1152950"/>
                  </a:lnTo>
                  <a:lnTo>
                    <a:pt x="2947735" y="1148298"/>
                  </a:lnTo>
                  <a:lnTo>
                    <a:pt x="2875839" y="1143941"/>
                  </a:lnTo>
                  <a:lnTo>
                    <a:pt x="2803943" y="1139866"/>
                  </a:lnTo>
                  <a:lnTo>
                    <a:pt x="2732047" y="1136060"/>
                  </a:lnTo>
                  <a:lnTo>
                    <a:pt x="2660151" y="1132509"/>
                  </a:lnTo>
                  <a:lnTo>
                    <a:pt x="2588255" y="1129200"/>
                  </a:lnTo>
                  <a:lnTo>
                    <a:pt x="2516359" y="1126120"/>
                  </a:lnTo>
                  <a:lnTo>
                    <a:pt x="2444463" y="1123258"/>
                  </a:lnTo>
                  <a:lnTo>
                    <a:pt x="2372567" y="1120600"/>
                  </a:lnTo>
                  <a:lnTo>
                    <a:pt x="2300671" y="1118137"/>
                  </a:lnTo>
                  <a:lnTo>
                    <a:pt x="2228775" y="1115855"/>
                  </a:lnTo>
                  <a:lnTo>
                    <a:pt x="2156879" y="1113746"/>
                  </a:lnTo>
                  <a:lnTo>
                    <a:pt x="2084983" y="1111798"/>
                  </a:lnTo>
                  <a:lnTo>
                    <a:pt x="2013087" y="1110003"/>
                  </a:lnTo>
                  <a:lnTo>
                    <a:pt x="1941191" y="1108352"/>
                  </a:lnTo>
                  <a:lnTo>
                    <a:pt x="1869295" y="1106836"/>
                  </a:lnTo>
                  <a:lnTo>
                    <a:pt x="1797399" y="1105447"/>
                  </a:lnTo>
                  <a:lnTo>
                    <a:pt x="1725503" y="1104177"/>
                  </a:lnTo>
                  <a:lnTo>
                    <a:pt x="1653607" y="1103021"/>
                  </a:lnTo>
                  <a:lnTo>
                    <a:pt x="1581711" y="1101971"/>
                  </a:lnTo>
                  <a:lnTo>
                    <a:pt x="1509815" y="1101021"/>
                  </a:lnTo>
                  <a:lnTo>
                    <a:pt x="1437919" y="1100165"/>
                  </a:lnTo>
                  <a:lnTo>
                    <a:pt x="1366023" y="1099398"/>
                  </a:lnTo>
                  <a:lnTo>
                    <a:pt x="1294127" y="1098715"/>
                  </a:lnTo>
                  <a:lnTo>
                    <a:pt x="1222231" y="1098111"/>
                  </a:lnTo>
                  <a:lnTo>
                    <a:pt x="1150335" y="1097581"/>
                  </a:lnTo>
                  <a:lnTo>
                    <a:pt x="1078439" y="1097123"/>
                  </a:lnTo>
                  <a:lnTo>
                    <a:pt x="1006543" y="1096731"/>
                  </a:lnTo>
                  <a:lnTo>
                    <a:pt x="934647" y="1096402"/>
                  </a:lnTo>
                  <a:lnTo>
                    <a:pt x="862751" y="1096133"/>
                  </a:lnTo>
                  <a:lnTo>
                    <a:pt x="790855" y="1095921"/>
                  </a:lnTo>
                  <a:lnTo>
                    <a:pt x="718959" y="1095762"/>
                  </a:lnTo>
                  <a:lnTo>
                    <a:pt x="647063" y="1095654"/>
                  </a:lnTo>
                  <a:lnTo>
                    <a:pt x="575167" y="1095594"/>
                  </a:lnTo>
                  <a:lnTo>
                    <a:pt x="503271" y="1095579"/>
                  </a:lnTo>
                  <a:lnTo>
                    <a:pt x="431375" y="1095609"/>
                  </a:lnTo>
                  <a:lnTo>
                    <a:pt x="359479" y="1095679"/>
                  </a:lnTo>
                  <a:lnTo>
                    <a:pt x="287583" y="1095789"/>
                  </a:lnTo>
                  <a:lnTo>
                    <a:pt x="215687" y="1095936"/>
                  </a:lnTo>
                  <a:lnTo>
                    <a:pt x="143791" y="1096119"/>
                  </a:lnTo>
                  <a:lnTo>
                    <a:pt x="71895" y="1096336"/>
                  </a:lnTo>
                  <a:lnTo>
                    <a:pt x="0" y="1096585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3" name="pl113"/>
            <p:cNvSpPr/>
            <p:nvPr/>
          </p:nvSpPr>
          <p:spPr>
            <a:xfrm>
              <a:off x="1256863" y="3529095"/>
              <a:ext cx="5679782" cy="856786"/>
            </a:xfrm>
            <a:custGeom>
              <a:avLst/>
              <a:gdLst/>
              <a:ahLst/>
              <a:cxnLst/>
              <a:rect l="0" t="0" r="0" b="0"/>
              <a:pathLst>
                <a:path w="5679782" h="856786">
                  <a:moveTo>
                    <a:pt x="0" y="0"/>
                  </a:moveTo>
                  <a:lnTo>
                    <a:pt x="71895" y="16924"/>
                  </a:lnTo>
                  <a:lnTo>
                    <a:pt x="143791" y="33816"/>
                  </a:lnTo>
                  <a:lnTo>
                    <a:pt x="215687" y="50675"/>
                  </a:lnTo>
                  <a:lnTo>
                    <a:pt x="287583" y="67497"/>
                  </a:lnTo>
                  <a:lnTo>
                    <a:pt x="359479" y="84283"/>
                  </a:lnTo>
                  <a:lnTo>
                    <a:pt x="431375" y="101029"/>
                  </a:lnTo>
                  <a:lnTo>
                    <a:pt x="503271" y="117734"/>
                  </a:lnTo>
                  <a:lnTo>
                    <a:pt x="575167" y="134395"/>
                  </a:lnTo>
                  <a:lnTo>
                    <a:pt x="647063" y="151011"/>
                  </a:lnTo>
                  <a:lnTo>
                    <a:pt x="718959" y="167578"/>
                  </a:lnTo>
                  <a:lnTo>
                    <a:pt x="790855" y="184095"/>
                  </a:lnTo>
                  <a:lnTo>
                    <a:pt x="862751" y="200558"/>
                  </a:lnTo>
                  <a:lnTo>
                    <a:pt x="934647" y="216964"/>
                  </a:lnTo>
                  <a:lnTo>
                    <a:pt x="1006543" y="233311"/>
                  </a:lnTo>
                  <a:lnTo>
                    <a:pt x="1078439" y="249595"/>
                  </a:lnTo>
                  <a:lnTo>
                    <a:pt x="1150335" y="265812"/>
                  </a:lnTo>
                  <a:lnTo>
                    <a:pt x="1222231" y="281958"/>
                  </a:lnTo>
                  <a:lnTo>
                    <a:pt x="1294127" y="298030"/>
                  </a:lnTo>
                  <a:lnTo>
                    <a:pt x="1366023" y="314022"/>
                  </a:lnTo>
                  <a:lnTo>
                    <a:pt x="1437919" y="329931"/>
                  </a:lnTo>
                  <a:lnTo>
                    <a:pt x="1509815" y="345750"/>
                  </a:lnTo>
                  <a:lnTo>
                    <a:pt x="1581711" y="361476"/>
                  </a:lnTo>
                  <a:lnTo>
                    <a:pt x="1653607" y="377101"/>
                  </a:lnTo>
                  <a:lnTo>
                    <a:pt x="1725503" y="392620"/>
                  </a:lnTo>
                  <a:lnTo>
                    <a:pt x="1797399" y="408026"/>
                  </a:lnTo>
                  <a:lnTo>
                    <a:pt x="1869295" y="423313"/>
                  </a:lnTo>
                  <a:lnTo>
                    <a:pt x="1941191" y="438472"/>
                  </a:lnTo>
                  <a:lnTo>
                    <a:pt x="2013087" y="453496"/>
                  </a:lnTo>
                  <a:lnTo>
                    <a:pt x="2084983" y="468377"/>
                  </a:lnTo>
                  <a:lnTo>
                    <a:pt x="2156879" y="483105"/>
                  </a:lnTo>
                  <a:lnTo>
                    <a:pt x="2228775" y="497671"/>
                  </a:lnTo>
                  <a:lnTo>
                    <a:pt x="2300671" y="512065"/>
                  </a:lnTo>
                  <a:lnTo>
                    <a:pt x="2372567" y="526277"/>
                  </a:lnTo>
                  <a:lnTo>
                    <a:pt x="2444463" y="540295"/>
                  </a:lnTo>
                  <a:lnTo>
                    <a:pt x="2516359" y="554108"/>
                  </a:lnTo>
                  <a:lnTo>
                    <a:pt x="2588255" y="567704"/>
                  </a:lnTo>
                  <a:lnTo>
                    <a:pt x="2660151" y="581071"/>
                  </a:lnTo>
                  <a:lnTo>
                    <a:pt x="2732047" y="594195"/>
                  </a:lnTo>
                  <a:lnTo>
                    <a:pt x="2803943" y="607064"/>
                  </a:lnTo>
                  <a:lnTo>
                    <a:pt x="2875839" y="619665"/>
                  </a:lnTo>
                  <a:lnTo>
                    <a:pt x="2947735" y="631984"/>
                  </a:lnTo>
                  <a:lnTo>
                    <a:pt x="3019631" y="644007"/>
                  </a:lnTo>
                  <a:lnTo>
                    <a:pt x="3091527" y="655723"/>
                  </a:lnTo>
                  <a:lnTo>
                    <a:pt x="3163423" y="667118"/>
                  </a:lnTo>
                  <a:lnTo>
                    <a:pt x="3235319" y="678180"/>
                  </a:lnTo>
                  <a:lnTo>
                    <a:pt x="3307215" y="688899"/>
                  </a:lnTo>
                  <a:lnTo>
                    <a:pt x="3379111" y="699263"/>
                  </a:lnTo>
                  <a:lnTo>
                    <a:pt x="3451007" y="709265"/>
                  </a:lnTo>
                  <a:lnTo>
                    <a:pt x="3522902" y="718896"/>
                  </a:lnTo>
                  <a:lnTo>
                    <a:pt x="3594798" y="728150"/>
                  </a:lnTo>
                  <a:lnTo>
                    <a:pt x="3666694" y="737023"/>
                  </a:lnTo>
                  <a:lnTo>
                    <a:pt x="3738590" y="745513"/>
                  </a:lnTo>
                  <a:lnTo>
                    <a:pt x="3810486" y="753618"/>
                  </a:lnTo>
                  <a:lnTo>
                    <a:pt x="3882382" y="761340"/>
                  </a:lnTo>
                  <a:lnTo>
                    <a:pt x="3954278" y="768681"/>
                  </a:lnTo>
                  <a:lnTo>
                    <a:pt x="4026174" y="775647"/>
                  </a:lnTo>
                  <a:lnTo>
                    <a:pt x="4098070" y="782244"/>
                  </a:lnTo>
                  <a:lnTo>
                    <a:pt x="4169966" y="788480"/>
                  </a:lnTo>
                  <a:lnTo>
                    <a:pt x="4241862" y="794363"/>
                  </a:lnTo>
                  <a:lnTo>
                    <a:pt x="4313758" y="799905"/>
                  </a:lnTo>
                  <a:lnTo>
                    <a:pt x="4385654" y="805117"/>
                  </a:lnTo>
                  <a:lnTo>
                    <a:pt x="4457550" y="810011"/>
                  </a:lnTo>
                  <a:lnTo>
                    <a:pt x="4529446" y="814600"/>
                  </a:lnTo>
                  <a:lnTo>
                    <a:pt x="4601342" y="818896"/>
                  </a:lnTo>
                  <a:lnTo>
                    <a:pt x="4673238" y="822913"/>
                  </a:lnTo>
                  <a:lnTo>
                    <a:pt x="4745134" y="826665"/>
                  </a:lnTo>
                  <a:lnTo>
                    <a:pt x="4817030" y="830164"/>
                  </a:lnTo>
                  <a:lnTo>
                    <a:pt x="4888926" y="833423"/>
                  </a:lnTo>
                  <a:lnTo>
                    <a:pt x="4960822" y="836456"/>
                  </a:lnTo>
                  <a:lnTo>
                    <a:pt x="5032718" y="839274"/>
                  </a:lnTo>
                  <a:lnTo>
                    <a:pt x="5104614" y="841890"/>
                  </a:lnTo>
                  <a:lnTo>
                    <a:pt x="5176510" y="844314"/>
                  </a:lnTo>
                  <a:lnTo>
                    <a:pt x="5248406" y="846559"/>
                  </a:lnTo>
                  <a:lnTo>
                    <a:pt x="5320302" y="848633"/>
                  </a:lnTo>
                  <a:lnTo>
                    <a:pt x="5392198" y="850548"/>
                  </a:lnTo>
                  <a:lnTo>
                    <a:pt x="5464094" y="852312"/>
                  </a:lnTo>
                  <a:lnTo>
                    <a:pt x="5535990" y="853934"/>
                  </a:lnTo>
                  <a:lnTo>
                    <a:pt x="5607886" y="855423"/>
                  </a:lnTo>
                  <a:lnTo>
                    <a:pt x="5679782" y="85678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4" name="pl114"/>
            <p:cNvSpPr/>
            <p:nvPr/>
          </p:nvSpPr>
          <p:spPr>
            <a:xfrm>
              <a:off x="1256863" y="4624675"/>
              <a:ext cx="5679782" cy="461587"/>
            </a:xfrm>
            <a:custGeom>
              <a:avLst/>
              <a:gdLst/>
              <a:ahLst/>
              <a:cxnLst/>
              <a:rect l="0" t="0" r="0" b="0"/>
              <a:pathLst>
                <a:path w="5679782" h="461587">
                  <a:moveTo>
                    <a:pt x="5679782" y="461587"/>
                  </a:moveTo>
                  <a:lnTo>
                    <a:pt x="5607886" y="446274"/>
                  </a:lnTo>
                  <a:lnTo>
                    <a:pt x="5535990" y="431087"/>
                  </a:lnTo>
                  <a:lnTo>
                    <a:pt x="5464094" y="416034"/>
                  </a:lnTo>
                  <a:lnTo>
                    <a:pt x="5392198" y="401122"/>
                  </a:lnTo>
                  <a:lnTo>
                    <a:pt x="5320302" y="386361"/>
                  </a:lnTo>
                  <a:lnTo>
                    <a:pt x="5248406" y="371760"/>
                  </a:lnTo>
                  <a:lnTo>
                    <a:pt x="5176510" y="357329"/>
                  </a:lnTo>
                  <a:lnTo>
                    <a:pt x="5104614" y="343078"/>
                  </a:lnTo>
                  <a:lnTo>
                    <a:pt x="5032718" y="329018"/>
                  </a:lnTo>
                  <a:lnTo>
                    <a:pt x="4960822" y="315161"/>
                  </a:lnTo>
                  <a:lnTo>
                    <a:pt x="4888926" y="301518"/>
                  </a:lnTo>
                  <a:lnTo>
                    <a:pt x="4817030" y="288102"/>
                  </a:lnTo>
                  <a:lnTo>
                    <a:pt x="4745134" y="274926"/>
                  </a:lnTo>
                  <a:lnTo>
                    <a:pt x="4673238" y="262002"/>
                  </a:lnTo>
                  <a:lnTo>
                    <a:pt x="4601342" y="249343"/>
                  </a:lnTo>
                  <a:lnTo>
                    <a:pt x="4529446" y="236964"/>
                  </a:lnTo>
                  <a:lnTo>
                    <a:pt x="4457550" y="224877"/>
                  </a:lnTo>
                  <a:lnTo>
                    <a:pt x="4385654" y="213095"/>
                  </a:lnTo>
                  <a:lnTo>
                    <a:pt x="4313758" y="201632"/>
                  </a:lnTo>
                  <a:lnTo>
                    <a:pt x="4241862" y="190498"/>
                  </a:lnTo>
                  <a:lnTo>
                    <a:pt x="4169966" y="179706"/>
                  </a:lnTo>
                  <a:lnTo>
                    <a:pt x="4098070" y="169267"/>
                  </a:lnTo>
                  <a:lnTo>
                    <a:pt x="4026174" y="159188"/>
                  </a:lnTo>
                  <a:lnTo>
                    <a:pt x="3954278" y="149478"/>
                  </a:lnTo>
                  <a:lnTo>
                    <a:pt x="3882382" y="140144"/>
                  </a:lnTo>
                  <a:lnTo>
                    <a:pt x="3810486" y="131190"/>
                  </a:lnTo>
                  <a:lnTo>
                    <a:pt x="3738590" y="122620"/>
                  </a:lnTo>
                  <a:lnTo>
                    <a:pt x="3666694" y="114434"/>
                  </a:lnTo>
                  <a:lnTo>
                    <a:pt x="3594798" y="106632"/>
                  </a:lnTo>
                  <a:lnTo>
                    <a:pt x="3522902" y="99210"/>
                  </a:lnTo>
                  <a:lnTo>
                    <a:pt x="3451007" y="92166"/>
                  </a:lnTo>
                  <a:lnTo>
                    <a:pt x="3379111" y="85492"/>
                  </a:lnTo>
                  <a:lnTo>
                    <a:pt x="3307215" y="79180"/>
                  </a:lnTo>
                  <a:lnTo>
                    <a:pt x="3235319" y="73223"/>
                  </a:lnTo>
                  <a:lnTo>
                    <a:pt x="3163423" y="67610"/>
                  </a:lnTo>
                  <a:lnTo>
                    <a:pt x="3091527" y="62330"/>
                  </a:lnTo>
                  <a:lnTo>
                    <a:pt x="3019631" y="57370"/>
                  </a:lnTo>
                  <a:lnTo>
                    <a:pt x="2947735" y="52718"/>
                  </a:lnTo>
                  <a:lnTo>
                    <a:pt x="2875839" y="48361"/>
                  </a:lnTo>
                  <a:lnTo>
                    <a:pt x="2803943" y="44286"/>
                  </a:lnTo>
                  <a:lnTo>
                    <a:pt x="2732047" y="40480"/>
                  </a:lnTo>
                  <a:lnTo>
                    <a:pt x="2660151" y="36929"/>
                  </a:lnTo>
                  <a:lnTo>
                    <a:pt x="2588255" y="33620"/>
                  </a:lnTo>
                  <a:lnTo>
                    <a:pt x="2516359" y="30540"/>
                  </a:lnTo>
                  <a:lnTo>
                    <a:pt x="2444463" y="27678"/>
                  </a:lnTo>
                  <a:lnTo>
                    <a:pt x="2372567" y="25020"/>
                  </a:lnTo>
                  <a:lnTo>
                    <a:pt x="2300671" y="22557"/>
                  </a:lnTo>
                  <a:lnTo>
                    <a:pt x="2228775" y="20275"/>
                  </a:lnTo>
                  <a:lnTo>
                    <a:pt x="2156879" y="18166"/>
                  </a:lnTo>
                  <a:lnTo>
                    <a:pt x="2084983" y="16218"/>
                  </a:lnTo>
                  <a:lnTo>
                    <a:pt x="2013087" y="14423"/>
                  </a:lnTo>
                  <a:lnTo>
                    <a:pt x="1941191" y="12772"/>
                  </a:lnTo>
                  <a:lnTo>
                    <a:pt x="1869295" y="11256"/>
                  </a:lnTo>
                  <a:lnTo>
                    <a:pt x="1797399" y="9867"/>
                  </a:lnTo>
                  <a:lnTo>
                    <a:pt x="1725503" y="8598"/>
                  </a:lnTo>
                  <a:lnTo>
                    <a:pt x="1653607" y="7441"/>
                  </a:lnTo>
                  <a:lnTo>
                    <a:pt x="1581711" y="6391"/>
                  </a:lnTo>
                  <a:lnTo>
                    <a:pt x="1509815" y="5441"/>
                  </a:lnTo>
                  <a:lnTo>
                    <a:pt x="1437919" y="4585"/>
                  </a:lnTo>
                  <a:lnTo>
                    <a:pt x="1366023" y="3818"/>
                  </a:lnTo>
                  <a:lnTo>
                    <a:pt x="1294127" y="3135"/>
                  </a:lnTo>
                  <a:lnTo>
                    <a:pt x="1222231" y="2531"/>
                  </a:lnTo>
                  <a:lnTo>
                    <a:pt x="1150335" y="2001"/>
                  </a:lnTo>
                  <a:lnTo>
                    <a:pt x="1078439" y="1543"/>
                  </a:lnTo>
                  <a:lnTo>
                    <a:pt x="1006543" y="1151"/>
                  </a:lnTo>
                  <a:lnTo>
                    <a:pt x="934647" y="822"/>
                  </a:lnTo>
                  <a:lnTo>
                    <a:pt x="862751" y="553"/>
                  </a:lnTo>
                  <a:lnTo>
                    <a:pt x="790855" y="341"/>
                  </a:lnTo>
                  <a:lnTo>
                    <a:pt x="718959" y="182"/>
                  </a:lnTo>
                  <a:lnTo>
                    <a:pt x="647063" y="74"/>
                  </a:lnTo>
                  <a:lnTo>
                    <a:pt x="575167" y="14"/>
                  </a:lnTo>
                  <a:lnTo>
                    <a:pt x="503271" y="0"/>
                  </a:lnTo>
                  <a:lnTo>
                    <a:pt x="431375" y="29"/>
                  </a:lnTo>
                  <a:lnTo>
                    <a:pt x="359479" y="99"/>
                  </a:lnTo>
                  <a:lnTo>
                    <a:pt x="287583" y="209"/>
                  </a:lnTo>
                  <a:lnTo>
                    <a:pt x="215687" y="356"/>
                  </a:lnTo>
                  <a:lnTo>
                    <a:pt x="143791" y="539"/>
                  </a:lnTo>
                  <a:lnTo>
                    <a:pt x="71895" y="756"/>
                  </a:lnTo>
                  <a:lnTo>
                    <a:pt x="0" y="1005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1256863" y="4077388"/>
              <a:ext cx="5679782" cy="658684"/>
            </a:xfrm>
            <a:custGeom>
              <a:avLst/>
              <a:gdLst/>
              <a:ahLst/>
              <a:cxnLst/>
              <a:rect l="0" t="0" r="0" b="0"/>
              <a:pathLst>
                <a:path w="5679782" h="658684">
                  <a:moveTo>
                    <a:pt x="0" y="0"/>
                  </a:moveTo>
                  <a:lnTo>
                    <a:pt x="71895" y="8337"/>
                  </a:lnTo>
                  <a:lnTo>
                    <a:pt x="143791" y="16675"/>
                  </a:lnTo>
                  <a:lnTo>
                    <a:pt x="215687" y="25013"/>
                  </a:lnTo>
                  <a:lnTo>
                    <a:pt x="287583" y="33351"/>
                  </a:lnTo>
                  <a:lnTo>
                    <a:pt x="359479" y="41688"/>
                  </a:lnTo>
                  <a:lnTo>
                    <a:pt x="431375" y="50026"/>
                  </a:lnTo>
                  <a:lnTo>
                    <a:pt x="503271" y="58364"/>
                  </a:lnTo>
                  <a:lnTo>
                    <a:pt x="575167" y="66702"/>
                  </a:lnTo>
                  <a:lnTo>
                    <a:pt x="647063" y="75039"/>
                  </a:lnTo>
                  <a:lnTo>
                    <a:pt x="718959" y="83377"/>
                  </a:lnTo>
                  <a:lnTo>
                    <a:pt x="790855" y="91715"/>
                  </a:lnTo>
                  <a:lnTo>
                    <a:pt x="862751" y="100053"/>
                  </a:lnTo>
                  <a:lnTo>
                    <a:pt x="934647" y="108391"/>
                  </a:lnTo>
                  <a:lnTo>
                    <a:pt x="1006543" y="116728"/>
                  </a:lnTo>
                  <a:lnTo>
                    <a:pt x="1078439" y="125066"/>
                  </a:lnTo>
                  <a:lnTo>
                    <a:pt x="1150335" y="133404"/>
                  </a:lnTo>
                  <a:lnTo>
                    <a:pt x="1222231" y="141742"/>
                  </a:lnTo>
                  <a:lnTo>
                    <a:pt x="1294127" y="150079"/>
                  </a:lnTo>
                  <a:lnTo>
                    <a:pt x="1366023" y="158417"/>
                  </a:lnTo>
                  <a:lnTo>
                    <a:pt x="1437919" y="166755"/>
                  </a:lnTo>
                  <a:lnTo>
                    <a:pt x="1509815" y="175093"/>
                  </a:lnTo>
                  <a:lnTo>
                    <a:pt x="1581711" y="183431"/>
                  </a:lnTo>
                  <a:lnTo>
                    <a:pt x="1653607" y="191768"/>
                  </a:lnTo>
                  <a:lnTo>
                    <a:pt x="1725503" y="200106"/>
                  </a:lnTo>
                  <a:lnTo>
                    <a:pt x="1797399" y="208444"/>
                  </a:lnTo>
                  <a:lnTo>
                    <a:pt x="1869295" y="216782"/>
                  </a:lnTo>
                  <a:lnTo>
                    <a:pt x="1941191" y="225119"/>
                  </a:lnTo>
                  <a:lnTo>
                    <a:pt x="2013087" y="233457"/>
                  </a:lnTo>
                  <a:lnTo>
                    <a:pt x="2084983" y="241795"/>
                  </a:lnTo>
                  <a:lnTo>
                    <a:pt x="2156879" y="250133"/>
                  </a:lnTo>
                  <a:lnTo>
                    <a:pt x="2228775" y="258470"/>
                  </a:lnTo>
                  <a:lnTo>
                    <a:pt x="2300671" y="266808"/>
                  </a:lnTo>
                  <a:lnTo>
                    <a:pt x="2372567" y="275146"/>
                  </a:lnTo>
                  <a:lnTo>
                    <a:pt x="2444463" y="283484"/>
                  </a:lnTo>
                  <a:lnTo>
                    <a:pt x="2516359" y="291822"/>
                  </a:lnTo>
                  <a:lnTo>
                    <a:pt x="2588255" y="300159"/>
                  </a:lnTo>
                  <a:lnTo>
                    <a:pt x="2660151" y="308497"/>
                  </a:lnTo>
                  <a:lnTo>
                    <a:pt x="2732047" y="316835"/>
                  </a:lnTo>
                  <a:lnTo>
                    <a:pt x="2803943" y="325173"/>
                  </a:lnTo>
                  <a:lnTo>
                    <a:pt x="2875839" y="333510"/>
                  </a:lnTo>
                  <a:lnTo>
                    <a:pt x="2947735" y="341848"/>
                  </a:lnTo>
                  <a:lnTo>
                    <a:pt x="3019631" y="350186"/>
                  </a:lnTo>
                  <a:lnTo>
                    <a:pt x="3091527" y="358524"/>
                  </a:lnTo>
                  <a:lnTo>
                    <a:pt x="3163423" y="366862"/>
                  </a:lnTo>
                  <a:lnTo>
                    <a:pt x="3235319" y="375199"/>
                  </a:lnTo>
                  <a:lnTo>
                    <a:pt x="3307215" y="383537"/>
                  </a:lnTo>
                  <a:lnTo>
                    <a:pt x="3379111" y="391875"/>
                  </a:lnTo>
                  <a:lnTo>
                    <a:pt x="3451007" y="400213"/>
                  </a:lnTo>
                  <a:lnTo>
                    <a:pt x="3522902" y="408550"/>
                  </a:lnTo>
                  <a:lnTo>
                    <a:pt x="3594798" y="416888"/>
                  </a:lnTo>
                  <a:lnTo>
                    <a:pt x="3666694" y="425226"/>
                  </a:lnTo>
                  <a:lnTo>
                    <a:pt x="3738590" y="433564"/>
                  </a:lnTo>
                  <a:lnTo>
                    <a:pt x="3810486" y="441901"/>
                  </a:lnTo>
                  <a:lnTo>
                    <a:pt x="3882382" y="450239"/>
                  </a:lnTo>
                  <a:lnTo>
                    <a:pt x="3954278" y="458577"/>
                  </a:lnTo>
                  <a:lnTo>
                    <a:pt x="4026174" y="466915"/>
                  </a:lnTo>
                  <a:lnTo>
                    <a:pt x="4098070" y="475253"/>
                  </a:lnTo>
                  <a:lnTo>
                    <a:pt x="4169966" y="483590"/>
                  </a:lnTo>
                  <a:lnTo>
                    <a:pt x="4241862" y="491928"/>
                  </a:lnTo>
                  <a:lnTo>
                    <a:pt x="4313758" y="500266"/>
                  </a:lnTo>
                  <a:lnTo>
                    <a:pt x="4385654" y="508604"/>
                  </a:lnTo>
                  <a:lnTo>
                    <a:pt x="4457550" y="516941"/>
                  </a:lnTo>
                  <a:lnTo>
                    <a:pt x="4529446" y="525279"/>
                  </a:lnTo>
                  <a:lnTo>
                    <a:pt x="4601342" y="533617"/>
                  </a:lnTo>
                  <a:lnTo>
                    <a:pt x="4673238" y="541955"/>
                  </a:lnTo>
                  <a:lnTo>
                    <a:pt x="4745134" y="550293"/>
                  </a:lnTo>
                  <a:lnTo>
                    <a:pt x="4817030" y="558630"/>
                  </a:lnTo>
                  <a:lnTo>
                    <a:pt x="4888926" y="566968"/>
                  </a:lnTo>
                  <a:lnTo>
                    <a:pt x="4960822" y="575306"/>
                  </a:lnTo>
                  <a:lnTo>
                    <a:pt x="5032718" y="583644"/>
                  </a:lnTo>
                  <a:lnTo>
                    <a:pt x="5104614" y="591981"/>
                  </a:lnTo>
                  <a:lnTo>
                    <a:pt x="5176510" y="600319"/>
                  </a:lnTo>
                  <a:lnTo>
                    <a:pt x="5248406" y="608657"/>
                  </a:lnTo>
                  <a:lnTo>
                    <a:pt x="5320302" y="616995"/>
                  </a:lnTo>
                  <a:lnTo>
                    <a:pt x="5392198" y="625332"/>
                  </a:lnTo>
                  <a:lnTo>
                    <a:pt x="5464094" y="633670"/>
                  </a:lnTo>
                  <a:lnTo>
                    <a:pt x="5535990" y="642008"/>
                  </a:lnTo>
                  <a:lnTo>
                    <a:pt x="5607886" y="650346"/>
                  </a:lnTo>
                  <a:lnTo>
                    <a:pt x="5679782" y="658684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tx117"/>
            <p:cNvSpPr/>
            <p:nvPr/>
          </p:nvSpPr>
          <p:spPr>
            <a:xfrm>
              <a:off x="692708" y="552749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63505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742603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85015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195770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938079" y="556754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l123"/>
            <p:cNvSpPr/>
            <p:nvPr/>
          </p:nvSpPr>
          <p:spPr>
            <a:xfrm>
              <a:off x="938079" y="467510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124"/>
            <p:cNvSpPr/>
            <p:nvPr/>
          </p:nvSpPr>
          <p:spPr>
            <a:xfrm>
              <a:off x="938079" y="378265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938079" y="289020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938079" y="199776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gdLst/>
              <a:ahLst/>
              <a:cxnLst/>
              <a:rect l="0" t="0" r="0" b="0"/>
              <a:pathLst>
                <a:path w="624776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189898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320040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450182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580324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710465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tx133"/>
            <p:cNvSpPr/>
            <p:nvPr/>
          </p:nvSpPr>
          <p:spPr>
            <a:xfrm>
              <a:off x="1867894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169312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4470731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5772150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7073569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359062" y="5925448"/>
              <a:ext cx="14753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72874" y="1669789"/>
              <a:ext cx="364031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vs Survival at York River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278758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68571" y="452684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68571" y="460907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68571" y="487664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2464046" y="500002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2464046" y="524332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2464046" y="489890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3241946" y="487567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3241946" y="47724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3241946" y="49245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2139882" y="487352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2139882" y="488475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2139882" y="483263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4293665" y="48683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4293665" y="49160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4293665" y="495633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3707193" y="515689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3707193" y="52334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3707193" y="515834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4017678" y="548079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4017678" y="531123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4017678" y="54216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876534" y="51530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876534" y="514284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876534" y="521929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27274" y="4732862"/>
              <a:ext cx="5707962" cy="816344"/>
            </a:xfrm>
            <a:custGeom>
              <a:avLst/>
              <a:gdLst/>
              <a:ahLst/>
              <a:cxnLst/>
              <a:rect l="0" t="0" r="0" b="0"/>
              <a:pathLst>
                <a:path w="5707962" h="816344">
                  <a:moveTo>
                    <a:pt x="0" y="0"/>
                  </a:moveTo>
                  <a:lnTo>
                    <a:pt x="72252" y="9049"/>
                  </a:lnTo>
                  <a:lnTo>
                    <a:pt x="144505" y="18064"/>
                  </a:lnTo>
                  <a:lnTo>
                    <a:pt x="216758" y="27043"/>
                  </a:lnTo>
                  <a:lnTo>
                    <a:pt x="289010" y="35983"/>
                  </a:lnTo>
                  <a:lnTo>
                    <a:pt x="361263" y="44882"/>
                  </a:lnTo>
                  <a:lnTo>
                    <a:pt x="433516" y="53737"/>
                  </a:lnTo>
                  <a:lnTo>
                    <a:pt x="505768" y="62545"/>
                  </a:lnTo>
                  <a:lnTo>
                    <a:pt x="578021" y="71302"/>
                  </a:lnTo>
                  <a:lnTo>
                    <a:pt x="650274" y="80006"/>
                  </a:lnTo>
                  <a:lnTo>
                    <a:pt x="722526" y="88652"/>
                  </a:lnTo>
                  <a:lnTo>
                    <a:pt x="794779" y="97236"/>
                  </a:lnTo>
                  <a:lnTo>
                    <a:pt x="867032" y="105755"/>
                  </a:lnTo>
                  <a:lnTo>
                    <a:pt x="939284" y="114203"/>
                  </a:lnTo>
                  <a:lnTo>
                    <a:pt x="1011537" y="122576"/>
                  </a:lnTo>
                  <a:lnTo>
                    <a:pt x="1083790" y="130868"/>
                  </a:lnTo>
                  <a:lnTo>
                    <a:pt x="1156043" y="139075"/>
                  </a:lnTo>
                  <a:lnTo>
                    <a:pt x="1228295" y="147190"/>
                  </a:lnTo>
                  <a:lnTo>
                    <a:pt x="1300548" y="155207"/>
                  </a:lnTo>
                  <a:lnTo>
                    <a:pt x="1372801" y="163121"/>
                  </a:lnTo>
                  <a:lnTo>
                    <a:pt x="1445053" y="170924"/>
                  </a:lnTo>
                  <a:lnTo>
                    <a:pt x="1517306" y="178611"/>
                  </a:lnTo>
                  <a:lnTo>
                    <a:pt x="1589559" y="186174"/>
                  </a:lnTo>
                  <a:lnTo>
                    <a:pt x="1661811" y="193608"/>
                  </a:lnTo>
                  <a:lnTo>
                    <a:pt x="1734064" y="200905"/>
                  </a:lnTo>
                  <a:lnTo>
                    <a:pt x="1806317" y="208060"/>
                  </a:lnTo>
                  <a:lnTo>
                    <a:pt x="1878569" y="215066"/>
                  </a:lnTo>
                  <a:lnTo>
                    <a:pt x="1950822" y="221917"/>
                  </a:lnTo>
                  <a:lnTo>
                    <a:pt x="2023075" y="228610"/>
                  </a:lnTo>
                  <a:lnTo>
                    <a:pt x="2095328" y="235139"/>
                  </a:lnTo>
                  <a:lnTo>
                    <a:pt x="2167580" y="241501"/>
                  </a:lnTo>
                  <a:lnTo>
                    <a:pt x="2239833" y="247693"/>
                  </a:lnTo>
                  <a:lnTo>
                    <a:pt x="2312086" y="253715"/>
                  </a:lnTo>
                  <a:lnTo>
                    <a:pt x="2384338" y="259564"/>
                  </a:lnTo>
                  <a:lnTo>
                    <a:pt x="2456591" y="265242"/>
                  </a:lnTo>
                  <a:lnTo>
                    <a:pt x="2528844" y="270750"/>
                  </a:lnTo>
                  <a:lnTo>
                    <a:pt x="2601096" y="276091"/>
                  </a:lnTo>
                  <a:lnTo>
                    <a:pt x="2673349" y="281267"/>
                  </a:lnTo>
                  <a:lnTo>
                    <a:pt x="2745602" y="286282"/>
                  </a:lnTo>
                  <a:lnTo>
                    <a:pt x="2817854" y="291143"/>
                  </a:lnTo>
                  <a:lnTo>
                    <a:pt x="2890107" y="295854"/>
                  </a:lnTo>
                  <a:lnTo>
                    <a:pt x="2962360" y="300420"/>
                  </a:lnTo>
                  <a:lnTo>
                    <a:pt x="3034612" y="304849"/>
                  </a:lnTo>
                  <a:lnTo>
                    <a:pt x="3106865" y="309146"/>
                  </a:lnTo>
                  <a:lnTo>
                    <a:pt x="3179118" y="313319"/>
                  </a:lnTo>
                  <a:lnTo>
                    <a:pt x="3251371" y="317373"/>
                  </a:lnTo>
                  <a:lnTo>
                    <a:pt x="3323623" y="321316"/>
                  </a:lnTo>
                  <a:lnTo>
                    <a:pt x="3395876" y="325154"/>
                  </a:lnTo>
                  <a:lnTo>
                    <a:pt x="3468129" y="328893"/>
                  </a:lnTo>
                  <a:lnTo>
                    <a:pt x="3540381" y="332539"/>
                  </a:lnTo>
                  <a:lnTo>
                    <a:pt x="3612634" y="336097"/>
                  </a:lnTo>
                  <a:lnTo>
                    <a:pt x="3684887" y="339575"/>
                  </a:lnTo>
                  <a:lnTo>
                    <a:pt x="3757139" y="342975"/>
                  </a:lnTo>
                  <a:lnTo>
                    <a:pt x="3829392" y="346305"/>
                  </a:lnTo>
                  <a:lnTo>
                    <a:pt x="3901645" y="349567"/>
                  </a:lnTo>
                  <a:lnTo>
                    <a:pt x="3973897" y="352767"/>
                  </a:lnTo>
                  <a:lnTo>
                    <a:pt x="4046150" y="355908"/>
                  </a:lnTo>
                  <a:lnTo>
                    <a:pt x="4118403" y="358995"/>
                  </a:lnTo>
                  <a:lnTo>
                    <a:pt x="4190656" y="362031"/>
                  </a:lnTo>
                  <a:lnTo>
                    <a:pt x="4262908" y="365019"/>
                  </a:lnTo>
                  <a:lnTo>
                    <a:pt x="4335161" y="367962"/>
                  </a:lnTo>
                  <a:lnTo>
                    <a:pt x="4407414" y="370863"/>
                  </a:lnTo>
                  <a:lnTo>
                    <a:pt x="4479666" y="373725"/>
                  </a:lnTo>
                  <a:lnTo>
                    <a:pt x="4551919" y="376550"/>
                  </a:lnTo>
                  <a:lnTo>
                    <a:pt x="4624172" y="379341"/>
                  </a:lnTo>
                  <a:lnTo>
                    <a:pt x="4696424" y="382099"/>
                  </a:lnTo>
                  <a:lnTo>
                    <a:pt x="4768677" y="384827"/>
                  </a:lnTo>
                  <a:lnTo>
                    <a:pt x="4840930" y="387527"/>
                  </a:lnTo>
                  <a:lnTo>
                    <a:pt x="4913182" y="390199"/>
                  </a:lnTo>
                  <a:lnTo>
                    <a:pt x="4985435" y="392846"/>
                  </a:lnTo>
                  <a:lnTo>
                    <a:pt x="5057688" y="395470"/>
                  </a:lnTo>
                  <a:lnTo>
                    <a:pt x="5129941" y="398071"/>
                  </a:lnTo>
                  <a:lnTo>
                    <a:pt x="5202193" y="400651"/>
                  </a:lnTo>
                  <a:lnTo>
                    <a:pt x="5274446" y="403210"/>
                  </a:lnTo>
                  <a:lnTo>
                    <a:pt x="5346699" y="405751"/>
                  </a:lnTo>
                  <a:lnTo>
                    <a:pt x="5418951" y="408275"/>
                  </a:lnTo>
                  <a:lnTo>
                    <a:pt x="5491204" y="410781"/>
                  </a:lnTo>
                  <a:lnTo>
                    <a:pt x="5563457" y="413271"/>
                  </a:lnTo>
                  <a:lnTo>
                    <a:pt x="5635709" y="415746"/>
                  </a:lnTo>
                  <a:lnTo>
                    <a:pt x="5707962" y="418207"/>
                  </a:lnTo>
                  <a:lnTo>
                    <a:pt x="5707962" y="816344"/>
                  </a:lnTo>
                  <a:lnTo>
                    <a:pt x="5635709" y="806972"/>
                  </a:lnTo>
                  <a:lnTo>
                    <a:pt x="5563457" y="797615"/>
                  </a:lnTo>
                  <a:lnTo>
                    <a:pt x="5491204" y="788273"/>
                  </a:lnTo>
                  <a:lnTo>
                    <a:pt x="5418951" y="778946"/>
                  </a:lnTo>
                  <a:lnTo>
                    <a:pt x="5346699" y="769637"/>
                  </a:lnTo>
                  <a:lnTo>
                    <a:pt x="5274446" y="760345"/>
                  </a:lnTo>
                  <a:lnTo>
                    <a:pt x="5202193" y="751072"/>
                  </a:lnTo>
                  <a:lnTo>
                    <a:pt x="5129941" y="741820"/>
                  </a:lnTo>
                  <a:lnTo>
                    <a:pt x="5057688" y="732588"/>
                  </a:lnTo>
                  <a:lnTo>
                    <a:pt x="4985435" y="723379"/>
                  </a:lnTo>
                  <a:lnTo>
                    <a:pt x="4913182" y="714194"/>
                  </a:lnTo>
                  <a:lnTo>
                    <a:pt x="4840930" y="705034"/>
                  </a:lnTo>
                  <a:lnTo>
                    <a:pt x="4768677" y="695900"/>
                  </a:lnTo>
                  <a:lnTo>
                    <a:pt x="4696424" y="686796"/>
                  </a:lnTo>
                  <a:lnTo>
                    <a:pt x="4624172" y="677722"/>
                  </a:lnTo>
                  <a:lnTo>
                    <a:pt x="4551919" y="668680"/>
                  </a:lnTo>
                  <a:lnTo>
                    <a:pt x="4479666" y="659672"/>
                  </a:lnTo>
                  <a:lnTo>
                    <a:pt x="4407414" y="650702"/>
                  </a:lnTo>
                  <a:lnTo>
                    <a:pt x="4335161" y="641771"/>
                  </a:lnTo>
                  <a:lnTo>
                    <a:pt x="4262908" y="632881"/>
                  </a:lnTo>
                  <a:lnTo>
                    <a:pt x="4190656" y="624036"/>
                  </a:lnTo>
                  <a:lnTo>
                    <a:pt x="4118403" y="615240"/>
                  </a:lnTo>
                  <a:lnTo>
                    <a:pt x="4046150" y="606494"/>
                  </a:lnTo>
                  <a:lnTo>
                    <a:pt x="3973897" y="597803"/>
                  </a:lnTo>
                  <a:lnTo>
                    <a:pt x="3901645" y="589170"/>
                  </a:lnTo>
                  <a:lnTo>
                    <a:pt x="3829392" y="580600"/>
                  </a:lnTo>
                  <a:lnTo>
                    <a:pt x="3757139" y="572097"/>
                  </a:lnTo>
                  <a:lnTo>
                    <a:pt x="3684887" y="563665"/>
                  </a:lnTo>
                  <a:lnTo>
                    <a:pt x="3612634" y="555309"/>
                  </a:lnTo>
                  <a:lnTo>
                    <a:pt x="3540381" y="547036"/>
                  </a:lnTo>
                  <a:lnTo>
                    <a:pt x="3468129" y="538849"/>
                  </a:lnTo>
                  <a:lnTo>
                    <a:pt x="3395876" y="530755"/>
                  </a:lnTo>
                  <a:lnTo>
                    <a:pt x="3323623" y="522760"/>
                  </a:lnTo>
                  <a:lnTo>
                    <a:pt x="3251371" y="514871"/>
                  </a:lnTo>
                  <a:lnTo>
                    <a:pt x="3179118" y="507093"/>
                  </a:lnTo>
                  <a:lnTo>
                    <a:pt x="3106865" y="499433"/>
                  </a:lnTo>
                  <a:lnTo>
                    <a:pt x="3034612" y="491897"/>
                  </a:lnTo>
                  <a:lnTo>
                    <a:pt x="2962360" y="484494"/>
                  </a:lnTo>
                  <a:lnTo>
                    <a:pt x="2890107" y="477228"/>
                  </a:lnTo>
                  <a:lnTo>
                    <a:pt x="2817854" y="470106"/>
                  </a:lnTo>
                  <a:lnTo>
                    <a:pt x="2745602" y="463133"/>
                  </a:lnTo>
                  <a:lnTo>
                    <a:pt x="2673349" y="456317"/>
                  </a:lnTo>
                  <a:lnTo>
                    <a:pt x="2601096" y="449660"/>
                  </a:lnTo>
                  <a:lnTo>
                    <a:pt x="2528844" y="443168"/>
                  </a:lnTo>
                  <a:lnTo>
                    <a:pt x="2456591" y="436843"/>
                  </a:lnTo>
                  <a:lnTo>
                    <a:pt x="2384338" y="430689"/>
                  </a:lnTo>
                  <a:lnTo>
                    <a:pt x="2312086" y="424706"/>
                  </a:lnTo>
                  <a:lnTo>
                    <a:pt x="2239833" y="418894"/>
                  </a:lnTo>
                  <a:lnTo>
                    <a:pt x="2167580" y="413254"/>
                  </a:lnTo>
                  <a:lnTo>
                    <a:pt x="2095328" y="407784"/>
                  </a:lnTo>
                  <a:lnTo>
                    <a:pt x="2023075" y="402480"/>
                  </a:lnTo>
                  <a:lnTo>
                    <a:pt x="1950822" y="397340"/>
                  </a:lnTo>
                  <a:lnTo>
                    <a:pt x="1878569" y="392360"/>
                  </a:lnTo>
                  <a:lnTo>
                    <a:pt x="1806317" y="387533"/>
                  </a:lnTo>
                  <a:lnTo>
                    <a:pt x="1734064" y="382855"/>
                  </a:lnTo>
                  <a:lnTo>
                    <a:pt x="1661811" y="378320"/>
                  </a:lnTo>
                  <a:lnTo>
                    <a:pt x="1589559" y="373921"/>
                  </a:lnTo>
                  <a:lnTo>
                    <a:pt x="1517306" y="369651"/>
                  </a:lnTo>
                  <a:lnTo>
                    <a:pt x="1445053" y="365506"/>
                  </a:lnTo>
                  <a:lnTo>
                    <a:pt x="1372801" y="361477"/>
                  </a:lnTo>
                  <a:lnTo>
                    <a:pt x="1300548" y="357558"/>
                  </a:lnTo>
                  <a:lnTo>
                    <a:pt x="1228295" y="353742"/>
                  </a:lnTo>
                  <a:lnTo>
                    <a:pt x="1156043" y="350025"/>
                  </a:lnTo>
                  <a:lnTo>
                    <a:pt x="1083790" y="346399"/>
                  </a:lnTo>
                  <a:lnTo>
                    <a:pt x="1011537" y="342859"/>
                  </a:lnTo>
                  <a:lnTo>
                    <a:pt x="939284" y="339399"/>
                  </a:lnTo>
                  <a:lnTo>
                    <a:pt x="867032" y="336014"/>
                  </a:lnTo>
                  <a:lnTo>
                    <a:pt x="794779" y="332700"/>
                  </a:lnTo>
                  <a:lnTo>
                    <a:pt x="722526" y="329452"/>
                  </a:lnTo>
                  <a:lnTo>
                    <a:pt x="650274" y="326266"/>
                  </a:lnTo>
                  <a:lnTo>
                    <a:pt x="578021" y="323137"/>
                  </a:lnTo>
                  <a:lnTo>
                    <a:pt x="505768" y="320062"/>
                  </a:lnTo>
                  <a:lnTo>
                    <a:pt x="433516" y="317037"/>
                  </a:lnTo>
                  <a:lnTo>
                    <a:pt x="361263" y="314059"/>
                  </a:lnTo>
                  <a:lnTo>
                    <a:pt x="289010" y="311126"/>
                  </a:lnTo>
                  <a:lnTo>
                    <a:pt x="216758" y="308233"/>
                  </a:lnTo>
                  <a:lnTo>
                    <a:pt x="144505" y="305380"/>
                  </a:lnTo>
                  <a:lnTo>
                    <a:pt x="72252" y="302562"/>
                  </a:lnTo>
                  <a:lnTo>
                    <a:pt x="0" y="299779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27274" y="4732862"/>
              <a:ext cx="5707962" cy="418207"/>
            </a:xfrm>
            <a:custGeom>
              <a:avLst/>
              <a:gdLst/>
              <a:ahLst/>
              <a:cxnLst/>
              <a:rect l="0" t="0" r="0" b="0"/>
              <a:pathLst>
                <a:path w="5707962" h="418207">
                  <a:moveTo>
                    <a:pt x="0" y="0"/>
                  </a:moveTo>
                  <a:lnTo>
                    <a:pt x="72252" y="9049"/>
                  </a:lnTo>
                  <a:lnTo>
                    <a:pt x="144505" y="18064"/>
                  </a:lnTo>
                  <a:lnTo>
                    <a:pt x="216758" y="27043"/>
                  </a:lnTo>
                  <a:lnTo>
                    <a:pt x="289010" y="35983"/>
                  </a:lnTo>
                  <a:lnTo>
                    <a:pt x="361263" y="44882"/>
                  </a:lnTo>
                  <a:lnTo>
                    <a:pt x="433516" y="53737"/>
                  </a:lnTo>
                  <a:lnTo>
                    <a:pt x="505768" y="62545"/>
                  </a:lnTo>
                  <a:lnTo>
                    <a:pt x="578021" y="71302"/>
                  </a:lnTo>
                  <a:lnTo>
                    <a:pt x="650274" y="80006"/>
                  </a:lnTo>
                  <a:lnTo>
                    <a:pt x="722526" y="88652"/>
                  </a:lnTo>
                  <a:lnTo>
                    <a:pt x="794779" y="97236"/>
                  </a:lnTo>
                  <a:lnTo>
                    <a:pt x="867032" y="105755"/>
                  </a:lnTo>
                  <a:lnTo>
                    <a:pt x="939284" y="114203"/>
                  </a:lnTo>
                  <a:lnTo>
                    <a:pt x="1011537" y="122576"/>
                  </a:lnTo>
                  <a:lnTo>
                    <a:pt x="1083790" y="130868"/>
                  </a:lnTo>
                  <a:lnTo>
                    <a:pt x="1156043" y="139075"/>
                  </a:lnTo>
                  <a:lnTo>
                    <a:pt x="1228295" y="147190"/>
                  </a:lnTo>
                  <a:lnTo>
                    <a:pt x="1300548" y="155207"/>
                  </a:lnTo>
                  <a:lnTo>
                    <a:pt x="1372801" y="163121"/>
                  </a:lnTo>
                  <a:lnTo>
                    <a:pt x="1445053" y="170924"/>
                  </a:lnTo>
                  <a:lnTo>
                    <a:pt x="1517306" y="178611"/>
                  </a:lnTo>
                  <a:lnTo>
                    <a:pt x="1589559" y="186174"/>
                  </a:lnTo>
                  <a:lnTo>
                    <a:pt x="1661811" y="193608"/>
                  </a:lnTo>
                  <a:lnTo>
                    <a:pt x="1734064" y="200905"/>
                  </a:lnTo>
                  <a:lnTo>
                    <a:pt x="1806317" y="208060"/>
                  </a:lnTo>
                  <a:lnTo>
                    <a:pt x="1878569" y="215066"/>
                  </a:lnTo>
                  <a:lnTo>
                    <a:pt x="1950822" y="221917"/>
                  </a:lnTo>
                  <a:lnTo>
                    <a:pt x="2023075" y="228610"/>
                  </a:lnTo>
                  <a:lnTo>
                    <a:pt x="2095328" y="235139"/>
                  </a:lnTo>
                  <a:lnTo>
                    <a:pt x="2167580" y="241501"/>
                  </a:lnTo>
                  <a:lnTo>
                    <a:pt x="2239833" y="247693"/>
                  </a:lnTo>
                  <a:lnTo>
                    <a:pt x="2312086" y="253715"/>
                  </a:lnTo>
                  <a:lnTo>
                    <a:pt x="2384338" y="259564"/>
                  </a:lnTo>
                  <a:lnTo>
                    <a:pt x="2456591" y="265242"/>
                  </a:lnTo>
                  <a:lnTo>
                    <a:pt x="2528844" y="270750"/>
                  </a:lnTo>
                  <a:lnTo>
                    <a:pt x="2601096" y="276091"/>
                  </a:lnTo>
                  <a:lnTo>
                    <a:pt x="2673349" y="281267"/>
                  </a:lnTo>
                  <a:lnTo>
                    <a:pt x="2745602" y="286282"/>
                  </a:lnTo>
                  <a:lnTo>
                    <a:pt x="2817854" y="291143"/>
                  </a:lnTo>
                  <a:lnTo>
                    <a:pt x="2890107" y="295854"/>
                  </a:lnTo>
                  <a:lnTo>
                    <a:pt x="2962360" y="300420"/>
                  </a:lnTo>
                  <a:lnTo>
                    <a:pt x="3034612" y="304849"/>
                  </a:lnTo>
                  <a:lnTo>
                    <a:pt x="3106865" y="309146"/>
                  </a:lnTo>
                  <a:lnTo>
                    <a:pt x="3179118" y="313319"/>
                  </a:lnTo>
                  <a:lnTo>
                    <a:pt x="3251371" y="317373"/>
                  </a:lnTo>
                  <a:lnTo>
                    <a:pt x="3323623" y="321316"/>
                  </a:lnTo>
                  <a:lnTo>
                    <a:pt x="3395876" y="325154"/>
                  </a:lnTo>
                  <a:lnTo>
                    <a:pt x="3468129" y="328893"/>
                  </a:lnTo>
                  <a:lnTo>
                    <a:pt x="3540381" y="332539"/>
                  </a:lnTo>
                  <a:lnTo>
                    <a:pt x="3612634" y="336097"/>
                  </a:lnTo>
                  <a:lnTo>
                    <a:pt x="3684887" y="339575"/>
                  </a:lnTo>
                  <a:lnTo>
                    <a:pt x="3757139" y="342975"/>
                  </a:lnTo>
                  <a:lnTo>
                    <a:pt x="3829392" y="346305"/>
                  </a:lnTo>
                  <a:lnTo>
                    <a:pt x="3901645" y="349567"/>
                  </a:lnTo>
                  <a:lnTo>
                    <a:pt x="3973897" y="352767"/>
                  </a:lnTo>
                  <a:lnTo>
                    <a:pt x="4046150" y="355908"/>
                  </a:lnTo>
                  <a:lnTo>
                    <a:pt x="4118403" y="358995"/>
                  </a:lnTo>
                  <a:lnTo>
                    <a:pt x="4190656" y="362031"/>
                  </a:lnTo>
                  <a:lnTo>
                    <a:pt x="4262908" y="365019"/>
                  </a:lnTo>
                  <a:lnTo>
                    <a:pt x="4335161" y="367962"/>
                  </a:lnTo>
                  <a:lnTo>
                    <a:pt x="4407414" y="370863"/>
                  </a:lnTo>
                  <a:lnTo>
                    <a:pt x="4479666" y="373725"/>
                  </a:lnTo>
                  <a:lnTo>
                    <a:pt x="4551919" y="376550"/>
                  </a:lnTo>
                  <a:lnTo>
                    <a:pt x="4624172" y="379341"/>
                  </a:lnTo>
                  <a:lnTo>
                    <a:pt x="4696424" y="382099"/>
                  </a:lnTo>
                  <a:lnTo>
                    <a:pt x="4768677" y="384827"/>
                  </a:lnTo>
                  <a:lnTo>
                    <a:pt x="4840930" y="387527"/>
                  </a:lnTo>
                  <a:lnTo>
                    <a:pt x="4913182" y="390199"/>
                  </a:lnTo>
                  <a:lnTo>
                    <a:pt x="4985435" y="392846"/>
                  </a:lnTo>
                  <a:lnTo>
                    <a:pt x="5057688" y="395470"/>
                  </a:lnTo>
                  <a:lnTo>
                    <a:pt x="5129941" y="398071"/>
                  </a:lnTo>
                  <a:lnTo>
                    <a:pt x="5202193" y="400651"/>
                  </a:lnTo>
                  <a:lnTo>
                    <a:pt x="5274446" y="403210"/>
                  </a:lnTo>
                  <a:lnTo>
                    <a:pt x="5346699" y="405751"/>
                  </a:lnTo>
                  <a:lnTo>
                    <a:pt x="5418951" y="408275"/>
                  </a:lnTo>
                  <a:lnTo>
                    <a:pt x="5491204" y="410781"/>
                  </a:lnTo>
                  <a:lnTo>
                    <a:pt x="5563457" y="413271"/>
                  </a:lnTo>
                  <a:lnTo>
                    <a:pt x="5635709" y="415746"/>
                  </a:lnTo>
                  <a:lnTo>
                    <a:pt x="5707962" y="41820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27274" y="5032642"/>
              <a:ext cx="5707962" cy="516565"/>
            </a:xfrm>
            <a:custGeom>
              <a:avLst/>
              <a:gdLst/>
              <a:ahLst/>
              <a:cxnLst/>
              <a:rect l="0" t="0" r="0" b="0"/>
              <a:pathLst>
                <a:path w="5707962" h="516565">
                  <a:moveTo>
                    <a:pt x="5707962" y="516565"/>
                  </a:moveTo>
                  <a:lnTo>
                    <a:pt x="5635709" y="507193"/>
                  </a:lnTo>
                  <a:lnTo>
                    <a:pt x="5563457" y="497835"/>
                  </a:lnTo>
                  <a:lnTo>
                    <a:pt x="5491204" y="488493"/>
                  </a:lnTo>
                  <a:lnTo>
                    <a:pt x="5418951" y="479167"/>
                  </a:lnTo>
                  <a:lnTo>
                    <a:pt x="5346699" y="469857"/>
                  </a:lnTo>
                  <a:lnTo>
                    <a:pt x="5274446" y="460566"/>
                  </a:lnTo>
                  <a:lnTo>
                    <a:pt x="5202193" y="451293"/>
                  </a:lnTo>
                  <a:lnTo>
                    <a:pt x="5129941" y="442040"/>
                  </a:lnTo>
                  <a:lnTo>
                    <a:pt x="5057688" y="432809"/>
                  </a:lnTo>
                  <a:lnTo>
                    <a:pt x="4985435" y="423600"/>
                  </a:lnTo>
                  <a:lnTo>
                    <a:pt x="4913182" y="414414"/>
                  </a:lnTo>
                  <a:lnTo>
                    <a:pt x="4840930" y="405254"/>
                  </a:lnTo>
                  <a:lnTo>
                    <a:pt x="4768677" y="396121"/>
                  </a:lnTo>
                  <a:lnTo>
                    <a:pt x="4696424" y="387016"/>
                  </a:lnTo>
                  <a:lnTo>
                    <a:pt x="4624172" y="377942"/>
                  </a:lnTo>
                  <a:lnTo>
                    <a:pt x="4551919" y="368900"/>
                  </a:lnTo>
                  <a:lnTo>
                    <a:pt x="4479666" y="359893"/>
                  </a:lnTo>
                  <a:lnTo>
                    <a:pt x="4407414" y="350922"/>
                  </a:lnTo>
                  <a:lnTo>
                    <a:pt x="4335161" y="341991"/>
                  </a:lnTo>
                  <a:lnTo>
                    <a:pt x="4262908" y="333102"/>
                  </a:lnTo>
                  <a:lnTo>
                    <a:pt x="4190656" y="324257"/>
                  </a:lnTo>
                  <a:lnTo>
                    <a:pt x="4118403" y="315460"/>
                  </a:lnTo>
                  <a:lnTo>
                    <a:pt x="4046150" y="306714"/>
                  </a:lnTo>
                  <a:lnTo>
                    <a:pt x="3973897" y="298023"/>
                  </a:lnTo>
                  <a:lnTo>
                    <a:pt x="3901645" y="289391"/>
                  </a:lnTo>
                  <a:lnTo>
                    <a:pt x="3829392" y="280820"/>
                  </a:lnTo>
                  <a:lnTo>
                    <a:pt x="3757139" y="272317"/>
                  </a:lnTo>
                  <a:lnTo>
                    <a:pt x="3684887" y="263885"/>
                  </a:lnTo>
                  <a:lnTo>
                    <a:pt x="3612634" y="255530"/>
                  </a:lnTo>
                  <a:lnTo>
                    <a:pt x="3540381" y="247256"/>
                  </a:lnTo>
                  <a:lnTo>
                    <a:pt x="3468129" y="239069"/>
                  </a:lnTo>
                  <a:lnTo>
                    <a:pt x="3395876" y="230976"/>
                  </a:lnTo>
                  <a:lnTo>
                    <a:pt x="3323623" y="222981"/>
                  </a:lnTo>
                  <a:lnTo>
                    <a:pt x="3251371" y="215091"/>
                  </a:lnTo>
                  <a:lnTo>
                    <a:pt x="3179118" y="207313"/>
                  </a:lnTo>
                  <a:lnTo>
                    <a:pt x="3106865" y="199653"/>
                  </a:lnTo>
                  <a:lnTo>
                    <a:pt x="3034612" y="192118"/>
                  </a:lnTo>
                  <a:lnTo>
                    <a:pt x="2962360" y="184714"/>
                  </a:lnTo>
                  <a:lnTo>
                    <a:pt x="2890107" y="177448"/>
                  </a:lnTo>
                  <a:lnTo>
                    <a:pt x="2817854" y="170326"/>
                  </a:lnTo>
                  <a:lnTo>
                    <a:pt x="2745602" y="163354"/>
                  </a:lnTo>
                  <a:lnTo>
                    <a:pt x="2673349" y="156537"/>
                  </a:lnTo>
                  <a:lnTo>
                    <a:pt x="2601096" y="149881"/>
                  </a:lnTo>
                  <a:lnTo>
                    <a:pt x="2528844" y="143389"/>
                  </a:lnTo>
                  <a:lnTo>
                    <a:pt x="2456591" y="137064"/>
                  </a:lnTo>
                  <a:lnTo>
                    <a:pt x="2384338" y="130909"/>
                  </a:lnTo>
                  <a:lnTo>
                    <a:pt x="2312086" y="124926"/>
                  </a:lnTo>
                  <a:lnTo>
                    <a:pt x="2239833" y="119115"/>
                  </a:lnTo>
                  <a:lnTo>
                    <a:pt x="2167580" y="113475"/>
                  </a:lnTo>
                  <a:lnTo>
                    <a:pt x="2095328" y="108005"/>
                  </a:lnTo>
                  <a:lnTo>
                    <a:pt x="2023075" y="102701"/>
                  </a:lnTo>
                  <a:lnTo>
                    <a:pt x="1950822" y="97561"/>
                  </a:lnTo>
                  <a:lnTo>
                    <a:pt x="1878569" y="92580"/>
                  </a:lnTo>
                  <a:lnTo>
                    <a:pt x="1806317" y="87753"/>
                  </a:lnTo>
                  <a:lnTo>
                    <a:pt x="1734064" y="83075"/>
                  </a:lnTo>
                  <a:lnTo>
                    <a:pt x="1661811" y="78540"/>
                  </a:lnTo>
                  <a:lnTo>
                    <a:pt x="1589559" y="74141"/>
                  </a:lnTo>
                  <a:lnTo>
                    <a:pt x="1517306" y="69872"/>
                  </a:lnTo>
                  <a:lnTo>
                    <a:pt x="1445053" y="65726"/>
                  </a:lnTo>
                  <a:lnTo>
                    <a:pt x="1372801" y="61697"/>
                  </a:lnTo>
                  <a:lnTo>
                    <a:pt x="1300548" y="57778"/>
                  </a:lnTo>
                  <a:lnTo>
                    <a:pt x="1228295" y="53963"/>
                  </a:lnTo>
                  <a:lnTo>
                    <a:pt x="1156043" y="50245"/>
                  </a:lnTo>
                  <a:lnTo>
                    <a:pt x="1083790" y="46619"/>
                  </a:lnTo>
                  <a:lnTo>
                    <a:pt x="1011537" y="43079"/>
                  </a:lnTo>
                  <a:lnTo>
                    <a:pt x="939284" y="39619"/>
                  </a:lnTo>
                  <a:lnTo>
                    <a:pt x="867032" y="36235"/>
                  </a:lnTo>
                  <a:lnTo>
                    <a:pt x="794779" y="32921"/>
                  </a:lnTo>
                  <a:lnTo>
                    <a:pt x="722526" y="29673"/>
                  </a:lnTo>
                  <a:lnTo>
                    <a:pt x="650274" y="26486"/>
                  </a:lnTo>
                  <a:lnTo>
                    <a:pt x="578021" y="23357"/>
                  </a:lnTo>
                  <a:lnTo>
                    <a:pt x="505768" y="20282"/>
                  </a:lnTo>
                  <a:lnTo>
                    <a:pt x="433516" y="17257"/>
                  </a:lnTo>
                  <a:lnTo>
                    <a:pt x="361263" y="14280"/>
                  </a:lnTo>
                  <a:lnTo>
                    <a:pt x="289010" y="11346"/>
                  </a:lnTo>
                  <a:lnTo>
                    <a:pt x="216758" y="8454"/>
                  </a:lnTo>
                  <a:lnTo>
                    <a:pt x="144505" y="5600"/>
                  </a:lnTo>
                  <a:lnTo>
                    <a:pt x="72252" y="27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27274" y="4882752"/>
              <a:ext cx="5707962" cy="467386"/>
            </a:xfrm>
            <a:custGeom>
              <a:avLst/>
              <a:gdLst/>
              <a:ahLst/>
              <a:cxnLst/>
              <a:rect l="0" t="0" r="0" b="0"/>
              <a:pathLst>
                <a:path w="5707962" h="467386">
                  <a:moveTo>
                    <a:pt x="0" y="0"/>
                  </a:moveTo>
                  <a:lnTo>
                    <a:pt x="72252" y="5916"/>
                  </a:lnTo>
                  <a:lnTo>
                    <a:pt x="144505" y="11832"/>
                  </a:lnTo>
                  <a:lnTo>
                    <a:pt x="216758" y="17748"/>
                  </a:lnTo>
                  <a:lnTo>
                    <a:pt x="289010" y="23665"/>
                  </a:lnTo>
                  <a:lnTo>
                    <a:pt x="361263" y="29581"/>
                  </a:lnTo>
                  <a:lnTo>
                    <a:pt x="433516" y="35497"/>
                  </a:lnTo>
                  <a:lnTo>
                    <a:pt x="505768" y="41413"/>
                  </a:lnTo>
                  <a:lnTo>
                    <a:pt x="578021" y="47330"/>
                  </a:lnTo>
                  <a:lnTo>
                    <a:pt x="650274" y="53246"/>
                  </a:lnTo>
                  <a:lnTo>
                    <a:pt x="722526" y="59162"/>
                  </a:lnTo>
                  <a:lnTo>
                    <a:pt x="794779" y="65079"/>
                  </a:lnTo>
                  <a:lnTo>
                    <a:pt x="867032" y="70995"/>
                  </a:lnTo>
                  <a:lnTo>
                    <a:pt x="939284" y="76911"/>
                  </a:lnTo>
                  <a:lnTo>
                    <a:pt x="1011537" y="82827"/>
                  </a:lnTo>
                  <a:lnTo>
                    <a:pt x="1083790" y="88744"/>
                  </a:lnTo>
                  <a:lnTo>
                    <a:pt x="1156043" y="94660"/>
                  </a:lnTo>
                  <a:lnTo>
                    <a:pt x="1228295" y="100576"/>
                  </a:lnTo>
                  <a:lnTo>
                    <a:pt x="1300548" y="106493"/>
                  </a:lnTo>
                  <a:lnTo>
                    <a:pt x="1372801" y="112409"/>
                  </a:lnTo>
                  <a:lnTo>
                    <a:pt x="1445053" y="118325"/>
                  </a:lnTo>
                  <a:lnTo>
                    <a:pt x="1517306" y="124241"/>
                  </a:lnTo>
                  <a:lnTo>
                    <a:pt x="1589559" y="130158"/>
                  </a:lnTo>
                  <a:lnTo>
                    <a:pt x="1661811" y="136074"/>
                  </a:lnTo>
                  <a:lnTo>
                    <a:pt x="1734064" y="141990"/>
                  </a:lnTo>
                  <a:lnTo>
                    <a:pt x="1806317" y="147907"/>
                  </a:lnTo>
                  <a:lnTo>
                    <a:pt x="1878569" y="153823"/>
                  </a:lnTo>
                  <a:lnTo>
                    <a:pt x="1950822" y="159739"/>
                  </a:lnTo>
                  <a:lnTo>
                    <a:pt x="2023075" y="165655"/>
                  </a:lnTo>
                  <a:lnTo>
                    <a:pt x="2095328" y="171572"/>
                  </a:lnTo>
                  <a:lnTo>
                    <a:pt x="2167580" y="177488"/>
                  </a:lnTo>
                  <a:lnTo>
                    <a:pt x="2239833" y="183404"/>
                  </a:lnTo>
                  <a:lnTo>
                    <a:pt x="2312086" y="189321"/>
                  </a:lnTo>
                  <a:lnTo>
                    <a:pt x="2384338" y="195237"/>
                  </a:lnTo>
                  <a:lnTo>
                    <a:pt x="2456591" y="201153"/>
                  </a:lnTo>
                  <a:lnTo>
                    <a:pt x="2528844" y="207069"/>
                  </a:lnTo>
                  <a:lnTo>
                    <a:pt x="2601096" y="212986"/>
                  </a:lnTo>
                  <a:lnTo>
                    <a:pt x="2673349" y="218902"/>
                  </a:lnTo>
                  <a:lnTo>
                    <a:pt x="2745602" y="224818"/>
                  </a:lnTo>
                  <a:lnTo>
                    <a:pt x="2817854" y="230735"/>
                  </a:lnTo>
                  <a:lnTo>
                    <a:pt x="2890107" y="236651"/>
                  </a:lnTo>
                  <a:lnTo>
                    <a:pt x="2962360" y="242567"/>
                  </a:lnTo>
                  <a:lnTo>
                    <a:pt x="3034612" y="248483"/>
                  </a:lnTo>
                  <a:lnTo>
                    <a:pt x="3106865" y="254400"/>
                  </a:lnTo>
                  <a:lnTo>
                    <a:pt x="3179118" y="260316"/>
                  </a:lnTo>
                  <a:lnTo>
                    <a:pt x="3251371" y="266232"/>
                  </a:lnTo>
                  <a:lnTo>
                    <a:pt x="3323623" y="272148"/>
                  </a:lnTo>
                  <a:lnTo>
                    <a:pt x="3395876" y="278065"/>
                  </a:lnTo>
                  <a:lnTo>
                    <a:pt x="3468129" y="283981"/>
                  </a:lnTo>
                  <a:lnTo>
                    <a:pt x="3540381" y="289897"/>
                  </a:lnTo>
                  <a:lnTo>
                    <a:pt x="3612634" y="295814"/>
                  </a:lnTo>
                  <a:lnTo>
                    <a:pt x="3684887" y="301730"/>
                  </a:lnTo>
                  <a:lnTo>
                    <a:pt x="3757139" y="307646"/>
                  </a:lnTo>
                  <a:lnTo>
                    <a:pt x="3829392" y="313562"/>
                  </a:lnTo>
                  <a:lnTo>
                    <a:pt x="3901645" y="319479"/>
                  </a:lnTo>
                  <a:lnTo>
                    <a:pt x="3973897" y="325395"/>
                  </a:lnTo>
                  <a:lnTo>
                    <a:pt x="4046150" y="331311"/>
                  </a:lnTo>
                  <a:lnTo>
                    <a:pt x="4118403" y="337228"/>
                  </a:lnTo>
                  <a:lnTo>
                    <a:pt x="4190656" y="343144"/>
                  </a:lnTo>
                  <a:lnTo>
                    <a:pt x="4262908" y="349060"/>
                  </a:lnTo>
                  <a:lnTo>
                    <a:pt x="4335161" y="354976"/>
                  </a:lnTo>
                  <a:lnTo>
                    <a:pt x="4407414" y="360893"/>
                  </a:lnTo>
                  <a:lnTo>
                    <a:pt x="4479666" y="366809"/>
                  </a:lnTo>
                  <a:lnTo>
                    <a:pt x="4551919" y="372725"/>
                  </a:lnTo>
                  <a:lnTo>
                    <a:pt x="4624172" y="378642"/>
                  </a:lnTo>
                  <a:lnTo>
                    <a:pt x="4696424" y="384558"/>
                  </a:lnTo>
                  <a:lnTo>
                    <a:pt x="4768677" y="390474"/>
                  </a:lnTo>
                  <a:lnTo>
                    <a:pt x="4840930" y="396390"/>
                  </a:lnTo>
                  <a:lnTo>
                    <a:pt x="4913182" y="402307"/>
                  </a:lnTo>
                  <a:lnTo>
                    <a:pt x="4985435" y="408223"/>
                  </a:lnTo>
                  <a:lnTo>
                    <a:pt x="5057688" y="414139"/>
                  </a:lnTo>
                  <a:lnTo>
                    <a:pt x="5129941" y="420056"/>
                  </a:lnTo>
                  <a:lnTo>
                    <a:pt x="5202193" y="425972"/>
                  </a:lnTo>
                  <a:lnTo>
                    <a:pt x="5274446" y="431888"/>
                  </a:lnTo>
                  <a:lnTo>
                    <a:pt x="5346699" y="437804"/>
                  </a:lnTo>
                  <a:lnTo>
                    <a:pt x="5418951" y="443721"/>
                  </a:lnTo>
                  <a:lnTo>
                    <a:pt x="5491204" y="449637"/>
                  </a:lnTo>
                  <a:lnTo>
                    <a:pt x="5563457" y="455553"/>
                  </a:lnTo>
                  <a:lnTo>
                    <a:pt x="5635709" y="461470"/>
                  </a:lnTo>
                  <a:lnTo>
                    <a:pt x="5707962" y="467386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1168571" y="437973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1168571" y="47156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1168571" y="454695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2464046" y="47022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2464046" y="459122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2464046" y="46288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3241946" y="45182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3241946" y="44576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3241946" y="458023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2139882" y="46264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2139882" y="46671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2139882" y="46500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4293665" y="48099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4293665" y="462182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4293665" y="473996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3707193" y="497526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3707193" y="442880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3707193" y="479851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4017678" y="50874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4017678" y="513621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4017678" y="503185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6876534" y="490003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t56"/>
            <p:cNvSpPr/>
            <p:nvPr/>
          </p:nvSpPr>
          <p:spPr>
            <a:xfrm>
              <a:off x="6876534" y="520514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t57"/>
            <p:cNvSpPr/>
            <p:nvPr/>
          </p:nvSpPr>
          <p:spPr>
            <a:xfrm>
              <a:off x="6876534" y="49090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1227274" y="4461280"/>
              <a:ext cx="5707962" cy="807016"/>
            </a:xfrm>
            <a:custGeom>
              <a:avLst/>
              <a:gdLst/>
              <a:ahLst/>
              <a:cxnLst/>
              <a:rect l="0" t="0" r="0" b="0"/>
              <a:pathLst>
                <a:path w="5707962" h="807016">
                  <a:moveTo>
                    <a:pt x="0" y="0"/>
                  </a:moveTo>
                  <a:lnTo>
                    <a:pt x="72252" y="9058"/>
                  </a:lnTo>
                  <a:lnTo>
                    <a:pt x="144505" y="18086"/>
                  </a:lnTo>
                  <a:lnTo>
                    <a:pt x="216758" y="27082"/>
                  </a:lnTo>
                  <a:lnTo>
                    <a:pt x="289010" y="36042"/>
                  </a:lnTo>
                  <a:lnTo>
                    <a:pt x="361263" y="44966"/>
                  </a:lnTo>
                  <a:lnTo>
                    <a:pt x="433516" y="53849"/>
                  </a:lnTo>
                  <a:lnTo>
                    <a:pt x="505768" y="62691"/>
                  </a:lnTo>
                  <a:lnTo>
                    <a:pt x="578021" y="71487"/>
                  </a:lnTo>
                  <a:lnTo>
                    <a:pt x="650274" y="80234"/>
                  </a:lnTo>
                  <a:lnTo>
                    <a:pt x="722526" y="88930"/>
                  </a:lnTo>
                  <a:lnTo>
                    <a:pt x="794779" y="97570"/>
                  </a:lnTo>
                  <a:lnTo>
                    <a:pt x="867032" y="106151"/>
                  </a:lnTo>
                  <a:lnTo>
                    <a:pt x="939284" y="114668"/>
                  </a:lnTo>
                  <a:lnTo>
                    <a:pt x="1011537" y="123118"/>
                  </a:lnTo>
                  <a:lnTo>
                    <a:pt x="1083790" y="131495"/>
                  </a:lnTo>
                  <a:lnTo>
                    <a:pt x="1156043" y="139794"/>
                  </a:lnTo>
                  <a:lnTo>
                    <a:pt x="1228295" y="148012"/>
                  </a:lnTo>
                  <a:lnTo>
                    <a:pt x="1300548" y="156141"/>
                  </a:lnTo>
                  <a:lnTo>
                    <a:pt x="1372801" y="164177"/>
                  </a:lnTo>
                  <a:lnTo>
                    <a:pt x="1445053" y="172114"/>
                  </a:lnTo>
                  <a:lnTo>
                    <a:pt x="1517306" y="179945"/>
                  </a:lnTo>
                  <a:lnTo>
                    <a:pt x="1589559" y="187666"/>
                  </a:lnTo>
                  <a:lnTo>
                    <a:pt x="1661811" y="195270"/>
                  </a:lnTo>
                  <a:lnTo>
                    <a:pt x="1734064" y="202750"/>
                  </a:lnTo>
                  <a:lnTo>
                    <a:pt x="1806317" y="210103"/>
                  </a:lnTo>
                  <a:lnTo>
                    <a:pt x="1878569" y="217321"/>
                  </a:lnTo>
                  <a:lnTo>
                    <a:pt x="1950822" y="224401"/>
                  </a:lnTo>
                  <a:lnTo>
                    <a:pt x="2023075" y="231337"/>
                  </a:lnTo>
                  <a:lnTo>
                    <a:pt x="2095328" y="238126"/>
                  </a:lnTo>
                  <a:lnTo>
                    <a:pt x="2167580" y="244764"/>
                  </a:lnTo>
                  <a:lnTo>
                    <a:pt x="2239833" y="251250"/>
                  </a:lnTo>
                  <a:lnTo>
                    <a:pt x="2312086" y="257582"/>
                  </a:lnTo>
                  <a:lnTo>
                    <a:pt x="2384338" y="263758"/>
                  </a:lnTo>
                  <a:lnTo>
                    <a:pt x="2456591" y="269781"/>
                  </a:lnTo>
                  <a:lnTo>
                    <a:pt x="2528844" y="275650"/>
                  </a:lnTo>
                  <a:lnTo>
                    <a:pt x="2601096" y="281368"/>
                  </a:lnTo>
                  <a:lnTo>
                    <a:pt x="2673349" y="286939"/>
                  </a:lnTo>
                  <a:lnTo>
                    <a:pt x="2745602" y="292365"/>
                  </a:lnTo>
                  <a:lnTo>
                    <a:pt x="2817854" y="297651"/>
                  </a:lnTo>
                  <a:lnTo>
                    <a:pt x="2890107" y="302802"/>
                  </a:lnTo>
                  <a:lnTo>
                    <a:pt x="2962360" y="307823"/>
                  </a:lnTo>
                  <a:lnTo>
                    <a:pt x="3034612" y="312721"/>
                  </a:lnTo>
                  <a:lnTo>
                    <a:pt x="3106865" y="317500"/>
                  </a:lnTo>
                  <a:lnTo>
                    <a:pt x="3179118" y="322166"/>
                  </a:lnTo>
                  <a:lnTo>
                    <a:pt x="3251371" y="326726"/>
                  </a:lnTo>
                  <a:lnTo>
                    <a:pt x="3323623" y="331186"/>
                  </a:lnTo>
                  <a:lnTo>
                    <a:pt x="3395876" y="335551"/>
                  </a:lnTo>
                  <a:lnTo>
                    <a:pt x="3468129" y="339827"/>
                  </a:lnTo>
                  <a:lnTo>
                    <a:pt x="3540381" y="344019"/>
                  </a:lnTo>
                  <a:lnTo>
                    <a:pt x="3612634" y="348133"/>
                  </a:lnTo>
                  <a:lnTo>
                    <a:pt x="3684887" y="352173"/>
                  </a:lnTo>
                  <a:lnTo>
                    <a:pt x="3757139" y="356145"/>
                  </a:lnTo>
                  <a:lnTo>
                    <a:pt x="3829392" y="360052"/>
                  </a:lnTo>
                  <a:lnTo>
                    <a:pt x="3901645" y="363898"/>
                  </a:lnTo>
                  <a:lnTo>
                    <a:pt x="3973897" y="367689"/>
                  </a:lnTo>
                  <a:lnTo>
                    <a:pt x="4046150" y="371427"/>
                  </a:lnTo>
                  <a:lnTo>
                    <a:pt x="4118403" y="375115"/>
                  </a:lnTo>
                  <a:lnTo>
                    <a:pt x="4190656" y="378758"/>
                  </a:lnTo>
                  <a:lnTo>
                    <a:pt x="4262908" y="382358"/>
                  </a:lnTo>
                  <a:lnTo>
                    <a:pt x="4335161" y="385917"/>
                  </a:lnTo>
                  <a:lnTo>
                    <a:pt x="4407414" y="389438"/>
                  </a:lnTo>
                  <a:lnTo>
                    <a:pt x="4479666" y="392925"/>
                  </a:lnTo>
                  <a:lnTo>
                    <a:pt x="4551919" y="396378"/>
                  </a:lnTo>
                  <a:lnTo>
                    <a:pt x="4624172" y="399800"/>
                  </a:lnTo>
                  <a:lnTo>
                    <a:pt x="4696424" y="403192"/>
                  </a:lnTo>
                  <a:lnTo>
                    <a:pt x="4768677" y="406558"/>
                  </a:lnTo>
                  <a:lnTo>
                    <a:pt x="4840930" y="409898"/>
                  </a:lnTo>
                  <a:lnTo>
                    <a:pt x="4913182" y="413213"/>
                  </a:lnTo>
                  <a:lnTo>
                    <a:pt x="4985435" y="416506"/>
                  </a:lnTo>
                  <a:lnTo>
                    <a:pt x="5057688" y="419777"/>
                  </a:lnTo>
                  <a:lnTo>
                    <a:pt x="5129941" y="423028"/>
                  </a:lnTo>
                  <a:lnTo>
                    <a:pt x="5202193" y="426260"/>
                  </a:lnTo>
                  <a:lnTo>
                    <a:pt x="5274446" y="429474"/>
                  </a:lnTo>
                  <a:lnTo>
                    <a:pt x="5346699" y="432671"/>
                  </a:lnTo>
                  <a:lnTo>
                    <a:pt x="5418951" y="435852"/>
                  </a:lnTo>
                  <a:lnTo>
                    <a:pt x="5491204" y="439018"/>
                  </a:lnTo>
                  <a:lnTo>
                    <a:pt x="5563457" y="442169"/>
                  </a:lnTo>
                  <a:lnTo>
                    <a:pt x="5635709" y="445307"/>
                  </a:lnTo>
                  <a:lnTo>
                    <a:pt x="5707962" y="448432"/>
                  </a:lnTo>
                  <a:lnTo>
                    <a:pt x="5707962" y="807016"/>
                  </a:lnTo>
                  <a:lnTo>
                    <a:pt x="5635709" y="797667"/>
                  </a:lnTo>
                  <a:lnTo>
                    <a:pt x="5563457" y="788331"/>
                  </a:lnTo>
                  <a:lnTo>
                    <a:pt x="5491204" y="779008"/>
                  </a:lnTo>
                  <a:lnTo>
                    <a:pt x="5418951" y="769700"/>
                  </a:lnTo>
                  <a:lnTo>
                    <a:pt x="5346699" y="760407"/>
                  </a:lnTo>
                  <a:lnTo>
                    <a:pt x="5274446" y="751130"/>
                  </a:lnTo>
                  <a:lnTo>
                    <a:pt x="5202193" y="741870"/>
                  </a:lnTo>
                  <a:lnTo>
                    <a:pt x="5129941" y="732627"/>
                  </a:lnTo>
                  <a:lnTo>
                    <a:pt x="5057688" y="723405"/>
                  </a:lnTo>
                  <a:lnTo>
                    <a:pt x="4985435" y="714202"/>
                  </a:lnTo>
                  <a:lnTo>
                    <a:pt x="4913182" y="705020"/>
                  </a:lnTo>
                  <a:lnTo>
                    <a:pt x="4840930" y="695862"/>
                  </a:lnTo>
                  <a:lnTo>
                    <a:pt x="4768677" y="686728"/>
                  </a:lnTo>
                  <a:lnTo>
                    <a:pt x="4696424" y="677619"/>
                  </a:lnTo>
                  <a:lnTo>
                    <a:pt x="4624172" y="668538"/>
                  </a:lnTo>
                  <a:lnTo>
                    <a:pt x="4551919" y="659486"/>
                  </a:lnTo>
                  <a:lnTo>
                    <a:pt x="4479666" y="650465"/>
                  </a:lnTo>
                  <a:lnTo>
                    <a:pt x="4407414" y="641477"/>
                  </a:lnTo>
                  <a:lnTo>
                    <a:pt x="4335161" y="632524"/>
                  </a:lnTo>
                  <a:lnTo>
                    <a:pt x="4262908" y="623609"/>
                  </a:lnTo>
                  <a:lnTo>
                    <a:pt x="4190656" y="614735"/>
                  </a:lnTo>
                  <a:lnTo>
                    <a:pt x="4118403" y="605903"/>
                  </a:lnTo>
                  <a:lnTo>
                    <a:pt x="4046150" y="597118"/>
                  </a:lnTo>
                  <a:lnTo>
                    <a:pt x="3973897" y="588382"/>
                  </a:lnTo>
                  <a:lnTo>
                    <a:pt x="3901645" y="579698"/>
                  </a:lnTo>
                  <a:lnTo>
                    <a:pt x="3829392" y="571071"/>
                  </a:lnTo>
                  <a:lnTo>
                    <a:pt x="3757139" y="562504"/>
                  </a:lnTo>
                  <a:lnTo>
                    <a:pt x="3684887" y="554001"/>
                  </a:lnTo>
                  <a:lnTo>
                    <a:pt x="3612634" y="545567"/>
                  </a:lnTo>
                  <a:lnTo>
                    <a:pt x="3540381" y="537207"/>
                  </a:lnTo>
                  <a:lnTo>
                    <a:pt x="3468129" y="528925"/>
                  </a:lnTo>
                  <a:lnTo>
                    <a:pt x="3395876" y="520727"/>
                  </a:lnTo>
                  <a:lnTo>
                    <a:pt x="3323623" y="512618"/>
                  </a:lnTo>
                  <a:lnTo>
                    <a:pt x="3251371" y="504603"/>
                  </a:lnTo>
                  <a:lnTo>
                    <a:pt x="3179118" y="496690"/>
                  </a:lnTo>
                  <a:lnTo>
                    <a:pt x="3106865" y="488882"/>
                  </a:lnTo>
                  <a:lnTo>
                    <a:pt x="3034612" y="481187"/>
                  </a:lnTo>
                  <a:lnTo>
                    <a:pt x="2962360" y="473610"/>
                  </a:lnTo>
                  <a:lnTo>
                    <a:pt x="2890107" y="466158"/>
                  </a:lnTo>
                  <a:lnTo>
                    <a:pt x="2817854" y="458835"/>
                  </a:lnTo>
                  <a:lnTo>
                    <a:pt x="2745602" y="451647"/>
                  </a:lnTo>
                  <a:lnTo>
                    <a:pt x="2673349" y="444599"/>
                  </a:lnTo>
                  <a:lnTo>
                    <a:pt x="2601096" y="437695"/>
                  </a:lnTo>
                  <a:lnTo>
                    <a:pt x="2528844" y="430939"/>
                  </a:lnTo>
                  <a:lnTo>
                    <a:pt x="2456591" y="424334"/>
                  </a:lnTo>
                  <a:lnTo>
                    <a:pt x="2384338" y="417883"/>
                  </a:lnTo>
                  <a:lnTo>
                    <a:pt x="2312086" y="411585"/>
                  </a:lnTo>
                  <a:lnTo>
                    <a:pt x="2239833" y="405443"/>
                  </a:lnTo>
                  <a:lnTo>
                    <a:pt x="2167580" y="399455"/>
                  </a:lnTo>
                  <a:lnTo>
                    <a:pt x="2095328" y="393619"/>
                  </a:lnTo>
                  <a:lnTo>
                    <a:pt x="2023075" y="387934"/>
                  </a:lnTo>
                  <a:lnTo>
                    <a:pt x="1950822" y="382396"/>
                  </a:lnTo>
                  <a:lnTo>
                    <a:pt x="1878569" y="377002"/>
                  </a:lnTo>
                  <a:lnTo>
                    <a:pt x="1806317" y="371746"/>
                  </a:lnTo>
                  <a:lnTo>
                    <a:pt x="1734064" y="366624"/>
                  </a:lnTo>
                  <a:lnTo>
                    <a:pt x="1661811" y="361631"/>
                  </a:lnTo>
                  <a:lnTo>
                    <a:pt x="1589559" y="356761"/>
                  </a:lnTo>
                  <a:lnTo>
                    <a:pt x="1517306" y="352007"/>
                  </a:lnTo>
                  <a:lnTo>
                    <a:pt x="1445053" y="347365"/>
                  </a:lnTo>
                  <a:lnTo>
                    <a:pt x="1372801" y="342827"/>
                  </a:lnTo>
                  <a:lnTo>
                    <a:pt x="1300548" y="338389"/>
                  </a:lnTo>
                  <a:lnTo>
                    <a:pt x="1228295" y="334044"/>
                  </a:lnTo>
                  <a:lnTo>
                    <a:pt x="1156043" y="329788"/>
                  </a:lnTo>
                  <a:lnTo>
                    <a:pt x="1083790" y="325613"/>
                  </a:lnTo>
                  <a:lnTo>
                    <a:pt x="1011537" y="321516"/>
                  </a:lnTo>
                  <a:lnTo>
                    <a:pt x="939284" y="317492"/>
                  </a:lnTo>
                  <a:lnTo>
                    <a:pt x="867032" y="313535"/>
                  </a:lnTo>
                  <a:lnTo>
                    <a:pt x="794779" y="309642"/>
                  </a:lnTo>
                  <a:lnTo>
                    <a:pt x="722526" y="305808"/>
                  </a:lnTo>
                  <a:lnTo>
                    <a:pt x="650274" y="302029"/>
                  </a:lnTo>
                  <a:lnTo>
                    <a:pt x="578021" y="298303"/>
                  </a:lnTo>
                  <a:lnTo>
                    <a:pt x="505768" y="294625"/>
                  </a:lnTo>
                  <a:lnTo>
                    <a:pt x="433516" y="290992"/>
                  </a:lnTo>
                  <a:lnTo>
                    <a:pt x="361263" y="287401"/>
                  </a:lnTo>
                  <a:lnTo>
                    <a:pt x="289010" y="283851"/>
                  </a:lnTo>
                  <a:lnTo>
                    <a:pt x="216758" y="280337"/>
                  </a:lnTo>
                  <a:lnTo>
                    <a:pt x="144505" y="276859"/>
                  </a:lnTo>
                  <a:lnTo>
                    <a:pt x="72252" y="273413"/>
                  </a:lnTo>
                  <a:lnTo>
                    <a:pt x="0" y="269997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27274" y="4461280"/>
              <a:ext cx="5707962" cy="448432"/>
            </a:xfrm>
            <a:custGeom>
              <a:avLst/>
              <a:gdLst/>
              <a:ahLst/>
              <a:cxnLst/>
              <a:rect l="0" t="0" r="0" b="0"/>
              <a:pathLst>
                <a:path w="5707962" h="448432">
                  <a:moveTo>
                    <a:pt x="0" y="0"/>
                  </a:moveTo>
                  <a:lnTo>
                    <a:pt x="72252" y="9058"/>
                  </a:lnTo>
                  <a:lnTo>
                    <a:pt x="144505" y="18086"/>
                  </a:lnTo>
                  <a:lnTo>
                    <a:pt x="216758" y="27082"/>
                  </a:lnTo>
                  <a:lnTo>
                    <a:pt x="289010" y="36042"/>
                  </a:lnTo>
                  <a:lnTo>
                    <a:pt x="361263" y="44966"/>
                  </a:lnTo>
                  <a:lnTo>
                    <a:pt x="433516" y="53849"/>
                  </a:lnTo>
                  <a:lnTo>
                    <a:pt x="505768" y="62691"/>
                  </a:lnTo>
                  <a:lnTo>
                    <a:pt x="578021" y="71487"/>
                  </a:lnTo>
                  <a:lnTo>
                    <a:pt x="650274" y="80234"/>
                  </a:lnTo>
                  <a:lnTo>
                    <a:pt x="722526" y="88930"/>
                  </a:lnTo>
                  <a:lnTo>
                    <a:pt x="794779" y="97570"/>
                  </a:lnTo>
                  <a:lnTo>
                    <a:pt x="867032" y="106151"/>
                  </a:lnTo>
                  <a:lnTo>
                    <a:pt x="939284" y="114668"/>
                  </a:lnTo>
                  <a:lnTo>
                    <a:pt x="1011537" y="123118"/>
                  </a:lnTo>
                  <a:lnTo>
                    <a:pt x="1083790" y="131495"/>
                  </a:lnTo>
                  <a:lnTo>
                    <a:pt x="1156043" y="139794"/>
                  </a:lnTo>
                  <a:lnTo>
                    <a:pt x="1228295" y="148012"/>
                  </a:lnTo>
                  <a:lnTo>
                    <a:pt x="1300548" y="156141"/>
                  </a:lnTo>
                  <a:lnTo>
                    <a:pt x="1372801" y="164177"/>
                  </a:lnTo>
                  <a:lnTo>
                    <a:pt x="1445053" y="172114"/>
                  </a:lnTo>
                  <a:lnTo>
                    <a:pt x="1517306" y="179945"/>
                  </a:lnTo>
                  <a:lnTo>
                    <a:pt x="1589559" y="187666"/>
                  </a:lnTo>
                  <a:lnTo>
                    <a:pt x="1661811" y="195270"/>
                  </a:lnTo>
                  <a:lnTo>
                    <a:pt x="1734064" y="202750"/>
                  </a:lnTo>
                  <a:lnTo>
                    <a:pt x="1806317" y="210103"/>
                  </a:lnTo>
                  <a:lnTo>
                    <a:pt x="1878569" y="217321"/>
                  </a:lnTo>
                  <a:lnTo>
                    <a:pt x="1950822" y="224401"/>
                  </a:lnTo>
                  <a:lnTo>
                    <a:pt x="2023075" y="231337"/>
                  </a:lnTo>
                  <a:lnTo>
                    <a:pt x="2095328" y="238126"/>
                  </a:lnTo>
                  <a:lnTo>
                    <a:pt x="2167580" y="244764"/>
                  </a:lnTo>
                  <a:lnTo>
                    <a:pt x="2239833" y="251250"/>
                  </a:lnTo>
                  <a:lnTo>
                    <a:pt x="2312086" y="257582"/>
                  </a:lnTo>
                  <a:lnTo>
                    <a:pt x="2384338" y="263758"/>
                  </a:lnTo>
                  <a:lnTo>
                    <a:pt x="2456591" y="269781"/>
                  </a:lnTo>
                  <a:lnTo>
                    <a:pt x="2528844" y="275650"/>
                  </a:lnTo>
                  <a:lnTo>
                    <a:pt x="2601096" y="281368"/>
                  </a:lnTo>
                  <a:lnTo>
                    <a:pt x="2673349" y="286939"/>
                  </a:lnTo>
                  <a:lnTo>
                    <a:pt x="2745602" y="292365"/>
                  </a:lnTo>
                  <a:lnTo>
                    <a:pt x="2817854" y="297651"/>
                  </a:lnTo>
                  <a:lnTo>
                    <a:pt x="2890107" y="302802"/>
                  </a:lnTo>
                  <a:lnTo>
                    <a:pt x="2962360" y="307823"/>
                  </a:lnTo>
                  <a:lnTo>
                    <a:pt x="3034612" y="312721"/>
                  </a:lnTo>
                  <a:lnTo>
                    <a:pt x="3106865" y="317500"/>
                  </a:lnTo>
                  <a:lnTo>
                    <a:pt x="3179118" y="322166"/>
                  </a:lnTo>
                  <a:lnTo>
                    <a:pt x="3251371" y="326726"/>
                  </a:lnTo>
                  <a:lnTo>
                    <a:pt x="3323623" y="331186"/>
                  </a:lnTo>
                  <a:lnTo>
                    <a:pt x="3395876" y="335551"/>
                  </a:lnTo>
                  <a:lnTo>
                    <a:pt x="3468129" y="339827"/>
                  </a:lnTo>
                  <a:lnTo>
                    <a:pt x="3540381" y="344019"/>
                  </a:lnTo>
                  <a:lnTo>
                    <a:pt x="3612634" y="348133"/>
                  </a:lnTo>
                  <a:lnTo>
                    <a:pt x="3684887" y="352173"/>
                  </a:lnTo>
                  <a:lnTo>
                    <a:pt x="3757139" y="356145"/>
                  </a:lnTo>
                  <a:lnTo>
                    <a:pt x="3829392" y="360052"/>
                  </a:lnTo>
                  <a:lnTo>
                    <a:pt x="3901645" y="363898"/>
                  </a:lnTo>
                  <a:lnTo>
                    <a:pt x="3973897" y="367689"/>
                  </a:lnTo>
                  <a:lnTo>
                    <a:pt x="4046150" y="371427"/>
                  </a:lnTo>
                  <a:lnTo>
                    <a:pt x="4118403" y="375115"/>
                  </a:lnTo>
                  <a:lnTo>
                    <a:pt x="4190656" y="378758"/>
                  </a:lnTo>
                  <a:lnTo>
                    <a:pt x="4262908" y="382358"/>
                  </a:lnTo>
                  <a:lnTo>
                    <a:pt x="4335161" y="385917"/>
                  </a:lnTo>
                  <a:lnTo>
                    <a:pt x="4407414" y="389438"/>
                  </a:lnTo>
                  <a:lnTo>
                    <a:pt x="4479666" y="392925"/>
                  </a:lnTo>
                  <a:lnTo>
                    <a:pt x="4551919" y="396378"/>
                  </a:lnTo>
                  <a:lnTo>
                    <a:pt x="4624172" y="399800"/>
                  </a:lnTo>
                  <a:lnTo>
                    <a:pt x="4696424" y="403192"/>
                  </a:lnTo>
                  <a:lnTo>
                    <a:pt x="4768677" y="406558"/>
                  </a:lnTo>
                  <a:lnTo>
                    <a:pt x="4840930" y="409898"/>
                  </a:lnTo>
                  <a:lnTo>
                    <a:pt x="4913182" y="413213"/>
                  </a:lnTo>
                  <a:lnTo>
                    <a:pt x="4985435" y="416506"/>
                  </a:lnTo>
                  <a:lnTo>
                    <a:pt x="5057688" y="419777"/>
                  </a:lnTo>
                  <a:lnTo>
                    <a:pt x="5129941" y="423028"/>
                  </a:lnTo>
                  <a:lnTo>
                    <a:pt x="5202193" y="426260"/>
                  </a:lnTo>
                  <a:lnTo>
                    <a:pt x="5274446" y="429474"/>
                  </a:lnTo>
                  <a:lnTo>
                    <a:pt x="5346699" y="432671"/>
                  </a:lnTo>
                  <a:lnTo>
                    <a:pt x="5418951" y="435852"/>
                  </a:lnTo>
                  <a:lnTo>
                    <a:pt x="5491204" y="439018"/>
                  </a:lnTo>
                  <a:lnTo>
                    <a:pt x="5563457" y="442169"/>
                  </a:lnTo>
                  <a:lnTo>
                    <a:pt x="5635709" y="445307"/>
                  </a:lnTo>
                  <a:lnTo>
                    <a:pt x="5707962" y="448432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1227274" y="4731278"/>
              <a:ext cx="5707962" cy="537018"/>
            </a:xfrm>
            <a:custGeom>
              <a:avLst/>
              <a:gdLst/>
              <a:ahLst/>
              <a:cxnLst/>
              <a:rect l="0" t="0" r="0" b="0"/>
              <a:pathLst>
                <a:path w="5707962" h="537018">
                  <a:moveTo>
                    <a:pt x="5707962" y="537018"/>
                  </a:moveTo>
                  <a:lnTo>
                    <a:pt x="5635709" y="527669"/>
                  </a:lnTo>
                  <a:lnTo>
                    <a:pt x="5563457" y="518333"/>
                  </a:lnTo>
                  <a:lnTo>
                    <a:pt x="5491204" y="509010"/>
                  </a:lnTo>
                  <a:lnTo>
                    <a:pt x="5418951" y="499702"/>
                  </a:lnTo>
                  <a:lnTo>
                    <a:pt x="5346699" y="490409"/>
                  </a:lnTo>
                  <a:lnTo>
                    <a:pt x="5274446" y="481132"/>
                  </a:lnTo>
                  <a:lnTo>
                    <a:pt x="5202193" y="471872"/>
                  </a:lnTo>
                  <a:lnTo>
                    <a:pt x="5129941" y="462630"/>
                  </a:lnTo>
                  <a:lnTo>
                    <a:pt x="5057688" y="453407"/>
                  </a:lnTo>
                  <a:lnTo>
                    <a:pt x="4985435" y="444204"/>
                  </a:lnTo>
                  <a:lnTo>
                    <a:pt x="4913182" y="435023"/>
                  </a:lnTo>
                  <a:lnTo>
                    <a:pt x="4840930" y="425864"/>
                  </a:lnTo>
                  <a:lnTo>
                    <a:pt x="4768677" y="416730"/>
                  </a:lnTo>
                  <a:lnTo>
                    <a:pt x="4696424" y="407621"/>
                  </a:lnTo>
                  <a:lnTo>
                    <a:pt x="4624172" y="398540"/>
                  </a:lnTo>
                  <a:lnTo>
                    <a:pt x="4551919" y="389488"/>
                  </a:lnTo>
                  <a:lnTo>
                    <a:pt x="4479666" y="380467"/>
                  </a:lnTo>
                  <a:lnTo>
                    <a:pt x="4407414" y="371479"/>
                  </a:lnTo>
                  <a:lnTo>
                    <a:pt x="4335161" y="362526"/>
                  </a:lnTo>
                  <a:lnTo>
                    <a:pt x="4262908" y="353611"/>
                  </a:lnTo>
                  <a:lnTo>
                    <a:pt x="4190656" y="344737"/>
                  </a:lnTo>
                  <a:lnTo>
                    <a:pt x="4118403" y="335905"/>
                  </a:lnTo>
                  <a:lnTo>
                    <a:pt x="4046150" y="327120"/>
                  </a:lnTo>
                  <a:lnTo>
                    <a:pt x="3973897" y="318384"/>
                  </a:lnTo>
                  <a:lnTo>
                    <a:pt x="3901645" y="309700"/>
                  </a:lnTo>
                  <a:lnTo>
                    <a:pt x="3829392" y="301073"/>
                  </a:lnTo>
                  <a:lnTo>
                    <a:pt x="3757139" y="292506"/>
                  </a:lnTo>
                  <a:lnTo>
                    <a:pt x="3684887" y="284003"/>
                  </a:lnTo>
                  <a:lnTo>
                    <a:pt x="3612634" y="275569"/>
                  </a:lnTo>
                  <a:lnTo>
                    <a:pt x="3540381" y="267209"/>
                  </a:lnTo>
                  <a:lnTo>
                    <a:pt x="3468129" y="258927"/>
                  </a:lnTo>
                  <a:lnTo>
                    <a:pt x="3395876" y="250729"/>
                  </a:lnTo>
                  <a:lnTo>
                    <a:pt x="3323623" y="242620"/>
                  </a:lnTo>
                  <a:lnTo>
                    <a:pt x="3251371" y="234606"/>
                  </a:lnTo>
                  <a:lnTo>
                    <a:pt x="3179118" y="226692"/>
                  </a:lnTo>
                  <a:lnTo>
                    <a:pt x="3106865" y="218884"/>
                  </a:lnTo>
                  <a:lnTo>
                    <a:pt x="3034612" y="211189"/>
                  </a:lnTo>
                  <a:lnTo>
                    <a:pt x="2962360" y="203612"/>
                  </a:lnTo>
                  <a:lnTo>
                    <a:pt x="2890107" y="196160"/>
                  </a:lnTo>
                  <a:lnTo>
                    <a:pt x="2817854" y="188837"/>
                  </a:lnTo>
                  <a:lnTo>
                    <a:pt x="2745602" y="181649"/>
                  </a:lnTo>
                  <a:lnTo>
                    <a:pt x="2673349" y="174601"/>
                  </a:lnTo>
                  <a:lnTo>
                    <a:pt x="2601096" y="167697"/>
                  </a:lnTo>
                  <a:lnTo>
                    <a:pt x="2528844" y="160941"/>
                  </a:lnTo>
                  <a:lnTo>
                    <a:pt x="2456591" y="154336"/>
                  </a:lnTo>
                  <a:lnTo>
                    <a:pt x="2384338" y="147885"/>
                  </a:lnTo>
                  <a:lnTo>
                    <a:pt x="2312086" y="141588"/>
                  </a:lnTo>
                  <a:lnTo>
                    <a:pt x="2239833" y="135445"/>
                  </a:lnTo>
                  <a:lnTo>
                    <a:pt x="2167580" y="129457"/>
                  </a:lnTo>
                  <a:lnTo>
                    <a:pt x="2095328" y="123621"/>
                  </a:lnTo>
                  <a:lnTo>
                    <a:pt x="2023075" y="117936"/>
                  </a:lnTo>
                  <a:lnTo>
                    <a:pt x="1950822" y="112398"/>
                  </a:lnTo>
                  <a:lnTo>
                    <a:pt x="1878569" y="107004"/>
                  </a:lnTo>
                  <a:lnTo>
                    <a:pt x="1806317" y="101748"/>
                  </a:lnTo>
                  <a:lnTo>
                    <a:pt x="1734064" y="96626"/>
                  </a:lnTo>
                  <a:lnTo>
                    <a:pt x="1661811" y="91633"/>
                  </a:lnTo>
                  <a:lnTo>
                    <a:pt x="1589559" y="86763"/>
                  </a:lnTo>
                  <a:lnTo>
                    <a:pt x="1517306" y="82009"/>
                  </a:lnTo>
                  <a:lnTo>
                    <a:pt x="1445053" y="77367"/>
                  </a:lnTo>
                  <a:lnTo>
                    <a:pt x="1372801" y="72829"/>
                  </a:lnTo>
                  <a:lnTo>
                    <a:pt x="1300548" y="68391"/>
                  </a:lnTo>
                  <a:lnTo>
                    <a:pt x="1228295" y="64047"/>
                  </a:lnTo>
                  <a:lnTo>
                    <a:pt x="1156043" y="59790"/>
                  </a:lnTo>
                  <a:lnTo>
                    <a:pt x="1083790" y="55615"/>
                  </a:lnTo>
                  <a:lnTo>
                    <a:pt x="1011537" y="51518"/>
                  </a:lnTo>
                  <a:lnTo>
                    <a:pt x="939284" y="47494"/>
                  </a:lnTo>
                  <a:lnTo>
                    <a:pt x="867032" y="43537"/>
                  </a:lnTo>
                  <a:lnTo>
                    <a:pt x="794779" y="39644"/>
                  </a:lnTo>
                  <a:lnTo>
                    <a:pt x="722526" y="35810"/>
                  </a:lnTo>
                  <a:lnTo>
                    <a:pt x="650274" y="32031"/>
                  </a:lnTo>
                  <a:lnTo>
                    <a:pt x="578021" y="28305"/>
                  </a:lnTo>
                  <a:lnTo>
                    <a:pt x="505768" y="24627"/>
                  </a:lnTo>
                  <a:lnTo>
                    <a:pt x="433516" y="20994"/>
                  </a:lnTo>
                  <a:lnTo>
                    <a:pt x="361263" y="17404"/>
                  </a:lnTo>
                  <a:lnTo>
                    <a:pt x="289010" y="13853"/>
                  </a:lnTo>
                  <a:lnTo>
                    <a:pt x="216758" y="10339"/>
                  </a:lnTo>
                  <a:lnTo>
                    <a:pt x="144505" y="6861"/>
                  </a:lnTo>
                  <a:lnTo>
                    <a:pt x="72252" y="34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1227274" y="4596279"/>
              <a:ext cx="5707962" cy="492725"/>
            </a:xfrm>
            <a:custGeom>
              <a:avLst/>
              <a:gdLst/>
              <a:ahLst/>
              <a:cxnLst/>
              <a:rect l="0" t="0" r="0" b="0"/>
              <a:pathLst>
                <a:path w="5707962" h="492725">
                  <a:moveTo>
                    <a:pt x="0" y="0"/>
                  </a:moveTo>
                  <a:lnTo>
                    <a:pt x="72252" y="6237"/>
                  </a:lnTo>
                  <a:lnTo>
                    <a:pt x="144505" y="12474"/>
                  </a:lnTo>
                  <a:lnTo>
                    <a:pt x="216758" y="18711"/>
                  </a:lnTo>
                  <a:lnTo>
                    <a:pt x="289010" y="24948"/>
                  </a:lnTo>
                  <a:lnTo>
                    <a:pt x="361263" y="31185"/>
                  </a:lnTo>
                  <a:lnTo>
                    <a:pt x="433516" y="37422"/>
                  </a:lnTo>
                  <a:lnTo>
                    <a:pt x="505768" y="43659"/>
                  </a:lnTo>
                  <a:lnTo>
                    <a:pt x="578021" y="49896"/>
                  </a:lnTo>
                  <a:lnTo>
                    <a:pt x="650274" y="56133"/>
                  </a:lnTo>
                  <a:lnTo>
                    <a:pt x="722526" y="62370"/>
                  </a:lnTo>
                  <a:lnTo>
                    <a:pt x="794779" y="68607"/>
                  </a:lnTo>
                  <a:lnTo>
                    <a:pt x="867032" y="74844"/>
                  </a:lnTo>
                  <a:lnTo>
                    <a:pt x="939284" y="81081"/>
                  </a:lnTo>
                  <a:lnTo>
                    <a:pt x="1011537" y="87318"/>
                  </a:lnTo>
                  <a:lnTo>
                    <a:pt x="1083790" y="93555"/>
                  </a:lnTo>
                  <a:lnTo>
                    <a:pt x="1156043" y="99792"/>
                  </a:lnTo>
                  <a:lnTo>
                    <a:pt x="1228295" y="106029"/>
                  </a:lnTo>
                  <a:lnTo>
                    <a:pt x="1300548" y="112266"/>
                  </a:lnTo>
                  <a:lnTo>
                    <a:pt x="1372801" y="118503"/>
                  </a:lnTo>
                  <a:lnTo>
                    <a:pt x="1445053" y="124740"/>
                  </a:lnTo>
                  <a:lnTo>
                    <a:pt x="1517306" y="130977"/>
                  </a:lnTo>
                  <a:lnTo>
                    <a:pt x="1589559" y="137214"/>
                  </a:lnTo>
                  <a:lnTo>
                    <a:pt x="1661811" y="143451"/>
                  </a:lnTo>
                  <a:lnTo>
                    <a:pt x="1734064" y="149688"/>
                  </a:lnTo>
                  <a:lnTo>
                    <a:pt x="1806317" y="155925"/>
                  </a:lnTo>
                  <a:lnTo>
                    <a:pt x="1878569" y="162162"/>
                  </a:lnTo>
                  <a:lnTo>
                    <a:pt x="1950822" y="168399"/>
                  </a:lnTo>
                  <a:lnTo>
                    <a:pt x="2023075" y="174636"/>
                  </a:lnTo>
                  <a:lnTo>
                    <a:pt x="2095328" y="180873"/>
                  </a:lnTo>
                  <a:lnTo>
                    <a:pt x="2167580" y="187111"/>
                  </a:lnTo>
                  <a:lnTo>
                    <a:pt x="2239833" y="193348"/>
                  </a:lnTo>
                  <a:lnTo>
                    <a:pt x="2312086" y="199585"/>
                  </a:lnTo>
                  <a:lnTo>
                    <a:pt x="2384338" y="205822"/>
                  </a:lnTo>
                  <a:lnTo>
                    <a:pt x="2456591" y="212059"/>
                  </a:lnTo>
                  <a:lnTo>
                    <a:pt x="2528844" y="218296"/>
                  </a:lnTo>
                  <a:lnTo>
                    <a:pt x="2601096" y="224533"/>
                  </a:lnTo>
                  <a:lnTo>
                    <a:pt x="2673349" y="230770"/>
                  </a:lnTo>
                  <a:lnTo>
                    <a:pt x="2745602" y="237007"/>
                  </a:lnTo>
                  <a:lnTo>
                    <a:pt x="2817854" y="243244"/>
                  </a:lnTo>
                  <a:lnTo>
                    <a:pt x="2890107" y="249481"/>
                  </a:lnTo>
                  <a:lnTo>
                    <a:pt x="2962360" y="255718"/>
                  </a:lnTo>
                  <a:lnTo>
                    <a:pt x="3034612" y="261955"/>
                  </a:lnTo>
                  <a:lnTo>
                    <a:pt x="3106865" y="268192"/>
                  </a:lnTo>
                  <a:lnTo>
                    <a:pt x="3179118" y="274429"/>
                  </a:lnTo>
                  <a:lnTo>
                    <a:pt x="3251371" y="280666"/>
                  </a:lnTo>
                  <a:lnTo>
                    <a:pt x="3323623" y="286903"/>
                  </a:lnTo>
                  <a:lnTo>
                    <a:pt x="3395876" y="293140"/>
                  </a:lnTo>
                  <a:lnTo>
                    <a:pt x="3468129" y="299377"/>
                  </a:lnTo>
                  <a:lnTo>
                    <a:pt x="3540381" y="305614"/>
                  </a:lnTo>
                  <a:lnTo>
                    <a:pt x="3612634" y="311851"/>
                  </a:lnTo>
                  <a:lnTo>
                    <a:pt x="3684887" y="318088"/>
                  </a:lnTo>
                  <a:lnTo>
                    <a:pt x="3757139" y="324325"/>
                  </a:lnTo>
                  <a:lnTo>
                    <a:pt x="3829392" y="330562"/>
                  </a:lnTo>
                  <a:lnTo>
                    <a:pt x="3901645" y="336799"/>
                  </a:lnTo>
                  <a:lnTo>
                    <a:pt x="3973897" y="343036"/>
                  </a:lnTo>
                  <a:lnTo>
                    <a:pt x="4046150" y="349273"/>
                  </a:lnTo>
                  <a:lnTo>
                    <a:pt x="4118403" y="355510"/>
                  </a:lnTo>
                  <a:lnTo>
                    <a:pt x="4190656" y="361747"/>
                  </a:lnTo>
                  <a:lnTo>
                    <a:pt x="4262908" y="367985"/>
                  </a:lnTo>
                  <a:lnTo>
                    <a:pt x="4335161" y="374222"/>
                  </a:lnTo>
                  <a:lnTo>
                    <a:pt x="4407414" y="380459"/>
                  </a:lnTo>
                  <a:lnTo>
                    <a:pt x="4479666" y="386696"/>
                  </a:lnTo>
                  <a:lnTo>
                    <a:pt x="4551919" y="392933"/>
                  </a:lnTo>
                  <a:lnTo>
                    <a:pt x="4624172" y="399170"/>
                  </a:lnTo>
                  <a:lnTo>
                    <a:pt x="4696424" y="405407"/>
                  </a:lnTo>
                  <a:lnTo>
                    <a:pt x="4768677" y="411644"/>
                  </a:lnTo>
                  <a:lnTo>
                    <a:pt x="4840930" y="417881"/>
                  </a:lnTo>
                  <a:lnTo>
                    <a:pt x="4913182" y="424118"/>
                  </a:lnTo>
                  <a:lnTo>
                    <a:pt x="4985435" y="430355"/>
                  </a:lnTo>
                  <a:lnTo>
                    <a:pt x="5057688" y="436592"/>
                  </a:lnTo>
                  <a:lnTo>
                    <a:pt x="5129941" y="442829"/>
                  </a:lnTo>
                  <a:lnTo>
                    <a:pt x="5202193" y="449066"/>
                  </a:lnTo>
                  <a:lnTo>
                    <a:pt x="5274446" y="455303"/>
                  </a:lnTo>
                  <a:lnTo>
                    <a:pt x="5346699" y="461540"/>
                  </a:lnTo>
                  <a:lnTo>
                    <a:pt x="5418951" y="467777"/>
                  </a:lnTo>
                  <a:lnTo>
                    <a:pt x="5491204" y="474014"/>
                  </a:lnTo>
                  <a:lnTo>
                    <a:pt x="5563457" y="480251"/>
                  </a:lnTo>
                  <a:lnTo>
                    <a:pt x="5635709" y="486488"/>
                  </a:lnTo>
                  <a:lnTo>
                    <a:pt x="5707962" y="492725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t62"/>
            <p:cNvSpPr/>
            <p:nvPr/>
          </p:nvSpPr>
          <p:spPr>
            <a:xfrm>
              <a:off x="1168571" y="29922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t63"/>
            <p:cNvSpPr/>
            <p:nvPr/>
          </p:nvSpPr>
          <p:spPr>
            <a:xfrm>
              <a:off x="1168571" y="333504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t64"/>
            <p:cNvSpPr/>
            <p:nvPr/>
          </p:nvSpPr>
          <p:spPr>
            <a:xfrm>
              <a:off x="1168571" y="284267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t65"/>
            <p:cNvSpPr/>
            <p:nvPr/>
          </p:nvSpPr>
          <p:spPr>
            <a:xfrm>
              <a:off x="2464046" y="358990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t66"/>
            <p:cNvSpPr/>
            <p:nvPr/>
          </p:nvSpPr>
          <p:spPr>
            <a:xfrm>
              <a:off x="2464046" y="308994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t67"/>
            <p:cNvSpPr/>
            <p:nvPr/>
          </p:nvSpPr>
          <p:spPr>
            <a:xfrm>
              <a:off x="2464046" y="35834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t68"/>
            <p:cNvSpPr/>
            <p:nvPr/>
          </p:nvSpPr>
          <p:spPr>
            <a:xfrm>
              <a:off x="3241946" y="36838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t69"/>
            <p:cNvSpPr/>
            <p:nvPr/>
          </p:nvSpPr>
          <p:spPr>
            <a:xfrm>
              <a:off x="3241946" y="352942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t70"/>
            <p:cNvSpPr/>
            <p:nvPr/>
          </p:nvSpPr>
          <p:spPr>
            <a:xfrm>
              <a:off x="3241946" y="34164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t71"/>
            <p:cNvSpPr/>
            <p:nvPr/>
          </p:nvSpPr>
          <p:spPr>
            <a:xfrm>
              <a:off x="2139882" y="25379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t72"/>
            <p:cNvSpPr/>
            <p:nvPr/>
          </p:nvSpPr>
          <p:spPr>
            <a:xfrm>
              <a:off x="2139882" y="340392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t73"/>
            <p:cNvSpPr/>
            <p:nvPr/>
          </p:nvSpPr>
          <p:spPr>
            <a:xfrm>
              <a:off x="2139882" y="32244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t74"/>
            <p:cNvSpPr/>
            <p:nvPr/>
          </p:nvSpPr>
          <p:spPr>
            <a:xfrm>
              <a:off x="4293665" y="36495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t75"/>
            <p:cNvSpPr/>
            <p:nvPr/>
          </p:nvSpPr>
          <p:spPr>
            <a:xfrm>
              <a:off x="4293665" y="435695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t76"/>
            <p:cNvSpPr/>
            <p:nvPr/>
          </p:nvSpPr>
          <p:spPr>
            <a:xfrm>
              <a:off x="4293665" y="374499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t77"/>
            <p:cNvSpPr/>
            <p:nvPr/>
          </p:nvSpPr>
          <p:spPr>
            <a:xfrm>
              <a:off x="3707193" y="35800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t78"/>
            <p:cNvSpPr/>
            <p:nvPr/>
          </p:nvSpPr>
          <p:spPr>
            <a:xfrm>
              <a:off x="3707193" y="380290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t79"/>
            <p:cNvSpPr/>
            <p:nvPr/>
          </p:nvSpPr>
          <p:spPr>
            <a:xfrm>
              <a:off x="3707193" y="396881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t80"/>
            <p:cNvSpPr/>
            <p:nvPr/>
          </p:nvSpPr>
          <p:spPr>
            <a:xfrm>
              <a:off x="4017678" y="492984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t81"/>
            <p:cNvSpPr/>
            <p:nvPr/>
          </p:nvSpPr>
          <p:spPr>
            <a:xfrm>
              <a:off x="4017678" y="44907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t82"/>
            <p:cNvSpPr/>
            <p:nvPr/>
          </p:nvSpPr>
          <p:spPr>
            <a:xfrm>
              <a:off x="4017678" y="522413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6876534" y="43518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t84"/>
            <p:cNvSpPr/>
            <p:nvPr/>
          </p:nvSpPr>
          <p:spPr>
            <a:xfrm>
              <a:off x="6876534" y="423379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6876534" y="482799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1227274" y="2787505"/>
              <a:ext cx="5707962" cy="2505660"/>
            </a:xfrm>
            <a:custGeom>
              <a:avLst/>
              <a:gdLst/>
              <a:ahLst/>
              <a:cxnLst/>
              <a:rect l="0" t="0" r="0" b="0"/>
              <a:pathLst>
                <a:path w="5707962" h="2505660">
                  <a:moveTo>
                    <a:pt x="0" y="0"/>
                  </a:moveTo>
                  <a:lnTo>
                    <a:pt x="72252" y="28683"/>
                  </a:lnTo>
                  <a:lnTo>
                    <a:pt x="144505" y="57287"/>
                  </a:lnTo>
                  <a:lnTo>
                    <a:pt x="216758" y="85805"/>
                  </a:lnTo>
                  <a:lnTo>
                    <a:pt x="289010" y="114232"/>
                  </a:lnTo>
                  <a:lnTo>
                    <a:pt x="361263" y="142561"/>
                  </a:lnTo>
                  <a:lnTo>
                    <a:pt x="433516" y="170786"/>
                  </a:lnTo>
                  <a:lnTo>
                    <a:pt x="505768" y="198900"/>
                  </a:lnTo>
                  <a:lnTo>
                    <a:pt x="578021" y="226895"/>
                  </a:lnTo>
                  <a:lnTo>
                    <a:pt x="650274" y="254762"/>
                  </a:lnTo>
                  <a:lnTo>
                    <a:pt x="722526" y="282494"/>
                  </a:lnTo>
                  <a:lnTo>
                    <a:pt x="794779" y="310080"/>
                  </a:lnTo>
                  <a:lnTo>
                    <a:pt x="867032" y="337511"/>
                  </a:lnTo>
                  <a:lnTo>
                    <a:pt x="939284" y="364775"/>
                  </a:lnTo>
                  <a:lnTo>
                    <a:pt x="1011537" y="391862"/>
                  </a:lnTo>
                  <a:lnTo>
                    <a:pt x="1083790" y="418758"/>
                  </a:lnTo>
                  <a:lnTo>
                    <a:pt x="1156043" y="445452"/>
                  </a:lnTo>
                  <a:lnTo>
                    <a:pt x="1228295" y="471929"/>
                  </a:lnTo>
                  <a:lnTo>
                    <a:pt x="1300548" y="498176"/>
                  </a:lnTo>
                  <a:lnTo>
                    <a:pt x="1372801" y="524178"/>
                  </a:lnTo>
                  <a:lnTo>
                    <a:pt x="1445053" y="549920"/>
                  </a:lnTo>
                  <a:lnTo>
                    <a:pt x="1517306" y="575386"/>
                  </a:lnTo>
                  <a:lnTo>
                    <a:pt x="1589559" y="600561"/>
                  </a:lnTo>
                  <a:lnTo>
                    <a:pt x="1661811" y="625429"/>
                  </a:lnTo>
                  <a:lnTo>
                    <a:pt x="1734064" y="649975"/>
                  </a:lnTo>
                  <a:lnTo>
                    <a:pt x="1806317" y="674184"/>
                  </a:lnTo>
                  <a:lnTo>
                    <a:pt x="1878569" y="698042"/>
                  </a:lnTo>
                  <a:lnTo>
                    <a:pt x="1950822" y="721536"/>
                  </a:lnTo>
                  <a:lnTo>
                    <a:pt x="2023075" y="744654"/>
                  </a:lnTo>
                  <a:lnTo>
                    <a:pt x="2095328" y="767386"/>
                  </a:lnTo>
                  <a:lnTo>
                    <a:pt x="2167580" y="789723"/>
                  </a:lnTo>
                  <a:lnTo>
                    <a:pt x="2239833" y="811660"/>
                  </a:lnTo>
                  <a:lnTo>
                    <a:pt x="2312086" y="833193"/>
                  </a:lnTo>
                  <a:lnTo>
                    <a:pt x="2384338" y="854319"/>
                  </a:lnTo>
                  <a:lnTo>
                    <a:pt x="2456591" y="875041"/>
                  </a:lnTo>
                  <a:lnTo>
                    <a:pt x="2528844" y="895361"/>
                  </a:lnTo>
                  <a:lnTo>
                    <a:pt x="2601096" y="915285"/>
                  </a:lnTo>
                  <a:lnTo>
                    <a:pt x="2673349" y="934822"/>
                  </a:lnTo>
                  <a:lnTo>
                    <a:pt x="2745602" y="953979"/>
                  </a:lnTo>
                  <a:lnTo>
                    <a:pt x="2817854" y="972770"/>
                  </a:lnTo>
                  <a:lnTo>
                    <a:pt x="2890107" y="991207"/>
                  </a:lnTo>
                  <a:lnTo>
                    <a:pt x="2962360" y="1009304"/>
                  </a:lnTo>
                  <a:lnTo>
                    <a:pt x="3034612" y="1027075"/>
                  </a:lnTo>
                  <a:lnTo>
                    <a:pt x="3106865" y="1044536"/>
                  </a:lnTo>
                  <a:lnTo>
                    <a:pt x="3179118" y="1061702"/>
                  </a:lnTo>
                  <a:lnTo>
                    <a:pt x="3251371" y="1078589"/>
                  </a:lnTo>
                  <a:lnTo>
                    <a:pt x="3323623" y="1095213"/>
                  </a:lnTo>
                  <a:lnTo>
                    <a:pt x="3395876" y="1111588"/>
                  </a:lnTo>
                  <a:lnTo>
                    <a:pt x="3468129" y="1127730"/>
                  </a:lnTo>
                  <a:lnTo>
                    <a:pt x="3540381" y="1143652"/>
                  </a:lnTo>
                  <a:lnTo>
                    <a:pt x="3612634" y="1159368"/>
                  </a:lnTo>
                  <a:lnTo>
                    <a:pt x="3684887" y="1174892"/>
                  </a:lnTo>
                  <a:lnTo>
                    <a:pt x="3757139" y="1190235"/>
                  </a:lnTo>
                  <a:lnTo>
                    <a:pt x="3829392" y="1205410"/>
                  </a:lnTo>
                  <a:lnTo>
                    <a:pt x="3901645" y="1220426"/>
                  </a:lnTo>
                  <a:lnTo>
                    <a:pt x="3973897" y="1235295"/>
                  </a:lnTo>
                  <a:lnTo>
                    <a:pt x="4046150" y="1250026"/>
                  </a:lnTo>
                  <a:lnTo>
                    <a:pt x="4118403" y="1264627"/>
                  </a:lnTo>
                  <a:lnTo>
                    <a:pt x="4190656" y="1279108"/>
                  </a:lnTo>
                  <a:lnTo>
                    <a:pt x="4262908" y="1293476"/>
                  </a:lnTo>
                  <a:lnTo>
                    <a:pt x="4335161" y="1307739"/>
                  </a:lnTo>
                  <a:lnTo>
                    <a:pt x="4407414" y="1321902"/>
                  </a:lnTo>
                  <a:lnTo>
                    <a:pt x="4479666" y="1335973"/>
                  </a:lnTo>
                  <a:lnTo>
                    <a:pt x="4551919" y="1349957"/>
                  </a:lnTo>
                  <a:lnTo>
                    <a:pt x="4624172" y="1363859"/>
                  </a:lnTo>
                  <a:lnTo>
                    <a:pt x="4696424" y="1377685"/>
                  </a:lnTo>
                  <a:lnTo>
                    <a:pt x="4768677" y="1391439"/>
                  </a:lnTo>
                  <a:lnTo>
                    <a:pt x="4840930" y="1405126"/>
                  </a:lnTo>
                  <a:lnTo>
                    <a:pt x="4913182" y="1418749"/>
                  </a:lnTo>
                  <a:lnTo>
                    <a:pt x="4985435" y="1432313"/>
                  </a:lnTo>
                  <a:lnTo>
                    <a:pt x="5057688" y="1445820"/>
                  </a:lnTo>
                  <a:lnTo>
                    <a:pt x="5129941" y="1459274"/>
                  </a:lnTo>
                  <a:lnTo>
                    <a:pt x="5202193" y="1472679"/>
                  </a:lnTo>
                  <a:lnTo>
                    <a:pt x="5274446" y="1486036"/>
                  </a:lnTo>
                  <a:lnTo>
                    <a:pt x="5346699" y="1499348"/>
                  </a:lnTo>
                  <a:lnTo>
                    <a:pt x="5418951" y="1512619"/>
                  </a:lnTo>
                  <a:lnTo>
                    <a:pt x="5491204" y="1525849"/>
                  </a:lnTo>
                  <a:lnTo>
                    <a:pt x="5563457" y="1539042"/>
                  </a:lnTo>
                  <a:lnTo>
                    <a:pt x="5635709" y="1552199"/>
                  </a:lnTo>
                  <a:lnTo>
                    <a:pt x="5707962" y="1565322"/>
                  </a:lnTo>
                  <a:lnTo>
                    <a:pt x="5707962" y="2505660"/>
                  </a:lnTo>
                  <a:lnTo>
                    <a:pt x="5635709" y="2476214"/>
                  </a:lnTo>
                  <a:lnTo>
                    <a:pt x="5563457" y="2446802"/>
                  </a:lnTo>
                  <a:lnTo>
                    <a:pt x="5491204" y="2417426"/>
                  </a:lnTo>
                  <a:lnTo>
                    <a:pt x="5418951" y="2388087"/>
                  </a:lnTo>
                  <a:lnTo>
                    <a:pt x="5346699" y="2358789"/>
                  </a:lnTo>
                  <a:lnTo>
                    <a:pt x="5274446" y="2329532"/>
                  </a:lnTo>
                  <a:lnTo>
                    <a:pt x="5202193" y="2300320"/>
                  </a:lnTo>
                  <a:lnTo>
                    <a:pt x="5129941" y="2271156"/>
                  </a:lnTo>
                  <a:lnTo>
                    <a:pt x="5057688" y="2242041"/>
                  </a:lnTo>
                  <a:lnTo>
                    <a:pt x="4985435" y="2212979"/>
                  </a:lnTo>
                  <a:lnTo>
                    <a:pt x="4913182" y="2183974"/>
                  </a:lnTo>
                  <a:lnTo>
                    <a:pt x="4840930" y="2155028"/>
                  </a:lnTo>
                  <a:lnTo>
                    <a:pt x="4768677" y="2126146"/>
                  </a:lnTo>
                  <a:lnTo>
                    <a:pt x="4696424" y="2097331"/>
                  </a:lnTo>
                  <a:lnTo>
                    <a:pt x="4624172" y="2068588"/>
                  </a:lnTo>
                  <a:lnTo>
                    <a:pt x="4551919" y="2039921"/>
                  </a:lnTo>
                  <a:lnTo>
                    <a:pt x="4479666" y="2011336"/>
                  </a:lnTo>
                  <a:lnTo>
                    <a:pt x="4407414" y="1982838"/>
                  </a:lnTo>
                  <a:lnTo>
                    <a:pt x="4335161" y="1954432"/>
                  </a:lnTo>
                  <a:lnTo>
                    <a:pt x="4262908" y="1926126"/>
                  </a:lnTo>
                  <a:lnTo>
                    <a:pt x="4190656" y="1897925"/>
                  </a:lnTo>
                  <a:lnTo>
                    <a:pt x="4118403" y="1869837"/>
                  </a:lnTo>
                  <a:lnTo>
                    <a:pt x="4046150" y="1841870"/>
                  </a:lnTo>
                  <a:lnTo>
                    <a:pt x="3973897" y="1814031"/>
                  </a:lnTo>
                  <a:lnTo>
                    <a:pt x="3901645" y="1786331"/>
                  </a:lnTo>
                  <a:lnTo>
                    <a:pt x="3829392" y="1758779"/>
                  </a:lnTo>
                  <a:lnTo>
                    <a:pt x="3757139" y="1731384"/>
                  </a:lnTo>
                  <a:lnTo>
                    <a:pt x="3684887" y="1704158"/>
                  </a:lnTo>
                  <a:lnTo>
                    <a:pt x="3612634" y="1677113"/>
                  </a:lnTo>
                  <a:lnTo>
                    <a:pt x="3540381" y="1650260"/>
                  </a:lnTo>
                  <a:lnTo>
                    <a:pt x="3468129" y="1623614"/>
                  </a:lnTo>
                  <a:lnTo>
                    <a:pt x="3395876" y="1597186"/>
                  </a:lnTo>
                  <a:lnTo>
                    <a:pt x="3323623" y="1570992"/>
                  </a:lnTo>
                  <a:lnTo>
                    <a:pt x="3251371" y="1545047"/>
                  </a:lnTo>
                  <a:lnTo>
                    <a:pt x="3179118" y="1519365"/>
                  </a:lnTo>
                  <a:lnTo>
                    <a:pt x="3106865" y="1493963"/>
                  </a:lnTo>
                  <a:lnTo>
                    <a:pt x="3034612" y="1468854"/>
                  </a:lnTo>
                  <a:lnTo>
                    <a:pt x="2962360" y="1444057"/>
                  </a:lnTo>
                  <a:lnTo>
                    <a:pt x="2890107" y="1419584"/>
                  </a:lnTo>
                  <a:lnTo>
                    <a:pt x="2817854" y="1395452"/>
                  </a:lnTo>
                  <a:lnTo>
                    <a:pt x="2745602" y="1371674"/>
                  </a:lnTo>
                  <a:lnTo>
                    <a:pt x="2673349" y="1348263"/>
                  </a:lnTo>
                  <a:lnTo>
                    <a:pt x="2601096" y="1325230"/>
                  </a:lnTo>
                  <a:lnTo>
                    <a:pt x="2528844" y="1302585"/>
                  </a:lnTo>
                  <a:lnTo>
                    <a:pt x="2456591" y="1280336"/>
                  </a:lnTo>
                  <a:lnTo>
                    <a:pt x="2384338" y="1258489"/>
                  </a:lnTo>
                  <a:lnTo>
                    <a:pt x="2312086" y="1237047"/>
                  </a:lnTo>
                  <a:lnTo>
                    <a:pt x="2239833" y="1216010"/>
                  </a:lnTo>
                  <a:lnTo>
                    <a:pt x="2167580" y="1195378"/>
                  </a:lnTo>
                  <a:lnTo>
                    <a:pt x="2095328" y="1175147"/>
                  </a:lnTo>
                  <a:lnTo>
                    <a:pt x="2023075" y="1155309"/>
                  </a:lnTo>
                  <a:lnTo>
                    <a:pt x="1950822" y="1135858"/>
                  </a:lnTo>
                  <a:lnTo>
                    <a:pt x="1878569" y="1116783"/>
                  </a:lnTo>
                  <a:lnTo>
                    <a:pt x="1806317" y="1098072"/>
                  </a:lnTo>
                  <a:lnTo>
                    <a:pt x="1734064" y="1079712"/>
                  </a:lnTo>
                  <a:lnTo>
                    <a:pt x="1661811" y="1061689"/>
                  </a:lnTo>
                  <a:lnTo>
                    <a:pt x="1589559" y="1043988"/>
                  </a:lnTo>
                  <a:lnTo>
                    <a:pt x="1517306" y="1026594"/>
                  </a:lnTo>
                  <a:lnTo>
                    <a:pt x="1445053" y="1009491"/>
                  </a:lnTo>
                  <a:lnTo>
                    <a:pt x="1372801" y="992664"/>
                  </a:lnTo>
                  <a:lnTo>
                    <a:pt x="1300548" y="976097"/>
                  </a:lnTo>
                  <a:lnTo>
                    <a:pt x="1228295" y="959775"/>
                  </a:lnTo>
                  <a:lnTo>
                    <a:pt x="1156043" y="943683"/>
                  </a:lnTo>
                  <a:lnTo>
                    <a:pt x="1083790" y="927808"/>
                  </a:lnTo>
                  <a:lnTo>
                    <a:pt x="1011537" y="912135"/>
                  </a:lnTo>
                  <a:lnTo>
                    <a:pt x="939284" y="896653"/>
                  </a:lnTo>
                  <a:lnTo>
                    <a:pt x="867032" y="881348"/>
                  </a:lnTo>
                  <a:lnTo>
                    <a:pt x="794779" y="866210"/>
                  </a:lnTo>
                  <a:lnTo>
                    <a:pt x="722526" y="851227"/>
                  </a:lnTo>
                  <a:lnTo>
                    <a:pt x="650274" y="836390"/>
                  </a:lnTo>
                  <a:lnTo>
                    <a:pt x="578021" y="821689"/>
                  </a:lnTo>
                  <a:lnTo>
                    <a:pt x="505768" y="807114"/>
                  </a:lnTo>
                  <a:lnTo>
                    <a:pt x="433516" y="792659"/>
                  </a:lnTo>
                  <a:lnTo>
                    <a:pt x="361263" y="778315"/>
                  </a:lnTo>
                  <a:lnTo>
                    <a:pt x="289010" y="764075"/>
                  </a:lnTo>
                  <a:lnTo>
                    <a:pt x="216758" y="749933"/>
                  </a:lnTo>
                  <a:lnTo>
                    <a:pt x="144505" y="735882"/>
                  </a:lnTo>
                  <a:lnTo>
                    <a:pt x="72252" y="721917"/>
                  </a:lnTo>
                  <a:lnTo>
                    <a:pt x="0" y="708032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1227274" y="2787505"/>
              <a:ext cx="5707962" cy="1565322"/>
            </a:xfrm>
            <a:custGeom>
              <a:avLst/>
              <a:gdLst/>
              <a:ahLst/>
              <a:cxnLst/>
              <a:rect l="0" t="0" r="0" b="0"/>
              <a:pathLst>
                <a:path w="5707962" h="1565322">
                  <a:moveTo>
                    <a:pt x="0" y="0"/>
                  </a:moveTo>
                  <a:lnTo>
                    <a:pt x="72252" y="28683"/>
                  </a:lnTo>
                  <a:lnTo>
                    <a:pt x="144505" y="57287"/>
                  </a:lnTo>
                  <a:lnTo>
                    <a:pt x="216758" y="85805"/>
                  </a:lnTo>
                  <a:lnTo>
                    <a:pt x="289010" y="114232"/>
                  </a:lnTo>
                  <a:lnTo>
                    <a:pt x="361263" y="142561"/>
                  </a:lnTo>
                  <a:lnTo>
                    <a:pt x="433516" y="170786"/>
                  </a:lnTo>
                  <a:lnTo>
                    <a:pt x="505768" y="198900"/>
                  </a:lnTo>
                  <a:lnTo>
                    <a:pt x="578021" y="226895"/>
                  </a:lnTo>
                  <a:lnTo>
                    <a:pt x="650274" y="254762"/>
                  </a:lnTo>
                  <a:lnTo>
                    <a:pt x="722526" y="282494"/>
                  </a:lnTo>
                  <a:lnTo>
                    <a:pt x="794779" y="310080"/>
                  </a:lnTo>
                  <a:lnTo>
                    <a:pt x="867032" y="337511"/>
                  </a:lnTo>
                  <a:lnTo>
                    <a:pt x="939284" y="364775"/>
                  </a:lnTo>
                  <a:lnTo>
                    <a:pt x="1011537" y="391862"/>
                  </a:lnTo>
                  <a:lnTo>
                    <a:pt x="1083790" y="418758"/>
                  </a:lnTo>
                  <a:lnTo>
                    <a:pt x="1156043" y="445452"/>
                  </a:lnTo>
                  <a:lnTo>
                    <a:pt x="1228295" y="471929"/>
                  </a:lnTo>
                  <a:lnTo>
                    <a:pt x="1300548" y="498176"/>
                  </a:lnTo>
                  <a:lnTo>
                    <a:pt x="1372801" y="524178"/>
                  </a:lnTo>
                  <a:lnTo>
                    <a:pt x="1445053" y="549920"/>
                  </a:lnTo>
                  <a:lnTo>
                    <a:pt x="1517306" y="575386"/>
                  </a:lnTo>
                  <a:lnTo>
                    <a:pt x="1589559" y="600561"/>
                  </a:lnTo>
                  <a:lnTo>
                    <a:pt x="1661811" y="625429"/>
                  </a:lnTo>
                  <a:lnTo>
                    <a:pt x="1734064" y="649975"/>
                  </a:lnTo>
                  <a:lnTo>
                    <a:pt x="1806317" y="674184"/>
                  </a:lnTo>
                  <a:lnTo>
                    <a:pt x="1878569" y="698042"/>
                  </a:lnTo>
                  <a:lnTo>
                    <a:pt x="1950822" y="721536"/>
                  </a:lnTo>
                  <a:lnTo>
                    <a:pt x="2023075" y="744654"/>
                  </a:lnTo>
                  <a:lnTo>
                    <a:pt x="2095328" y="767386"/>
                  </a:lnTo>
                  <a:lnTo>
                    <a:pt x="2167580" y="789723"/>
                  </a:lnTo>
                  <a:lnTo>
                    <a:pt x="2239833" y="811660"/>
                  </a:lnTo>
                  <a:lnTo>
                    <a:pt x="2312086" y="833193"/>
                  </a:lnTo>
                  <a:lnTo>
                    <a:pt x="2384338" y="854319"/>
                  </a:lnTo>
                  <a:lnTo>
                    <a:pt x="2456591" y="875041"/>
                  </a:lnTo>
                  <a:lnTo>
                    <a:pt x="2528844" y="895361"/>
                  </a:lnTo>
                  <a:lnTo>
                    <a:pt x="2601096" y="915285"/>
                  </a:lnTo>
                  <a:lnTo>
                    <a:pt x="2673349" y="934822"/>
                  </a:lnTo>
                  <a:lnTo>
                    <a:pt x="2745602" y="953979"/>
                  </a:lnTo>
                  <a:lnTo>
                    <a:pt x="2817854" y="972770"/>
                  </a:lnTo>
                  <a:lnTo>
                    <a:pt x="2890107" y="991207"/>
                  </a:lnTo>
                  <a:lnTo>
                    <a:pt x="2962360" y="1009304"/>
                  </a:lnTo>
                  <a:lnTo>
                    <a:pt x="3034612" y="1027075"/>
                  </a:lnTo>
                  <a:lnTo>
                    <a:pt x="3106865" y="1044536"/>
                  </a:lnTo>
                  <a:lnTo>
                    <a:pt x="3179118" y="1061702"/>
                  </a:lnTo>
                  <a:lnTo>
                    <a:pt x="3251371" y="1078589"/>
                  </a:lnTo>
                  <a:lnTo>
                    <a:pt x="3323623" y="1095213"/>
                  </a:lnTo>
                  <a:lnTo>
                    <a:pt x="3395876" y="1111588"/>
                  </a:lnTo>
                  <a:lnTo>
                    <a:pt x="3468129" y="1127730"/>
                  </a:lnTo>
                  <a:lnTo>
                    <a:pt x="3540381" y="1143652"/>
                  </a:lnTo>
                  <a:lnTo>
                    <a:pt x="3612634" y="1159368"/>
                  </a:lnTo>
                  <a:lnTo>
                    <a:pt x="3684887" y="1174892"/>
                  </a:lnTo>
                  <a:lnTo>
                    <a:pt x="3757139" y="1190235"/>
                  </a:lnTo>
                  <a:lnTo>
                    <a:pt x="3829392" y="1205410"/>
                  </a:lnTo>
                  <a:lnTo>
                    <a:pt x="3901645" y="1220426"/>
                  </a:lnTo>
                  <a:lnTo>
                    <a:pt x="3973897" y="1235295"/>
                  </a:lnTo>
                  <a:lnTo>
                    <a:pt x="4046150" y="1250026"/>
                  </a:lnTo>
                  <a:lnTo>
                    <a:pt x="4118403" y="1264627"/>
                  </a:lnTo>
                  <a:lnTo>
                    <a:pt x="4190656" y="1279108"/>
                  </a:lnTo>
                  <a:lnTo>
                    <a:pt x="4262908" y="1293476"/>
                  </a:lnTo>
                  <a:lnTo>
                    <a:pt x="4335161" y="1307739"/>
                  </a:lnTo>
                  <a:lnTo>
                    <a:pt x="4407414" y="1321902"/>
                  </a:lnTo>
                  <a:lnTo>
                    <a:pt x="4479666" y="1335973"/>
                  </a:lnTo>
                  <a:lnTo>
                    <a:pt x="4551919" y="1349957"/>
                  </a:lnTo>
                  <a:lnTo>
                    <a:pt x="4624172" y="1363859"/>
                  </a:lnTo>
                  <a:lnTo>
                    <a:pt x="4696424" y="1377685"/>
                  </a:lnTo>
                  <a:lnTo>
                    <a:pt x="4768677" y="1391439"/>
                  </a:lnTo>
                  <a:lnTo>
                    <a:pt x="4840930" y="1405126"/>
                  </a:lnTo>
                  <a:lnTo>
                    <a:pt x="4913182" y="1418749"/>
                  </a:lnTo>
                  <a:lnTo>
                    <a:pt x="4985435" y="1432313"/>
                  </a:lnTo>
                  <a:lnTo>
                    <a:pt x="5057688" y="1445820"/>
                  </a:lnTo>
                  <a:lnTo>
                    <a:pt x="5129941" y="1459274"/>
                  </a:lnTo>
                  <a:lnTo>
                    <a:pt x="5202193" y="1472679"/>
                  </a:lnTo>
                  <a:lnTo>
                    <a:pt x="5274446" y="1486036"/>
                  </a:lnTo>
                  <a:lnTo>
                    <a:pt x="5346699" y="1499348"/>
                  </a:lnTo>
                  <a:lnTo>
                    <a:pt x="5418951" y="1512619"/>
                  </a:lnTo>
                  <a:lnTo>
                    <a:pt x="5491204" y="1525849"/>
                  </a:lnTo>
                  <a:lnTo>
                    <a:pt x="5563457" y="1539042"/>
                  </a:lnTo>
                  <a:lnTo>
                    <a:pt x="5635709" y="1552199"/>
                  </a:lnTo>
                  <a:lnTo>
                    <a:pt x="5707962" y="1565322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1227274" y="3495537"/>
              <a:ext cx="5707962" cy="1797628"/>
            </a:xfrm>
            <a:custGeom>
              <a:avLst/>
              <a:gdLst/>
              <a:ahLst/>
              <a:cxnLst/>
              <a:rect l="0" t="0" r="0" b="0"/>
              <a:pathLst>
                <a:path w="5707962" h="1797628">
                  <a:moveTo>
                    <a:pt x="5707962" y="1797628"/>
                  </a:moveTo>
                  <a:lnTo>
                    <a:pt x="5635709" y="1768182"/>
                  </a:lnTo>
                  <a:lnTo>
                    <a:pt x="5563457" y="1738770"/>
                  </a:lnTo>
                  <a:lnTo>
                    <a:pt x="5491204" y="1709394"/>
                  </a:lnTo>
                  <a:lnTo>
                    <a:pt x="5418951" y="1680055"/>
                  </a:lnTo>
                  <a:lnTo>
                    <a:pt x="5346699" y="1650756"/>
                  </a:lnTo>
                  <a:lnTo>
                    <a:pt x="5274446" y="1621500"/>
                  </a:lnTo>
                  <a:lnTo>
                    <a:pt x="5202193" y="1592288"/>
                  </a:lnTo>
                  <a:lnTo>
                    <a:pt x="5129941" y="1563123"/>
                  </a:lnTo>
                  <a:lnTo>
                    <a:pt x="5057688" y="1534009"/>
                  </a:lnTo>
                  <a:lnTo>
                    <a:pt x="4985435" y="1504947"/>
                  </a:lnTo>
                  <a:lnTo>
                    <a:pt x="4913182" y="1475941"/>
                  </a:lnTo>
                  <a:lnTo>
                    <a:pt x="4840930" y="1446996"/>
                  </a:lnTo>
                  <a:lnTo>
                    <a:pt x="4768677" y="1418113"/>
                  </a:lnTo>
                  <a:lnTo>
                    <a:pt x="4696424" y="1389299"/>
                  </a:lnTo>
                  <a:lnTo>
                    <a:pt x="4624172" y="1360556"/>
                  </a:lnTo>
                  <a:lnTo>
                    <a:pt x="4551919" y="1331889"/>
                  </a:lnTo>
                  <a:lnTo>
                    <a:pt x="4479666" y="1303304"/>
                  </a:lnTo>
                  <a:lnTo>
                    <a:pt x="4407414" y="1274806"/>
                  </a:lnTo>
                  <a:lnTo>
                    <a:pt x="4335161" y="1246400"/>
                  </a:lnTo>
                  <a:lnTo>
                    <a:pt x="4262908" y="1218093"/>
                  </a:lnTo>
                  <a:lnTo>
                    <a:pt x="4190656" y="1189893"/>
                  </a:lnTo>
                  <a:lnTo>
                    <a:pt x="4118403" y="1161805"/>
                  </a:lnTo>
                  <a:lnTo>
                    <a:pt x="4046150" y="1133837"/>
                  </a:lnTo>
                  <a:lnTo>
                    <a:pt x="3973897" y="1105999"/>
                  </a:lnTo>
                  <a:lnTo>
                    <a:pt x="3901645" y="1078299"/>
                  </a:lnTo>
                  <a:lnTo>
                    <a:pt x="3829392" y="1050746"/>
                  </a:lnTo>
                  <a:lnTo>
                    <a:pt x="3757139" y="1023352"/>
                  </a:lnTo>
                  <a:lnTo>
                    <a:pt x="3684887" y="996126"/>
                  </a:lnTo>
                  <a:lnTo>
                    <a:pt x="3612634" y="969080"/>
                  </a:lnTo>
                  <a:lnTo>
                    <a:pt x="3540381" y="942228"/>
                  </a:lnTo>
                  <a:lnTo>
                    <a:pt x="3468129" y="915581"/>
                  </a:lnTo>
                  <a:lnTo>
                    <a:pt x="3395876" y="889154"/>
                  </a:lnTo>
                  <a:lnTo>
                    <a:pt x="3323623" y="862960"/>
                  </a:lnTo>
                  <a:lnTo>
                    <a:pt x="3251371" y="837015"/>
                  </a:lnTo>
                  <a:lnTo>
                    <a:pt x="3179118" y="811333"/>
                  </a:lnTo>
                  <a:lnTo>
                    <a:pt x="3106865" y="785930"/>
                  </a:lnTo>
                  <a:lnTo>
                    <a:pt x="3034612" y="760822"/>
                  </a:lnTo>
                  <a:lnTo>
                    <a:pt x="2962360" y="736024"/>
                  </a:lnTo>
                  <a:lnTo>
                    <a:pt x="2890107" y="711552"/>
                  </a:lnTo>
                  <a:lnTo>
                    <a:pt x="2817854" y="687420"/>
                  </a:lnTo>
                  <a:lnTo>
                    <a:pt x="2745602" y="663641"/>
                  </a:lnTo>
                  <a:lnTo>
                    <a:pt x="2673349" y="640230"/>
                  </a:lnTo>
                  <a:lnTo>
                    <a:pt x="2601096" y="617197"/>
                  </a:lnTo>
                  <a:lnTo>
                    <a:pt x="2528844" y="594553"/>
                  </a:lnTo>
                  <a:lnTo>
                    <a:pt x="2456591" y="572304"/>
                  </a:lnTo>
                  <a:lnTo>
                    <a:pt x="2384338" y="550457"/>
                  </a:lnTo>
                  <a:lnTo>
                    <a:pt x="2312086" y="529014"/>
                  </a:lnTo>
                  <a:lnTo>
                    <a:pt x="2239833" y="507978"/>
                  </a:lnTo>
                  <a:lnTo>
                    <a:pt x="2167580" y="487346"/>
                  </a:lnTo>
                  <a:lnTo>
                    <a:pt x="2095328" y="467114"/>
                  </a:lnTo>
                  <a:lnTo>
                    <a:pt x="2023075" y="447277"/>
                  </a:lnTo>
                  <a:lnTo>
                    <a:pt x="1950822" y="427826"/>
                  </a:lnTo>
                  <a:lnTo>
                    <a:pt x="1878569" y="408751"/>
                  </a:lnTo>
                  <a:lnTo>
                    <a:pt x="1806317" y="390040"/>
                  </a:lnTo>
                  <a:lnTo>
                    <a:pt x="1734064" y="371680"/>
                  </a:lnTo>
                  <a:lnTo>
                    <a:pt x="1661811" y="353657"/>
                  </a:lnTo>
                  <a:lnTo>
                    <a:pt x="1589559" y="335956"/>
                  </a:lnTo>
                  <a:lnTo>
                    <a:pt x="1517306" y="318562"/>
                  </a:lnTo>
                  <a:lnTo>
                    <a:pt x="1445053" y="301459"/>
                  </a:lnTo>
                  <a:lnTo>
                    <a:pt x="1372801" y="284632"/>
                  </a:lnTo>
                  <a:lnTo>
                    <a:pt x="1300548" y="268065"/>
                  </a:lnTo>
                  <a:lnTo>
                    <a:pt x="1228295" y="251743"/>
                  </a:lnTo>
                  <a:lnTo>
                    <a:pt x="1156043" y="235651"/>
                  </a:lnTo>
                  <a:lnTo>
                    <a:pt x="1083790" y="219776"/>
                  </a:lnTo>
                  <a:lnTo>
                    <a:pt x="1011537" y="204103"/>
                  </a:lnTo>
                  <a:lnTo>
                    <a:pt x="939284" y="188621"/>
                  </a:lnTo>
                  <a:lnTo>
                    <a:pt x="867032" y="173316"/>
                  </a:lnTo>
                  <a:lnTo>
                    <a:pt x="794779" y="158178"/>
                  </a:lnTo>
                  <a:lnTo>
                    <a:pt x="722526" y="143195"/>
                  </a:lnTo>
                  <a:lnTo>
                    <a:pt x="650274" y="128358"/>
                  </a:lnTo>
                  <a:lnTo>
                    <a:pt x="578021" y="113656"/>
                  </a:lnTo>
                  <a:lnTo>
                    <a:pt x="505768" y="99082"/>
                  </a:lnTo>
                  <a:lnTo>
                    <a:pt x="433516" y="84627"/>
                  </a:lnTo>
                  <a:lnTo>
                    <a:pt x="361263" y="70283"/>
                  </a:lnTo>
                  <a:lnTo>
                    <a:pt x="289010" y="56043"/>
                  </a:lnTo>
                  <a:lnTo>
                    <a:pt x="216758" y="41901"/>
                  </a:lnTo>
                  <a:lnTo>
                    <a:pt x="144505" y="27850"/>
                  </a:lnTo>
                  <a:lnTo>
                    <a:pt x="72252" y="138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1227274" y="3141521"/>
              <a:ext cx="5707962" cy="1681475"/>
            </a:xfrm>
            <a:custGeom>
              <a:avLst/>
              <a:gdLst/>
              <a:ahLst/>
              <a:cxnLst/>
              <a:rect l="0" t="0" r="0" b="0"/>
              <a:pathLst>
                <a:path w="5707962" h="1681475">
                  <a:moveTo>
                    <a:pt x="0" y="0"/>
                  </a:moveTo>
                  <a:lnTo>
                    <a:pt x="72252" y="21284"/>
                  </a:lnTo>
                  <a:lnTo>
                    <a:pt x="144505" y="42568"/>
                  </a:lnTo>
                  <a:lnTo>
                    <a:pt x="216758" y="63853"/>
                  </a:lnTo>
                  <a:lnTo>
                    <a:pt x="289010" y="85137"/>
                  </a:lnTo>
                  <a:lnTo>
                    <a:pt x="361263" y="106422"/>
                  </a:lnTo>
                  <a:lnTo>
                    <a:pt x="433516" y="127706"/>
                  </a:lnTo>
                  <a:lnTo>
                    <a:pt x="505768" y="148991"/>
                  </a:lnTo>
                  <a:lnTo>
                    <a:pt x="578021" y="170275"/>
                  </a:lnTo>
                  <a:lnTo>
                    <a:pt x="650274" y="191560"/>
                  </a:lnTo>
                  <a:lnTo>
                    <a:pt x="722526" y="212844"/>
                  </a:lnTo>
                  <a:lnTo>
                    <a:pt x="794779" y="234129"/>
                  </a:lnTo>
                  <a:lnTo>
                    <a:pt x="867032" y="255413"/>
                  </a:lnTo>
                  <a:lnTo>
                    <a:pt x="939284" y="276698"/>
                  </a:lnTo>
                  <a:lnTo>
                    <a:pt x="1011537" y="297982"/>
                  </a:lnTo>
                  <a:lnTo>
                    <a:pt x="1083790" y="319267"/>
                  </a:lnTo>
                  <a:lnTo>
                    <a:pt x="1156043" y="340551"/>
                  </a:lnTo>
                  <a:lnTo>
                    <a:pt x="1228295" y="361836"/>
                  </a:lnTo>
                  <a:lnTo>
                    <a:pt x="1300548" y="383120"/>
                  </a:lnTo>
                  <a:lnTo>
                    <a:pt x="1372801" y="404405"/>
                  </a:lnTo>
                  <a:lnTo>
                    <a:pt x="1445053" y="425689"/>
                  </a:lnTo>
                  <a:lnTo>
                    <a:pt x="1517306" y="446974"/>
                  </a:lnTo>
                  <a:lnTo>
                    <a:pt x="1589559" y="468258"/>
                  </a:lnTo>
                  <a:lnTo>
                    <a:pt x="1661811" y="489543"/>
                  </a:lnTo>
                  <a:lnTo>
                    <a:pt x="1734064" y="510827"/>
                  </a:lnTo>
                  <a:lnTo>
                    <a:pt x="1806317" y="532112"/>
                  </a:lnTo>
                  <a:lnTo>
                    <a:pt x="1878569" y="553396"/>
                  </a:lnTo>
                  <a:lnTo>
                    <a:pt x="1950822" y="574681"/>
                  </a:lnTo>
                  <a:lnTo>
                    <a:pt x="2023075" y="595965"/>
                  </a:lnTo>
                  <a:lnTo>
                    <a:pt x="2095328" y="617250"/>
                  </a:lnTo>
                  <a:lnTo>
                    <a:pt x="2167580" y="638534"/>
                  </a:lnTo>
                  <a:lnTo>
                    <a:pt x="2239833" y="659819"/>
                  </a:lnTo>
                  <a:lnTo>
                    <a:pt x="2312086" y="681103"/>
                  </a:lnTo>
                  <a:lnTo>
                    <a:pt x="2384338" y="702388"/>
                  </a:lnTo>
                  <a:lnTo>
                    <a:pt x="2456591" y="723672"/>
                  </a:lnTo>
                  <a:lnTo>
                    <a:pt x="2528844" y="744957"/>
                  </a:lnTo>
                  <a:lnTo>
                    <a:pt x="2601096" y="766241"/>
                  </a:lnTo>
                  <a:lnTo>
                    <a:pt x="2673349" y="787526"/>
                  </a:lnTo>
                  <a:lnTo>
                    <a:pt x="2745602" y="808810"/>
                  </a:lnTo>
                  <a:lnTo>
                    <a:pt x="2817854" y="830095"/>
                  </a:lnTo>
                  <a:lnTo>
                    <a:pt x="2890107" y="851379"/>
                  </a:lnTo>
                  <a:lnTo>
                    <a:pt x="2962360" y="872664"/>
                  </a:lnTo>
                  <a:lnTo>
                    <a:pt x="3034612" y="893948"/>
                  </a:lnTo>
                  <a:lnTo>
                    <a:pt x="3106865" y="915233"/>
                  </a:lnTo>
                  <a:lnTo>
                    <a:pt x="3179118" y="936517"/>
                  </a:lnTo>
                  <a:lnTo>
                    <a:pt x="3251371" y="957802"/>
                  </a:lnTo>
                  <a:lnTo>
                    <a:pt x="3323623" y="979086"/>
                  </a:lnTo>
                  <a:lnTo>
                    <a:pt x="3395876" y="1000371"/>
                  </a:lnTo>
                  <a:lnTo>
                    <a:pt x="3468129" y="1021655"/>
                  </a:lnTo>
                  <a:lnTo>
                    <a:pt x="3540381" y="1042940"/>
                  </a:lnTo>
                  <a:lnTo>
                    <a:pt x="3612634" y="1064224"/>
                  </a:lnTo>
                  <a:lnTo>
                    <a:pt x="3684887" y="1085509"/>
                  </a:lnTo>
                  <a:lnTo>
                    <a:pt x="3757139" y="1106793"/>
                  </a:lnTo>
                  <a:lnTo>
                    <a:pt x="3829392" y="1128078"/>
                  </a:lnTo>
                  <a:lnTo>
                    <a:pt x="3901645" y="1149362"/>
                  </a:lnTo>
                  <a:lnTo>
                    <a:pt x="3973897" y="1170647"/>
                  </a:lnTo>
                  <a:lnTo>
                    <a:pt x="4046150" y="1191931"/>
                  </a:lnTo>
                  <a:lnTo>
                    <a:pt x="4118403" y="1213216"/>
                  </a:lnTo>
                  <a:lnTo>
                    <a:pt x="4190656" y="1234500"/>
                  </a:lnTo>
                  <a:lnTo>
                    <a:pt x="4262908" y="1255785"/>
                  </a:lnTo>
                  <a:lnTo>
                    <a:pt x="4335161" y="1277069"/>
                  </a:lnTo>
                  <a:lnTo>
                    <a:pt x="4407414" y="1298354"/>
                  </a:lnTo>
                  <a:lnTo>
                    <a:pt x="4479666" y="1319638"/>
                  </a:lnTo>
                  <a:lnTo>
                    <a:pt x="4551919" y="1340923"/>
                  </a:lnTo>
                  <a:lnTo>
                    <a:pt x="4624172" y="1362207"/>
                  </a:lnTo>
                  <a:lnTo>
                    <a:pt x="4696424" y="1383492"/>
                  </a:lnTo>
                  <a:lnTo>
                    <a:pt x="4768677" y="1404776"/>
                  </a:lnTo>
                  <a:lnTo>
                    <a:pt x="4840930" y="1426061"/>
                  </a:lnTo>
                  <a:lnTo>
                    <a:pt x="4913182" y="1447345"/>
                  </a:lnTo>
                  <a:lnTo>
                    <a:pt x="4985435" y="1468630"/>
                  </a:lnTo>
                  <a:lnTo>
                    <a:pt x="5057688" y="1489914"/>
                  </a:lnTo>
                  <a:lnTo>
                    <a:pt x="5129941" y="1511199"/>
                  </a:lnTo>
                  <a:lnTo>
                    <a:pt x="5202193" y="1532483"/>
                  </a:lnTo>
                  <a:lnTo>
                    <a:pt x="5274446" y="1553768"/>
                  </a:lnTo>
                  <a:lnTo>
                    <a:pt x="5346699" y="1575052"/>
                  </a:lnTo>
                  <a:lnTo>
                    <a:pt x="5418951" y="1596337"/>
                  </a:lnTo>
                  <a:lnTo>
                    <a:pt x="5491204" y="1617621"/>
                  </a:lnTo>
                  <a:lnTo>
                    <a:pt x="5563457" y="1638906"/>
                  </a:lnTo>
                  <a:lnTo>
                    <a:pt x="5635709" y="1660190"/>
                  </a:lnTo>
                  <a:lnTo>
                    <a:pt x="5707962" y="1681475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t90"/>
            <p:cNvSpPr/>
            <p:nvPr/>
          </p:nvSpPr>
          <p:spPr>
            <a:xfrm>
              <a:off x="1168571" y="272155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t91"/>
            <p:cNvSpPr/>
            <p:nvPr/>
          </p:nvSpPr>
          <p:spPr>
            <a:xfrm>
              <a:off x="1168571" y="222017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t92"/>
            <p:cNvSpPr/>
            <p:nvPr/>
          </p:nvSpPr>
          <p:spPr>
            <a:xfrm>
              <a:off x="1168571" y="230702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t93"/>
            <p:cNvSpPr/>
            <p:nvPr/>
          </p:nvSpPr>
          <p:spPr>
            <a:xfrm>
              <a:off x="2464046" y="254450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t94"/>
            <p:cNvSpPr/>
            <p:nvPr/>
          </p:nvSpPr>
          <p:spPr>
            <a:xfrm>
              <a:off x="2464046" y="269132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t95"/>
            <p:cNvSpPr/>
            <p:nvPr/>
          </p:nvSpPr>
          <p:spPr>
            <a:xfrm>
              <a:off x="2464046" y="252299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t96"/>
            <p:cNvSpPr/>
            <p:nvPr/>
          </p:nvSpPr>
          <p:spPr>
            <a:xfrm>
              <a:off x="3241946" y="282949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t97"/>
            <p:cNvSpPr/>
            <p:nvPr/>
          </p:nvSpPr>
          <p:spPr>
            <a:xfrm>
              <a:off x="3241946" y="278229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t98"/>
            <p:cNvSpPr/>
            <p:nvPr/>
          </p:nvSpPr>
          <p:spPr>
            <a:xfrm>
              <a:off x="3241946" y="291337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t99"/>
            <p:cNvSpPr/>
            <p:nvPr/>
          </p:nvSpPr>
          <p:spPr>
            <a:xfrm>
              <a:off x="2139882" y="20117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t100"/>
            <p:cNvSpPr/>
            <p:nvPr/>
          </p:nvSpPr>
          <p:spPr>
            <a:xfrm>
              <a:off x="2139882" y="271649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t101"/>
            <p:cNvSpPr/>
            <p:nvPr/>
          </p:nvSpPr>
          <p:spPr>
            <a:xfrm>
              <a:off x="2139882" y="275328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t102"/>
            <p:cNvSpPr/>
            <p:nvPr/>
          </p:nvSpPr>
          <p:spPr>
            <a:xfrm>
              <a:off x="4293665" y="29892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t103"/>
            <p:cNvSpPr/>
            <p:nvPr/>
          </p:nvSpPr>
          <p:spPr>
            <a:xfrm>
              <a:off x="4293665" y="296848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t104"/>
            <p:cNvSpPr/>
            <p:nvPr/>
          </p:nvSpPr>
          <p:spPr>
            <a:xfrm>
              <a:off x="4293665" y="31498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t105"/>
            <p:cNvSpPr/>
            <p:nvPr/>
          </p:nvSpPr>
          <p:spPr>
            <a:xfrm>
              <a:off x="3707193" y="285403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t106"/>
            <p:cNvSpPr/>
            <p:nvPr/>
          </p:nvSpPr>
          <p:spPr>
            <a:xfrm>
              <a:off x="3707193" y="287047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t107"/>
            <p:cNvSpPr/>
            <p:nvPr/>
          </p:nvSpPr>
          <p:spPr>
            <a:xfrm>
              <a:off x="3707193" y="270169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t108"/>
            <p:cNvSpPr/>
            <p:nvPr/>
          </p:nvSpPr>
          <p:spPr>
            <a:xfrm>
              <a:off x="4017678" y="486274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t109"/>
            <p:cNvSpPr/>
            <p:nvPr/>
          </p:nvSpPr>
          <p:spPr>
            <a:xfrm>
              <a:off x="4017678" y="41003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t110"/>
            <p:cNvSpPr/>
            <p:nvPr/>
          </p:nvSpPr>
          <p:spPr>
            <a:xfrm>
              <a:off x="4017678" y="392684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t111"/>
            <p:cNvSpPr/>
            <p:nvPr/>
          </p:nvSpPr>
          <p:spPr>
            <a:xfrm>
              <a:off x="6876534" y="331063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t112"/>
            <p:cNvSpPr/>
            <p:nvPr/>
          </p:nvSpPr>
          <p:spPr>
            <a:xfrm>
              <a:off x="6876534" y="334703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t113"/>
            <p:cNvSpPr/>
            <p:nvPr/>
          </p:nvSpPr>
          <p:spPr>
            <a:xfrm>
              <a:off x="6876534" y="332221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1227274" y="2160755"/>
              <a:ext cx="5707962" cy="2097213"/>
            </a:xfrm>
            <a:custGeom>
              <a:avLst/>
              <a:gdLst/>
              <a:ahLst/>
              <a:cxnLst/>
              <a:rect l="0" t="0" r="0" b="0"/>
              <a:pathLst>
                <a:path w="5707962" h="2097213">
                  <a:moveTo>
                    <a:pt x="0" y="0"/>
                  </a:moveTo>
                  <a:lnTo>
                    <a:pt x="72252" y="23157"/>
                  </a:lnTo>
                  <a:lnTo>
                    <a:pt x="144505" y="46226"/>
                  </a:lnTo>
                  <a:lnTo>
                    <a:pt x="216758" y="69198"/>
                  </a:lnTo>
                  <a:lnTo>
                    <a:pt x="289010" y="92068"/>
                  </a:lnTo>
                  <a:lnTo>
                    <a:pt x="361263" y="114830"/>
                  </a:lnTo>
                  <a:lnTo>
                    <a:pt x="433516" y="137475"/>
                  </a:lnTo>
                  <a:lnTo>
                    <a:pt x="505768" y="159996"/>
                  </a:lnTo>
                  <a:lnTo>
                    <a:pt x="578021" y="182384"/>
                  </a:lnTo>
                  <a:lnTo>
                    <a:pt x="650274" y="204629"/>
                  </a:lnTo>
                  <a:lnTo>
                    <a:pt x="722526" y="226723"/>
                  </a:lnTo>
                  <a:lnTo>
                    <a:pt x="794779" y="248654"/>
                  </a:lnTo>
                  <a:lnTo>
                    <a:pt x="867032" y="270412"/>
                  </a:lnTo>
                  <a:lnTo>
                    <a:pt x="939284" y="291984"/>
                  </a:lnTo>
                  <a:lnTo>
                    <a:pt x="1011537" y="313357"/>
                  </a:lnTo>
                  <a:lnTo>
                    <a:pt x="1083790" y="334517"/>
                  </a:lnTo>
                  <a:lnTo>
                    <a:pt x="1156043" y="355451"/>
                  </a:lnTo>
                  <a:lnTo>
                    <a:pt x="1228295" y="376144"/>
                  </a:lnTo>
                  <a:lnTo>
                    <a:pt x="1300548" y="396578"/>
                  </a:lnTo>
                  <a:lnTo>
                    <a:pt x="1372801" y="416740"/>
                  </a:lnTo>
                  <a:lnTo>
                    <a:pt x="1445053" y="436610"/>
                  </a:lnTo>
                  <a:lnTo>
                    <a:pt x="1517306" y="456172"/>
                  </a:lnTo>
                  <a:lnTo>
                    <a:pt x="1589559" y="475409"/>
                  </a:lnTo>
                  <a:lnTo>
                    <a:pt x="1661811" y="494304"/>
                  </a:lnTo>
                  <a:lnTo>
                    <a:pt x="1734064" y="512838"/>
                  </a:lnTo>
                  <a:lnTo>
                    <a:pt x="1806317" y="530996"/>
                  </a:lnTo>
                  <a:lnTo>
                    <a:pt x="1878569" y="548762"/>
                  </a:lnTo>
                  <a:lnTo>
                    <a:pt x="1950822" y="566121"/>
                  </a:lnTo>
                  <a:lnTo>
                    <a:pt x="2023075" y="583059"/>
                  </a:lnTo>
                  <a:lnTo>
                    <a:pt x="2095328" y="599567"/>
                  </a:lnTo>
                  <a:lnTo>
                    <a:pt x="2167580" y="615633"/>
                  </a:lnTo>
                  <a:lnTo>
                    <a:pt x="2239833" y="631252"/>
                  </a:lnTo>
                  <a:lnTo>
                    <a:pt x="2312086" y="646420"/>
                  </a:lnTo>
                  <a:lnTo>
                    <a:pt x="2384338" y="661134"/>
                  </a:lnTo>
                  <a:lnTo>
                    <a:pt x="2456591" y="675395"/>
                  </a:lnTo>
                  <a:lnTo>
                    <a:pt x="2528844" y="689208"/>
                  </a:lnTo>
                  <a:lnTo>
                    <a:pt x="2601096" y="702578"/>
                  </a:lnTo>
                  <a:lnTo>
                    <a:pt x="2673349" y="715515"/>
                  </a:lnTo>
                  <a:lnTo>
                    <a:pt x="2745602" y="728029"/>
                  </a:lnTo>
                  <a:lnTo>
                    <a:pt x="2817854" y="740133"/>
                  </a:lnTo>
                  <a:lnTo>
                    <a:pt x="2890107" y="751841"/>
                  </a:lnTo>
                  <a:lnTo>
                    <a:pt x="2962360" y="763169"/>
                  </a:lnTo>
                  <a:lnTo>
                    <a:pt x="3034612" y="774134"/>
                  </a:lnTo>
                  <a:lnTo>
                    <a:pt x="3106865" y="784752"/>
                  </a:lnTo>
                  <a:lnTo>
                    <a:pt x="3179118" y="795040"/>
                  </a:lnTo>
                  <a:lnTo>
                    <a:pt x="3251371" y="805017"/>
                  </a:lnTo>
                  <a:lnTo>
                    <a:pt x="3323623" y="814700"/>
                  </a:lnTo>
                  <a:lnTo>
                    <a:pt x="3395876" y="824105"/>
                  </a:lnTo>
                  <a:lnTo>
                    <a:pt x="3468129" y="833249"/>
                  </a:lnTo>
                  <a:lnTo>
                    <a:pt x="3540381" y="842148"/>
                  </a:lnTo>
                  <a:lnTo>
                    <a:pt x="3612634" y="850816"/>
                  </a:lnTo>
                  <a:lnTo>
                    <a:pt x="3684887" y="859270"/>
                  </a:lnTo>
                  <a:lnTo>
                    <a:pt x="3757139" y="867522"/>
                  </a:lnTo>
                  <a:lnTo>
                    <a:pt x="3829392" y="875585"/>
                  </a:lnTo>
                  <a:lnTo>
                    <a:pt x="3901645" y="883471"/>
                  </a:lnTo>
                  <a:lnTo>
                    <a:pt x="3973897" y="891193"/>
                  </a:lnTo>
                  <a:lnTo>
                    <a:pt x="4046150" y="898761"/>
                  </a:lnTo>
                  <a:lnTo>
                    <a:pt x="4118403" y="906184"/>
                  </a:lnTo>
                  <a:lnTo>
                    <a:pt x="4190656" y="913472"/>
                  </a:lnTo>
                  <a:lnTo>
                    <a:pt x="4262908" y="920635"/>
                  </a:lnTo>
                  <a:lnTo>
                    <a:pt x="4335161" y="927679"/>
                  </a:lnTo>
                  <a:lnTo>
                    <a:pt x="4407414" y="934612"/>
                  </a:lnTo>
                  <a:lnTo>
                    <a:pt x="4479666" y="941442"/>
                  </a:lnTo>
                  <a:lnTo>
                    <a:pt x="4551919" y="948175"/>
                  </a:lnTo>
                  <a:lnTo>
                    <a:pt x="4624172" y="954817"/>
                  </a:lnTo>
                  <a:lnTo>
                    <a:pt x="4696424" y="961374"/>
                  </a:lnTo>
                  <a:lnTo>
                    <a:pt x="4768677" y="967850"/>
                  </a:lnTo>
                  <a:lnTo>
                    <a:pt x="4840930" y="974251"/>
                  </a:lnTo>
                  <a:lnTo>
                    <a:pt x="4913182" y="980581"/>
                  </a:lnTo>
                  <a:lnTo>
                    <a:pt x="4985435" y="986845"/>
                  </a:lnTo>
                  <a:lnTo>
                    <a:pt x="5057688" y="993045"/>
                  </a:lnTo>
                  <a:lnTo>
                    <a:pt x="5129941" y="999186"/>
                  </a:lnTo>
                  <a:lnTo>
                    <a:pt x="5202193" y="1005272"/>
                  </a:lnTo>
                  <a:lnTo>
                    <a:pt x="5274446" y="1011304"/>
                  </a:lnTo>
                  <a:lnTo>
                    <a:pt x="5346699" y="1017287"/>
                  </a:lnTo>
                  <a:lnTo>
                    <a:pt x="5418951" y="1023223"/>
                  </a:lnTo>
                  <a:lnTo>
                    <a:pt x="5491204" y="1029114"/>
                  </a:lnTo>
                  <a:lnTo>
                    <a:pt x="5563457" y="1034963"/>
                  </a:lnTo>
                  <a:lnTo>
                    <a:pt x="5635709" y="1040772"/>
                  </a:lnTo>
                  <a:lnTo>
                    <a:pt x="5707962" y="1046543"/>
                  </a:lnTo>
                  <a:lnTo>
                    <a:pt x="5707962" y="2097213"/>
                  </a:lnTo>
                  <a:lnTo>
                    <a:pt x="5635709" y="2073204"/>
                  </a:lnTo>
                  <a:lnTo>
                    <a:pt x="5563457" y="2049232"/>
                  </a:lnTo>
                  <a:lnTo>
                    <a:pt x="5491204" y="2025301"/>
                  </a:lnTo>
                  <a:lnTo>
                    <a:pt x="5418951" y="2001412"/>
                  </a:lnTo>
                  <a:lnTo>
                    <a:pt x="5346699" y="1977567"/>
                  </a:lnTo>
                  <a:lnTo>
                    <a:pt x="5274446" y="1953770"/>
                  </a:lnTo>
                  <a:lnTo>
                    <a:pt x="5202193" y="1930022"/>
                  </a:lnTo>
                  <a:lnTo>
                    <a:pt x="5129941" y="1906327"/>
                  </a:lnTo>
                  <a:lnTo>
                    <a:pt x="5057688" y="1882688"/>
                  </a:lnTo>
                  <a:lnTo>
                    <a:pt x="4985435" y="1859108"/>
                  </a:lnTo>
                  <a:lnTo>
                    <a:pt x="4913182" y="1835591"/>
                  </a:lnTo>
                  <a:lnTo>
                    <a:pt x="4840930" y="1812140"/>
                  </a:lnTo>
                  <a:lnTo>
                    <a:pt x="4768677" y="1788761"/>
                  </a:lnTo>
                  <a:lnTo>
                    <a:pt x="4696424" y="1765457"/>
                  </a:lnTo>
                  <a:lnTo>
                    <a:pt x="4624172" y="1742233"/>
                  </a:lnTo>
                  <a:lnTo>
                    <a:pt x="4551919" y="1719095"/>
                  </a:lnTo>
                  <a:lnTo>
                    <a:pt x="4479666" y="1696047"/>
                  </a:lnTo>
                  <a:lnTo>
                    <a:pt x="4407414" y="1673097"/>
                  </a:lnTo>
                  <a:lnTo>
                    <a:pt x="4335161" y="1650250"/>
                  </a:lnTo>
                  <a:lnTo>
                    <a:pt x="4262908" y="1627514"/>
                  </a:lnTo>
                  <a:lnTo>
                    <a:pt x="4190656" y="1604896"/>
                  </a:lnTo>
                  <a:lnTo>
                    <a:pt x="4118403" y="1582404"/>
                  </a:lnTo>
                  <a:lnTo>
                    <a:pt x="4046150" y="1560047"/>
                  </a:lnTo>
                  <a:lnTo>
                    <a:pt x="3973897" y="1537834"/>
                  </a:lnTo>
                  <a:lnTo>
                    <a:pt x="3901645" y="1515775"/>
                  </a:lnTo>
                  <a:lnTo>
                    <a:pt x="3829392" y="1493881"/>
                  </a:lnTo>
                  <a:lnTo>
                    <a:pt x="3757139" y="1472164"/>
                  </a:lnTo>
                  <a:lnTo>
                    <a:pt x="3684887" y="1450636"/>
                  </a:lnTo>
                  <a:lnTo>
                    <a:pt x="3612634" y="1429309"/>
                  </a:lnTo>
                  <a:lnTo>
                    <a:pt x="3540381" y="1408197"/>
                  </a:lnTo>
                  <a:lnTo>
                    <a:pt x="3468129" y="1387315"/>
                  </a:lnTo>
                  <a:lnTo>
                    <a:pt x="3395876" y="1366679"/>
                  </a:lnTo>
                  <a:lnTo>
                    <a:pt x="3323623" y="1346304"/>
                  </a:lnTo>
                  <a:lnTo>
                    <a:pt x="3251371" y="1326206"/>
                  </a:lnTo>
                  <a:lnTo>
                    <a:pt x="3179118" y="1306402"/>
                  </a:lnTo>
                  <a:lnTo>
                    <a:pt x="3106865" y="1286911"/>
                  </a:lnTo>
                  <a:lnTo>
                    <a:pt x="3034612" y="1267748"/>
                  </a:lnTo>
                  <a:lnTo>
                    <a:pt x="2962360" y="1248932"/>
                  </a:lnTo>
                  <a:lnTo>
                    <a:pt x="2890107" y="1230480"/>
                  </a:lnTo>
                  <a:lnTo>
                    <a:pt x="2817854" y="1212408"/>
                  </a:lnTo>
                  <a:lnTo>
                    <a:pt x="2745602" y="1194732"/>
                  </a:lnTo>
                  <a:lnTo>
                    <a:pt x="2673349" y="1177465"/>
                  </a:lnTo>
                  <a:lnTo>
                    <a:pt x="2601096" y="1160622"/>
                  </a:lnTo>
                  <a:lnTo>
                    <a:pt x="2528844" y="1144212"/>
                  </a:lnTo>
                  <a:lnTo>
                    <a:pt x="2456591" y="1128244"/>
                  </a:lnTo>
                  <a:lnTo>
                    <a:pt x="2384338" y="1112725"/>
                  </a:lnTo>
                  <a:lnTo>
                    <a:pt x="2312086" y="1097658"/>
                  </a:lnTo>
                  <a:lnTo>
                    <a:pt x="2239833" y="1083045"/>
                  </a:lnTo>
                  <a:lnTo>
                    <a:pt x="2167580" y="1068884"/>
                  </a:lnTo>
                  <a:lnTo>
                    <a:pt x="2095328" y="1055170"/>
                  </a:lnTo>
                  <a:lnTo>
                    <a:pt x="2023075" y="1041897"/>
                  </a:lnTo>
                  <a:lnTo>
                    <a:pt x="1950822" y="1029056"/>
                  </a:lnTo>
                  <a:lnTo>
                    <a:pt x="1878569" y="1016634"/>
                  </a:lnTo>
                  <a:lnTo>
                    <a:pt x="1806317" y="1004619"/>
                  </a:lnTo>
                  <a:lnTo>
                    <a:pt x="1734064" y="992997"/>
                  </a:lnTo>
                  <a:lnTo>
                    <a:pt x="1661811" y="981751"/>
                  </a:lnTo>
                  <a:lnTo>
                    <a:pt x="1589559" y="970865"/>
                  </a:lnTo>
                  <a:lnTo>
                    <a:pt x="1517306" y="960322"/>
                  </a:lnTo>
                  <a:lnTo>
                    <a:pt x="1445053" y="950104"/>
                  </a:lnTo>
                  <a:lnTo>
                    <a:pt x="1372801" y="940194"/>
                  </a:lnTo>
                  <a:lnTo>
                    <a:pt x="1300548" y="930574"/>
                  </a:lnTo>
                  <a:lnTo>
                    <a:pt x="1228295" y="921229"/>
                  </a:lnTo>
                  <a:lnTo>
                    <a:pt x="1156043" y="912141"/>
                  </a:lnTo>
                  <a:lnTo>
                    <a:pt x="1083790" y="903294"/>
                  </a:lnTo>
                  <a:lnTo>
                    <a:pt x="1011537" y="894675"/>
                  </a:lnTo>
                  <a:lnTo>
                    <a:pt x="939284" y="886267"/>
                  </a:lnTo>
                  <a:lnTo>
                    <a:pt x="867032" y="878058"/>
                  </a:lnTo>
                  <a:lnTo>
                    <a:pt x="794779" y="870036"/>
                  </a:lnTo>
                  <a:lnTo>
                    <a:pt x="722526" y="862187"/>
                  </a:lnTo>
                  <a:lnTo>
                    <a:pt x="650274" y="854500"/>
                  </a:lnTo>
                  <a:lnTo>
                    <a:pt x="578021" y="846965"/>
                  </a:lnTo>
                  <a:lnTo>
                    <a:pt x="505768" y="839573"/>
                  </a:lnTo>
                  <a:lnTo>
                    <a:pt x="433516" y="832313"/>
                  </a:lnTo>
                  <a:lnTo>
                    <a:pt x="361263" y="825178"/>
                  </a:lnTo>
                  <a:lnTo>
                    <a:pt x="289010" y="818159"/>
                  </a:lnTo>
                  <a:lnTo>
                    <a:pt x="216758" y="811249"/>
                  </a:lnTo>
                  <a:lnTo>
                    <a:pt x="144505" y="804441"/>
                  </a:lnTo>
                  <a:lnTo>
                    <a:pt x="72252" y="797729"/>
                  </a:lnTo>
                  <a:lnTo>
                    <a:pt x="0" y="791106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1227274" y="2160755"/>
              <a:ext cx="5707962" cy="1046543"/>
            </a:xfrm>
            <a:custGeom>
              <a:avLst/>
              <a:gdLst/>
              <a:ahLst/>
              <a:cxnLst/>
              <a:rect l="0" t="0" r="0" b="0"/>
              <a:pathLst>
                <a:path w="5707962" h="1046543">
                  <a:moveTo>
                    <a:pt x="0" y="0"/>
                  </a:moveTo>
                  <a:lnTo>
                    <a:pt x="72252" y="23157"/>
                  </a:lnTo>
                  <a:lnTo>
                    <a:pt x="144505" y="46226"/>
                  </a:lnTo>
                  <a:lnTo>
                    <a:pt x="216758" y="69198"/>
                  </a:lnTo>
                  <a:lnTo>
                    <a:pt x="289010" y="92068"/>
                  </a:lnTo>
                  <a:lnTo>
                    <a:pt x="361263" y="114830"/>
                  </a:lnTo>
                  <a:lnTo>
                    <a:pt x="433516" y="137475"/>
                  </a:lnTo>
                  <a:lnTo>
                    <a:pt x="505768" y="159996"/>
                  </a:lnTo>
                  <a:lnTo>
                    <a:pt x="578021" y="182384"/>
                  </a:lnTo>
                  <a:lnTo>
                    <a:pt x="650274" y="204629"/>
                  </a:lnTo>
                  <a:lnTo>
                    <a:pt x="722526" y="226723"/>
                  </a:lnTo>
                  <a:lnTo>
                    <a:pt x="794779" y="248654"/>
                  </a:lnTo>
                  <a:lnTo>
                    <a:pt x="867032" y="270412"/>
                  </a:lnTo>
                  <a:lnTo>
                    <a:pt x="939284" y="291984"/>
                  </a:lnTo>
                  <a:lnTo>
                    <a:pt x="1011537" y="313357"/>
                  </a:lnTo>
                  <a:lnTo>
                    <a:pt x="1083790" y="334517"/>
                  </a:lnTo>
                  <a:lnTo>
                    <a:pt x="1156043" y="355451"/>
                  </a:lnTo>
                  <a:lnTo>
                    <a:pt x="1228295" y="376144"/>
                  </a:lnTo>
                  <a:lnTo>
                    <a:pt x="1300548" y="396578"/>
                  </a:lnTo>
                  <a:lnTo>
                    <a:pt x="1372801" y="416740"/>
                  </a:lnTo>
                  <a:lnTo>
                    <a:pt x="1445053" y="436610"/>
                  </a:lnTo>
                  <a:lnTo>
                    <a:pt x="1517306" y="456172"/>
                  </a:lnTo>
                  <a:lnTo>
                    <a:pt x="1589559" y="475409"/>
                  </a:lnTo>
                  <a:lnTo>
                    <a:pt x="1661811" y="494304"/>
                  </a:lnTo>
                  <a:lnTo>
                    <a:pt x="1734064" y="512838"/>
                  </a:lnTo>
                  <a:lnTo>
                    <a:pt x="1806317" y="530996"/>
                  </a:lnTo>
                  <a:lnTo>
                    <a:pt x="1878569" y="548762"/>
                  </a:lnTo>
                  <a:lnTo>
                    <a:pt x="1950822" y="566121"/>
                  </a:lnTo>
                  <a:lnTo>
                    <a:pt x="2023075" y="583059"/>
                  </a:lnTo>
                  <a:lnTo>
                    <a:pt x="2095328" y="599567"/>
                  </a:lnTo>
                  <a:lnTo>
                    <a:pt x="2167580" y="615633"/>
                  </a:lnTo>
                  <a:lnTo>
                    <a:pt x="2239833" y="631252"/>
                  </a:lnTo>
                  <a:lnTo>
                    <a:pt x="2312086" y="646420"/>
                  </a:lnTo>
                  <a:lnTo>
                    <a:pt x="2384338" y="661134"/>
                  </a:lnTo>
                  <a:lnTo>
                    <a:pt x="2456591" y="675395"/>
                  </a:lnTo>
                  <a:lnTo>
                    <a:pt x="2528844" y="689208"/>
                  </a:lnTo>
                  <a:lnTo>
                    <a:pt x="2601096" y="702578"/>
                  </a:lnTo>
                  <a:lnTo>
                    <a:pt x="2673349" y="715515"/>
                  </a:lnTo>
                  <a:lnTo>
                    <a:pt x="2745602" y="728029"/>
                  </a:lnTo>
                  <a:lnTo>
                    <a:pt x="2817854" y="740133"/>
                  </a:lnTo>
                  <a:lnTo>
                    <a:pt x="2890107" y="751841"/>
                  </a:lnTo>
                  <a:lnTo>
                    <a:pt x="2962360" y="763169"/>
                  </a:lnTo>
                  <a:lnTo>
                    <a:pt x="3034612" y="774134"/>
                  </a:lnTo>
                  <a:lnTo>
                    <a:pt x="3106865" y="784752"/>
                  </a:lnTo>
                  <a:lnTo>
                    <a:pt x="3179118" y="795040"/>
                  </a:lnTo>
                  <a:lnTo>
                    <a:pt x="3251371" y="805017"/>
                  </a:lnTo>
                  <a:lnTo>
                    <a:pt x="3323623" y="814700"/>
                  </a:lnTo>
                  <a:lnTo>
                    <a:pt x="3395876" y="824105"/>
                  </a:lnTo>
                  <a:lnTo>
                    <a:pt x="3468129" y="833249"/>
                  </a:lnTo>
                  <a:lnTo>
                    <a:pt x="3540381" y="842148"/>
                  </a:lnTo>
                  <a:lnTo>
                    <a:pt x="3612634" y="850816"/>
                  </a:lnTo>
                  <a:lnTo>
                    <a:pt x="3684887" y="859270"/>
                  </a:lnTo>
                  <a:lnTo>
                    <a:pt x="3757139" y="867522"/>
                  </a:lnTo>
                  <a:lnTo>
                    <a:pt x="3829392" y="875585"/>
                  </a:lnTo>
                  <a:lnTo>
                    <a:pt x="3901645" y="883471"/>
                  </a:lnTo>
                  <a:lnTo>
                    <a:pt x="3973897" y="891193"/>
                  </a:lnTo>
                  <a:lnTo>
                    <a:pt x="4046150" y="898761"/>
                  </a:lnTo>
                  <a:lnTo>
                    <a:pt x="4118403" y="906184"/>
                  </a:lnTo>
                  <a:lnTo>
                    <a:pt x="4190656" y="913472"/>
                  </a:lnTo>
                  <a:lnTo>
                    <a:pt x="4262908" y="920635"/>
                  </a:lnTo>
                  <a:lnTo>
                    <a:pt x="4335161" y="927679"/>
                  </a:lnTo>
                  <a:lnTo>
                    <a:pt x="4407414" y="934612"/>
                  </a:lnTo>
                  <a:lnTo>
                    <a:pt x="4479666" y="941442"/>
                  </a:lnTo>
                  <a:lnTo>
                    <a:pt x="4551919" y="948175"/>
                  </a:lnTo>
                  <a:lnTo>
                    <a:pt x="4624172" y="954817"/>
                  </a:lnTo>
                  <a:lnTo>
                    <a:pt x="4696424" y="961374"/>
                  </a:lnTo>
                  <a:lnTo>
                    <a:pt x="4768677" y="967850"/>
                  </a:lnTo>
                  <a:lnTo>
                    <a:pt x="4840930" y="974251"/>
                  </a:lnTo>
                  <a:lnTo>
                    <a:pt x="4913182" y="980581"/>
                  </a:lnTo>
                  <a:lnTo>
                    <a:pt x="4985435" y="986845"/>
                  </a:lnTo>
                  <a:lnTo>
                    <a:pt x="5057688" y="993045"/>
                  </a:lnTo>
                  <a:lnTo>
                    <a:pt x="5129941" y="999186"/>
                  </a:lnTo>
                  <a:lnTo>
                    <a:pt x="5202193" y="1005272"/>
                  </a:lnTo>
                  <a:lnTo>
                    <a:pt x="5274446" y="1011304"/>
                  </a:lnTo>
                  <a:lnTo>
                    <a:pt x="5346699" y="1017287"/>
                  </a:lnTo>
                  <a:lnTo>
                    <a:pt x="5418951" y="1023223"/>
                  </a:lnTo>
                  <a:lnTo>
                    <a:pt x="5491204" y="1029114"/>
                  </a:lnTo>
                  <a:lnTo>
                    <a:pt x="5563457" y="1034963"/>
                  </a:lnTo>
                  <a:lnTo>
                    <a:pt x="5635709" y="1040772"/>
                  </a:lnTo>
                  <a:lnTo>
                    <a:pt x="5707962" y="104654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1227274" y="2951862"/>
              <a:ext cx="5707962" cy="1306106"/>
            </a:xfrm>
            <a:custGeom>
              <a:avLst/>
              <a:gdLst/>
              <a:ahLst/>
              <a:cxnLst/>
              <a:rect l="0" t="0" r="0" b="0"/>
              <a:pathLst>
                <a:path w="5707962" h="1306106">
                  <a:moveTo>
                    <a:pt x="5707962" y="1306106"/>
                  </a:moveTo>
                  <a:lnTo>
                    <a:pt x="5635709" y="1282097"/>
                  </a:lnTo>
                  <a:lnTo>
                    <a:pt x="5563457" y="1258125"/>
                  </a:lnTo>
                  <a:lnTo>
                    <a:pt x="5491204" y="1234194"/>
                  </a:lnTo>
                  <a:lnTo>
                    <a:pt x="5418951" y="1210305"/>
                  </a:lnTo>
                  <a:lnTo>
                    <a:pt x="5346699" y="1186460"/>
                  </a:lnTo>
                  <a:lnTo>
                    <a:pt x="5274446" y="1162663"/>
                  </a:lnTo>
                  <a:lnTo>
                    <a:pt x="5202193" y="1138915"/>
                  </a:lnTo>
                  <a:lnTo>
                    <a:pt x="5129941" y="1115220"/>
                  </a:lnTo>
                  <a:lnTo>
                    <a:pt x="5057688" y="1091581"/>
                  </a:lnTo>
                  <a:lnTo>
                    <a:pt x="4985435" y="1068001"/>
                  </a:lnTo>
                  <a:lnTo>
                    <a:pt x="4913182" y="1044484"/>
                  </a:lnTo>
                  <a:lnTo>
                    <a:pt x="4840930" y="1021034"/>
                  </a:lnTo>
                  <a:lnTo>
                    <a:pt x="4768677" y="997654"/>
                  </a:lnTo>
                  <a:lnTo>
                    <a:pt x="4696424" y="974350"/>
                  </a:lnTo>
                  <a:lnTo>
                    <a:pt x="4624172" y="951126"/>
                  </a:lnTo>
                  <a:lnTo>
                    <a:pt x="4551919" y="927988"/>
                  </a:lnTo>
                  <a:lnTo>
                    <a:pt x="4479666" y="904940"/>
                  </a:lnTo>
                  <a:lnTo>
                    <a:pt x="4407414" y="881990"/>
                  </a:lnTo>
                  <a:lnTo>
                    <a:pt x="4335161" y="859143"/>
                  </a:lnTo>
                  <a:lnTo>
                    <a:pt x="4262908" y="836407"/>
                  </a:lnTo>
                  <a:lnTo>
                    <a:pt x="4190656" y="813789"/>
                  </a:lnTo>
                  <a:lnTo>
                    <a:pt x="4118403" y="791297"/>
                  </a:lnTo>
                  <a:lnTo>
                    <a:pt x="4046150" y="768940"/>
                  </a:lnTo>
                  <a:lnTo>
                    <a:pt x="3973897" y="746727"/>
                  </a:lnTo>
                  <a:lnTo>
                    <a:pt x="3901645" y="724668"/>
                  </a:lnTo>
                  <a:lnTo>
                    <a:pt x="3829392" y="702775"/>
                  </a:lnTo>
                  <a:lnTo>
                    <a:pt x="3757139" y="681057"/>
                  </a:lnTo>
                  <a:lnTo>
                    <a:pt x="3684887" y="659529"/>
                  </a:lnTo>
                  <a:lnTo>
                    <a:pt x="3612634" y="638202"/>
                  </a:lnTo>
                  <a:lnTo>
                    <a:pt x="3540381" y="617090"/>
                  </a:lnTo>
                  <a:lnTo>
                    <a:pt x="3468129" y="596209"/>
                  </a:lnTo>
                  <a:lnTo>
                    <a:pt x="3395876" y="575572"/>
                  </a:lnTo>
                  <a:lnTo>
                    <a:pt x="3323623" y="555197"/>
                  </a:lnTo>
                  <a:lnTo>
                    <a:pt x="3251371" y="535099"/>
                  </a:lnTo>
                  <a:lnTo>
                    <a:pt x="3179118" y="515295"/>
                  </a:lnTo>
                  <a:lnTo>
                    <a:pt x="3106865" y="495804"/>
                  </a:lnTo>
                  <a:lnTo>
                    <a:pt x="3034612" y="476641"/>
                  </a:lnTo>
                  <a:lnTo>
                    <a:pt x="2962360" y="457826"/>
                  </a:lnTo>
                  <a:lnTo>
                    <a:pt x="2890107" y="439373"/>
                  </a:lnTo>
                  <a:lnTo>
                    <a:pt x="2817854" y="421301"/>
                  </a:lnTo>
                  <a:lnTo>
                    <a:pt x="2745602" y="403625"/>
                  </a:lnTo>
                  <a:lnTo>
                    <a:pt x="2673349" y="386359"/>
                  </a:lnTo>
                  <a:lnTo>
                    <a:pt x="2601096" y="369515"/>
                  </a:lnTo>
                  <a:lnTo>
                    <a:pt x="2528844" y="353105"/>
                  </a:lnTo>
                  <a:lnTo>
                    <a:pt x="2456591" y="337137"/>
                  </a:lnTo>
                  <a:lnTo>
                    <a:pt x="2384338" y="321618"/>
                  </a:lnTo>
                  <a:lnTo>
                    <a:pt x="2312086" y="306552"/>
                  </a:lnTo>
                  <a:lnTo>
                    <a:pt x="2239833" y="291939"/>
                  </a:lnTo>
                  <a:lnTo>
                    <a:pt x="2167580" y="277777"/>
                  </a:lnTo>
                  <a:lnTo>
                    <a:pt x="2095328" y="264064"/>
                  </a:lnTo>
                  <a:lnTo>
                    <a:pt x="2023075" y="250791"/>
                  </a:lnTo>
                  <a:lnTo>
                    <a:pt x="1950822" y="237949"/>
                  </a:lnTo>
                  <a:lnTo>
                    <a:pt x="1878569" y="225527"/>
                  </a:lnTo>
                  <a:lnTo>
                    <a:pt x="1806317" y="213512"/>
                  </a:lnTo>
                  <a:lnTo>
                    <a:pt x="1734064" y="201890"/>
                  </a:lnTo>
                  <a:lnTo>
                    <a:pt x="1661811" y="190644"/>
                  </a:lnTo>
                  <a:lnTo>
                    <a:pt x="1589559" y="179758"/>
                  </a:lnTo>
                  <a:lnTo>
                    <a:pt x="1517306" y="169215"/>
                  </a:lnTo>
                  <a:lnTo>
                    <a:pt x="1445053" y="158997"/>
                  </a:lnTo>
                  <a:lnTo>
                    <a:pt x="1372801" y="149087"/>
                  </a:lnTo>
                  <a:lnTo>
                    <a:pt x="1300548" y="139467"/>
                  </a:lnTo>
                  <a:lnTo>
                    <a:pt x="1228295" y="130122"/>
                  </a:lnTo>
                  <a:lnTo>
                    <a:pt x="1156043" y="121034"/>
                  </a:lnTo>
                  <a:lnTo>
                    <a:pt x="1083790" y="112188"/>
                  </a:lnTo>
                  <a:lnTo>
                    <a:pt x="1011537" y="103568"/>
                  </a:lnTo>
                  <a:lnTo>
                    <a:pt x="939284" y="95160"/>
                  </a:lnTo>
                  <a:lnTo>
                    <a:pt x="867032" y="86952"/>
                  </a:lnTo>
                  <a:lnTo>
                    <a:pt x="794779" y="78929"/>
                  </a:lnTo>
                  <a:lnTo>
                    <a:pt x="722526" y="71080"/>
                  </a:lnTo>
                  <a:lnTo>
                    <a:pt x="650274" y="63393"/>
                  </a:lnTo>
                  <a:lnTo>
                    <a:pt x="578021" y="55859"/>
                  </a:lnTo>
                  <a:lnTo>
                    <a:pt x="505768" y="48466"/>
                  </a:lnTo>
                  <a:lnTo>
                    <a:pt x="433516" y="41206"/>
                  </a:lnTo>
                  <a:lnTo>
                    <a:pt x="361263" y="34071"/>
                  </a:lnTo>
                  <a:lnTo>
                    <a:pt x="289010" y="27052"/>
                  </a:lnTo>
                  <a:lnTo>
                    <a:pt x="216758" y="20142"/>
                  </a:lnTo>
                  <a:lnTo>
                    <a:pt x="144505" y="13334"/>
                  </a:lnTo>
                  <a:lnTo>
                    <a:pt x="72252" y="66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7" name="pl117"/>
            <p:cNvSpPr/>
            <p:nvPr/>
          </p:nvSpPr>
          <p:spPr>
            <a:xfrm>
              <a:off x="1227274" y="2556309"/>
              <a:ext cx="5707962" cy="1176325"/>
            </a:xfrm>
            <a:custGeom>
              <a:avLst/>
              <a:gdLst/>
              <a:ahLst/>
              <a:cxnLst/>
              <a:rect l="0" t="0" r="0" b="0"/>
              <a:pathLst>
                <a:path w="5707962" h="1176325">
                  <a:moveTo>
                    <a:pt x="0" y="0"/>
                  </a:moveTo>
                  <a:lnTo>
                    <a:pt x="72252" y="14890"/>
                  </a:lnTo>
                  <a:lnTo>
                    <a:pt x="144505" y="29780"/>
                  </a:lnTo>
                  <a:lnTo>
                    <a:pt x="216758" y="44670"/>
                  </a:lnTo>
                  <a:lnTo>
                    <a:pt x="289010" y="59560"/>
                  </a:lnTo>
                  <a:lnTo>
                    <a:pt x="361263" y="74450"/>
                  </a:lnTo>
                  <a:lnTo>
                    <a:pt x="433516" y="89341"/>
                  </a:lnTo>
                  <a:lnTo>
                    <a:pt x="505768" y="104231"/>
                  </a:lnTo>
                  <a:lnTo>
                    <a:pt x="578021" y="119121"/>
                  </a:lnTo>
                  <a:lnTo>
                    <a:pt x="650274" y="134011"/>
                  </a:lnTo>
                  <a:lnTo>
                    <a:pt x="722526" y="148901"/>
                  </a:lnTo>
                  <a:lnTo>
                    <a:pt x="794779" y="163792"/>
                  </a:lnTo>
                  <a:lnTo>
                    <a:pt x="867032" y="178682"/>
                  </a:lnTo>
                  <a:lnTo>
                    <a:pt x="939284" y="193572"/>
                  </a:lnTo>
                  <a:lnTo>
                    <a:pt x="1011537" y="208462"/>
                  </a:lnTo>
                  <a:lnTo>
                    <a:pt x="1083790" y="223352"/>
                  </a:lnTo>
                  <a:lnTo>
                    <a:pt x="1156043" y="238243"/>
                  </a:lnTo>
                  <a:lnTo>
                    <a:pt x="1228295" y="253133"/>
                  </a:lnTo>
                  <a:lnTo>
                    <a:pt x="1300548" y="268023"/>
                  </a:lnTo>
                  <a:lnTo>
                    <a:pt x="1372801" y="282913"/>
                  </a:lnTo>
                  <a:lnTo>
                    <a:pt x="1445053" y="297803"/>
                  </a:lnTo>
                  <a:lnTo>
                    <a:pt x="1517306" y="312694"/>
                  </a:lnTo>
                  <a:lnTo>
                    <a:pt x="1589559" y="327584"/>
                  </a:lnTo>
                  <a:lnTo>
                    <a:pt x="1661811" y="342474"/>
                  </a:lnTo>
                  <a:lnTo>
                    <a:pt x="1734064" y="357364"/>
                  </a:lnTo>
                  <a:lnTo>
                    <a:pt x="1806317" y="372254"/>
                  </a:lnTo>
                  <a:lnTo>
                    <a:pt x="1878569" y="387144"/>
                  </a:lnTo>
                  <a:lnTo>
                    <a:pt x="1950822" y="402035"/>
                  </a:lnTo>
                  <a:lnTo>
                    <a:pt x="2023075" y="416925"/>
                  </a:lnTo>
                  <a:lnTo>
                    <a:pt x="2095328" y="431815"/>
                  </a:lnTo>
                  <a:lnTo>
                    <a:pt x="2167580" y="446705"/>
                  </a:lnTo>
                  <a:lnTo>
                    <a:pt x="2239833" y="461595"/>
                  </a:lnTo>
                  <a:lnTo>
                    <a:pt x="2312086" y="476486"/>
                  </a:lnTo>
                  <a:lnTo>
                    <a:pt x="2384338" y="491376"/>
                  </a:lnTo>
                  <a:lnTo>
                    <a:pt x="2456591" y="506266"/>
                  </a:lnTo>
                  <a:lnTo>
                    <a:pt x="2528844" y="521156"/>
                  </a:lnTo>
                  <a:lnTo>
                    <a:pt x="2601096" y="536046"/>
                  </a:lnTo>
                  <a:lnTo>
                    <a:pt x="2673349" y="550937"/>
                  </a:lnTo>
                  <a:lnTo>
                    <a:pt x="2745602" y="565827"/>
                  </a:lnTo>
                  <a:lnTo>
                    <a:pt x="2817854" y="580717"/>
                  </a:lnTo>
                  <a:lnTo>
                    <a:pt x="2890107" y="595607"/>
                  </a:lnTo>
                  <a:lnTo>
                    <a:pt x="2962360" y="610497"/>
                  </a:lnTo>
                  <a:lnTo>
                    <a:pt x="3034612" y="625388"/>
                  </a:lnTo>
                  <a:lnTo>
                    <a:pt x="3106865" y="640278"/>
                  </a:lnTo>
                  <a:lnTo>
                    <a:pt x="3179118" y="655168"/>
                  </a:lnTo>
                  <a:lnTo>
                    <a:pt x="3251371" y="670058"/>
                  </a:lnTo>
                  <a:lnTo>
                    <a:pt x="3323623" y="684948"/>
                  </a:lnTo>
                  <a:lnTo>
                    <a:pt x="3395876" y="699839"/>
                  </a:lnTo>
                  <a:lnTo>
                    <a:pt x="3468129" y="714729"/>
                  </a:lnTo>
                  <a:lnTo>
                    <a:pt x="3540381" y="729619"/>
                  </a:lnTo>
                  <a:lnTo>
                    <a:pt x="3612634" y="744509"/>
                  </a:lnTo>
                  <a:lnTo>
                    <a:pt x="3684887" y="759399"/>
                  </a:lnTo>
                  <a:lnTo>
                    <a:pt x="3757139" y="774289"/>
                  </a:lnTo>
                  <a:lnTo>
                    <a:pt x="3829392" y="789180"/>
                  </a:lnTo>
                  <a:lnTo>
                    <a:pt x="3901645" y="804070"/>
                  </a:lnTo>
                  <a:lnTo>
                    <a:pt x="3973897" y="818960"/>
                  </a:lnTo>
                  <a:lnTo>
                    <a:pt x="4046150" y="833850"/>
                  </a:lnTo>
                  <a:lnTo>
                    <a:pt x="4118403" y="848740"/>
                  </a:lnTo>
                  <a:lnTo>
                    <a:pt x="4190656" y="863631"/>
                  </a:lnTo>
                  <a:lnTo>
                    <a:pt x="4262908" y="878521"/>
                  </a:lnTo>
                  <a:lnTo>
                    <a:pt x="4335161" y="893411"/>
                  </a:lnTo>
                  <a:lnTo>
                    <a:pt x="4407414" y="908301"/>
                  </a:lnTo>
                  <a:lnTo>
                    <a:pt x="4479666" y="923191"/>
                  </a:lnTo>
                  <a:lnTo>
                    <a:pt x="4551919" y="938082"/>
                  </a:lnTo>
                  <a:lnTo>
                    <a:pt x="4624172" y="952972"/>
                  </a:lnTo>
                  <a:lnTo>
                    <a:pt x="4696424" y="967862"/>
                  </a:lnTo>
                  <a:lnTo>
                    <a:pt x="4768677" y="982752"/>
                  </a:lnTo>
                  <a:lnTo>
                    <a:pt x="4840930" y="997642"/>
                  </a:lnTo>
                  <a:lnTo>
                    <a:pt x="4913182" y="1012533"/>
                  </a:lnTo>
                  <a:lnTo>
                    <a:pt x="4985435" y="1027423"/>
                  </a:lnTo>
                  <a:lnTo>
                    <a:pt x="5057688" y="1042313"/>
                  </a:lnTo>
                  <a:lnTo>
                    <a:pt x="5129941" y="1057203"/>
                  </a:lnTo>
                  <a:lnTo>
                    <a:pt x="5202193" y="1072093"/>
                  </a:lnTo>
                  <a:lnTo>
                    <a:pt x="5274446" y="1086984"/>
                  </a:lnTo>
                  <a:lnTo>
                    <a:pt x="5346699" y="1101874"/>
                  </a:lnTo>
                  <a:lnTo>
                    <a:pt x="5418951" y="1116764"/>
                  </a:lnTo>
                  <a:lnTo>
                    <a:pt x="5491204" y="1131654"/>
                  </a:lnTo>
                  <a:lnTo>
                    <a:pt x="5563457" y="1146544"/>
                  </a:lnTo>
                  <a:lnTo>
                    <a:pt x="5635709" y="1161434"/>
                  </a:lnTo>
                  <a:lnTo>
                    <a:pt x="5707962" y="1176325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l118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tx119"/>
            <p:cNvSpPr/>
            <p:nvPr/>
          </p:nvSpPr>
          <p:spPr>
            <a:xfrm>
              <a:off x="754887" y="566903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754887" y="474240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754887" y="381576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54887" y="288913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1962494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07081" y="570908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907081" y="478245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907081" y="385581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907081" y="292918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907081" y="200254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941876" y="5723142"/>
              <a:ext cx="6278758" cy="0"/>
            </a:xfrm>
            <a:custGeom>
              <a:avLst/>
              <a:gdLst/>
              <a:ahLst/>
              <a:cxnLst/>
              <a:rect l="0" t="0" r="0" b="0"/>
              <a:pathLst>
                <a:path w="6278758">
                  <a:moveTo>
                    <a:pt x="0" y="0"/>
                  </a:moveTo>
                  <a:lnTo>
                    <a:pt x="627875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120408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284209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448009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l133"/>
            <p:cNvSpPr/>
            <p:nvPr/>
          </p:nvSpPr>
          <p:spPr>
            <a:xfrm>
              <a:off x="611810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tx134"/>
            <p:cNvSpPr/>
            <p:nvPr/>
          </p:nvSpPr>
          <p:spPr>
            <a:xfrm>
              <a:off x="1095316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2733322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371327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009332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743567" y="5925448"/>
              <a:ext cx="675375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41876" y="1669789"/>
              <a:ext cx="301669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(LEA) vs Size at Lewisetta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879697" y="1896563"/>
              <a:ext cx="634093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3667830" y="470570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3667830" y="46276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3667830" y="462709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1109219" y="51056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1109219" y="49016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1109219" y="48207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6873708" y="50062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6873708" y="515536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6873708" y="499160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4206338" y="532213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4206338" y="52794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4206338" y="51057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4616488" y="46067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4616488" y="46120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4616488" y="463355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1668184" y="502008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1668184" y="498566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1668184" y="51100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4362927" y="53599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4362927" y="521881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4362927" y="54905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5635527" y="51230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5635527" y="486515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5635527" y="472396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167921" y="4800773"/>
              <a:ext cx="5764489" cy="462624"/>
            </a:xfrm>
            <a:custGeom>
              <a:avLst/>
              <a:gdLst/>
              <a:ahLst/>
              <a:cxnLst/>
              <a:rect l="0" t="0" r="0" b="0"/>
              <a:pathLst>
                <a:path w="5764489" h="462624">
                  <a:moveTo>
                    <a:pt x="0" y="0"/>
                  </a:moveTo>
                  <a:lnTo>
                    <a:pt x="72968" y="4333"/>
                  </a:lnTo>
                  <a:lnTo>
                    <a:pt x="145936" y="8638"/>
                  </a:lnTo>
                  <a:lnTo>
                    <a:pt x="218904" y="12912"/>
                  </a:lnTo>
                  <a:lnTo>
                    <a:pt x="291872" y="17154"/>
                  </a:lnTo>
                  <a:lnTo>
                    <a:pt x="364841" y="21362"/>
                  </a:lnTo>
                  <a:lnTo>
                    <a:pt x="437809" y="25534"/>
                  </a:lnTo>
                  <a:lnTo>
                    <a:pt x="510777" y="29667"/>
                  </a:lnTo>
                  <a:lnTo>
                    <a:pt x="583745" y="33760"/>
                  </a:lnTo>
                  <a:lnTo>
                    <a:pt x="656713" y="37810"/>
                  </a:lnTo>
                  <a:lnTo>
                    <a:pt x="729682" y="41814"/>
                  </a:lnTo>
                  <a:lnTo>
                    <a:pt x="802650" y="45769"/>
                  </a:lnTo>
                  <a:lnTo>
                    <a:pt x="875618" y="49673"/>
                  </a:lnTo>
                  <a:lnTo>
                    <a:pt x="948586" y="53522"/>
                  </a:lnTo>
                  <a:lnTo>
                    <a:pt x="1021555" y="57313"/>
                  </a:lnTo>
                  <a:lnTo>
                    <a:pt x="1094523" y="61042"/>
                  </a:lnTo>
                  <a:lnTo>
                    <a:pt x="1167491" y="64705"/>
                  </a:lnTo>
                  <a:lnTo>
                    <a:pt x="1240459" y="68298"/>
                  </a:lnTo>
                  <a:lnTo>
                    <a:pt x="1313427" y="71816"/>
                  </a:lnTo>
                  <a:lnTo>
                    <a:pt x="1386396" y="75256"/>
                  </a:lnTo>
                  <a:lnTo>
                    <a:pt x="1459364" y="78611"/>
                  </a:lnTo>
                  <a:lnTo>
                    <a:pt x="1532332" y="81877"/>
                  </a:lnTo>
                  <a:lnTo>
                    <a:pt x="1605300" y="85048"/>
                  </a:lnTo>
                  <a:lnTo>
                    <a:pt x="1678268" y="88118"/>
                  </a:lnTo>
                  <a:lnTo>
                    <a:pt x="1751237" y="91081"/>
                  </a:lnTo>
                  <a:lnTo>
                    <a:pt x="1824205" y="93932"/>
                  </a:lnTo>
                  <a:lnTo>
                    <a:pt x="1897173" y="96663"/>
                  </a:lnTo>
                  <a:lnTo>
                    <a:pt x="1970141" y="99269"/>
                  </a:lnTo>
                  <a:lnTo>
                    <a:pt x="2043110" y="101742"/>
                  </a:lnTo>
                  <a:lnTo>
                    <a:pt x="2116078" y="104076"/>
                  </a:lnTo>
                  <a:lnTo>
                    <a:pt x="2189046" y="106263"/>
                  </a:lnTo>
                  <a:lnTo>
                    <a:pt x="2262014" y="108298"/>
                  </a:lnTo>
                  <a:lnTo>
                    <a:pt x="2334982" y="110174"/>
                  </a:lnTo>
                  <a:lnTo>
                    <a:pt x="2407951" y="111886"/>
                  </a:lnTo>
                  <a:lnTo>
                    <a:pt x="2480919" y="113426"/>
                  </a:lnTo>
                  <a:lnTo>
                    <a:pt x="2553887" y="114790"/>
                  </a:lnTo>
                  <a:lnTo>
                    <a:pt x="2626855" y="115974"/>
                  </a:lnTo>
                  <a:lnTo>
                    <a:pt x="2699823" y="116974"/>
                  </a:lnTo>
                  <a:lnTo>
                    <a:pt x="2772792" y="117786"/>
                  </a:lnTo>
                  <a:lnTo>
                    <a:pt x="2845760" y="118409"/>
                  </a:lnTo>
                  <a:lnTo>
                    <a:pt x="2918728" y="118840"/>
                  </a:lnTo>
                  <a:lnTo>
                    <a:pt x="2991696" y="119081"/>
                  </a:lnTo>
                  <a:lnTo>
                    <a:pt x="3064665" y="119130"/>
                  </a:lnTo>
                  <a:lnTo>
                    <a:pt x="3137633" y="118991"/>
                  </a:lnTo>
                  <a:lnTo>
                    <a:pt x="3210601" y="118665"/>
                  </a:lnTo>
                  <a:lnTo>
                    <a:pt x="3283569" y="118155"/>
                  </a:lnTo>
                  <a:lnTo>
                    <a:pt x="3356537" y="117467"/>
                  </a:lnTo>
                  <a:lnTo>
                    <a:pt x="3429506" y="116604"/>
                  </a:lnTo>
                  <a:lnTo>
                    <a:pt x="3502474" y="115571"/>
                  </a:lnTo>
                  <a:lnTo>
                    <a:pt x="3575442" y="114376"/>
                  </a:lnTo>
                  <a:lnTo>
                    <a:pt x="3648410" y="113023"/>
                  </a:lnTo>
                  <a:lnTo>
                    <a:pt x="3721379" y="111519"/>
                  </a:lnTo>
                  <a:lnTo>
                    <a:pt x="3794347" y="109872"/>
                  </a:lnTo>
                  <a:lnTo>
                    <a:pt x="3867315" y="108087"/>
                  </a:lnTo>
                  <a:lnTo>
                    <a:pt x="3940283" y="106171"/>
                  </a:lnTo>
                  <a:lnTo>
                    <a:pt x="4013251" y="104132"/>
                  </a:lnTo>
                  <a:lnTo>
                    <a:pt x="4086220" y="101974"/>
                  </a:lnTo>
                  <a:lnTo>
                    <a:pt x="4159188" y="99706"/>
                  </a:lnTo>
                  <a:lnTo>
                    <a:pt x="4232156" y="97333"/>
                  </a:lnTo>
                  <a:lnTo>
                    <a:pt x="4305124" y="94861"/>
                  </a:lnTo>
                  <a:lnTo>
                    <a:pt x="4378092" y="92296"/>
                  </a:lnTo>
                  <a:lnTo>
                    <a:pt x="4451061" y="89643"/>
                  </a:lnTo>
                  <a:lnTo>
                    <a:pt x="4524029" y="86907"/>
                  </a:lnTo>
                  <a:lnTo>
                    <a:pt x="4596997" y="84093"/>
                  </a:lnTo>
                  <a:lnTo>
                    <a:pt x="4669965" y="81206"/>
                  </a:lnTo>
                  <a:lnTo>
                    <a:pt x="4742934" y="78250"/>
                  </a:lnTo>
                  <a:lnTo>
                    <a:pt x="4815902" y="75230"/>
                  </a:lnTo>
                  <a:lnTo>
                    <a:pt x="4888870" y="72149"/>
                  </a:lnTo>
                  <a:lnTo>
                    <a:pt x="4961838" y="69010"/>
                  </a:lnTo>
                  <a:lnTo>
                    <a:pt x="5034806" y="65818"/>
                  </a:lnTo>
                  <a:lnTo>
                    <a:pt x="5107775" y="62575"/>
                  </a:lnTo>
                  <a:lnTo>
                    <a:pt x="5180743" y="59284"/>
                  </a:lnTo>
                  <a:lnTo>
                    <a:pt x="5253711" y="55948"/>
                  </a:lnTo>
                  <a:lnTo>
                    <a:pt x="5326679" y="52570"/>
                  </a:lnTo>
                  <a:lnTo>
                    <a:pt x="5399647" y="49152"/>
                  </a:lnTo>
                  <a:lnTo>
                    <a:pt x="5472616" y="45696"/>
                  </a:lnTo>
                  <a:lnTo>
                    <a:pt x="5545584" y="42205"/>
                  </a:lnTo>
                  <a:lnTo>
                    <a:pt x="5618552" y="38680"/>
                  </a:lnTo>
                  <a:lnTo>
                    <a:pt x="5691520" y="35123"/>
                  </a:lnTo>
                  <a:lnTo>
                    <a:pt x="5764489" y="31537"/>
                  </a:lnTo>
                  <a:lnTo>
                    <a:pt x="5764489" y="462624"/>
                  </a:lnTo>
                  <a:lnTo>
                    <a:pt x="5691520" y="458310"/>
                  </a:lnTo>
                  <a:lnTo>
                    <a:pt x="5618552" y="454027"/>
                  </a:lnTo>
                  <a:lnTo>
                    <a:pt x="5545584" y="449776"/>
                  </a:lnTo>
                  <a:lnTo>
                    <a:pt x="5472616" y="445558"/>
                  </a:lnTo>
                  <a:lnTo>
                    <a:pt x="5399647" y="441376"/>
                  </a:lnTo>
                  <a:lnTo>
                    <a:pt x="5326679" y="437231"/>
                  </a:lnTo>
                  <a:lnTo>
                    <a:pt x="5253711" y="433126"/>
                  </a:lnTo>
                  <a:lnTo>
                    <a:pt x="5180743" y="429064"/>
                  </a:lnTo>
                  <a:lnTo>
                    <a:pt x="5107775" y="425047"/>
                  </a:lnTo>
                  <a:lnTo>
                    <a:pt x="5034806" y="421077"/>
                  </a:lnTo>
                  <a:lnTo>
                    <a:pt x="4961838" y="417158"/>
                  </a:lnTo>
                  <a:lnTo>
                    <a:pt x="4888870" y="413293"/>
                  </a:lnTo>
                  <a:lnTo>
                    <a:pt x="4815902" y="409485"/>
                  </a:lnTo>
                  <a:lnTo>
                    <a:pt x="4742934" y="405738"/>
                  </a:lnTo>
                  <a:lnTo>
                    <a:pt x="4669965" y="402056"/>
                  </a:lnTo>
                  <a:lnTo>
                    <a:pt x="4596997" y="398443"/>
                  </a:lnTo>
                  <a:lnTo>
                    <a:pt x="4524029" y="394903"/>
                  </a:lnTo>
                  <a:lnTo>
                    <a:pt x="4451061" y="391440"/>
                  </a:lnTo>
                  <a:lnTo>
                    <a:pt x="4378092" y="388060"/>
                  </a:lnTo>
                  <a:lnTo>
                    <a:pt x="4305124" y="384769"/>
                  </a:lnTo>
                  <a:lnTo>
                    <a:pt x="4232156" y="381570"/>
                  </a:lnTo>
                  <a:lnTo>
                    <a:pt x="4159188" y="378470"/>
                  </a:lnTo>
                  <a:lnTo>
                    <a:pt x="4086220" y="375476"/>
                  </a:lnTo>
                  <a:lnTo>
                    <a:pt x="4013251" y="372592"/>
                  </a:lnTo>
                  <a:lnTo>
                    <a:pt x="3940283" y="369826"/>
                  </a:lnTo>
                  <a:lnTo>
                    <a:pt x="3867315" y="367184"/>
                  </a:lnTo>
                  <a:lnTo>
                    <a:pt x="3794347" y="364672"/>
                  </a:lnTo>
                  <a:lnTo>
                    <a:pt x="3721379" y="362298"/>
                  </a:lnTo>
                  <a:lnTo>
                    <a:pt x="3648410" y="360068"/>
                  </a:lnTo>
                  <a:lnTo>
                    <a:pt x="3575442" y="357989"/>
                  </a:lnTo>
                  <a:lnTo>
                    <a:pt x="3502474" y="356067"/>
                  </a:lnTo>
                  <a:lnTo>
                    <a:pt x="3429506" y="354308"/>
                  </a:lnTo>
                  <a:lnTo>
                    <a:pt x="3356537" y="352718"/>
                  </a:lnTo>
                  <a:lnTo>
                    <a:pt x="3283569" y="351303"/>
                  </a:lnTo>
                  <a:lnTo>
                    <a:pt x="3210601" y="350067"/>
                  </a:lnTo>
                  <a:lnTo>
                    <a:pt x="3137633" y="349014"/>
                  </a:lnTo>
                  <a:lnTo>
                    <a:pt x="3064665" y="348148"/>
                  </a:lnTo>
                  <a:lnTo>
                    <a:pt x="2991696" y="347471"/>
                  </a:lnTo>
                  <a:lnTo>
                    <a:pt x="2918728" y="346985"/>
                  </a:lnTo>
                  <a:lnTo>
                    <a:pt x="2845760" y="346690"/>
                  </a:lnTo>
                  <a:lnTo>
                    <a:pt x="2772792" y="346586"/>
                  </a:lnTo>
                  <a:lnTo>
                    <a:pt x="2699823" y="346672"/>
                  </a:lnTo>
                  <a:lnTo>
                    <a:pt x="2626855" y="346945"/>
                  </a:lnTo>
                  <a:lnTo>
                    <a:pt x="2553887" y="347403"/>
                  </a:lnTo>
                  <a:lnTo>
                    <a:pt x="2480919" y="348040"/>
                  </a:lnTo>
                  <a:lnTo>
                    <a:pt x="2407951" y="348854"/>
                  </a:lnTo>
                  <a:lnTo>
                    <a:pt x="2334982" y="349839"/>
                  </a:lnTo>
                  <a:lnTo>
                    <a:pt x="2262014" y="350989"/>
                  </a:lnTo>
                  <a:lnTo>
                    <a:pt x="2189046" y="352297"/>
                  </a:lnTo>
                  <a:lnTo>
                    <a:pt x="2116078" y="353758"/>
                  </a:lnTo>
                  <a:lnTo>
                    <a:pt x="2043110" y="355365"/>
                  </a:lnTo>
                  <a:lnTo>
                    <a:pt x="1970141" y="357112"/>
                  </a:lnTo>
                  <a:lnTo>
                    <a:pt x="1897173" y="358991"/>
                  </a:lnTo>
                  <a:lnTo>
                    <a:pt x="1824205" y="360996"/>
                  </a:lnTo>
                  <a:lnTo>
                    <a:pt x="1751237" y="363120"/>
                  </a:lnTo>
                  <a:lnTo>
                    <a:pt x="1678268" y="365357"/>
                  </a:lnTo>
                  <a:lnTo>
                    <a:pt x="1605300" y="367701"/>
                  </a:lnTo>
                  <a:lnTo>
                    <a:pt x="1532332" y="370145"/>
                  </a:lnTo>
                  <a:lnTo>
                    <a:pt x="1459364" y="372684"/>
                  </a:lnTo>
                  <a:lnTo>
                    <a:pt x="1386396" y="375313"/>
                  </a:lnTo>
                  <a:lnTo>
                    <a:pt x="1313427" y="378026"/>
                  </a:lnTo>
                  <a:lnTo>
                    <a:pt x="1240459" y="380818"/>
                  </a:lnTo>
                  <a:lnTo>
                    <a:pt x="1167491" y="383684"/>
                  </a:lnTo>
                  <a:lnTo>
                    <a:pt x="1094523" y="386620"/>
                  </a:lnTo>
                  <a:lnTo>
                    <a:pt x="1021555" y="389623"/>
                  </a:lnTo>
                  <a:lnTo>
                    <a:pt x="948586" y="392687"/>
                  </a:lnTo>
                  <a:lnTo>
                    <a:pt x="875618" y="395810"/>
                  </a:lnTo>
                  <a:lnTo>
                    <a:pt x="802650" y="398987"/>
                  </a:lnTo>
                  <a:lnTo>
                    <a:pt x="729682" y="402216"/>
                  </a:lnTo>
                  <a:lnTo>
                    <a:pt x="656713" y="405493"/>
                  </a:lnTo>
                  <a:lnTo>
                    <a:pt x="583745" y="408817"/>
                  </a:lnTo>
                  <a:lnTo>
                    <a:pt x="510777" y="412183"/>
                  </a:lnTo>
                  <a:lnTo>
                    <a:pt x="437809" y="415590"/>
                  </a:lnTo>
                  <a:lnTo>
                    <a:pt x="364841" y="419035"/>
                  </a:lnTo>
                  <a:lnTo>
                    <a:pt x="291872" y="422516"/>
                  </a:lnTo>
                  <a:lnTo>
                    <a:pt x="218904" y="426032"/>
                  </a:lnTo>
                  <a:lnTo>
                    <a:pt x="145936" y="429580"/>
                  </a:lnTo>
                  <a:lnTo>
                    <a:pt x="72968" y="433158"/>
                  </a:lnTo>
                  <a:lnTo>
                    <a:pt x="0" y="436765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167921" y="4800773"/>
              <a:ext cx="5764489" cy="119130"/>
            </a:xfrm>
            <a:custGeom>
              <a:avLst/>
              <a:gdLst/>
              <a:ahLst/>
              <a:cxnLst/>
              <a:rect l="0" t="0" r="0" b="0"/>
              <a:pathLst>
                <a:path w="5764489" h="119130">
                  <a:moveTo>
                    <a:pt x="0" y="0"/>
                  </a:moveTo>
                  <a:lnTo>
                    <a:pt x="72968" y="4333"/>
                  </a:lnTo>
                  <a:lnTo>
                    <a:pt x="145936" y="8638"/>
                  </a:lnTo>
                  <a:lnTo>
                    <a:pt x="218904" y="12912"/>
                  </a:lnTo>
                  <a:lnTo>
                    <a:pt x="291872" y="17154"/>
                  </a:lnTo>
                  <a:lnTo>
                    <a:pt x="364841" y="21362"/>
                  </a:lnTo>
                  <a:lnTo>
                    <a:pt x="437809" y="25534"/>
                  </a:lnTo>
                  <a:lnTo>
                    <a:pt x="510777" y="29667"/>
                  </a:lnTo>
                  <a:lnTo>
                    <a:pt x="583745" y="33760"/>
                  </a:lnTo>
                  <a:lnTo>
                    <a:pt x="656713" y="37810"/>
                  </a:lnTo>
                  <a:lnTo>
                    <a:pt x="729682" y="41814"/>
                  </a:lnTo>
                  <a:lnTo>
                    <a:pt x="802650" y="45769"/>
                  </a:lnTo>
                  <a:lnTo>
                    <a:pt x="875618" y="49673"/>
                  </a:lnTo>
                  <a:lnTo>
                    <a:pt x="948586" y="53522"/>
                  </a:lnTo>
                  <a:lnTo>
                    <a:pt x="1021555" y="57313"/>
                  </a:lnTo>
                  <a:lnTo>
                    <a:pt x="1094523" y="61042"/>
                  </a:lnTo>
                  <a:lnTo>
                    <a:pt x="1167491" y="64705"/>
                  </a:lnTo>
                  <a:lnTo>
                    <a:pt x="1240459" y="68298"/>
                  </a:lnTo>
                  <a:lnTo>
                    <a:pt x="1313427" y="71816"/>
                  </a:lnTo>
                  <a:lnTo>
                    <a:pt x="1386396" y="75256"/>
                  </a:lnTo>
                  <a:lnTo>
                    <a:pt x="1459364" y="78611"/>
                  </a:lnTo>
                  <a:lnTo>
                    <a:pt x="1532332" y="81877"/>
                  </a:lnTo>
                  <a:lnTo>
                    <a:pt x="1605300" y="85048"/>
                  </a:lnTo>
                  <a:lnTo>
                    <a:pt x="1678268" y="88118"/>
                  </a:lnTo>
                  <a:lnTo>
                    <a:pt x="1751237" y="91081"/>
                  </a:lnTo>
                  <a:lnTo>
                    <a:pt x="1824205" y="93932"/>
                  </a:lnTo>
                  <a:lnTo>
                    <a:pt x="1897173" y="96663"/>
                  </a:lnTo>
                  <a:lnTo>
                    <a:pt x="1970141" y="99269"/>
                  </a:lnTo>
                  <a:lnTo>
                    <a:pt x="2043110" y="101742"/>
                  </a:lnTo>
                  <a:lnTo>
                    <a:pt x="2116078" y="104076"/>
                  </a:lnTo>
                  <a:lnTo>
                    <a:pt x="2189046" y="106263"/>
                  </a:lnTo>
                  <a:lnTo>
                    <a:pt x="2262014" y="108298"/>
                  </a:lnTo>
                  <a:lnTo>
                    <a:pt x="2334982" y="110174"/>
                  </a:lnTo>
                  <a:lnTo>
                    <a:pt x="2407951" y="111886"/>
                  </a:lnTo>
                  <a:lnTo>
                    <a:pt x="2480919" y="113426"/>
                  </a:lnTo>
                  <a:lnTo>
                    <a:pt x="2553887" y="114790"/>
                  </a:lnTo>
                  <a:lnTo>
                    <a:pt x="2626855" y="115974"/>
                  </a:lnTo>
                  <a:lnTo>
                    <a:pt x="2699823" y="116974"/>
                  </a:lnTo>
                  <a:lnTo>
                    <a:pt x="2772792" y="117786"/>
                  </a:lnTo>
                  <a:lnTo>
                    <a:pt x="2845760" y="118409"/>
                  </a:lnTo>
                  <a:lnTo>
                    <a:pt x="2918728" y="118840"/>
                  </a:lnTo>
                  <a:lnTo>
                    <a:pt x="2991696" y="119081"/>
                  </a:lnTo>
                  <a:lnTo>
                    <a:pt x="3064665" y="119130"/>
                  </a:lnTo>
                  <a:lnTo>
                    <a:pt x="3137633" y="118991"/>
                  </a:lnTo>
                  <a:lnTo>
                    <a:pt x="3210601" y="118665"/>
                  </a:lnTo>
                  <a:lnTo>
                    <a:pt x="3283569" y="118155"/>
                  </a:lnTo>
                  <a:lnTo>
                    <a:pt x="3356537" y="117467"/>
                  </a:lnTo>
                  <a:lnTo>
                    <a:pt x="3429506" y="116604"/>
                  </a:lnTo>
                  <a:lnTo>
                    <a:pt x="3502474" y="115571"/>
                  </a:lnTo>
                  <a:lnTo>
                    <a:pt x="3575442" y="114376"/>
                  </a:lnTo>
                  <a:lnTo>
                    <a:pt x="3648410" y="113023"/>
                  </a:lnTo>
                  <a:lnTo>
                    <a:pt x="3721379" y="111519"/>
                  </a:lnTo>
                  <a:lnTo>
                    <a:pt x="3794347" y="109872"/>
                  </a:lnTo>
                  <a:lnTo>
                    <a:pt x="3867315" y="108087"/>
                  </a:lnTo>
                  <a:lnTo>
                    <a:pt x="3940283" y="106171"/>
                  </a:lnTo>
                  <a:lnTo>
                    <a:pt x="4013251" y="104132"/>
                  </a:lnTo>
                  <a:lnTo>
                    <a:pt x="4086220" y="101974"/>
                  </a:lnTo>
                  <a:lnTo>
                    <a:pt x="4159188" y="99706"/>
                  </a:lnTo>
                  <a:lnTo>
                    <a:pt x="4232156" y="97333"/>
                  </a:lnTo>
                  <a:lnTo>
                    <a:pt x="4305124" y="94861"/>
                  </a:lnTo>
                  <a:lnTo>
                    <a:pt x="4378092" y="92296"/>
                  </a:lnTo>
                  <a:lnTo>
                    <a:pt x="4451061" y="89643"/>
                  </a:lnTo>
                  <a:lnTo>
                    <a:pt x="4524029" y="86907"/>
                  </a:lnTo>
                  <a:lnTo>
                    <a:pt x="4596997" y="84093"/>
                  </a:lnTo>
                  <a:lnTo>
                    <a:pt x="4669965" y="81206"/>
                  </a:lnTo>
                  <a:lnTo>
                    <a:pt x="4742934" y="78250"/>
                  </a:lnTo>
                  <a:lnTo>
                    <a:pt x="4815902" y="75230"/>
                  </a:lnTo>
                  <a:lnTo>
                    <a:pt x="4888870" y="72149"/>
                  </a:lnTo>
                  <a:lnTo>
                    <a:pt x="4961838" y="69010"/>
                  </a:lnTo>
                  <a:lnTo>
                    <a:pt x="5034806" y="65818"/>
                  </a:lnTo>
                  <a:lnTo>
                    <a:pt x="5107775" y="62575"/>
                  </a:lnTo>
                  <a:lnTo>
                    <a:pt x="5180743" y="59284"/>
                  </a:lnTo>
                  <a:lnTo>
                    <a:pt x="5253711" y="55948"/>
                  </a:lnTo>
                  <a:lnTo>
                    <a:pt x="5326679" y="52570"/>
                  </a:lnTo>
                  <a:lnTo>
                    <a:pt x="5399647" y="49152"/>
                  </a:lnTo>
                  <a:lnTo>
                    <a:pt x="5472616" y="45696"/>
                  </a:lnTo>
                  <a:lnTo>
                    <a:pt x="5545584" y="42205"/>
                  </a:lnTo>
                  <a:lnTo>
                    <a:pt x="5618552" y="38680"/>
                  </a:lnTo>
                  <a:lnTo>
                    <a:pt x="5691520" y="35123"/>
                  </a:lnTo>
                  <a:lnTo>
                    <a:pt x="5764489" y="3153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167921" y="5147360"/>
              <a:ext cx="5764489" cy="116037"/>
            </a:xfrm>
            <a:custGeom>
              <a:avLst/>
              <a:gdLst/>
              <a:ahLst/>
              <a:cxnLst/>
              <a:rect l="0" t="0" r="0" b="0"/>
              <a:pathLst>
                <a:path w="5764489" h="116037">
                  <a:moveTo>
                    <a:pt x="5764489" y="116037"/>
                  </a:moveTo>
                  <a:lnTo>
                    <a:pt x="5691520" y="111724"/>
                  </a:lnTo>
                  <a:lnTo>
                    <a:pt x="5618552" y="107440"/>
                  </a:lnTo>
                  <a:lnTo>
                    <a:pt x="5545584" y="103189"/>
                  </a:lnTo>
                  <a:lnTo>
                    <a:pt x="5472616" y="98971"/>
                  </a:lnTo>
                  <a:lnTo>
                    <a:pt x="5399647" y="94789"/>
                  </a:lnTo>
                  <a:lnTo>
                    <a:pt x="5326679" y="90644"/>
                  </a:lnTo>
                  <a:lnTo>
                    <a:pt x="5253711" y="86540"/>
                  </a:lnTo>
                  <a:lnTo>
                    <a:pt x="5180743" y="82477"/>
                  </a:lnTo>
                  <a:lnTo>
                    <a:pt x="5107775" y="78460"/>
                  </a:lnTo>
                  <a:lnTo>
                    <a:pt x="5034806" y="74490"/>
                  </a:lnTo>
                  <a:lnTo>
                    <a:pt x="4961838" y="70571"/>
                  </a:lnTo>
                  <a:lnTo>
                    <a:pt x="4888870" y="66706"/>
                  </a:lnTo>
                  <a:lnTo>
                    <a:pt x="4815902" y="62898"/>
                  </a:lnTo>
                  <a:lnTo>
                    <a:pt x="4742934" y="59152"/>
                  </a:lnTo>
                  <a:lnTo>
                    <a:pt x="4669965" y="55469"/>
                  </a:lnTo>
                  <a:lnTo>
                    <a:pt x="4596997" y="51856"/>
                  </a:lnTo>
                  <a:lnTo>
                    <a:pt x="4524029" y="48316"/>
                  </a:lnTo>
                  <a:lnTo>
                    <a:pt x="4451061" y="44853"/>
                  </a:lnTo>
                  <a:lnTo>
                    <a:pt x="4378092" y="41474"/>
                  </a:lnTo>
                  <a:lnTo>
                    <a:pt x="4305124" y="38182"/>
                  </a:lnTo>
                  <a:lnTo>
                    <a:pt x="4232156" y="34983"/>
                  </a:lnTo>
                  <a:lnTo>
                    <a:pt x="4159188" y="31884"/>
                  </a:lnTo>
                  <a:lnTo>
                    <a:pt x="4086220" y="28889"/>
                  </a:lnTo>
                  <a:lnTo>
                    <a:pt x="4013251" y="26005"/>
                  </a:lnTo>
                  <a:lnTo>
                    <a:pt x="3940283" y="23239"/>
                  </a:lnTo>
                  <a:lnTo>
                    <a:pt x="3867315" y="20597"/>
                  </a:lnTo>
                  <a:lnTo>
                    <a:pt x="3794347" y="18085"/>
                  </a:lnTo>
                  <a:lnTo>
                    <a:pt x="3721379" y="15711"/>
                  </a:lnTo>
                  <a:lnTo>
                    <a:pt x="3648410" y="13481"/>
                  </a:lnTo>
                  <a:lnTo>
                    <a:pt x="3575442" y="11402"/>
                  </a:lnTo>
                  <a:lnTo>
                    <a:pt x="3502474" y="9480"/>
                  </a:lnTo>
                  <a:lnTo>
                    <a:pt x="3429506" y="7721"/>
                  </a:lnTo>
                  <a:lnTo>
                    <a:pt x="3356537" y="6131"/>
                  </a:lnTo>
                  <a:lnTo>
                    <a:pt x="3283569" y="4716"/>
                  </a:lnTo>
                  <a:lnTo>
                    <a:pt x="3210601" y="3480"/>
                  </a:lnTo>
                  <a:lnTo>
                    <a:pt x="3137633" y="2427"/>
                  </a:lnTo>
                  <a:lnTo>
                    <a:pt x="3064665" y="1562"/>
                  </a:lnTo>
                  <a:lnTo>
                    <a:pt x="2991696" y="885"/>
                  </a:lnTo>
                  <a:lnTo>
                    <a:pt x="2918728" y="398"/>
                  </a:lnTo>
                  <a:lnTo>
                    <a:pt x="2845760" y="103"/>
                  </a:lnTo>
                  <a:lnTo>
                    <a:pt x="2772792" y="0"/>
                  </a:lnTo>
                  <a:lnTo>
                    <a:pt x="2699823" y="85"/>
                  </a:lnTo>
                  <a:lnTo>
                    <a:pt x="2626855" y="358"/>
                  </a:lnTo>
                  <a:lnTo>
                    <a:pt x="2553887" y="816"/>
                  </a:lnTo>
                  <a:lnTo>
                    <a:pt x="2480919" y="1454"/>
                  </a:lnTo>
                  <a:lnTo>
                    <a:pt x="2407951" y="2267"/>
                  </a:lnTo>
                  <a:lnTo>
                    <a:pt x="2334982" y="3252"/>
                  </a:lnTo>
                  <a:lnTo>
                    <a:pt x="2262014" y="4402"/>
                  </a:lnTo>
                  <a:lnTo>
                    <a:pt x="2189046" y="5710"/>
                  </a:lnTo>
                  <a:lnTo>
                    <a:pt x="2116078" y="7171"/>
                  </a:lnTo>
                  <a:lnTo>
                    <a:pt x="2043110" y="8779"/>
                  </a:lnTo>
                  <a:lnTo>
                    <a:pt x="1970141" y="10525"/>
                  </a:lnTo>
                  <a:lnTo>
                    <a:pt x="1897173" y="12404"/>
                  </a:lnTo>
                  <a:lnTo>
                    <a:pt x="1824205" y="14409"/>
                  </a:lnTo>
                  <a:lnTo>
                    <a:pt x="1751237" y="16533"/>
                  </a:lnTo>
                  <a:lnTo>
                    <a:pt x="1678268" y="18770"/>
                  </a:lnTo>
                  <a:lnTo>
                    <a:pt x="1605300" y="21114"/>
                  </a:lnTo>
                  <a:lnTo>
                    <a:pt x="1532332" y="23558"/>
                  </a:lnTo>
                  <a:lnTo>
                    <a:pt x="1459364" y="26097"/>
                  </a:lnTo>
                  <a:lnTo>
                    <a:pt x="1386396" y="28726"/>
                  </a:lnTo>
                  <a:lnTo>
                    <a:pt x="1313427" y="31439"/>
                  </a:lnTo>
                  <a:lnTo>
                    <a:pt x="1240459" y="34231"/>
                  </a:lnTo>
                  <a:lnTo>
                    <a:pt x="1167491" y="37097"/>
                  </a:lnTo>
                  <a:lnTo>
                    <a:pt x="1094523" y="40034"/>
                  </a:lnTo>
                  <a:lnTo>
                    <a:pt x="1021555" y="43036"/>
                  </a:lnTo>
                  <a:lnTo>
                    <a:pt x="948586" y="46100"/>
                  </a:lnTo>
                  <a:lnTo>
                    <a:pt x="875618" y="49223"/>
                  </a:lnTo>
                  <a:lnTo>
                    <a:pt x="802650" y="52400"/>
                  </a:lnTo>
                  <a:lnTo>
                    <a:pt x="729682" y="55629"/>
                  </a:lnTo>
                  <a:lnTo>
                    <a:pt x="656713" y="58907"/>
                  </a:lnTo>
                  <a:lnTo>
                    <a:pt x="583745" y="62230"/>
                  </a:lnTo>
                  <a:lnTo>
                    <a:pt x="510777" y="65596"/>
                  </a:lnTo>
                  <a:lnTo>
                    <a:pt x="437809" y="69003"/>
                  </a:lnTo>
                  <a:lnTo>
                    <a:pt x="364841" y="72448"/>
                  </a:lnTo>
                  <a:lnTo>
                    <a:pt x="291872" y="75930"/>
                  </a:lnTo>
                  <a:lnTo>
                    <a:pt x="218904" y="79445"/>
                  </a:lnTo>
                  <a:lnTo>
                    <a:pt x="145936" y="82993"/>
                  </a:lnTo>
                  <a:lnTo>
                    <a:pt x="72968" y="86571"/>
                  </a:lnTo>
                  <a:lnTo>
                    <a:pt x="0" y="90178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167921" y="5019156"/>
              <a:ext cx="5764489" cy="28697"/>
            </a:xfrm>
            <a:custGeom>
              <a:avLst/>
              <a:gdLst/>
              <a:ahLst/>
              <a:cxnLst/>
              <a:rect l="0" t="0" r="0" b="0"/>
              <a:pathLst>
                <a:path w="5764489" h="28697">
                  <a:moveTo>
                    <a:pt x="0" y="0"/>
                  </a:moveTo>
                  <a:lnTo>
                    <a:pt x="72968" y="363"/>
                  </a:lnTo>
                  <a:lnTo>
                    <a:pt x="145936" y="726"/>
                  </a:lnTo>
                  <a:lnTo>
                    <a:pt x="218904" y="1089"/>
                  </a:lnTo>
                  <a:lnTo>
                    <a:pt x="291872" y="1453"/>
                  </a:lnTo>
                  <a:lnTo>
                    <a:pt x="364841" y="1816"/>
                  </a:lnTo>
                  <a:lnTo>
                    <a:pt x="437809" y="2179"/>
                  </a:lnTo>
                  <a:lnTo>
                    <a:pt x="510777" y="2542"/>
                  </a:lnTo>
                  <a:lnTo>
                    <a:pt x="583745" y="2906"/>
                  </a:lnTo>
                  <a:lnTo>
                    <a:pt x="656713" y="3269"/>
                  </a:lnTo>
                  <a:lnTo>
                    <a:pt x="729682" y="3632"/>
                  </a:lnTo>
                  <a:lnTo>
                    <a:pt x="802650" y="3995"/>
                  </a:lnTo>
                  <a:lnTo>
                    <a:pt x="875618" y="4359"/>
                  </a:lnTo>
                  <a:lnTo>
                    <a:pt x="948586" y="4722"/>
                  </a:lnTo>
                  <a:lnTo>
                    <a:pt x="1021555" y="5085"/>
                  </a:lnTo>
                  <a:lnTo>
                    <a:pt x="1094523" y="5448"/>
                  </a:lnTo>
                  <a:lnTo>
                    <a:pt x="1167491" y="5812"/>
                  </a:lnTo>
                  <a:lnTo>
                    <a:pt x="1240459" y="6175"/>
                  </a:lnTo>
                  <a:lnTo>
                    <a:pt x="1313427" y="6538"/>
                  </a:lnTo>
                  <a:lnTo>
                    <a:pt x="1386396" y="6902"/>
                  </a:lnTo>
                  <a:lnTo>
                    <a:pt x="1459364" y="7265"/>
                  </a:lnTo>
                  <a:lnTo>
                    <a:pt x="1532332" y="7628"/>
                  </a:lnTo>
                  <a:lnTo>
                    <a:pt x="1605300" y="7991"/>
                  </a:lnTo>
                  <a:lnTo>
                    <a:pt x="1678268" y="8355"/>
                  </a:lnTo>
                  <a:lnTo>
                    <a:pt x="1751237" y="8718"/>
                  </a:lnTo>
                  <a:lnTo>
                    <a:pt x="1824205" y="9081"/>
                  </a:lnTo>
                  <a:lnTo>
                    <a:pt x="1897173" y="9444"/>
                  </a:lnTo>
                  <a:lnTo>
                    <a:pt x="1970141" y="9808"/>
                  </a:lnTo>
                  <a:lnTo>
                    <a:pt x="2043110" y="10171"/>
                  </a:lnTo>
                  <a:lnTo>
                    <a:pt x="2116078" y="10534"/>
                  </a:lnTo>
                  <a:lnTo>
                    <a:pt x="2189046" y="10897"/>
                  </a:lnTo>
                  <a:lnTo>
                    <a:pt x="2262014" y="11261"/>
                  </a:lnTo>
                  <a:lnTo>
                    <a:pt x="2334982" y="11624"/>
                  </a:lnTo>
                  <a:lnTo>
                    <a:pt x="2407951" y="11987"/>
                  </a:lnTo>
                  <a:lnTo>
                    <a:pt x="2480919" y="12351"/>
                  </a:lnTo>
                  <a:lnTo>
                    <a:pt x="2553887" y="12714"/>
                  </a:lnTo>
                  <a:lnTo>
                    <a:pt x="2626855" y="13077"/>
                  </a:lnTo>
                  <a:lnTo>
                    <a:pt x="2699823" y="13440"/>
                  </a:lnTo>
                  <a:lnTo>
                    <a:pt x="2772792" y="13804"/>
                  </a:lnTo>
                  <a:lnTo>
                    <a:pt x="2845760" y="14167"/>
                  </a:lnTo>
                  <a:lnTo>
                    <a:pt x="2918728" y="14530"/>
                  </a:lnTo>
                  <a:lnTo>
                    <a:pt x="2991696" y="14893"/>
                  </a:lnTo>
                  <a:lnTo>
                    <a:pt x="3064665" y="15257"/>
                  </a:lnTo>
                  <a:lnTo>
                    <a:pt x="3137633" y="15620"/>
                  </a:lnTo>
                  <a:lnTo>
                    <a:pt x="3210601" y="15983"/>
                  </a:lnTo>
                  <a:lnTo>
                    <a:pt x="3283569" y="16346"/>
                  </a:lnTo>
                  <a:lnTo>
                    <a:pt x="3356537" y="16710"/>
                  </a:lnTo>
                  <a:lnTo>
                    <a:pt x="3429506" y="17073"/>
                  </a:lnTo>
                  <a:lnTo>
                    <a:pt x="3502474" y="17436"/>
                  </a:lnTo>
                  <a:lnTo>
                    <a:pt x="3575442" y="17799"/>
                  </a:lnTo>
                  <a:lnTo>
                    <a:pt x="3648410" y="18163"/>
                  </a:lnTo>
                  <a:lnTo>
                    <a:pt x="3721379" y="18526"/>
                  </a:lnTo>
                  <a:lnTo>
                    <a:pt x="3794347" y="18889"/>
                  </a:lnTo>
                  <a:lnTo>
                    <a:pt x="3867315" y="19253"/>
                  </a:lnTo>
                  <a:lnTo>
                    <a:pt x="3940283" y="19616"/>
                  </a:lnTo>
                  <a:lnTo>
                    <a:pt x="4013251" y="19979"/>
                  </a:lnTo>
                  <a:lnTo>
                    <a:pt x="4086220" y="20342"/>
                  </a:lnTo>
                  <a:lnTo>
                    <a:pt x="4159188" y="20706"/>
                  </a:lnTo>
                  <a:lnTo>
                    <a:pt x="4232156" y="21069"/>
                  </a:lnTo>
                  <a:lnTo>
                    <a:pt x="4305124" y="21432"/>
                  </a:lnTo>
                  <a:lnTo>
                    <a:pt x="4378092" y="21795"/>
                  </a:lnTo>
                  <a:lnTo>
                    <a:pt x="4451061" y="22159"/>
                  </a:lnTo>
                  <a:lnTo>
                    <a:pt x="4524029" y="22522"/>
                  </a:lnTo>
                  <a:lnTo>
                    <a:pt x="4596997" y="22885"/>
                  </a:lnTo>
                  <a:lnTo>
                    <a:pt x="4669965" y="23248"/>
                  </a:lnTo>
                  <a:lnTo>
                    <a:pt x="4742934" y="23612"/>
                  </a:lnTo>
                  <a:lnTo>
                    <a:pt x="4815902" y="23975"/>
                  </a:lnTo>
                  <a:lnTo>
                    <a:pt x="4888870" y="24338"/>
                  </a:lnTo>
                  <a:lnTo>
                    <a:pt x="4961838" y="24702"/>
                  </a:lnTo>
                  <a:lnTo>
                    <a:pt x="5034806" y="25065"/>
                  </a:lnTo>
                  <a:lnTo>
                    <a:pt x="5107775" y="25428"/>
                  </a:lnTo>
                  <a:lnTo>
                    <a:pt x="5180743" y="25791"/>
                  </a:lnTo>
                  <a:lnTo>
                    <a:pt x="5253711" y="26155"/>
                  </a:lnTo>
                  <a:lnTo>
                    <a:pt x="5326679" y="26518"/>
                  </a:lnTo>
                  <a:lnTo>
                    <a:pt x="5399647" y="26881"/>
                  </a:lnTo>
                  <a:lnTo>
                    <a:pt x="5472616" y="27244"/>
                  </a:lnTo>
                  <a:lnTo>
                    <a:pt x="5545584" y="27608"/>
                  </a:lnTo>
                  <a:lnTo>
                    <a:pt x="5618552" y="27971"/>
                  </a:lnTo>
                  <a:lnTo>
                    <a:pt x="5691520" y="28334"/>
                  </a:lnTo>
                  <a:lnTo>
                    <a:pt x="5764489" y="28697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3667830" y="44402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3667830" y="45830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3667830" y="45062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109219" y="480068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109219" y="44688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109219" y="44945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6873708" y="45775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6873708" y="46240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6873708" y="45348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4206338" y="49041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4206338" y="484529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4206338" y="481496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4616488" y="412186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4616488" y="43557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4616488" y="42574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1668184" y="459905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1668184" y="470790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1668184" y="45437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4362927" y="51672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4362927" y="51379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4362927" y="52292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5635527" y="485800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t56"/>
            <p:cNvSpPr/>
            <p:nvPr/>
          </p:nvSpPr>
          <p:spPr>
            <a:xfrm>
              <a:off x="5635527" y="46204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t57"/>
            <p:cNvSpPr/>
            <p:nvPr/>
          </p:nvSpPr>
          <p:spPr>
            <a:xfrm>
              <a:off x="5635527" y="476856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1167921" y="4469280"/>
              <a:ext cx="5764489" cy="505532"/>
            </a:xfrm>
            <a:custGeom>
              <a:avLst/>
              <a:gdLst/>
              <a:ahLst/>
              <a:cxnLst/>
              <a:rect l="0" t="0" r="0" b="0"/>
              <a:pathLst>
                <a:path w="5764489" h="505532">
                  <a:moveTo>
                    <a:pt x="0" y="0"/>
                  </a:moveTo>
                  <a:lnTo>
                    <a:pt x="72968" y="4818"/>
                  </a:lnTo>
                  <a:lnTo>
                    <a:pt x="145936" y="9607"/>
                  </a:lnTo>
                  <a:lnTo>
                    <a:pt x="218904" y="14364"/>
                  </a:lnTo>
                  <a:lnTo>
                    <a:pt x="291872" y="19087"/>
                  </a:lnTo>
                  <a:lnTo>
                    <a:pt x="364841" y="23775"/>
                  </a:lnTo>
                  <a:lnTo>
                    <a:pt x="437809" y="28426"/>
                  </a:lnTo>
                  <a:lnTo>
                    <a:pt x="510777" y="33037"/>
                  </a:lnTo>
                  <a:lnTo>
                    <a:pt x="583745" y="37606"/>
                  </a:lnTo>
                  <a:lnTo>
                    <a:pt x="656713" y="42129"/>
                  </a:lnTo>
                  <a:lnTo>
                    <a:pt x="729682" y="46606"/>
                  </a:lnTo>
                  <a:lnTo>
                    <a:pt x="802650" y="51032"/>
                  </a:lnTo>
                  <a:lnTo>
                    <a:pt x="875618" y="55404"/>
                  </a:lnTo>
                  <a:lnTo>
                    <a:pt x="948586" y="59720"/>
                  </a:lnTo>
                  <a:lnTo>
                    <a:pt x="1021555" y="63975"/>
                  </a:lnTo>
                  <a:lnTo>
                    <a:pt x="1094523" y="68166"/>
                  </a:lnTo>
                  <a:lnTo>
                    <a:pt x="1167491" y="72288"/>
                  </a:lnTo>
                  <a:lnTo>
                    <a:pt x="1240459" y="76338"/>
                  </a:lnTo>
                  <a:lnTo>
                    <a:pt x="1313427" y="80310"/>
                  </a:lnTo>
                  <a:lnTo>
                    <a:pt x="1386396" y="84201"/>
                  </a:lnTo>
                  <a:lnTo>
                    <a:pt x="1459364" y="88003"/>
                  </a:lnTo>
                  <a:lnTo>
                    <a:pt x="1532332" y="91713"/>
                  </a:lnTo>
                  <a:lnTo>
                    <a:pt x="1605300" y="95325"/>
                  </a:lnTo>
                  <a:lnTo>
                    <a:pt x="1678268" y="98832"/>
                  </a:lnTo>
                  <a:lnTo>
                    <a:pt x="1751237" y="102228"/>
                  </a:lnTo>
                  <a:lnTo>
                    <a:pt x="1824205" y="105507"/>
                  </a:lnTo>
                  <a:lnTo>
                    <a:pt x="1897173" y="108663"/>
                  </a:lnTo>
                  <a:lnTo>
                    <a:pt x="1970141" y="111687"/>
                  </a:lnTo>
                  <a:lnTo>
                    <a:pt x="2043110" y="114574"/>
                  </a:lnTo>
                  <a:lnTo>
                    <a:pt x="2116078" y="117316"/>
                  </a:lnTo>
                  <a:lnTo>
                    <a:pt x="2189046" y="119907"/>
                  </a:lnTo>
                  <a:lnTo>
                    <a:pt x="2262014" y="122340"/>
                  </a:lnTo>
                  <a:lnTo>
                    <a:pt x="2334982" y="124607"/>
                  </a:lnTo>
                  <a:lnTo>
                    <a:pt x="2407951" y="126703"/>
                  </a:lnTo>
                  <a:lnTo>
                    <a:pt x="2480919" y="128622"/>
                  </a:lnTo>
                  <a:lnTo>
                    <a:pt x="2553887" y="130358"/>
                  </a:lnTo>
                  <a:lnTo>
                    <a:pt x="2626855" y="131907"/>
                  </a:lnTo>
                  <a:lnTo>
                    <a:pt x="2699823" y="133264"/>
                  </a:lnTo>
                  <a:lnTo>
                    <a:pt x="2772792" y="134427"/>
                  </a:lnTo>
                  <a:lnTo>
                    <a:pt x="2845760" y="135393"/>
                  </a:lnTo>
                  <a:lnTo>
                    <a:pt x="2918728" y="136160"/>
                  </a:lnTo>
                  <a:lnTo>
                    <a:pt x="2991696" y="136729"/>
                  </a:lnTo>
                  <a:lnTo>
                    <a:pt x="3064665" y="137100"/>
                  </a:lnTo>
                  <a:lnTo>
                    <a:pt x="3137633" y="137275"/>
                  </a:lnTo>
                  <a:lnTo>
                    <a:pt x="3210601" y="137256"/>
                  </a:lnTo>
                  <a:lnTo>
                    <a:pt x="3283569" y="137047"/>
                  </a:lnTo>
                  <a:lnTo>
                    <a:pt x="3356537" y="136651"/>
                  </a:lnTo>
                  <a:lnTo>
                    <a:pt x="3429506" y="136075"/>
                  </a:lnTo>
                  <a:lnTo>
                    <a:pt x="3502474" y="135323"/>
                  </a:lnTo>
                  <a:lnTo>
                    <a:pt x="3575442" y="134401"/>
                  </a:lnTo>
                  <a:lnTo>
                    <a:pt x="3648410" y="133316"/>
                  </a:lnTo>
                  <a:lnTo>
                    <a:pt x="3721379" y="132075"/>
                  </a:lnTo>
                  <a:lnTo>
                    <a:pt x="3794347" y="130684"/>
                  </a:lnTo>
                  <a:lnTo>
                    <a:pt x="3867315" y="129150"/>
                  </a:lnTo>
                  <a:lnTo>
                    <a:pt x="3940283" y="127481"/>
                  </a:lnTo>
                  <a:lnTo>
                    <a:pt x="4013251" y="125683"/>
                  </a:lnTo>
                  <a:lnTo>
                    <a:pt x="4086220" y="123763"/>
                  </a:lnTo>
                  <a:lnTo>
                    <a:pt x="4159188" y="121728"/>
                  </a:lnTo>
                  <a:lnTo>
                    <a:pt x="4232156" y="119584"/>
                  </a:lnTo>
                  <a:lnTo>
                    <a:pt x="4305124" y="117337"/>
                  </a:lnTo>
                  <a:lnTo>
                    <a:pt x="4378092" y="114993"/>
                  </a:lnTo>
                  <a:lnTo>
                    <a:pt x="4451061" y="112558"/>
                  </a:lnTo>
                  <a:lnTo>
                    <a:pt x="4524029" y="110038"/>
                  </a:lnTo>
                  <a:lnTo>
                    <a:pt x="4596997" y="107436"/>
                  </a:lnTo>
                  <a:lnTo>
                    <a:pt x="4669965" y="104759"/>
                  </a:lnTo>
                  <a:lnTo>
                    <a:pt x="4742934" y="102010"/>
                  </a:lnTo>
                  <a:lnTo>
                    <a:pt x="4815902" y="99193"/>
                  </a:lnTo>
                  <a:lnTo>
                    <a:pt x="4888870" y="96314"/>
                  </a:lnTo>
                  <a:lnTo>
                    <a:pt x="4961838" y="93375"/>
                  </a:lnTo>
                  <a:lnTo>
                    <a:pt x="5034806" y="90381"/>
                  </a:lnTo>
                  <a:lnTo>
                    <a:pt x="5107775" y="87333"/>
                  </a:lnTo>
                  <a:lnTo>
                    <a:pt x="5180743" y="84236"/>
                  </a:lnTo>
                  <a:lnTo>
                    <a:pt x="5253711" y="81093"/>
                  </a:lnTo>
                  <a:lnTo>
                    <a:pt x="5326679" y="77905"/>
                  </a:lnTo>
                  <a:lnTo>
                    <a:pt x="5399647" y="74676"/>
                  </a:lnTo>
                  <a:lnTo>
                    <a:pt x="5472616" y="71408"/>
                  </a:lnTo>
                  <a:lnTo>
                    <a:pt x="5545584" y="68103"/>
                  </a:lnTo>
                  <a:lnTo>
                    <a:pt x="5618552" y="64763"/>
                  </a:lnTo>
                  <a:lnTo>
                    <a:pt x="5691520" y="61390"/>
                  </a:lnTo>
                  <a:lnTo>
                    <a:pt x="5764489" y="57986"/>
                  </a:lnTo>
                  <a:lnTo>
                    <a:pt x="5764489" y="505532"/>
                  </a:lnTo>
                  <a:lnTo>
                    <a:pt x="5691520" y="500735"/>
                  </a:lnTo>
                  <a:lnTo>
                    <a:pt x="5618552" y="495968"/>
                  </a:lnTo>
                  <a:lnTo>
                    <a:pt x="5545584" y="491235"/>
                  </a:lnTo>
                  <a:lnTo>
                    <a:pt x="5472616" y="486537"/>
                  </a:lnTo>
                  <a:lnTo>
                    <a:pt x="5399647" y="481875"/>
                  </a:lnTo>
                  <a:lnTo>
                    <a:pt x="5326679" y="477253"/>
                  </a:lnTo>
                  <a:lnTo>
                    <a:pt x="5253711" y="472672"/>
                  </a:lnTo>
                  <a:lnTo>
                    <a:pt x="5180743" y="468135"/>
                  </a:lnTo>
                  <a:lnTo>
                    <a:pt x="5107775" y="463645"/>
                  </a:lnTo>
                  <a:lnTo>
                    <a:pt x="5034806" y="459204"/>
                  </a:lnTo>
                  <a:lnTo>
                    <a:pt x="4961838" y="454816"/>
                  </a:lnTo>
                  <a:lnTo>
                    <a:pt x="4888870" y="450483"/>
                  </a:lnTo>
                  <a:lnTo>
                    <a:pt x="4815902" y="446211"/>
                  </a:lnTo>
                  <a:lnTo>
                    <a:pt x="4742934" y="442001"/>
                  </a:lnTo>
                  <a:lnTo>
                    <a:pt x="4669965" y="437859"/>
                  </a:lnTo>
                  <a:lnTo>
                    <a:pt x="4596997" y="433788"/>
                  </a:lnTo>
                  <a:lnTo>
                    <a:pt x="4524029" y="429793"/>
                  </a:lnTo>
                  <a:lnTo>
                    <a:pt x="4451061" y="425879"/>
                  </a:lnTo>
                  <a:lnTo>
                    <a:pt x="4378092" y="422050"/>
                  </a:lnTo>
                  <a:lnTo>
                    <a:pt x="4305124" y="418313"/>
                  </a:lnTo>
                  <a:lnTo>
                    <a:pt x="4232156" y="414673"/>
                  </a:lnTo>
                  <a:lnTo>
                    <a:pt x="4159188" y="411136"/>
                  </a:lnTo>
                  <a:lnTo>
                    <a:pt x="4086220" y="407707"/>
                  </a:lnTo>
                  <a:lnTo>
                    <a:pt x="4013251" y="404394"/>
                  </a:lnTo>
                  <a:lnTo>
                    <a:pt x="3940283" y="401202"/>
                  </a:lnTo>
                  <a:lnTo>
                    <a:pt x="3867315" y="398140"/>
                  </a:lnTo>
                  <a:lnTo>
                    <a:pt x="3794347" y="395213"/>
                  </a:lnTo>
                  <a:lnTo>
                    <a:pt x="3721379" y="392429"/>
                  </a:lnTo>
                  <a:lnTo>
                    <a:pt x="3648410" y="389794"/>
                  </a:lnTo>
                  <a:lnTo>
                    <a:pt x="3575442" y="387316"/>
                  </a:lnTo>
                  <a:lnTo>
                    <a:pt x="3502474" y="385000"/>
                  </a:lnTo>
                  <a:lnTo>
                    <a:pt x="3429506" y="382855"/>
                  </a:lnTo>
                  <a:lnTo>
                    <a:pt x="3356537" y="380885"/>
                  </a:lnTo>
                  <a:lnTo>
                    <a:pt x="3283569" y="379096"/>
                  </a:lnTo>
                  <a:lnTo>
                    <a:pt x="3210601" y="377493"/>
                  </a:lnTo>
                  <a:lnTo>
                    <a:pt x="3137633" y="376081"/>
                  </a:lnTo>
                  <a:lnTo>
                    <a:pt x="3064665" y="374862"/>
                  </a:lnTo>
                  <a:lnTo>
                    <a:pt x="2991696" y="373840"/>
                  </a:lnTo>
                  <a:lnTo>
                    <a:pt x="2918728" y="373016"/>
                  </a:lnTo>
                  <a:lnTo>
                    <a:pt x="2845760" y="372390"/>
                  </a:lnTo>
                  <a:lnTo>
                    <a:pt x="2772792" y="371962"/>
                  </a:lnTo>
                  <a:lnTo>
                    <a:pt x="2699823" y="371732"/>
                  </a:lnTo>
                  <a:lnTo>
                    <a:pt x="2626855" y="371696"/>
                  </a:lnTo>
                  <a:lnTo>
                    <a:pt x="2553887" y="371851"/>
                  </a:lnTo>
                  <a:lnTo>
                    <a:pt x="2480919" y="372194"/>
                  </a:lnTo>
                  <a:lnTo>
                    <a:pt x="2407951" y="372719"/>
                  </a:lnTo>
                  <a:lnTo>
                    <a:pt x="2334982" y="373422"/>
                  </a:lnTo>
                  <a:lnTo>
                    <a:pt x="2262014" y="374296"/>
                  </a:lnTo>
                  <a:lnTo>
                    <a:pt x="2189046" y="375335"/>
                  </a:lnTo>
                  <a:lnTo>
                    <a:pt x="2116078" y="376532"/>
                  </a:lnTo>
                  <a:lnTo>
                    <a:pt x="2043110" y="377881"/>
                  </a:lnTo>
                  <a:lnTo>
                    <a:pt x="1970141" y="379375"/>
                  </a:lnTo>
                  <a:lnTo>
                    <a:pt x="1897173" y="381006"/>
                  </a:lnTo>
                  <a:lnTo>
                    <a:pt x="1824205" y="382768"/>
                  </a:lnTo>
                  <a:lnTo>
                    <a:pt x="1751237" y="384653"/>
                  </a:lnTo>
                  <a:lnTo>
                    <a:pt x="1678268" y="386656"/>
                  </a:lnTo>
                  <a:lnTo>
                    <a:pt x="1605300" y="388770"/>
                  </a:lnTo>
                  <a:lnTo>
                    <a:pt x="1532332" y="390988"/>
                  </a:lnTo>
                  <a:lnTo>
                    <a:pt x="1459364" y="393305"/>
                  </a:lnTo>
                  <a:lnTo>
                    <a:pt x="1386396" y="395714"/>
                  </a:lnTo>
                  <a:lnTo>
                    <a:pt x="1313427" y="398211"/>
                  </a:lnTo>
                  <a:lnTo>
                    <a:pt x="1240459" y="400790"/>
                  </a:lnTo>
                  <a:lnTo>
                    <a:pt x="1167491" y="403446"/>
                  </a:lnTo>
                  <a:lnTo>
                    <a:pt x="1094523" y="406175"/>
                  </a:lnTo>
                  <a:lnTo>
                    <a:pt x="1021555" y="408973"/>
                  </a:lnTo>
                  <a:lnTo>
                    <a:pt x="948586" y="411834"/>
                  </a:lnTo>
                  <a:lnTo>
                    <a:pt x="875618" y="414757"/>
                  </a:lnTo>
                  <a:lnTo>
                    <a:pt x="802650" y="417736"/>
                  </a:lnTo>
                  <a:lnTo>
                    <a:pt x="729682" y="420768"/>
                  </a:lnTo>
                  <a:lnTo>
                    <a:pt x="656713" y="423851"/>
                  </a:lnTo>
                  <a:lnTo>
                    <a:pt x="583745" y="426982"/>
                  </a:lnTo>
                  <a:lnTo>
                    <a:pt x="510777" y="430157"/>
                  </a:lnTo>
                  <a:lnTo>
                    <a:pt x="437809" y="433375"/>
                  </a:lnTo>
                  <a:lnTo>
                    <a:pt x="364841" y="436632"/>
                  </a:lnTo>
                  <a:lnTo>
                    <a:pt x="291872" y="439927"/>
                  </a:lnTo>
                  <a:lnTo>
                    <a:pt x="218904" y="443257"/>
                  </a:lnTo>
                  <a:lnTo>
                    <a:pt x="145936" y="446620"/>
                  </a:lnTo>
                  <a:lnTo>
                    <a:pt x="72968" y="450016"/>
                  </a:lnTo>
                  <a:lnTo>
                    <a:pt x="0" y="453441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167921" y="4469280"/>
              <a:ext cx="5764489" cy="137275"/>
            </a:xfrm>
            <a:custGeom>
              <a:avLst/>
              <a:gdLst/>
              <a:ahLst/>
              <a:cxnLst/>
              <a:rect l="0" t="0" r="0" b="0"/>
              <a:pathLst>
                <a:path w="5764489" h="137275">
                  <a:moveTo>
                    <a:pt x="0" y="0"/>
                  </a:moveTo>
                  <a:lnTo>
                    <a:pt x="72968" y="4818"/>
                  </a:lnTo>
                  <a:lnTo>
                    <a:pt x="145936" y="9607"/>
                  </a:lnTo>
                  <a:lnTo>
                    <a:pt x="218904" y="14364"/>
                  </a:lnTo>
                  <a:lnTo>
                    <a:pt x="291872" y="19087"/>
                  </a:lnTo>
                  <a:lnTo>
                    <a:pt x="364841" y="23775"/>
                  </a:lnTo>
                  <a:lnTo>
                    <a:pt x="437809" y="28426"/>
                  </a:lnTo>
                  <a:lnTo>
                    <a:pt x="510777" y="33037"/>
                  </a:lnTo>
                  <a:lnTo>
                    <a:pt x="583745" y="37606"/>
                  </a:lnTo>
                  <a:lnTo>
                    <a:pt x="656713" y="42129"/>
                  </a:lnTo>
                  <a:lnTo>
                    <a:pt x="729682" y="46606"/>
                  </a:lnTo>
                  <a:lnTo>
                    <a:pt x="802650" y="51032"/>
                  </a:lnTo>
                  <a:lnTo>
                    <a:pt x="875618" y="55404"/>
                  </a:lnTo>
                  <a:lnTo>
                    <a:pt x="948586" y="59720"/>
                  </a:lnTo>
                  <a:lnTo>
                    <a:pt x="1021555" y="63975"/>
                  </a:lnTo>
                  <a:lnTo>
                    <a:pt x="1094523" y="68166"/>
                  </a:lnTo>
                  <a:lnTo>
                    <a:pt x="1167491" y="72288"/>
                  </a:lnTo>
                  <a:lnTo>
                    <a:pt x="1240459" y="76338"/>
                  </a:lnTo>
                  <a:lnTo>
                    <a:pt x="1313427" y="80310"/>
                  </a:lnTo>
                  <a:lnTo>
                    <a:pt x="1386396" y="84201"/>
                  </a:lnTo>
                  <a:lnTo>
                    <a:pt x="1459364" y="88003"/>
                  </a:lnTo>
                  <a:lnTo>
                    <a:pt x="1532332" y="91713"/>
                  </a:lnTo>
                  <a:lnTo>
                    <a:pt x="1605300" y="95325"/>
                  </a:lnTo>
                  <a:lnTo>
                    <a:pt x="1678268" y="98832"/>
                  </a:lnTo>
                  <a:lnTo>
                    <a:pt x="1751237" y="102228"/>
                  </a:lnTo>
                  <a:lnTo>
                    <a:pt x="1824205" y="105507"/>
                  </a:lnTo>
                  <a:lnTo>
                    <a:pt x="1897173" y="108663"/>
                  </a:lnTo>
                  <a:lnTo>
                    <a:pt x="1970141" y="111687"/>
                  </a:lnTo>
                  <a:lnTo>
                    <a:pt x="2043110" y="114574"/>
                  </a:lnTo>
                  <a:lnTo>
                    <a:pt x="2116078" y="117316"/>
                  </a:lnTo>
                  <a:lnTo>
                    <a:pt x="2189046" y="119907"/>
                  </a:lnTo>
                  <a:lnTo>
                    <a:pt x="2262014" y="122340"/>
                  </a:lnTo>
                  <a:lnTo>
                    <a:pt x="2334982" y="124607"/>
                  </a:lnTo>
                  <a:lnTo>
                    <a:pt x="2407951" y="126703"/>
                  </a:lnTo>
                  <a:lnTo>
                    <a:pt x="2480919" y="128622"/>
                  </a:lnTo>
                  <a:lnTo>
                    <a:pt x="2553887" y="130358"/>
                  </a:lnTo>
                  <a:lnTo>
                    <a:pt x="2626855" y="131907"/>
                  </a:lnTo>
                  <a:lnTo>
                    <a:pt x="2699823" y="133264"/>
                  </a:lnTo>
                  <a:lnTo>
                    <a:pt x="2772792" y="134427"/>
                  </a:lnTo>
                  <a:lnTo>
                    <a:pt x="2845760" y="135393"/>
                  </a:lnTo>
                  <a:lnTo>
                    <a:pt x="2918728" y="136160"/>
                  </a:lnTo>
                  <a:lnTo>
                    <a:pt x="2991696" y="136729"/>
                  </a:lnTo>
                  <a:lnTo>
                    <a:pt x="3064665" y="137100"/>
                  </a:lnTo>
                  <a:lnTo>
                    <a:pt x="3137633" y="137275"/>
                  </a:lnTo>
                  <a:lnTo>
                    <a:pt x="3210601" y="137256"/>
                  </a:lnTo>
                  <a:lnTo>
                    <a:pt x="3283569" y="137047"/>
                  </a:lnTo>
                  <a:lnTo>
                    <a:pt x="3356537" y="136651"/>
                  </a:lnTo>
                  <a:lnTo>
                    <a:pt x="3429506" y="136075"/>
                  </a:lnTo>
                  <a:lnTo>
                    <a:pt x="3502474" y="135323"/>
                  </a:lnTo>
                  <a:lnTo>
                    <a:pt x="3575442" y="134401"/>
                  </a:lnTo>
                  <a:lnTo>
                    <a:pt x="3648410" y="133316"/>
                  </a:lnTo>
                  <a:lnTo>
                    <a:pt x="3721379" y="132075"/>
                  </a:lnTo>
                  <a:lnTo>
                    <a:pt x="3794347" y="130684"/>
                  </a:lnTo>
                  <a:lnTo>
                    <a:pt x="3867315" y="129150"/>
                  </a:lnTo>
                  <a:lnTo>
                    <a:pt x="3940283" y="127481"/>
                  </a:lnTo>
                  <a:lnTo>
                    <a:pt x="4013251" y="125683"/>
                  </a:lnTo>
                  <a:lnTo>
                    <a:pt x="4086220" y="123763"/>
                  </a:lnTo>
                  <a:lnTo>
                    <a:pt x="4159188" y="121728"/>
                  </a:lnTo>
                  <a:lnTo>
                    <a:pt x="4232156" y="119584"/>
                  </a:lnTo>
                  <a:lnTo>
                    <a:pt x="4305124" y="117337"/>
                  </a:lnTo>
                  <a:lnTo>
                    <a:pt x="4378092" y="114993"/>
                  </a:lnTo>
                  <a:lnTo>
                    <a:pt x="4451061" y="112558"/>
                  </a:lnTo>
                  <a:lnTo>
                    <a:pt x="4524029" y="110038"/>
                  </a:lnTo>
                  <a:lnTo>
                    <a:pt x="4596997" y="107436"/>
                  </a:lnTo>
                  <a:lnTo>
                    <a:pt x="4669965" y="104759"/>
                  </a:lnTo>
                  <a:lnTo>
                    <a:pt x="4742934" y="102010"/>
                  </a:lnTo>
                  <a:lnTo>
                    <a:pt x="4815902" y="99193"/>
                  </a:lnTo>
                  <a:lnTo>
                    <a:pt x="4888870" y="96314"/>
                  </a:lnTo>
                  <a:lnTo>
                    <a:pt x="4961838" y="93375"/>
                  </a:lnTo>
                  <a:lnTo>
                    <a:pt x="5034806" y="90381"/>
                  </a:lnTo>
                  <a:lnTo>
                    <a:pt x="5107775" y="87333"/>
                  </a:lnTo>
                  <a:lnTo>
                    <a:pt x="5180743" y="84236"/>
                  </a:lnTo>
                  <a:lnTo>
                    <a:pt x="5253711" y="81093"/>
                  </a:lnTo>
                  <a:lnTo>
                    <a:pt x="5326679" y="77905"/>
                  </a:lnTo>
                  <a:lnTo>
                    <a:pt x="5399647" y="74676"/>
                  </a:lnTo>
                  <a:lnTo>
                    <a:pt x="5472616" y="71408"/>
                  </a:lnTo>
                  <a:lnTo>
                    <a:pt x="5545584" y="68103"/>
                  </a:lnTo>
                  <a:lnTo>
                    <a:pt x="5618552" y="64763"/>
                  </a:lnTo>
                  <a:lnTo>
                    <a:pt x="5691520" y="61390"/>
                  </a:lnTo>
                  <a:lnTo>
                    <a:pt x="5764489" y="5798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1167921" y="4840976"/>
              <a:ext cx="5764489" cy="133836"/>
            </a:xfrm>
            <a:custGeom>
              <a:avLst/>
              <a:gdLst/>
              <a:ahLst/>
              <a:cxnLst/>
              <a:rect l="0" t="0" r="0" b="0"/>
              <a:pathLst>
                <a:path w="5764489" h="133836">
                  <a:moveTo>
                    <a:pt x="5764489" y="133836"/>
                  </a:moveTo>
                  <a:lnTo>
                    <a:pt x="5691520" y="129038"/>
                  </a:lnTo>
                  <a:lnTo>
                    <a:pt x="5618552" y="124272"/>
                  </a:lnTo>
                  <a:lnTo>
                    <a:pt x="5545584" y="119539"/>
                  </a:lnTo>
                  <a:lnTo>
                    <a:pt x="5472616" y="114840"/>
                  </a:lnTo>
                  <a:lnTo>
                    <a:pt x="5399647" y="110179"/>
                  </a:lnTo>
                  <a:lnTo>
                    <a:pt x="5326679" y="105556"/>
                  </a:lnTo>
                  <a:lnTo>
                    <a:pt x="5253711" y="100975"/>
                  </a:lnTo>
                  <a:lnTo>
                    <a:pt x="5180743" y="96438"/>
                  </a:lnTo>
                  <a:lnTo>
                    <a:pt x="5107775" y="91948"/>
                  </a:lnTo>
                  <a:lnTo>
                    <a:pt x="5034806" y="87507"/>
                  </a:lnTo>
                  <a:lnTo>
                    <a:pt x="4961838" y="83119"/>
                  </a:lnTo>
                  <a:lnTo>
                    <a:pt x="4888870" y="78787"/>
                  </a:lnTo>
                  <a:lnTo>
                    <a:pt x="4815902" y="74514"/>
                  </a:lnTo>
                  <a:lnTo>
                    <a:pt x="4742934" y="70305"/>
                  </a:lnTo>
                  <a:lnTo>
                    <a:pt x="4669965" y="66162"/>
                  </a:lnTo>
                  <a:lnTo>
                    <a:pt x="4596997" y="62092"/>
                  </a:lnTo>
                  <a:lnTo>
                    <a:pt x="4524029" y="58097"/>
                  </a:lnTo>
                  <a:lnTo>
                    <a:pt x="4451061" y="54182"/>
                  </a:lnTo>
                  <a:lnTo>
                    <a:pt x="4378092" y="50354"/>
                  </a:lnTo>
                  <a:lnTo>
                    <a:pt x="4305124" y="46617"/>
                  </a:lnTo>
                  <a:lnTo>
                    <a:pt x="4232156" y="42977"/>
                  </a:lnTo>
                  <a:lnTo>
                    <a:pt x="4159188" y="39439"/>
                  </a:lnTo>
                  <a:lnTo>
                    <a:pt x="4086220" y="36011"/>
                  </a:lnTo>
                  <a:lnTo>
                    <a:pt x="4013251" y="32697"/>
                  </a:lnTo>
                  <a:lnTo>
                    <a:pt x="3940283" y="29506"/>
                  </a:lnTo>
                  <a:lnTo>
                    <a:pt x="3867315" y="26443"/>
                  </a:lnTo>
                  <a:lnTo>
                    <a:pt x="3794347" y="23517"/>
                  </a:lnTo>
                  <a:lnTo>
                    <a:pt x="3721379" y="20732"/>
                  </a:lnTo>
                  <a:lnTo>
                    <a:pt x="3648410" y="18097"/>
                  </a:lnTo>
                  <a:lnTo>
                    <a:pt x="3575442" y="15619"/>
                  </a:lnTo>
                  <a:lnTo>
                    <a:pt x="3502474" y="13304"/>
                  </a:lnTo>
                  <a:lnTo>
                    <a:pt x="3429506" y="11158"/>
                  </a:lnTo>
                  <a:lnTo>
                    <a:pt x="3356537" y="9189"/>
                  </a:lnTo>
                  <a:lnTo>
                    <a:pt x="3283569" y="7400"/>
                  </a:lnTo>
                  <a:lnTo>
                    <a:pt x="3210601" y="5797"/>
                  </a:lnTo>
                  <a:lnTo>
                    <a:pt x="3137633" y="4385"/>
                  </a:lnTo>
                  <a:lnTo>
                    <a:pt x="3064665" y="3166"/>
                  </a:lnTo>
                  <a:lnTo>
                    <a:pt x="2991696" y="2144"/>
                  </a:lnTo>
                  <a:lnTo>
                    <a:pt x="2918728" y="1319"/>
                  </a:lnTo>
                  <a:lnTo>
                    <a:pt x="2845760" y="694"/>
                  </a:lnTo>
                  <a:lnTo>
                    <a:pt x="2772792" y="266"/>
                  </a:lnTo>
                  <a:lnTo>
                    <a:pt x="2699823" y="36"/>
                  </a:lnTo>
                  <a:lnTo>
                    <a:pt x="2626855" y="0"/>
                  </a:lnTo>
                  <a:lnTo>
                    <a:pt x="2553887" y="155"/>
                  </a:lnTo>
                  <a:lnTo>
                    <a:pt x="2480919" y="498"/>
                  </a:lnTo>
                  <a:lnTo>
                    <a:pt x="2407951" y="1023"/>
                  </a:lnTo>
                  <a:lnTo>
                    <a:pt x="2334982" y="1726"/>
                  </a:lnTo>
                  <a:lnTo>
                    <a:pt x="2262014" y="2600"/>
                  </a:lnTo>
                  <a:lnTo>
                    <a:pt x="2189046" y="3639"/>
                  </a:lnTo>
                  <a:lnTo>
                    <a:pt x="2116078" y="4836"/>
                  </a:lnTo>
                  <a:lnTo>
                    <a:pt x="2043110" y="6185"/>
                  </a:lnTo>
                  <a:lnTo>
                    <a:pt x="1970141" y="7678"/>
                  </a:lnTo>
                  <a:lnTo>
                    <a:pt x="1897173" y="9309"/>
                  </a:lnTo>
                  <a:lnTo>
                    <a:pt x="1824205" y="11071"/>
                  </a:lnTo>
                  <a:lnTo>
                    <a:pt x="1751237" y="12957"/>
                  </a:lnTo>
                  <a:lnTo>
                    <a:pt x="1678268" y="14960"/>
                  </a:lnTo>
                  <a:lnTo>
                    <a:pt x="1605300" y="17074"/>
                  </a:lnTo>
                  <a:lnTo>
                    <a:pt x="1532332" y="19292"/>
                  </a:lnTo>
                  <a:lnTo>
                    <a:pt x="1459364" y="21608"/>
                  </a:lnTo>
                  <a:lnTo>
                    <a:pt x="1386396" y="24018"/>
                  </a:lnTo>
                  <a:lnTo>
                    <a:pt x="1313427" y="26515"/>
                  </a:lnTo>
                  <a:lnTo>
                    <a:pt x="1240459" y="29094"/>
                  </a:lnTo>
                  <a:lnTo>
                    <a:pt x="1167491" y="31750"/>
                  </a:lnTo>
                  <a:lnTo>
                    <a:pt x="1094523" y="34479"/>
                  </a:lnTo>
                  <a:lnTo>
                    <a:pt x="1021555" y="37276"/>
                  </a:lnTo>
                  <a:lnTo>
                    <a:pt x="948586" y="40138"/>
                  </a:lnTo>
                  <a:lnTo>
                    <a:pt x="875618" y="43060"/>
                  </a:lnTo>
                  <a:lnTo>
                    <a:pt x="802650" y="46039"/>
                  </a:lnTo>
                  <a:lnTo>
                    <a:pt x="729682" y="49072"/>
                  </a:lnTo>
                  <a:lnTo>
                    <a:pt x="656713" y="52155"/>
                  </a:lnTo>
                  <a:lnTo>
                    <a:pt x="583745" y="55286"/>
                  </a:lnTo>
                  <a:lnTo>
                    <a:pt x="510777" y="58461"/>
                  </a:lnTo>
                  <a:lnTo>
                    <a:pt x="437809" y="61678"/>
                  </a:lnTo>
                  <a:lnTo>
                    <a:pt x="364841" y="64936"/>
                  </a:lnTo>
                  <a:lnTo>
                    <a:pt x="291872" y="68230"/>
                  </a:lnTo>
                  <a:lnTo>
                    <a:pt x="218904" y="71560"/>
                  </a:lnTo>
                  <a:lnTo>
                    <a:pt x="145936" y="74924"/>
                  </a:lnTo>
                  <a:lnTo>
                    <a:pt x="72968" y="78319"/>
                  </a:lnTo>
                  <a:lnTo>
                    <a:pt x="0" y="81745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1167921" y="4696001"/>
              <a:ext cx="5764489" cy="55038"/>
            </a:xfrm>
            <a:custGeom>
              <a:avLst/>
              <a:gdLst/>
              <a:ahLst/>
              <a:cxnLst/>
              <a:rect l="0" t="0" r="0" b="0"/>
              <a:pathLst>
                <a:path w="5764489" h="55038">
                  <a:moveTo>
                    <a:pt x="0" y="0"/>
                  </a:moveTo>
                  <a:lnTo>
                    <a:pt x="72968" y="696"/>
                  </a:lnTo>
                  <a:lnTo>
                    <a:pt x="145936" y="1393"/>
                  </a:lnTo>
                  <a:lnTo>
                    <a:pt x="218904" y="2090"/>
                  </a:lnTo>
                  <a:lnTo>
                    <a:pt x="291872" y="2786"/>
                  </a:lnTo>
                  <a:lnTo>
                    <a:pt x="364841" y="3483"/>
                  </a:lnTo>
                  <a:lnTo>
                    <a:pt x="437809" y="4180"/>
                  </a:lnTo>
                  <a:lnTo>
                    <a:pt x="510777" y="4876"/>
                  </a:lnTo>
                  <a:lnTo>
                    <a:pt x="583745" y="5573"/>
                  </a:lnTo>
                  <a:lnTo>
                    <a:pt x="656713" y="6270"/>
                  </a:lnTo>
                  <a:lnTo>
                    <a:pt x="729682" y="6966"/>
                  </a:lnTo>
                  <a:lnTo>
                    <a:pt x="802650" y="7663"/>
                  </a:lnTo>
                  <a:lnTo>
                    <a:pt x="875618" y="8360"/>
                  </a:lnTo>
                  <a:lnTo>
                    <a:pt x="948586" y="9057"/>
                  </a:lnTo>
                  <a:lnTo>
                    <a:pt x="1021555" y="9753"/>
                  </a:lnTo>
                  <a:lnTo>
                    <a:pt x="1094523" y="10450"/>
                  </a:lnTo>
                  <a:lnTo>
                    <a:pt x="1167491" y="11147"/>
                  </a:lnTo>
                  <a:lnTo>
                    <a:pt x="1240459" y="11843"/>
                  </a:lnTo>
                  <a:lnTo>
                    <a:pt x="1313427" y="12540"/>
                  </a:lnTo>
                  <a:lnTo>
                    <a:pt x="1386396" y="13237"/>
                  </a:lnTo>
                  <a:lnTo>
                    <a:pt x="1459364" y="13933"/>
                  </a:lnTo>
                  <a:lnTo>
                    <a:pt x="1532332" y="14630"/>
                  </a:lnTo>
                  <a:lnTo>
                    <a:pt x="1605300" y="15327"/>
                  </a:lnTo>
                  <a:lnTo>
                    <a:pt x="1678268" y="16023"/>
                  </a:lnTo>
                  <a:lnTo>
                    <a:pt x="1751237" y="16720"/>
                  </a:lnTo>
                  <a:lnTo>
                    <a:pt x="1824205" y="17417"/>
                  </a:lnTo>
                  <a:lnTo>
                    <a:pt x="1897173" y="18114"/>
                  </a:lnTo>
                  <a:lnTo>
                    <a:pt x="1970141" y="18810"/>
                  </a:lnTo>
                  <a:lnTo>
                    <a:pt x="2043110" y="19507"/>
                  </a:lnTo>
                  <a:lnTo>
                    <a:pt x="2116078" y="20204"/>
                  </a:lnTo>
                  <a:lnTo>
                    <a:pt x="2189046" y="20900"/>
                  </a:lnTo>
                  <a:lnTo>
                    <a:pt x="2262014" y="21597"/>
                  </a:lnTo>
                  <a:lnTo>
                    <a:pt x="2334982" y="22294"/>
                  </a:lnTo>
                  <a:lnTo>
                    <a:pt x="2407951" y="22990"/>
                  </a:lnTo>
                  <a:lnTo>
                    <a:pt x="2480919" y="23687"/>
                  </a:lnTo>
                  <a:lnTo>
                    <a:pt x="2553887" y="24384"/>
                  </a:lnTo>
                  <a:lnTo>
                    <a:pt x="2626855" y="25081"/>
                  </a:lnTo>
                  <a:lnTo>
                    <a:pt x="2699823" y="25777"/>
                  </a:lnTo>
                  <a:lnTo>
                    <a:pt x="2772792" y="26474"/>
                  </a:lnTo>
                  <a:lnTo>
                    <a:pt x="2845760" y="27171"/>
                  </a:lnTo>
                  <a:lnTo>
                    <a:pt x="2918728" y="27867"/>
                  </a:lnTo>
                  <a:lnTo>
                    <a:pt x="2991696" y="28564"/>
                  </a:lnTo>
                  <a:lnTo>
                    <a:pt x="3064665" y="29261"/>
                  </a:lnTo>
                  <a:lnTo>
                    <a:pt x="3137633" y="29957"/>
                  </a:lnTo>
                  <a:lnTo>
                    <a:pt x="3210601" y="30654"/>
                  </a:lnTo>
                  <a:lnTo>
                    <a:pt x="3283569" y="31351"/>
                  </a:lnTo>
                  <a:lnTo>
                    <a:pt x="3356537" y="32047"/>
                  </a:lnTo>
                  <a:lnTo>
                    <a:pt x="3429506" y="32744"/>
                  </a:lnTo>
                  <a:lnTo>
                    <a:pt x="3502474" y="33441"/>
                  </a:lnTo>
                  <a:lnTo>
                    <a:pt x="3575442" y="34138"/>
                  </a:lnTo>
                  <a:lnTo>
                    <a:pt x="3648410" y="34834"/>
                  </a:lnTo>
                  <a:lnTo>
                    <a:pt x="3721379" y="35531"/>
                  </a:lnTo>
                  <a:lnTo>
                    <a:pt x="3794347" y="36228"/>
                  </a:lnTo>
                  <a:lnTo>
                    <a:pt x="3867315" y="36924"/>
                  </a:lnTo>
                  <a:lnTo>
                    <a:pt x="3940283" y="37621"/>
                  </a:lnTo>
                  <a:lnTo>
                    <a:pt x="4013251" y="38318"/>
                  </a:lnTo>
                  <a:lnTo>
                    <a:pt x="4086220" y="39014"/>
                  </a:lnTo>
                  <a:lnTo>
                    <a:pt x="4159188" y="39711"/>
                  </a:lnTo>
                  <a:lnTo>
                    <a:pt x="4232156" y="40408"/>
                  </a:lnTo>
                  <a:lnTo>
                    <a:pt x="4305124" y="41104"/>
                  </a:lnTo>
                  <a:lnTo>
                    <a:pt x="4378092" y="41801"/>
                  </a:lnTo>
                  <a:lnTo>
                    <a:pt x="4451061" y="42498"/>
                  </a:lnTo>
                  <a:lnTo>
                    <a:pt x="4524029" y="43195"/>
                  </a:lnTo>
                  <a:lnTo>
                    <a:pt x="4596997" y="43891"/>
                  </a:lnTo>
                  <a:lnTo>
                    <a:pt x="4669965" y="44588"/>
                  </a:lnTo>
                  <a:lnTo>
                    <a:pt x="4742934" y="45285"/>
                  </a:lnTo>
                  <a:lnTo>
                    <a:pt x="4815902" y="45981"/>
                  </a:lnTo>
                  <a:lnTo>
                    <a:pt x="4888870" y="46678"/>
                  </a:lnTo>
                  <a:lnTo>
                    <a:pt x="4961838" y="47375"/>
                  </a:lnTo>
                  <a:lnTo>
                    <a:pt x="5034806" y="48071"/>
                  </a:lnTo>
                  <a:lnTo>
                    <a:pt x="5107775" y="48768"/>
                  </a:lnTo>
                  <a:lnTo>
                    <a:pt x="5180743" y="49465"/>
                  </a:lnTo>
                  <a:lnTo>
                    <a:pt x="5253711" y="50162"/>
                  </a:lnTo>
                  <a:lnTo>
                    <a:pt x="5326679" y="50858"/>
                  </a:lnTo>
                  <a:lnTo>
                    <a:pt x="5399647" y="51555"/>
                  </a:lnTo>
                  <a:lnTo>
                    <a:pt x="5472616" y="52252"/>
                  </a:lnTo>
                  <a:lnTo>
                    <a:pt x="5545584" y="52948"/>
                  </a:lnTo>
                  <a:lnTo>
                    <a:pt x="5618552" y="53645"/>
                  </a:lnTo>
                  <a:lnTo>
                    <a:pt x="5691520" y="54342"/>
                  </a:lnTo>
                  <a:lnTo>
                    <a:pt x="5764489" y="55038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t62"/>
            <p:cNvSpPr/>
            <p:nvPr/>
          </p:nvSpPr>
          <p:spPr>
            <a:xfrm>
              <a:off x="3667830" y="42481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t63"/>
            <p:cNvSpPr/>
            <p:nvPr/>
          </p:nvSpPr>
          <p:spPr>
            <a:xfrm>
              <a:off x="3667830" y="35545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t64"/>
            <p:cNvSpPr/>
            <p:nvPr/>
          </p:nvSpPr>
          <p:spPr>
            <a:xfrm>
              <a:off x="3667830" y="36348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t65"/>
            <p:cNvSpPr/>
            <p:nvPr/>
          </p:nvSpPr>
          <p:spPr>
            <a:xfrm>
              <a:off x="1109219" y="295885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t66"/>
            <p:cNvSpPr/>
            <p:nvPr/>
          </p:nvSpPr>
          <p:spPr>
            <a:xfrm>
              <a:off x="1109219" y="29262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t67"/>
            <p:cNvSpPr/>
            <p:nvPr/>
          </p:nvSpPr>
          <p:spPr>
            <a:xfrm>
              <a:off x="1109219" y="39683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t68"/>
            <p:cNvSpPr/>
            <p:nvPr/>
          </p:nvSpPr>
          <p:spPr>
            <a:xfrm>
              <a:off x="6873708" y="447761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t69"/>
            <p:cNvSpPr/>
            <p:nvPr/>
          </p:nvSpPr>
          <p:spPr>
            <a:xfrm>
              <a:off x="6873708" y="45926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t70"/>
            <p:cNvSpPr/>
            <p:nvPr/>
          </p:nvSpPr>
          <p:spPr>
            <a:xfrm>
              <a:off x="6873708" y="46611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t71"/>
            <p:cNvSpPr/>
            <p:nvPr/>
          </p:nvSpPr>
          <p:spPr>
            <a:xfrm>
              <a:off x="4206338" y="44180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t72"/>
            <p:cNvSpPr/>
            <p:nvPr/>
          </p:nvSpPr>
          <p:spPr>
            <a:xfrm>
              <a:off x="4206338" y="43168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t73"/>
            <p:cNvSpPr/>
            <p:nvPr/>
          </p:nvSpPr>
          <p:spPr>
            <a:xfrm>
              <a:off x="4206338" y="47990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t74"/>
            <p:cNvSpPr/>
            <p:nvPr/>
          </p:nvSpPr>
          <p:spPr>
            <a:xfrm>
              <a:off x="4616488" y="3337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t75"/>
            <p:cNvSpPr/>
            <p:nvPr/>
          </p:nvSpPr>
          <p:spPr>
            <a:xfrm>
              <a:off x="4616488" y="316360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t76"/>
            <p:cNvSpPr/>
            <p:nvPr/>
          </p:nvSpPr>
          <p:spPr>
            <a:xfrm>
              <a:off x="4616488" y="3838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t77"/>
            <p:cNvSpPr/>
            <p:nvPr/>
          </p:nvSpPr>
          <p:spPr>
            <a:xfrm>
              <a:off x="1668184" y="38764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t78"/>
            <p:cNvSpPr/>
            <p:nvPr/>
          </p:nvSpPr>
          <p:spPr>
            <a:xfrm>
              <a:off x="1668184" y="326795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t79"/>
            <p:cNvSpPr/>
            <p:nvPr/>
          </p:nvSpPr>
          <p:spPr>
            <a:xfrm>
              <a:off x="1668184" y="394116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t80"/>
            <p:cNvSpPr/>
            <p:nvPr/>
          </p:nvSpPr>
          <p:spPr>
            <a:xfrm>
              <a:off x="4362927" y="436263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t81"/>
            <p:cNvSpPr/>
            <p:nvPr/>
          </p:nvSpPr>
          <p:spPr>
            <a:xfrm>
              <a:off x="4362927" y="42838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t82"/>
            <p:cNvSpPr/>
            <p:nvPr/>
          </p:nvSpPr>
          <p:spPr>
            <a:xfrm>
              <a:off x="4362927" y="473109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5635527" y="47074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t84"/>
            <p:cNvSpPr/>
            <p:nvPr/>
          </p:nvSpPr>
          <p:spPr>
            <a:xfrm>
              <a:off x="5635527" y="4791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5635527" y="414108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1167921" y="3112852"/>
              <a:ext cx="5764489" cy="1959136"/>
            </a:xfrm>
            <a:custGeom>
              <a:avLst/>
              <a:gdLst/>
              <a:ahLst/>
              <a:cxnLst/>
              <a:rect l="0" t="0" r="0" b="0"/>
              <a:pathLst>
                <a:path w="5764489" h="1959136">
                  <a:moveTo>
                    <a:pt x="0" y="0"/>
                  </a:moveTo>
                  <a:lnTo>
                    <a:pt x="72968" y="22162"/>
                  </a:lnTo>
                  <a:lnTo>
                    <a:pt x="145936" y="44275"/>
                  </a:lnTo>
                  <a:lnTo>
                    <a:pt x="218904" y="66335"/>
                  </a:lnTo>
                  <a:lnTo>
                    <a:pt x="291872" y="88340"/>
                  </a:lnTo>
                  <a:lnTo>
                    <a:pt x="364841" y="110285"/>
                  </a:lnTo>
                  <a:lnTo>
                    <a:pt x="437809" y="132168"/>
                  </a:lnTo>
                  <a:lnTo>
                    <a:pt x="510777" y="153984"/>
                  </a:lnTo>
                  <a:lnTo>
                    <a:pt x="583745" y="175730"/>
                  </a:lnTo>
                  <a:lnTo>
                    <a:pt x="656713" y="197401"/>
                  </a:lnTo>
                  <a:lnTo>
                    <a:pt x="729682" y="218993"/>
                  </a:lnTo>
                  <a:lnTo>
                    <a:pt x="802650" y="240501"/>
                  </a:lnTo>
                  <a:lnTo>
                    <a:pt x="875618" y="261920"/>
                  </a:lnTo>
                  <a:lnTo>
                    <a:pt x="948586" y="283244"/>
                  </a:lnTo>
                  <a:lnTo>
                    <a:pt x="1021555" y="304467"/>
                  </a:lnTo>
                  <a:lnTo>
                    <a:pt x="1094523" y="325583"/>
                  </a:lnTo>
                  <a:lnTo>
                    <a:pt x="1167491" y="346584"/>
                  </a:lnTo>
                  <a:lnTo>
                    <a:pt x="1240459" y="367465"/>
                  </a:lnTo>
                  <a:lnTo>
                    <a:pt x="1313427" y="388216"/>
                  </a:lnTo>
                  <a:lnTo>
                    <a:pt x="1386396" y="408830"/>
                  </a:lnTo>
                  <a:lnTo>
                    <a:pt x="1459364" y="429299"/>
                  </a:lnTo>
                  <a:lnTo>
                    <a:pt x="1532332" y="449613"/>
                  </a:lnTo>
                  <a:lnTo>
                    <a:pt x="1605300" y="469762"/>
                  </a:lnTo>
                  <a:lnTo>
                    <a:pt x="1678268" y="489737"/>
                  </a:lnTo>
                  <a:lnTo>
                    <a:pt x="1751237" y="509528"/>
                  </a:lnTo>
                  <a:lnTo>
                    <a:pt x="1824205" y="529123"/>
                  </a:lnTo>
                  <a:lnTo>
                    <a:pt x="1897173" y="548511"/>
                  </a:lnTo>
                  <a:lnTo>
                    <a:pt x="1970141" y="567682"/>
                  </a:lnTo>
                  <a:lnTo>
                    <a:pt x="2043110" y="586622"/>
                  </a:lnTo>
                  <a:lnTo>
                    <a:pt x="2116078" y="605322"/>
                  </a:lnTo>
                  <a:lnTo>
                    <a:pt x="2189046" y="623769"/>
                  </a:lnTo>
                  <a:lnTo>
                    <a:pt x="2262014" y="641952"/>
                  </a:lnTo>
                  <a:lnTo>
                    <a:pt x="2334982" y="659859"/>
                  </a:lnTo>
                  <a:lnTo>
                    <a:pt x="2407951" y="677481"/>
                  </a:lnTo>
                  <a:lnTo>
                    <a:pt x="2480919" y="694806"/>
                  </a:lnTo>
                  <a:lnTo>
                    <a:pt x="2553887" y="711828"/>
                  </a:lnTo>
                  <a:lnTo>
                    <a:pt x="2626855" y="728537"/>
                  </a:lnTo>
                  <a:lnTo>
                    <a:pt x="2699823" y="744926"/>
                  </a:lnTo>
                  <a:lnTo>
                    <a:pt x="2772792" y="760991"/>
                  </a:lnTo>
                  <a:lnTo>
                    <a:pt x="2845760" y="776728"/>
                  </a:lnTo>
                  <a:lnTo>
                    <a:pt x="2918728" y="792133"/>
                  </a:lnTo>
                  <a:lnTo>
                    <a:pt x="2991696" y="807208"/>
                  </a:lnTo>
                  <a:lnTo>
                    <a:pt x="3064665" y="821953"/>
                  </a:lnTo>
                  <a:lnTo>
                    <a:pt x="3137633" y="836370"/>
                  </a:lnTo>
                  <a:lnTo>
                    <a:pt x="3210601" y="850463"/>
                  </a:lnTo>
                  <a:lnTo>
                    <a:pt x="3283569" y="864240"/>
                  </a:lnTo>
                  <a:lnTo>
                    <a:pt x="3356537" y="877706"/>
                  </a:lnTo>
                  <a:lnTo>
                    <a:pt x="3429506" y="890870"/>
                  </a:lnTo>
                  <a:lnTo>
                    <a:pt x="3502474" y="903740"/>
                  </a:lnTo>
                  <a:lnTo>
                    <a:pt x="3575442" y="916328"/>
                  </a:lnTo>
                  <a:lnTo>
                    <a:pt x="3648410" y="928644"/>
                  </a:lnTo>
                  <a:lnTo>
                    <a:pt x="3721379" y="940699"/>
                  </a:lnTo>
                  <a:lnTo>
                    <a:pt x="3794347" y="952505"/>
                  </a:lnTo>
                  <a:lnTo>
                    <a:pt x="3867315" y="964072"/>
                  </a:lnTo>
                  <a:lnTo>
                    <a:pt x="3940283" y="975413"/>
                  </a:lnTo>
                  <a:lnTo>
                    <a:pt x="4013251" y="986540"/>
                  </a:lnTo>
                  <a:lnTo>
                    <a:pt x="4086220" y="997463"/>
                  </a:lnTo>
                  <a:lnTo>
                    <a:pt x="4159188" y="1008194"/>
                  </a:lnTo>
                  <a:lnTo>
                    <a:pt x="4232156" y="1018743"/>
                  </a:lnTo>
                  <a:lnTo>
                    <a:pt x="4305124" y="1029121"/>
                  </a:lnTo>
                  <a:lnTo>
                    <a:pt x="4378092" y="1039337"/>
                  </a:lnTo>
                  <a:lnTo>
                    <a:pt x="4451061" y="1049401"/>
                  </a:lnTo>
                  <a:lnTo>
                    <a:pt x="4524029" y="1059322"/>
                  </a:lnTo>
                  <a:lnTo>
                    <a:pt x="4596997" y="1069108"/>
                  </a:lnTo>
                  <a:lnTo>
                    <a:pt x="4669965" y="1078767"/>
                  </a:lnTo>
                  <a:lnTo>
                    <a:pt x="4742934" y="1088308"/>
                  </a:lnTo>
                  <a:lnTo>
                    <a:pt x="4815902" y="1097736"/>
                  </a:lnTo>
                  <a:lnTo>
                    <a:pt x="4888870" y="1107058"/>
                  </a:lnTo>
                  <a:lnTo>
                    <a:pt x="4961838" y="1116282"/>
                  </a:lnTo>
                  <a:lnTo>
                    <a:pt x="5034806" y="1125412"/>
                  </a:lnTo>
                  <a:lnTo>
                    <a:pt x="5107775" y="1134455"/>
                  </a:lnTo>
                  <a:lnTo>
                    <a:pt x="5180743" y="1143415"/>
                  </a:lnTo>
                  <a:lnTo>
                    <a:pt x="5253711" y="1152297"/>
                  </a:lnTo>
                  <a:lnTo>
                    <a:pt x="5326679" y="1161105"/>
                  </a:lnTo>
                  <a:lnTo>
                    <a:pt x="5399647" y="1169845"/>
                  </a:lnTo>
                  <a:lnTo>
                    <a:pt x="5472616" y="1178519"/>
                  </a:lnTo>
                  <a:lnTo>
                    <a:pt x="5545584" y="1187132"/>
                  </a:lnTo>
                  <a:lnTo>
                    <a:pt x="5618552" y="1195686"/>
                  </a:lnTo>
                  <a:lnTo>
                    <a:pt x="5691520" y="1204186"/>
                  </a:lnTo>
                  <a:lnTo>
                    <a:pt x="5764489" y="1212633"/>
                  </a:lnTo>
                  <a:lnTo>
                    <a:pt x="5764489" y="1959136"/>
                  </a:lnTo>
                  <a:lnTo>
                    <a:pt x="5691520" y="1937009"/>
                  </a:lnTo>
                  <a:lnTo>
                    <a:pt x="5618552" y="1914933"/>
                  </a:lnTo>
                  <a:lnTo>
                    <a:pt x="5545584" y="1892912"/>
                  </a:lnTo>
                  <a:lnTo>
                    <a:pt x="5472616" y="1870950"/>
                  </a:lnTo>
                  <a:lnTo>
                    <a:pt x="5399647" y="1849049"/>
                  </a:lnTo>
                  <a:lnTo>
                    <a:pt x="5326679" y="1827213"/>
                  </a:lnTo>
                  <a:lnTo>
                    <a:pt x="5253711" y="1805447"/>
                  </a:lnTo>
                  <a:lnTo>
                    <a:pt x="5180743" y="1783754"/>
                  </a:lnTo>
                  <a:lnTo>
                    <a:pt x="5107775" y="1762139"/>
                  </a:lnTo>
                  <a:lnTo>
                    <a:pt x="5034806" y="1740606"/>
                  </a:lnTo>
                  <a:lnTo>
                    <a:pt x="4961838" y="1719161"/>
                  </a:lnTo>
                  <a:lnTo>
                    <a:pt x="4888870" y="1697810"/>
                  </a:lnTo>
                  <a:lnTo>
                    <a:pt x="4815902" y="1676557"/>
                  </a:lnTo>
                  <a:lnTo>
                    <a:pt x="4742934" y="1655410"/>
                  </a:lnTo>
                  <a:lnTo>
                    <a:pt x="4669965" y="1634375"/>
                  </a:lnTo>
                  <a:lnTo>
                    <a:pt x="4596997" y="1613460"/>
                  </a:lnTo>
                  <a:lnTo>
                    <a:pt x="4524029" y="1592671"/>
                  </a:lnTo>
                  <a:lnTo>
                    <a:pt x="4451061" y="1572016"/>
                  </a:lnTo>
                  <a:lnTo>
                    <a:pt x="4378092" y="1551505"/>
                  </a:lnTo>
                  <a:lnTo>
                    <a:pt x="4305124" y="1531146"/>
                  </a:lnTo>
                  <a:lnTo>
                    <a:pt x="4232156" y="1510949"/>
                  </a:lnTo>
                  <a:lnTo>
                    <a:pt x="4159188" y="1490923"/>
                  </a:lnTo>
                  <a:lnTo>
                    <a:pt x="4086220" y="1471079"/>
                  </a:lnTo>
                  <a:lnTo>
                    <a:pt x="4013251" y="1451427"/>
                  </a:lnTo>
                  <a:lnTo>
                    <a:pt x="3940283" y="1431978"/>
                  </a:lnTo>
                  <a:lnTo>
                    <a:pt x="3867315" y="1412744"/>
                  </a:lnTo>
                  <a:lnTo>
                    <a:pt x="3794347" y="1393737"/>
                  </a:lnTo>
                  <a:lnTo>
                    <a:pt x="3721379" y="1374967"/>
                  </a:lnTo>
                  <a:lnTo>
                    <a:pt x="3648410" y="1356447"/>
                  </a:lnTo>
                  <a:lnTo>
                    <a:pt x="3575442" y="1338187"/>
                  </a:lnTo>
                  <a:lnTo>
                    <a:pt x="3502474" y="1320200"/>
                  </a:lnTo>
                  <a:lnTo>
                    <a:pt x="3429506" y="1302496"/>
                  </a:lnTo>
                  <a:lnTo>
                    <a:pt x="3356537" y="1285085"/>
                  </a:lnTo>
                  <a:lnTo>
                    <a:pt x="3283569" y="1267976"/>
                  </a:lnTo>
                  <a:lnTo>
                    <a:pt x="3210601" y="1251177"/>
                  </a:lnTo>
                  <a:lnTo>
                    <a:pt x="3137633" y="1234696"/>
                  </a:lnTo>
                  <a:lnTo>
                    <a:pt x="3064665" y="1218537"/>
                  </a:lnTo>
                  <a:lnTo>
                    <a:pt x="2991696" y="1202707"/>
                  </a:lnTo>
                  <a:lnTo>
                    <a:pt x="2918728" y="1187206"/>
                  </a:lnTo>
                  <a:lnTo>
                    <a:pt x="2845760" y="1172037"/>
                  </a:lnTo>
                  <a:lnTo>
                    <a:pt x="2772792" y="1157199"/>
                  </a:lnTo>
                  <a:lnTo>
                    <a:pt x="2699823" y="1142688"/>
                  </a:lnTo>
                  <a:lnTo>
                    <a:pt x="2626855" y="1128503"/>
                  </a:lnTo>
                  <a:lnTo>
                    <a:pt x="2553887" y="1114636"/>
                  </a:lnTo>
                  <a:lnTo>
                    <a:pt x="2480919" y="1101083"/>
                  </a:lnTo>
                  <a:lnTo>
                    <a:pt x="2407951" y="1087833"/>
                  </a:lnTo>
                  <a:lnTo>
                    <a:pt x="2334982" y="1074880"/>
                  </a:lnTo>
                  <a:lnTo>
                    <a:pt x="2262014" y="1062212"/>
                  </a:lnTo>
                  <a:lnTo>
                    <a:pt x="2189046" y="1049820"/>
                  </a:lnTo>
                  <a:lnTo>
                    <a:pt x="2116078" y="1037691"/>
                  </a:lnTo>
                  <a:lnTo>
                    <a:pt x="2043110" y="1025816"/>
                  </a:lnTo>
                  <a:lnTo>
                    <a:pt x="1970141" y="1014182"/>
                  </a:lnTo>
                  <a:lnTo>
                    <a:pt x="1897173" y="1002777"/>
                  </a:lnTo>
                  <a:lnTo>
                    <a:pt x="1824205" y="991590"/>
                  </a:lnTo>
                  <a:lnTo>
                    <a:pt x="1751237" y="980610"/>
                  </a:lnTo>
                  <a:lnTo>
                    <a:pt x="1678268" y="969825"/>
                  </a:lnTo>
                  <a:lnTo>
                    <a:pt x="1605300" y="959226"/>
                  </a:lnTo>
                  <a:lnTo>
                    <a:pt x="1532332" y="948800"/>
                  </a:lnTo>
                  <a:lnTo>
                    <a:pt x="1459364" y="938539"/>
                  </a:lnTo>
                  <a:lnTo>
                    <a:pt x="1386396" y="928432"/>
                  </a:lnTo>
                  <a:lnTo>
                    <a:pt x="1313427" y="918471"/>
                  </a:lnTo>
                  <a:lnTo>
                    <a:pt x="1240459" y="908647"/>
                  </a:lnTo>
                  <a:lnTo>
                    <a:pt x="1167491" y="898953"/>
                  </a:lnTo>
                  <a:lnTo>
                    <a:pt x="1094523" y="889379"/>
                  </a:lnTo>
                  <a:lnTo>
                    <a:pt x="1021555" y="879920"/>
                  </a:lnTo>
                  <a:lnTo>
                    <a:pt x="948586" y="870568"/>
                  </a:lnTo>
                  <a:lnTo>
                    <a:pt x="875618" y="861316"/>
                  </a:lnTo>
                  <a:lnTo>
                    <a:pt x="802650" y="852160"/>
                  </a:lnTo>
                  <a:lnTo>
                    <a:pt x="729682" y="843093"/>
                  </a:lnTo>
                  <a:lnTo>
                    <a:pt x="656713" y="834110"/>
                  </a:lnTo>
                  <a:lnTo>
                    <a:pt x="583745" y="825206"/>
                  </a:lnTo>
                  <a:lnTo>
                    <a:pt x="510777" y="816377"/>
                  </a:lnTo>
                  <a:lnTo>
                    <a:pt x="437809" y="807618"/>
                  </a:lnTo>
                  <a:lnTo>
                    <a:pt x="364841" y="798926"/>
                  </a:lnTo>
                  <a:lnTo>
                    <a:pt x="291872" y="790296"/>
                  </a:lnTo>
                  <a:lnTo>
                    <a:pt x="218904" y="781725"/>
                  </a:lnTo>
                  <a:lnTo>
                    <a:pt x="145936" y="773210"/>
                  </a:lnTo>
                  <a:lnTo>
                    <a:pt x="72968" y="764748"/>
                  </a:lnTo>
                  <a:lnTo>
                    <a:pt x="0" y="756336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1167921" y="3112852"/>
              <a:ext cx="5764489" cy="1212633"/>
            </a:xfrm>
            <a:custGeom>
              <a:avLst/>
              <a:gdLst/>
              <a:ahLst/>
              <a:cxnLst/>
              <a:rect l="0" t="0" r="0" b="0"/>
              <a:pathLst>
                <a:path w="5764489" h="1212633">
                  <a:moveTo>
                    <a:pt x="0" y="0"/>
                  </a:moveTo>
                  <a:lnTo>
                    <a:pt x="72968" y="22162"/>
                  </a:lnTo>
                  <a:lnTo>
                    <a:pt x="145936" y="44275"/>
                  </a:lnTo>
                  <a:lnTo>
                    <a:pt x="218904" y="66335"/>
                  </a:lnTo>
                  <a:lnTo>
                    <a:pt x="291872" y="88340"/>
                  </a:lnTo>
                  <a:lnTo>
                    <a:pt x="364841" y="110285"/>
                  </a:lnTo>
                  <a:lnTo>
                    <a:pt x="437809" y="132168"/>
                  </a:lnTo>
                  <a:lnTo>
                    <a:pt x="510777" y="153984"/>
                  </a:lnTo>
                  <a:lnTo>
                    <a:pt x="583745" y="175730"/>
                  </a:lnTo>
                  <a:lnTo>
                    <a:pt x="656713" y="197401"/>
                  </a:lnTo>
                  <a:lnTo>
                    <a:pt x="729682" y="218993"/>
                  </a:lnTo>
                  <a:lnTo>
                    <a:pt x="802650" y="240501"/>
                  </a:lnTo>
                  <a:lnTo>
                    <a:pt x="875618" y="261920"/>
                  </a:lnTo>
                  <a:lnTo>
                    <a:pt x="948586" y="283244"/>
                  </a:lnTo>
                  <a:lnTo>
                    <a:pt x="1021555" y="304467"/>
                  </a:lnTo>
                  <a:lnTo>
                    <a:pt x="1094523" y="325583"/>
                  </a:lnTo>
                  <a:lnTo>
                    <a:pt x="1167491" y="346584"/>
                  </a:lnTo>
                  <a:lnTo>
                    <a:pt x="1240459" y="367465"/>
                  </a:lnTo>
                  <a:lnTo>
                    <a:pt x="1313427" y="388216"/>
                  </a:lnTo>
                  <a:lnTo>
                    <a:pt x="1386396" y="408830"/>
                  </a:lnTo>
                  <a:lnTo>
                    <a:pt x="1459364" y="429299"/>
                  </a:lnTo>
                  <a:lnTo>
                    <a:pt x="1532332" y="449613"/>
                  </a:lnTo>
                  <a:lnTo>
                    <a:pt x="1605300" y="469762"/>
                  </a:lnTo>
                  <a:lnTo>
                    <a:pt x="1678268" y="489737"/>
                  </a:lnTo>
                  <a:lnTo>
                    <a:pt x="1751237" y="509528"/>
                  </a:lnTo>
                  <a:lnTo>
                    <a:pt x="1824205" y="529123"/>
                  </a:lnTo>
                  <a:lnTo>
                    <a:pt x="1897173" y="548511"/>
                  </a:lnTo>
                  <a:lnTo>
                    <a:pt x="1970141" y="567682"/>
                  </a:lnTo>
                  <a:lnTo>
                    <a:pt x="2043110" y="586622"/>
                  </a:lnTo>
                  <a:lnTo>
                    <a:pt x="2116078" y="605322"/>
                  </a:lnTo>
                  <a:lnTo>
                    <a:pt x="2189046" y="623769"/>
                  </a:lnTo>
                  <a:lnTo>
                    <a:pt x="2262014" y="641952"/>
                  </a:lnTo>
                  <a:lnTo>
                    <a:pt x="2334982" y="659859"/>
                  </a:lnTo>
                  <a:lnTo>
                    <a:pt x="2407951" y="677481"/>
                  </a:lnTo>
                  <a:lnTo>
                    <a:pt x="2480919" y="694806"/>
                  </a:lnTo>
                  <a:lnTo>
                    <a:pt x="2553887" y="711828"/>
                  </a:lnTo>
                  <a:lnTo>
                    <a:pt x="2626855" y="728537"/>
                  </a:lnTo>
                  <a:lnTo>
                    <a:pt x="2699823" y="744926"/>
                  </a:lnTo>
                  <a:lnTo>
                    <a:pt x="2772792" y="760991"/>
                  </a:lnTo>
                  <a:lnTo>
                    <a:pt x="2845760" y="776728"/>
                  </a:lnTo>
                  <a:lnTo>
                    <a:pt x="2918728" y="792133"/>
                  </a:lnTo>
                  <a:lnTo>
                    <a:pt x="2991696" y="807208"/>
                  </a:lnTo>
                  <a:lnTo>
                    <a:pt x="3064665" y="821953"/>
                  </a:lnTo>
                  <a:lnTo>
                    <a:pt x="3137633" y="836370"/>
                  </a:lnTo>
                  <a:lnTo>
                    <a:pt x="3210601" y="850463"/>
                  </a:lnTo>
                  <a:lnTo>
                    <a:pt x="3283569" y="864240"/>
                  </a:lnTo>
                  <a:lnTo>
                    <a:pt x="3356537" y="877706"/>
                  </a:lnTo>
                  <a:lnTo>
                    <a:pt x="3429506" y="890870"/>
                  </a:lnTo>
                  <a:lnTo>
                    <a:pt x="3502474" y="903740"/>
                  </a:lnTo>
                  <a:lnTo>
                    <a:pt x="3575442" y="916328"/>
                  </a:lnTo>
                  <a:lnTo>
                    <a:pt x="3648410" y="928644"/>
                  </a:lnTo>
                  <a:lnTo>
                    <a:pt x="3721379" y="940699"/>
                  </a:lnTo>
                  <a:lnTo>
                    <a:pt x="3794347" y="952505"/>
                  </a:lnTo>
                  <a:lnTo>
                    <a:pt x="3867315" y="964072"/>
                  </a:lnTo>
                  <a:lnTo>
                    <a:pt x="3940283" y="975413"/>
                  </a:lnTo>
                  <a:lnTo>
                    <a:pt x="4013251" y="986540"/>
                  </a:lnTo>
                  <a:lnTo>
                    <a:pt x="4086220" y="997463"/>
                  </a:lnTo>
                  <a:lnTo>
                    <a:pt x="4159188" y="1008194"/>
                  </a:lnTo>
                  <a:lnTo>
                    <a:pt x="4232156" y="1018743"/>
                  </a:lnTo>
                  <a:lnTo>
                    <a:pt x="4305124" y="1029121"/>
                  </a:lnTo>
                  <a:lnTo>
                    <a:pt x="4378092" y="1039337"/>
                  </a:lnTo>
                  <a:lnTo>
                    <a:pt x="4451061" y="1049401"/>
                  </a:lnTo>
                  <a:lnTo>
                    <a:pt x="4524029" y="1059322"/>
                  </a:lnTo>
                  <a:lnTo>
                    <a:pt x="4596997" y="1069108"/>
                  </a:lnTo>
                  <a:lnTo>
                    <a:pt x="4669965" y="1078767"/>
                  </a:lnTo>
                  <a:lnTo>
                    <a:pt x="4742934" y="1088308"/>
                  </a:lnTo>
                  <a:lnTo>
                    <a:pt x="4815902" y="1097736"/>
                  </a:lnTo>
                  <a:lnTo>
                    <a:pt x="4888870" y="1107058"/>
                  </a:lnTo>
                  <a:lnTo>
                    <a:pt x="4961838" y="1116282"/>
                  </a:lnTo>
                  <a:lnTo>
                    <a:pt x="5034806" y="1125412"/>
                  </a:lnTo>
                  <a:lnTo>
                    <a:pt x="5107775" y="1134455"/>
                  </a:lnTo>
                  <a:lnTo>
                    <a:pt x="5180743" y="1143415"/>
                  </a:lnTo>
                  <a:lnTo>
                    <a:pt x="5253711" y="1152297"/>
                  </a:lnTo>
                  <a:lnTo>
                    <a:pt x="5326679" y="1161105"/>
                  </a:lnTo>
                  <a:lnTo>
                    <a:pt x="5399647" y="1169845"/>
                  </a:lnTo>
                  <a:lnTo>
                    <a:pt x="5472616" y="1178519"/>
                  </a:lnTo>
                  <a:lnTo>
                    <a:pt x="5545584" y="1187132"/>
                  </a:lnTo>
                  <a:lnTo>
                    <a:pt x="5618552" y="1195686"/>
                  </a:lnTo>
                  <a:lnTo>
                    <a:pt x="5691520" y="1204186"/>
                  </a:lnTo>
                  <a:lnTo>
                    <a:pt x="5764489" y="121263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1167921" y="3869188"/>
              <a:ext cx="5764489" cy="1202800"/>
            </a:xfrm>
            <a:custGeom>
              <a:avLst/>
              <a:gdLst/>
              <a:ahLst/>
              <a:cxnLst/>
              <a:rect l="0" t="0" r="0" b="0"/>
              <a:pathLst>
                <a:path w="5764489" h="1202800">
                  <a:moveTo>
                    <a:pt x="5764489" y="1202800"/>
                  </a:moveTo>
                  <a:lnTo>
                    <a:pt x="5691520" y="1180673"/>
                  </a:lnTo>
                  <a:lnTo>
                    <a:pt x="5618552" y="1158597"/>
                  </a:lnTo>
                  <a:lnTo>
                    <a:pt x="5545584" y="1136576"/>
                  </a:lnTo>
                  <a:lnTo>
                    <a:pt x="5472616" y="1114614"/>
                  </a:lnTo>
                  <a:lnTo>
                    <a:pt x="5399647" y="1092713"/>
                  </a:lnTo>
                  <a:lnTo>
                    <a:pt x="5326679" y="1070877"/>
                  </a:lnTo>
                  <a:lnTo>
                    <a:pt x="5253711" y="1049111"/>
                  </a:lnTo>
                  <a:lnTo>
                    <a:pt x="5180743" y="1027418"/>
                  </a:lnTo>
                  <a:lnTo>
                    <a:pt x="5107775" y="1005803"/>
                  </a:lnTo>
                  <a:lnTo>
                    <a:pt x="5034806" y="984270"/>
                  </a:lnTo>
                  <a:lnTo>
                    <a:pt x="4961838" y="962825"/>
                  </a:lnTo>
                  <a:lnTo>
                    <a:pt x="4888870" y="941474"/>
                  </a:lnTo>
                  <a:lnTo>
                    <a:pt x="4815902" y="920221"/>
                  </a:lnTo>
                  <a:lnTo>
                    <a:pt x="4742934" y="899074"/>
                  </a:lnTo>
                  <a:lnTo>
                    <a:pt x="4669965" y="878039"/>
                  </a:lnTo>
                  <a:lnTo>
                    <a:pt x="4596997" y="857124"/>
                  </a:lnTo>
                  <a:lnTo>
                    <a:pt x="4524029" y="836335"/>
                  </a:lnTo>
                  <a:lnTo>
                    <a:pt x="4451061" y="815680"/>
                  </a:lnTo>
                  <a:lnTo>
                    <a:pt x="4378092" y="795169"/>
                  </a:lnTo>
                  <a:lnTo>
                    <a:pt x="4305124" y="774810"/>
                  </a:lnTo>
                  <a:lnTo>
                    <a:pt x="4232156" y="754613"/>
                  </a:lnTo>
                  <a:lnTo>
                    <a:pt x="4159188" y="734587"/>
                  </a:lnTo>
                  <a:lnTo>
                    <a:pt x="4086220" y="714743"/>
                  </a:lnTo>
                  <a:lnTo>
                    <a:pt x="4013251" y="695091"/>
                  </a:lnTo>
                  <a:lnTo>
                    <a:pt x="3940283" y="675642"/>
                  </a:lnTo>
                  <a:lnTo>
                    <a:pt x="3867315" y="656408"/>
                  </a:lnTo>
                  <a:lnTo>
                    <a:pt x="3794347" y="637401"/>
                  </a:lnTo>
                  <a:lnTo>
                    <a:pt x="3721379" y="618631"/>
                  </a:lnTo>
                  <a:lnTo>
                    <a:pt x="3648410" y="600111"/>
                  </a:lnTo>
                  <a:lnTo>
                    <a:pt x="3575442" y="581851"/>
                  </a:lnTo>
                  <a:lnTo>
                    <a:pt x="3502474" y="563864"/>
                  </a:lnTo>
                  <a:lnTo>
                    <a:pt x="3429506" y="546160"/>
                  </a:lnTo>
                  <a:lnTo>
                    <a:pt x="3356537" y="528749"/>
                  </a:lnTo>
                  <a:lnTo>
                    <a:pt x="3283569" y="511640"/>
                  </a:lnTo>
                  <a:lnTo>
                    <a:pt x="3210601" y="494841"/>
                  </a:lnTo>
                  <a:lnTo>
                    <a:pt x="3137633" y="478359"/>
                  </a:lnTo>
                  <a:lnTo>
                    <a:pt x="3064665" y="462201"/>
                  </a:lnTo>
                  <a:lnTo>
                    <a:pt x="2991696" y="446371"/>
                  </a:lnTo>
                  <a:lnTo>
                    <a:pt x="2918728" y="430870"/>
                  </a:lnTo>
                  <a:lnTo>
                    <a:pt x="2845760" y="415701"/>
                  </a:lnTo>
                  <a:lnTo>
                    <a:pt x="2772792" y="400862"/>
                  </a:lnTo>
                  <a:lnTo>
                    <a:pt x="2699823" y="386352"/>
                  </a:lnTo>
                  <a:lnTo>
                    <a:pt x="2626855" y="372167"/>
                  </a:lnTo>
                  <a:lnTo>
                    <a:pt x="2553887" y="358300"/>
                  </a:lnTo>
                  <a:lnTo>
                    <a:pt x="2480919" y="344747"/>
                  </a:lnTo>
                  <a:lnTo>
                    <a:pt x="2407951" y="331497"/>
                  </a:lnTo>
                  <a:lnTo>
                    <a:pt x="2334982" y="318544"/>
                  </a:lnTo>
                  <a:lnTo>
                    <a:pt x="2262014" y="305876"/>
                  </a:lnTo>
                  <a:lnTo>
                    <a:pt x="2189046" y="293484"/>
                  </a:lnTo>
                  <a:lnTo>
                    <a:pt x="2116078" y="281355"/>
                  </a:lnTo>
                  <a:lnTo>
                    <a:pt x="2043110" y="269480"/>
                  </a:lnTo>
                  <a:lnTo>
                    <a:pt x="1970141" y="257846"/>
                  </a:lnTo>
                  <a:lnTo>
                    <a:pt x="1897173" y="246441"/>
                  </a:lnTo>
                  <a:lnTo>
                    <a:pt x="1824205" y="235254"/>
                  </a:lnTo>
                  <a:lnTo>
                    <a:pt x="1751237" y="224274"/>
                  </a:lnTo>
                  <a:lnTo>
                    <a:pt x="1678268" y="213489"/>
                  </a:lnTo>
                  <a:lnTo>
                    <a:pt x="1605300" y="202890"/>
                  </a:lnTo>
                  <a:lnTo>
                    <a:pt x="1532332" y="192464"/>
                  </a:lnTo>
                  <a:lnTo>
                    <a:pt x="1459364" y="182203"/>
                  </a:lnTo>
                  <a:lnTo>
                    <a:pt x="1386396" y="172096"/>
                  </a:lnTo>
                  <a:lnTo>
                    <a:pt x="1313427" y="162135"/>
                  </a:lnTo>
                  <a:lnTo>
                    <a:pt x="1240459" y="152311"/>
                  </a:lnTo>
                  <a:lnTo>
                    <a:pt x="1167491" y="142617"/>
                  </a:lnTo>
                  <a:lnTo>
                    <a:pt x="1094523" y="133043"/>
                  </a:lnTo>
                  <a:lnTo>
                    <a:pt x="1021555" y="123584"/>
                  </a:lnTo>
                  <a:lnTo>
                    <a:pt x="948586" y="114231"/>
                  </a:lnTo>
                  <a:lnTo>
                    <a:pt x="875618" y="104980"/>
                  </a:lnTo>
                  <a:lnTo>
                    <a:pt x="802650" y="95824"/>
                  </a:lnTo>
                  <a:lnTo>
                    <a:pt x="729682" y="86757"/>
                  </a:lnTo>
                  <a:lnTo>
                    <a:pt x="656713" y="77774"/>
                  </a:lnTo>
                  <a:lnTo>
                    <a:pt x="583745" y="68870"/>
                  </a:lnTo>
                  <a:lnTo>
                    <a:pt x="510777" y="60041"/>
                  </a:lnTo>
                  <a:lnTo>
                    <a:pt x="437809" y="51282"/>
                  </a:lnTo>
                  <a:lnTo>
                    <a:pt x="364841" y="42590"/>
                  </a:lnTo>
                  <a:lnTo>
                    <a:pt x="291872" y="33960"/>
                  </a:lnTo>
                  <a:lnTo>
                    <a:pt x="218904" y="25389"/>
                  </a:lnTo>
                  <a:lnTo>
                    <a:pt x="145936" y="16874"/>
                  </a:lnTo>
                  <a:lnTo>
                    <a:pt x="72968" y="84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1167921" y="3491020"/>
              <a:ext cx="5764489" cy="1207717"/>
            </a:xfrm>
            <a:custGeom>
              <a:avLst/>
              <a:gdLst/>
              <a:ahLst/>
              <a:cxnLst/>
              <a:rect l="0" t="0" r="0" b="0"/>
              <a:pathLst>
                <a:path w="5764489" h="1207717">
                  <a:moveTo>
                    <a:pt x="0" y="0"/>
                  </a:moveTo>
                  <a:lnTo>
                    <a:pt x="72968" y="15287"/>
                  </a:lnTo>
                  <a:lnTo>
                    <a:pt x="145936" y="30575"/>
                  </a:lnTo>
                  <a:lnTo>
                    <a:pt x="218904" y="45862"/>
                  </a:lnTo>
                  <a:lnTo>
                    <a:pt x="291872" y="61150"/>
                  </a:lnTo>
                  <a:lnTo>
                    <a:pt x="364841" y="76437"/>
                  </a:lnTo>
                  <a:lnTo>
                    <a:pt x="437809" y="91725"/>
                  </a:lnTo>
                  <a:lnTo>
                    <a:pt x="510777" y="107012"/>
                  </a:lnTo>
                  <a:lnTo>
                    <a:pt x="583745" y="122300"/>
                  </a:lnTo>
                  <a:lnTo>
                    <a:pt x="656713" y="137588"/>
                  </a:lnTo>
                  <a:lnTo>
                    <a:pt x="729682" y="152875"/>
                  </a:lnTo>
                  <a:lnTo>
                    <a:pt x="802650" y="168163"/>
                  </a:lnTo>
                  <a:lnTo>
                    <a:pt x="875618" y="183450"/>
                  </a:lnTo>
                  <a:lnTo>
                    <a:pt x="948586" y="198738"/>
                  </a:lnTo>
                  <a:lnTo>
                    <a:pt x="1021555" y="214025"/>
                  </a:lnTo>
                  <a:lnTo>
                    <a:pt x="1094523" y="229313"/>
                  </a:lnTo>
                  <a:lnTo>
                    <a:pt x="1167491" y="244600"/>
                  </a:lnTo>
                  <a:lnTo>
                    <a:pt x="1240459" y="259888"/>
                  </a:lnTo>
                  <a:lnTo>
                    <a:pt x="1313427" y="275176"/>
                  </a:lnTo>
                  <a:lnTo>
                    <a:pt x="1386396" y="290463"/>
                  </a:lnTo>
                  <a:lnTo>
                    <a:pt x="1459364" y="305751"/>
                  </a:lnTo>
                  <a:lnTo>
                    <a:pt x="1532332" y="321038"/>
                  </a:lnTo>
                  <a:lnTo>
                    <a:pt x="1605300" y="336326"/>
                  </a:lnTo>
                  <a:lnTo>
                    <a:pt x="1678268" y="351613"/>
                  </a:lnTo>
                  <a:lnTo>
                    <a:pt x="1751237" y="366901"/>
                  </a:lnTo>
                  <a:lnTo>
                    <a:pt x="1824205" y="382188"/>
                  </a:lnTo>
                  <a:lnTo>
                    <a:pt x="1897173" y="397476"/>
                  </a:lnTo>
                  <a:lnTo>
                    <a:pt x="1970141" y="412764"/>
                  </a:lnTo>
                  <a:lnTo>
                    <a:pt x="2043110" y="428051"/>
                  </a:lnTo>
                  <a:lnTo>
                    <a:pt x="2116078" y="443339"/>
                  </a:lnTo>
                  <a:lnTo>
                    <a:pt x="2189046" y="458626"/>
                  </a:lnTo>
                  <a:lnTo>
                    <a:pt x="2262014" y="473914"/>
                  </a:lnTo>
                  <a:lnTo>
                    <a:pt x="2334982" y="489201"/>
                  </a:lnTo>
                  <a:lnTo>
                    <a:pt x="2407951" y="504489"/>
                  </a:lnTo>
                  <a:lnTo>
                    <a:pt x="2480919" y="519777"/>
                  </a:lnTo>
                  <a:lnTo>
                    <a:pt x="2553887" y="535064"/>
                  </a:lnTo>
                  <a:lnTo>
                    <a:pt x="2626855" y="550352"/>
                  </a:lnTo>
                  <a:lnTo>
                    <a:pt x="2699823" y="565639"/>
                  </a:lnTo>
                  <a:lnTo>
                    <a:pt x="2772792" y="580927"/>
                  </a:lnTo>
                  <a:lnTo>
                    <a:pt x="2845760" y="596214"/>
                  </a:lnTo>
                  <a:lnTo>
                    <a:pt x="2918728" y="611502"/>
                  </a:lnTo>
                  <a:lnTo>
                    <a:pt x="2991696" y="626789"/>
                  </a:lnTo>
                  <a:lnTo>
                    <a:pt x="3064665" y="642077"/>
                  </a:lnTo>
                  <a:lnTo>
                    <a:pt x="3137633" y="657365"/>
                  </a:lnTo>
                  <a:lnTo>
                    <a:pt x="3210601" y="672652"/>
                  </a:lnTo>
                  <a:lnTo>
                    <a:pt x="3283569" y="687940"/>
                  </a:lnTo>
                  <a:lnTo>
                    <a:pt x="3356537" y="703227"/>
                  </a:lnTo>
                  <a:lnTo>
                    <a:pt x="3429506" y="718515"/>
                  </a:lnTo>
                  <a:lnTo>
                    <a:pt x="3502474" y="733802"/>
                  </a:lnTo>
                  <a:lnTo>
                    <a:pt x="3575442" y="749090"/>
                  </a:lnTo>
                  <a:lnTo>
                    <a:pt x="3648410" y="764377"/>
                  </a:lnTo>
                  <a:lnTo>
                    <a:pt x="3721379" y="779665"/>
                  </a:lnTo>
                  <a:lnTo>
                    <a:pt x="3794347" y="794953"/>
                  </a:lnTo>
                  <a:lnTo>
                    <a:pt x="3867315" y="810240"/>
                  </a:lnTo>
                  <a:lnTo>
                    <a:pt x="3940283" y="825528"/>
                  </a:lnTo>
                  <a:lnTo>
                    <a:pt x="4013251" y="840815"/>
                  </a:lnTo>
                  <a:lnTo>
                    <a:pt x="4086220" y="856103"/>
                  </a:lnTo>
                  <a:lnTo>
                    <a:pt x="4159188" y="871390"/>
                  </a:lnTo>
                  <a:lnTo>
                    <a:pt x="4232156" y="886678"/>
                  </a:lnTo>
                  <a:lnTo>
                    <a:pt x="4305124" y="901966"/>
                  </a:lnTo>
                  <a:lnTo>
                    <a:pt x="4378092" y="917253"/>
                  </a:lnTo>
                  <a:lnTo>
                    <a:pt x="4451061" y="932541"/>
                  </a:lnTo>
                  <a:lnTo>
                    <a:pt x="4524029" y="947828"/>
                  </a:lnTo>
                  <a:lnTo>
                    <a:pt x="4596997" y="963116"/>
                  </a:lnTo>
                  <a:lnTo>
                    <a:pt x="4669965" y="978403"/>
                  </a:lnTo>
                  <a:lnTo>
                    <a:pt x="4742934" y="993691"/>
                  </a:lnTo>
                  <a:lnTo>
                    <a:pt x="4815902" y="1008978"/>
                  </a:lnTo>
                  <a:lnTo>
                    <a:pt x="4888870" y="1024266"/>
                  </a:lnTo>
                  <a:lnTo>
                    <a:pt x="4961838" y="1039554"/>
                  </a:lnTo>
                  <a:lnTo>
                    <a:pt x="5034806" y="1054841"/>
                  </a:lnTo>
                  <a:lnTo>
                    <a:pt x="5107775" y="1070129"/>
                  </a:lnTo>
                  <a:lnTo>
                    <a:pt x="5180743" y="1085416"/>
                  </a:lnTo>
                  <a:lnTo>
                    <a:pt x="5253711" y="1100704"/>
                  </a:lnTo>
                  <a:lnTo>
                    <a:pt x="5326679" y="1115991"/>
                  </a:lnTo>
                  <a:lnTo>
                    <a:pt x="5399647" y="1131279"/>
                  </a:lnTo>
                  <a:lnTo>
                    <a:pt x="5472616" y="1146566"/>
                  </a:lnTo>
                  <a:lnTo>
                    <a:pt x="5545584" y="1161854"/>
                  </a:lnTo>
                  <a:lnTo>
                    <a:pt x="5618552" y="1177142"/>
                  </a:lnTo>
                  <a:lnTo>
                    <a:pt x="5691520" y="1192429"/>
                  </a:lnTo>
                  <a:lnTo>
                    <a:pt x="5764489" y="1207717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t90"/>
            <p:cNvSpPr/>
            <p:nvPr/>
          </p:nvSpPr>
          <p:spPr>
            <a:xfrm>
              <a:off x="3667830" y="23972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t91"/>
            <p:cNvSpPr/>
            <p:nvPr/>
          </p:nvSpPr>
          <p:spPr>
            <a:xfrm>
              <a:off x="3667830" y="23881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t92"/>
            <p:cNvSpPr/>
            <p:nvPr/>
          </p:nvSpPr>
          <p:spPr>
            <a:xfrm>
              <a:off x="3667830" y="255422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t93"/>
            <p:cNvSpPr/>
            <p:nvPr/>
          </p:nvSpPr>
          <p:spPr>
            <a:xfrm>
              <a:off x="1109219" y="232583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t94"/>
            <p:cNvSpPr/>
            <p:nvPr/>
          </p:nvSpPr>
          <p:spPr>
            <a:xfrm>
              <a:off x="1109219" y="266366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t95"/>
            <p:cNvSpPr/>
            <p:nvPr/>
          </p:nvSpPr>
          <p:spPr>
            <a:xfrm>
              <a:off x="1109219" y="20117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t96"/>
            <p:cNvSpPr/>
            <p:nvPr/>
          </p:nvSpPr>
          <p:spPr>
            <a:xfrm>
              <a:off x="6873708" y="35616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t97"/>
            <p:cNvSpPr/>
            <p:nvPr/>
          </p:nvSpPr>
          <p:spPr>
            <a:xfrm>
              <a:off x="6873708" y="322513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t98"/>
            <p:cNvSpPr/>
            <p:nvPr/>
          </p:nvSpPr>
          <p:spPr>
            <a:xfrm>
              <a:off x="6873708" y="33107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t99"/>
            <p:cNvSpPr/>
            <p:nvPr/>
          </p:nvSpPr>
          <p:spPr>
            <a:xfrm>
              <a:off x="4206338" y="325368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t100"/>
            <p:cNvSpPr/>
            <p:nvPr/>
          </p:nvSpPr>
          <p:spPr>
            <a:xfrm>
              <a:off x="4206338" y="336787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t101"/>
            <p:cNvSpPr/>
            <p:nvPr/>
          </p:nvSpPr>
          <p:spPr>
            <a:xfrm>
              <a:off x="4206338" y="28504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t102"/>
            <p:cNvSpPr/>
            <p:nvPr/>
          </p:nvSpPr>
          <p:spPr>
            <a:xfrm>
              <a:off x="4616488" y="283258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t103"/>
            <p:cNvSpPr/>
            <p:nvPr/>
          </p:nvSpPr>
          <p:spPr>
            <a:xfrm>
              <a:off x="4616488" y="29804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t104"/>
            <p:cNvSpPr/>
            <p:nvPr/>
          </p:nvSpPr>
          <p:spPr>
            <a:xfrm>
              <a:off x="4616488" y="29351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t105"/>
            <p:cNvSpPr/>
            <p:nvPr/>
          </p:nvSpPr>
          <p:spPr>
            <a:xfrm>
              <a:off x="1668184" y="283654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t106"/>
            <p:cNvSpPr/>
            <p:nvPr/>
          </p:nvSpPr>
          <p:spPr>
            <a:xfrm>
              <a:off x="1668184" y="28771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t107"/>
            <p:cNvSpPr/>
            <p:nvPr/>
          </p:nvSpPr>
          <p:spPr>
            <a:xfrm>
              <a:off x="1668184" y="343173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t108"/>
            <p:cNvSpPr/>
            <p:nvPr/>
          </p:nvSpPr>
          <p:spPr>
            <a:xfrm>
              <a:off x="4362927" y="443847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t109"/>
            <p:cNvSpPr/>
            <p:nvPr/>
          </p:nvSpPr>
          <p:spPr>
            <a:xfrm>
              <a:off x="4362927" y="355820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t110"/>
            <p:cNvSpPr/>
            <p:nvPr/>
          </p:nvSpPr>
          <p:spPr>
            <a:xfrm>
              <a:off x="5635527" y="340356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t111"/>
            <p:cNvSpPr/>
            <p:nvPr/>
          </p:nvSpPr>
          <p:spPr>
            <a:xfrm>
              <a:off x="5635527" y="293964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1167921" y="2277439"/>
              <a:ext cx="5764489" cy="1605861"/>
            </a:xfrm>
            <a:custGeom>
              <a:avLst/>
              <a:gdLst/>
              <a:ahLst/>
              <a:cxnLst/>
              <a:rect l="0" t="0" r="0" b="0"/>
              <a:pathLst>
                <a:path w="5764489" h="1605861">
                  <a:moveTo>
                    <a:pt x="0" y="0"/>
                  </a:moveTo>
                  <a:lnTo>
                    <a:pt x="72968" y="17396"/>
                  </a:lnTo>
                  <a:lnTo>
                    <a:pt x="145936" y="34735"/>
                  </a:lnTo>
                  <a:lnTo>
                    <a:pt x="218904" y="52014"/>
                  </a:lnTo>
                  <a:lnTo>
                    <a:pt x="291872" y="69229"/>
                  </a:lnTo>
                  <a:lnTo>
                    <a:pt x="364841" y="86376"/>
                  </a:lnTo>
                  <a:lnTo>
                    <a:pt x="437809" y="103451"/>
                  </a:lnTo>
                  <a:lnTo>
                    <a:pt x="510777" y="120451"/>
                  </a:lnTo>
                  <a:lnTo>
                    <a:pt x="583745" y="137370"/>
                  </a:lnTo>
                  <a:lnTo>
                    <a:pt x="656713" y="154203"/>
                  </a:lnTo>
                  <a:lnTo>
                    <a:pt x="729682" y="170946"/>
                  </a:lnTo>
                  <a:lnTo>
                    <a:pt x="802650" y="187593"/>
                  </a:lnTo>
                  <a:lnTo>
                    <a:pt x="875618" y="204139"/>
                  </a:lnTo>
                  <a:lnTo>
                    <a:pt x="948586" y="220575"/>
                  </a:lnTo>
                  <a:lnTo>
                    <a:pt x="1021555" y="236897"/>
                  </a:lnTo>
                  <a:lnTo>
                    <a:pt x="1094523" y="253097"/>
                  </a:lnTo>
                  <a:lnTo>
                    <a:pt x="1167491" y="269168"/>
                  </a:lnTo>
                  <a:lnTo>
                    <a:pt x="1240459" y="285101"/>
                  </a:lnTo>
                  <a:lnTo>
                    <a:pt x="1313427" y="300888"/>
                  </a:lnTo>
                  <a:lnTo>
                    <a:pt x="1386396" y="316520"/>
                  </a:lnTo>
                  <a:lnTo>
                    <a:pt x="1459364" y="331987"/>
                  </a:lnTo>
                  <a:lnTo>
                    <a:pt x="1532332" y="347281"/>
                  </a:lnTo>
                  <a:lnTo>
                    <a:pt x="1605300" y="362391"/>
                  </a:lnTo>
                  <a:lnTo>
                    <a:pt x="1678268" y="377306"/>
                  </a:lnTo>
                  <a:lnTo>
                    <a:pt x="1751237" y="392015"/>
                  </a:lnTo>
                  <a:lnTo>
                    <a:pt x="1824205" y="406508"/>
                  </a:lnTo>
                  <a:lnTo>
                    <a:pt x="1897173" y="420772"/>
                  </a:lnTo>
                  <a:lnTo>
                    <a:pt x="1970141" y="434796"/>
                  </a:lnTo>
                  <a:lnTo>
                    <a:pt x="2043110" y="448569"/>
                  </a:lnTo>
                  <a:lnTo>
                    <a:pt x="2116078" y="462078"/>
                  </a:lnTo>
                  <a:lnTo>
                    <a:pt x="2189046" y="475314"/>
                  </a:lnTo>
                  <a:lnTo>
                    <a:pt x="2262014" y="488265"/>
                  </a:lnTo>
                  <a:lnTo>
                    <a:pt x="2334982" y="500921"/>
                  </a:lnTo>
                  <a:lnTo>
                    <a:pt x="2407951" y="513272"/>
                  </a:lnTo>
                  <a:lnTo>
                    <a:pt x="2480919" y="525310"/>
                  </a:lnTo>
                  <a:lnTo>
                    <a:pt x="2553887" y="537028"/>
                  </a:lnTo>
                  <a:lnTo>
                    <a:pt x="2626855" y="548418"/>
                  </a:lnTo>
                  <a:lnTo>
                    <a:pt x="2699823" y="559477"/>
                  </a:lnTo>
                  <a:lnTo>
                    <a:pt x="2772792" y="570201"/>
                  </a:lnTo>
                  <a:lnTo>
                    <a:pt x="2845760" y="580588"/>
                  </a:lnTo>
                  <a:lnTo>
                    <a:pt x="2918728" y="590638"/>
                  </a:lnTo>
                  <a:lnTo>
                    <a:pt x="2991696" y="600352"/>
                  </a:lnTo>
                  <a:lnTo>
                    <a:pt x="3064665" y="609734"/>
                  </a:lnTo>
                  <a:lnTo>
                    <a:pt x="3137633" y="618787"/>
                  </a:lnTo>
                  <a:lnTo>
                    <a:pt x="3210601" y="627518"/>
                  </a:lnTo>
                  <a:lnTo>
                    <a:pt x="3283569" y="635933"/>
                  </a:lnTo>
                  <a:lnTo>
                    <a:pt x="3356537" y="644042"/>
                  </a:lnTo>
                  <a:lnTo>
                    <a:pt x="3429506" y="651853"/>
                  </a:lnTo>
                  <a:lnTo>
                    <a:pt x="3502474" y="659376"/>
                  </a:lnTo>
                  <a:lnTo>
                    <a:pt x="3575442" y="666622"/>
                  </a:lnTo>
                  <a:lnTo>
                    <a:pt x="3648410" y="673602"/>
                  </a:lnTo>
                  <a:lnTo>
                    <a:pt x="3721379" y="680328"/>
                  </a:lnTo>
                  <a:lnTo>
                    <a:pt x="3794347" y="686811"/>
                  </a:lnTo>
                  <a:lnTo>
                    <a:pt x="3867315" y="693062"/>
                  </a:lnTo>
                  <a:lnTo>
                    <a:pt x="3940283" y="699094"/>
                  </a:lnTo>
                  <a:lnTo>
                    <a:pt x="4013251" y="704916"/>
                  </a:lnTo>
                  <a:lnTo>
                    <a:pt x="4086220" y="710541"/>
                  </a:lnTo>
                  <a:lnTo>
                    <a:pt x="4159188" y="715979"/>
                  </a:lnTo>
                  <a:lnTo>
                    <a:pt x="4232156" y="721241"/>
                  </a:lnTo>
                  <a:lnTo>
                    <a:pt x="4305124" y="726335"/>
                  </a:lnTo>
                  <a:lnTo>
                    <a:pt x="4378092" y="731273"/>
                  </a:lnTo>
                  <a:lnTo>
                    <a:pt x="4451061" y="736062"/>
                  </a:lnTo>
                  <a:lnTo>
                    <a:pt x="4524029" y="740711"/>
                  </a:lnTo>
                  <a:lnTo>
                    <a:pt x="4596997" y="745229"/>
                  </a:lnTo>
                  <a:lnTo>
                    <a:pt x="4669965" y="749622"/>
                  </a:lnTo>
                  <a:lnTo>
                    <a:pt x="4742934" y="753899"/>
                  </a:lnTo>
                  <a:lnTo>
                    <a:pt x="4815902" y="758066"/>
                  </a:lnTo>
                  <a:lnTo>
                    <a:pt x="4888870" y="762129"/>
                  </a:lnTo>
                  <a:lnTo>
                    <a:pt x="4961838" y="766095"/>
                  </a:lnTo>
                  <a:lnTo>
                    <a:pt x="5034806" y="769968"/>
                  </a:lnTo>
                  <a:lnTo>
                    <a:pt x="5107775" y="773755"/>
                  </a:lnTo>
                  <a:lnTo>
                    <a:pt x="5180743" y="777461"/>
                  </a:lnTo>
                  <a:lnTo>
                    <a:pt x="5253711" y="781089"/>
                  </a:lnTo>
                  <a:lnTo>
                    <a:pt x="5326679" y="784644"/>
                  </a:lnTo>
                  <a:lnTo>
                    <a:pt x="5399647" y="788131"/>
                  </a:lnTo>
                  <a:lnTo>
                    <a:pt x="5472616" y="791552"/>
                  </a:lnTo>
                  <a:lnTo>
                    <a:pt x="5545584" y="794913"/>
                  </a:lnTo>
                  <a:lnTo>
                    <a:pt x="5618552" y="798215"/>
                  </a:lnTo>
                  <a:lnTo>
                    <a:pt x="5691520" y="801462"/>
                  </a:lnTo>
                  <a:lnTo>
                    <a:pt x="5764489" y="804657"/>
                  </a:lnTo>
                  <a:lnTo>
                    <a:pt x="5764489" y="1605861"/>
                  </a:lnTo>
                  <a:lnTo>
                    <a:pt x="5691520" y="1588373"/>
                  </a:lnTo>
                  <a:lnTo>
                    <a:pt x="5618552" y="1570936"/>
                  </a:lnTo>
                  <a:lnTo>
                    <a:pt x="5545584" y="1553555"/>
                  </a:lnTo>
                  <a:lnTo>
                    <a:pt x="5472616" y="1536232"/>
                  </a:lnTo>
                  <a:lnTo>
                    <a:pt x="5399647" y="1518970"/>
                  </a:lnTo>
                  <a:lnTo>
                    <a:pt x="5326679" y="1501773"/>
                  </a:lnTo>
                  <a:lnTo>
                    <a:pt x="5253711" y="1484644"/>
                  </a:lnTo>
                  <a:lnTo>
                    <a:pt x="5180743" y="1467589"/>
                  </a:lnTo>
                  <a:lnTo>
                    <a:pt x="5107775" y="1450611"/>
                  </a:lnTo>
                  <a:lnTo>
                    <a:pt x="5034806" y="1433714"/>
                  </a:lnTo>
                  <a:lnTo>
                    <a:pt x="4961838" y="1416904"/>
                  </a:lnTo>
                  <a:lnTo>
                    <a:pt x="4888870" y="1400186"/>
                  </a:lnTo>
                  <a:lnTo>
                    <a:pt x="4815902" y="1383566"/>
                  </a:lnTo>
                  <a:lnTo>
                    <a:pt x="4742934" y="1367049"/>
                  </a:lnTo>
                  <a:lnTo>
                    <a:pt x="4669965" y="1350643"/>
                  </a:lnTo>
                  <a:lnTo>
                    <a:pt x="4596997" y="1334353"/>
                  </a:lnTo>
                  <a:lnTo>
                    <a:pt x="4524029" y="1318187"/>
                  </a:lnTo>
                  <a:lnTo>
                    <a:pt x="4451061" y="1302152"/>
                  </a:lnTo>
                  <a:lnTo>
                    <a:pt x="4378092" y="1286258"/>
                  </a:lnTo>
                  <a:lnTo>
                    <a:pt x="4305124" y="1270511"/>
                  </a:lnTo>
                  <a:lnTo>
                    <a:pt x="4232156" y="1254923"/>
                  </a:lnTo>
                  <a:lnTo>
                    <a:pt x="4159188" y="1239500"/>
                  </a:lnTo>
                  <a:lnTo>
                    <a:pt x="4086220" y="1224255"/>
                  </a:lnTo>
                  <a:lnTo>
                    <a:pt x="4013251" y="1209196"/>
                  </a:lnTo>
                  <a:lnTo>
                    <a:pt x="3940283" y="1194335"/>
                  </a:lnTo>
                  <a:lnTo>
                    <a:pt x="3867315" y="1179683"/>
                  </a:lnTo>
                  <a:lnTo>
                    <a:pt x="3794347" y="1165251"/>
                  </a:lnTo>
                  <a:lnTo>
                    <a:pt x="3721379" y="1151050"/>
                  </a:lnTo>
                  <a:lnTo>
                    <a:pt x="3648410" y="1137092"/>
                  </a:lnTo>
                  <a:lnTo>
                    <a:pt x="3575442" y="1123389"/>
                  </a:lnTo>
                  <a:lnTo>
                    <a:pt x="3502474" y="1109952"/>
                  </a:lnTo>
                  <a:lnTo>
                    <a:pt x="3429506" y="1096791"/>
                  </a:lnTo>
                  <a:lnTo>
                    <a:pt x="3356537" y="1083919"/>
                  </a:lnTo>
                  <a:lnTo>
                    <a:pt x="3283569" y="1071344"/>
                  </a:lnTo>
                  <a:lnTo>
                    <a:pt x="3210601" y="1059076"/>
                  </a:lnTo>
                  <a:lnTo>
                    <a:pt x="3137633" y="1047123"/>
                  </a:lnTo>
                  <a:lnTo>
                    <a:pt x="3064665" y="1035493"/>
                  </a:lnTo>
                  <a:lnTo>
                    <a:pt x="2991696" y="1024190"/>
                  </a:lnTo>
                  <a:lnTo>
                    <a:pt x="2918728" y="1013221"/>
                  </a:lnTo>
                  <a:lnTo>
                    <a:pt x="2845760" y="1002587"/>
                  </a:lnTo>
                  <a:lnTo>
                    <a:pt x="2772792" y="992291"/>
                  </a:lnTo>
                  <a:lnTo>
                    <a:pt x="2699823" y="982331"/>
                  </a:lnTo>
                  <a:lnTo>
                    <a:pt x="2626855" y="972707"/>
                  </a:lnTo>
                  <a:lnTo>
                    <a:pt x="2553887" y="963414"/>
                  </a:lnTo>
                  <a:lnTo>
                    <a:pt x="2480919" y="954448"/>
                  </a:lnTo>
                  <a:lnTo>
                    <a:pt x="2407951" y="945802"/>
                  </a:lnTo>
                  <a:lnTo>
                    <a:pt x="2334982" y="937470"/>
                  </a:lnTo>
                  <a:lnTo>
                    <a:pt x="2262014" y="929442"/>
                  </a:lnTo>
                  <a:lnTo>
                    <a:pt x="2189046" y="921709"/>
                  </a:lnTo>
                  <a:lnTo>
                    <a:pt x="2116078" y="914262"/>
                  </a:lnTo>
                  <a:lnTo>
                    <a:pt x="2043110" y="907088"/>
                  </a:lnTo>
                  <a:lnTo>
                    <a:pt x="1970141" y="900177"/>
                  </a:lnTo>
                  <a:lnTo>
                    <a:pt x="1897173" y="893517"/>
                  </a:lnTo>
                  <a:lnTo>
                    <a:pt x="1824205" y="887098"/>
                  </a:lnTo>
                  <a:lnTo>
                    <a:pt x="1751237" y="880907"/>
                  </a:lnTo>
                  <a:lnTo>
                    <a:pt x="1678268" y="874932"/>
                  </a:lnTo>
                  <a:lnTo>
                    <a:pt x="1605300" y="869164"/>
                  </a:lnTo>
                  <a:lnTo>
                    <a:pt x="1532332" y="863590"/>
                  </a:lnTo>
                  <a:lnTo>
                    <a:pt x="1459364" y="858200"/>
                  </a:lnTo>
                  <a:lnTo>
                    <a:pt x="1386396" y="852985"/>
                  </a:lnTo>
                  <a:lnTo>
                    <a:pt x="1313427" y="847933"/>
                  </a:lnTo>
                  <a:lnTo>
                    <a:pt x="1240459" y="843037"/>
                  </a:lnTo>
                  <a:lnTo>
                    <a:pt x="1167491" y="838286"/>
                  </a:lnTo>
                  <a:lnTo>
                    <a:pt x="1094523" y="833673"/>
                  </a:lnTo>
                  <a:lnTo>
                    <a:pt x="1021555" y="829189"/>
                  </a:lnTo>
                  <a:lnTo>
                    <a:pt x="948586" y="824827"/>
                  </a:lnTo>
                  <a:lnTo>
                    <a:pt x="875618" y="820581"/>
                  </a:lnTo>
                  <a:lnTo>
                    <a:pt x="802650" y="816442"/>
                  </a:lnTo>
                  <a:lnTo>
                    <a:pt x="729682" y="812406"/>
                  </a:lnTo>
                  <a:lnTo>
                    <a:pt x="656713" y="808465"/>
                  </a:lnTo>
                  <a:lnTo>
                    <a:pt x="583745" y="804615"/>
                  </a:lnTo>
                  <a:lnTo>
                    <a:pt x="510777" y="800851"/>
                  </a:lnTo>
                  <a:lnTo>
                    <a:pt x="437809" y="797167"/>
                  </a:lnTo>
                  <a:lnTo>
                    <a:pt x="364841" y="793559"/>
                  </a:lnTo>
                  <a:lnTo>
                    <a:pt x="291872" y="790022"/>
                  </a:lnTo>
                  <a:lnTo>
                    <a:pt x="218904" y="786553"/>
                  </a:lnTo>
                  <a:lnTo>
                    <a:pt x="145936" y="783148"/>
                  </a:lnTo>
                  <a:lnTo>
                    <a:pt x="72968" y="779804"/>
                  </a:lnTo>
                  <a:lnTo>
                    <a:pt x="0" y="776517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3" name="pl113"/>
            <p:cNvSpPr/>
            <p:nvPr/>
          </p:nvSpPr>
          <p:spPr>
            <a:xfrm>
              <a:off x="1167921" y="2277439"/>
              <a:ext cx="5764489" cy="804657"/>
            </a:xfrm>
            <a:custGeom>
              <a:avLst/>
              <a:gdLst/>
              <a:ahLst/>
              <a:cxnLst/>
              <a:rect l="0" t="0" r="0" b="0"/>
              <a:pathLst>
                <a:path w="5764489" h="804657">
                  <a:moveTo>
                    <a:pt x="0" y="0"/>
                  </a:moveTo>
                  <a:lnTo>
                    <a:pt x="72968" y="17396"/>
                  </a:lnTo>
                  <a:lnTo>
                    <a:pt x="145936" y="34735"/>
                  </a:lnTo>
                  <a:lnTo>
                    <a:pt x="218904" y="52014"/>
                  </a:lnTo>
                  <a:lnTo>
                    <a:pt x="291872" y="69229"/>
                  </a:lnTo>
                  <a:lnTo>
                    <a:pt x="364841" y="86376"/>
                  </a:lnTo>
                  <a:lnTo>
                    <a:pt x="437809" y="103451"/>
                  </a:lnTo>
                  <a:lnTo>
                    <a:pt x="510777" y="120451"/>
                  </a:lnTo>
                  <a:lnTo>
                    <a:pt x="583745" y="137370"/>
                  </a:lnTo>
                  <a:lnTo>
                    <a:pt x="656713" y="154203"/>
                  </a:lnTo>
                  <a:lnTo>
                    <a:pt x="729682" y="170946"/>
                  </a:lnTo>
                  <a:lnTo>
                    <a:pt x="802650" y="187593"/>
                  </a:lnTo>
                  <a:lnTo>
                    <a:pt x="875618" y="204139"/>
                  </a:lnTo>
                  <a:lnTo>
                    <a:pt x="948586" y="220575"/>
                  </a:lnTo>
                  <a:lnTo>
                    <a:pt x="1021555" y="236897"/>
                  </a:lnTo>
                  <a:lnTo>
                    <a:pt x="1094523" y="253097"/>
                  </a:lnTo>
                  <a:lnTo>
                    <a:pt x="1167491" y="269168"/>
                  </a:lnTo>
                  <a:lnTo>
                    <a:pt x="1240459" y="285101"/>
                  </a:lnTo>
                  <a:lnTo>
                    <a:pt x="1313427" y="300888"/>
                  </a:lnTo>
                  <a:lnTo>
                    <a:pt x="1386396" y="316520"/>
                  </a:lnTo>
                  <a:lnTo>
                    <a:pt x="1459364" y="331987"/>
                  </a:lnTo>
                  <a:lnTo>
                    <a:pt x="1532332" y="347281"/>
                  </a:lnTo>
                  <a:lnTo>
                    <a:pt x="1605300" y="362391"/>
                  </a:lnTo>
                  <a:lnTo>
                    <a:pt x="1678268" y="377306"/>
                  </a:lnTo>
                  <a:lnTo>
                    <a:pt x="1751237" y="392015"/>
                  </a:lnTo>
                  <a:lnTo>
                    <a:pt x="1824205" y="406508"/>
                  </a:lnTo>
                  <a:lnTo>
                    <a:pt x="1897173" y="420772"/>
                  </a:lnTo>
                  <a:lnTo>
                    <a:pt x="1970141" y="434796"/>
                  </a:lnTo>
                  <a:lnTo>
                    <a:pt x="2043110" y="448569"/>
                  </a:lnTo>
                  <a:lnTo>
                    <a:pt x="2116078" y="462078"/>
                  </a:lnTo>
                  <a:lnTo>
                    <a:pt x="2189046" y="475314"/>
                  </a:lnTo>
                  <a:lnTo>
                    <a:pt x="2262014" y="488265"/>
                  </a:lnTo>
                  <a:lnTo>
                    <a:pt x="2334982" y="500921"/>
                  </a:lnTo>
                  <a:lnTo>
                    <a:pt x="2407951" y="513272"/>
                  </a:lnTo>
                  <a:lnTo>
                    <a:pt x="2480919" y="525310"/>
                  </a:lnTo>
                  <a:lnTo>
                    <a:pt x="2553887" y="537028"/>
                  </a:lnTo>
                  <a:lnTo>
                    <a:pt x="2626855" y="548418"/>
                  </a:lnTo>
                  <a:lnTo>
                    <a:pt x="2699823" y="559477"/>
                  </a:lnTo>
                  <a:lnTo>
                    <a:pt x="2772792" y="570201"/>
                  </a:lnTo>
                  <a:lnTo>
                    <a:pt x="2845760" y="580588"/>
                  </a:lnTo>
                  <a:lnTo>
                    <a:pt x="2918728" y="590638"/>
                  </a:lnTo>
                  <a:lnTo>
                    <a:pt x="2991696" y="600352"/>
                  </a:lnTo>
                  <a:lnTo>
                    <a:pt x="3064665" y="609734"/>
                  </a:lnTo>
                  <a:lnTo>
                    <a:pt x="3137633" y="618787"/>
                  </a:lnTo>
                  <a:lnTo>
                    <a:pt x="3210601" y="627518"/>
                  </a:lnTo>
                  <a:lnTo>
                    <a:pt x="3283569" y="635933"/>
                  </a:lnTo>
                  <a:lnTo>
                    <a:pt x="3356537" y="644042"/>
                  </a:lnTo>
                  <a:lnTo>
                    <a:pt x="3429506" y="651853"/>
                  </a:lnTo>
                  <a:lnTo>
                    <a:pt x="3502474" y="659376"/>
                  </a:lnTo>
                  <a:lnTo>
                    <a:pt x="3575442" y="666622"/>
                  </a:lnTo>
                  <a:lnTo>
                    <a:pt x="3648410" y="673602"/>
                  </a:lnTo>
                  <a:lnTo>
                    <a:pt x="3721379" y="680328"/>
                  </a:lnTo>
                  <a:lnTo>
                    <a:pt x="3794347" y="686811"/>
                  </a:lnTo>
                  <a:lnTo>
                    <a:pt x="3867315" y="693062"/>
                  </a:lnTo>
                  <a:lnTo>
                    <a:pt x="3940283" y="699094"/>
                  </a:lnTo>
                  <a:lnTo>
                    <a:pt x="4013251" y="704916"/>
                  </a:lnTo>
                  <a:lnTo>
                    <a:pt x="4086220" y="710541"/>
                  </a:lnTo>
                  <a:lnTo>
                    <a:pt x="4159188" y="715979"/>
                  </a:lnTo>
                  <a:lnTo>
                    <a:pt x="4232156" y="721241"/>
                  </a:lnTo>
                  <a:lnTo>
                    <a:pt x="4305124" y="726335"/>
                  </a:lnTo>
                  <a:lnTo>
                    <a:pt x="4378092" y="731273"/>
                  </a:lnTo>
                  <a:lnTo>
                    <a:pt x="4451061" y="736062"/>
                  </a:lnTo>
                  <a:lnTo>
                    <a:pt x="4524029" y="740711"/>
                  </a:lnTo>
                  <a:lnTo>
                    <a:pt x="4596997" y="745229"/>
                  </a:lnTo>
                  <a:lnTo>
                    <a:pt x="4669965" y="749622"/>
                  </a:lnTo>
                  <a:lnTo>
                    <a:pt x="4742934" y="753899"/>
                  </a:lnTo>
                  <a:lnTo>
                    <a:pt x="4815902" y="758066"/>
                  </a:lnTo>
                  <a:lnTo>
                    <a:pt x="4888870" y="762129"/>
                  </a:lnTo>
                  <a:lnTo>
                    <a:pt x="4961838" y="766095"/>
                  </a:lnTo>
                  <a:lnTo>
                    <a:pt x="5034806" y="769968"/>
                  </a:lnTo>
                  <a:lnTo>
                    <a:pt x="5107775" y="773755"/>
                  </a:lnTo>
                  <a:lnTo>
                    <a:pt x="5180743" y="777461"/>
                  </a:lnTo>
                  <a:lnTo>
                    <a:pt x="5253711" y="781089"/>
                  </a:lnTo>
                  <a:lnTo>
                    <a:pt x="5326679" y="784644"/>
                  </a:lnTo>
                  <a:lnTo>
                    <a:pt x="5399647" y="788131"/>
                  </a:lnTo>
                  <a:lnTo>
                    <a:pt x="5472616" y="791552"/>
                  </a:lnTo>
                  <a:lnTo>
                    <a:pt x="5545584" y="794913"/>
                  </a:lnTo>
                  <a:lnTo>
                    <a:pt x="5618552" y="798215"/>
                  </a:lnTo>
                  <a:lnTo>
                    <a:pt x="5691520" y="801462"/>
                  </a:lnTo>
                  <a:lnTo>
                    <a:pt x="5764489" y="80465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4" name="pl114"/>
            <p:cNvSpPr/>
            <p:nvPr/>
          </p:nvSpPr>
          <p:spPr>
            <a:xfrm>
              <a:off x="1167921" y="3053957"/>
              <a:ext cx="5764489" cy="829344"/>
            </a:xfrm>
            <a:custGeom>
              <a:avLst/>
              <a:gdLst/>
              <a:ahLst/>
              <a:cxnLst/>
              <a:rect l="0" t="0" r="0" b="0"/>
              <a:pathLst>
                <a:path w="5764489" h="829344">
                  <a:moveTo>
                    <a:pt x="5764489" y="829344"/>
                  </a:moveTo>
                  <a:lnTo>
                    <a:pt x="5691520" y="811855"/>
                  </a:lnTo>
                  <a:lnTo>
                    <a:pt x="5618552" y="794419"/>
                  </a:lnTo>
                  <a:lnTo>
                    <a:pt x="5545584" y="777037"/>
                  </a:lnTo>
                  <a:lnTo>
                    <a:pt x="5472616" y="759714"/>
                  </a:lnTo>
                  <a:lnTo>
                    <a:pt x="5399647" y="742452"/>
                  </a:lnTo>
                  <a:lnTo>
                    <a:pt x="5326679" y="725255"/>
                  </a:lnTo>
                  <a:lnTo>
                    <a:pt x="5253711" y="708127"/>
                  </a:lnTo>
                  <a:lnTo>
                    <a:pt x="5180743" y="691071"/>
                  </a:lnTo>
                  <a:lnTo>
                    <a:pt x="5107775" y="674093"/>
                  </a:lnTo>
                  <a:lnTo>
                    <a:pt x="5034806" y="657197"/>
                  </a:lnTo>
                  <a:lnTo>
                    <a:pt x="4961838" y="640387"/>
                  </a:lnTo>
                  <a:lnTo>
                    <a:pt x="4888870" y="623669"/>
                  </a:lnTo>
                  <a:lnTo>
                    <a:pt x="4815902" y="607049"/>
                  </a:lnTo>
                  <a:lnTo>
                    <a:pt x="4742934" y="590532"/>
                  </a:lnTo>
                  <a:lnTo>
                    <a:pt x="4669965" y="574125"/>
                  </a:lnTo>
                  <a:lnTo>
                    <a:pt x="4596997" y="557835"/>
                  </a:lnTo>
                  <a:lnTo>
                    <a:pt x="4524029" y="541669"/>
                  </a:lnTo>
                  <a:lnTo>
                    <a:pt x="4451061" y="525635"/>
                  </a:lnTo>
                  <a:lnTo>
                    <a:pt x="4378092" y="509740"/>
                  </a:lnTo>
                  <a:lnTo>
                    <a:pt x="4305124" y="493994"/>
                  </a:lnTo>
                  <a:lnTo>
                    <a:pt x="4232156" y="478405"/>
                  </a:lnTo>
                  <a:lnTo>
                    <a:pt x="4159188" y="462983"/>
                  </a:lnTo>
                  <a:lnTo>
                    <a:pt x="4086220" y="447737"/>
                  </a:lnTo>
                  <a:lnTo>
                    <a:pt x="4013251" y="432679"/>
                  </a:lnTo>
                  <a:lnTo>
                    <a:pt x="3940283" y="417818"/>
                  </a:lnTo>
                  <a:lnTo>
                    <a:pt x="3867315" y="403166"/>
                  </a:lnTo>
                  <a:lnTo>
                    <a:pt x="3794347" y="388734"/>
                  </a:lnTo>
                  <a:lnTo>
                    <a:pt x="3721379" y="374533"/>
                  </a:lnTo>
                  <a:lnTo>
                    <a:pt x="3648410" y="360575"/>
                  </a:lnTo>
                  <a:lnTo>
                    <a:pt x="3575442" y="346872"/>
                  </a:lnTo>
                  <a:lnTo>
                    <a:pt x="3502474" y="333434"/>
                  </a:lnTo>
                  <a:lnTo>
                    <a:pt x="3429506" y="320274"/>
                  </a:lnTo>
                  <a:lnTo>
                    <a:pt x="3356537" y="307401"/>
                  </a:lnTo>
                  <a:lnTo>
                    <a:pt x="3283569" y="294826"/>
                  </a:lnTo>
                  <a:lnTo>
                    <a:pt x="3210601" y="282558"/>
                  </a:lnTo>
                  <a:lnTo>
                    <a:pt x="3137633" y="270605"/>
                  </a:lnTo>
                  <a:lnTo>
                    <a:pt x="3064665" y="258975"/>
                  </a:lnTo>
                  <a:lnTo>
                    <a:pt x="2991696" y="247673"/>
                  </a:lnTo>
                  <a:lnTo>
                    <a:pt x="2918728" y="236704"/>
                  </a:lnTo>
                  <a:lnTo>
                    <a:pt x="2845760" y="226070"/>
                  </a:lnTo>
                  <a:lnTo>
                    <a:pt x="2772792" y="215773"/>
                  </a:lnTo>
                  <a:lnTo>
                    <a:pt x="2699823" y="205814"/>
                  </a:lnTo>
                  <a:lnTo>
                    <a:pt x="2626855" y="196189"/>
                  </a:lnTo>
                  <a:lnTo>
                    <a:pt x="2553887" y="186896"/>
                  </a:lnTo>
                  <a:lnTo>
                    <a:pt x="2480919" y="177930"/>
                  </a:lnTo>
                  <a:lnTo>
                    <a:pt x="2407951" y="169285"/>
                  </a:lnTo>
                  <a:lnTo>
                    <a:pt x="2334982" y="160952"/>
                  </a:lnTo>
                  <a:lnTo>
                    <a:pt x="2262014" y="152925"/>
                  </a:lnTo>
                  <a:lnTo>
                    <a:pt x="2189046" y="145192"/>
                  </a:lnTo>
                  <a:lnTo>
                    <a:pt x="2116078" y="137744"/>
                  </a:lnTo>
                  <a:lnTo>
                    <a:pt x="2043110" y="130570"/>
                  </a:lnTo>
                  <a:lnTo>
                    <a:pt x="1970141" y="123659"/>
                  </a:lnTo>
                  <a:lnTo>
                    <a:pt x="1897173" y="117000"/>
                  </a:lnTo>
                  <a:lnTo>
                    <a:pt x="1824205" y="110580"/>
                  </a:lnTo>
                  <a:lnTo>
                    <a:pt x="1751237" y="104389"/>
                  </a:lnTo>
                  <a:lnTo>
                    <a:pt x="1678268" y="98415"/>
                  </a:lnTo>
                  <a:lnTo>
                    <a:pt x="1605300" y="92646"/>
                  </a:lnTo>
                  <a:lnTo>
                    <a:pt x="1532332" y="87073"/>
                  </a:lnTo>
                  <a:lnTo>
                    <a:pt x="1459364" y="81683"/>
                  </a:lnTo>
                  <a:lnTo>
                    <a:pt x="1386396" y="76467"/>
                  </a:lnTo>
                  <a:lnTo>
                    <a:pt x="1313427" y="71416"/>
                  </a:lnTo>
                  <a:lnTo>
                    <a:pt x="1240459" y="66519"/>
                  </a:lnTo>
                  <a:lnTo>
                    <a:pt x="1167491" y="61768"/>
                  </a:lnTo>
                  <a:lnTo>
                    <a:pt x="1094523" y="57155"/>
                  </a:lnTo>
                  <a:lnTo>
                    <a:pt x="1021555" y="52672"/>
                  </a:lnTo>
                  <a:lnTo>
                    <a:pt x="948586" y="48310"/>
                  </a:lnTo>
                  <a:lnTo>
                    <a:pt x="875618" y="44063"/>
                  </a:lnTo>
                  <a:lnTo>
                    <a:pt x="802650" y="39925"/>
                  </a:lnTo>
                  <a:lnTo>
                    <a:pt x="729682" y="35888"/>
                  </a:lnTo>
                  <a:lnTo>
                    <a:pt x="656713" y="31948"/>
                  </a:lnTo>
                  <a:lnTo>
                    <a:pt x="583745" y="28098"/>
                  </a:lnTo>
                  <a:lnTo>
                    <a:pt x="510777" y="24333"/>
                  </a:lnTo>
                  <a:lnTo>
                    <a:pt x="437809" y="20649"/>
                  </a:lnTo>
                  <a:lnTo>
                    <a:pt x="364841" y="17041"/>
                  </a:lnTo>
                  <a:lnTo>
                    <a:pt x="291872" y="13505"/>
                  </a:lnTo>
                  <a:lnTo>
                    <a:pt x="218904" y="10036"/>
                  </a:lnTo>
                  <a:lnTo>
                    <a:pt x="145936" y="6631"/>
                  </a:lnTo>
                  <a:lnTo>
                    <a:pt x="72968" y="32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1167921" y="2665698"/>
              <a:ext cx="5764489" cy="817000"/>
            </a:xfrm>
            <a:custGeom>
              <a:avLst/>
              <a:gdLst/>
              <a:ahLst/>
              <a:cxnLst/>
              <a:rect l="0" t="0" r="0" b="0"/>
              <a:pathLst>
                <a:path w="5764489" h="817000">
                  <a:moveTo>
                    <a:pt x="0" y="0"/>
                  </a:moveTo>
                  <a:lnTo>
                    <a:pt x="72968" y="10341"/>
                  </a:lnTo>
                  <a:lnTo>
                    <a:pt x="145936" y="20683"/>
                  </a:lnTo>
                  <a:lnTo>
                    <a:pt x="218904" y="31025"/>
                  </a:lnTo>
                  <a:lnTo>
                    <a:pt x="291872" y="41367"/>
                  </a:lnTo>
                  <a:lnTo>
                    <a:pt x="364841" y="51708"/>
                  </a:lnTo>
                  <a:lnTo>
                    <a:pt x="437809" y="62050"/>
                  </a:lnTo>
                  <a:lnTo>
                    <a:pt x="510777" y="72392"/>
                  </a:lnTo>
                  <a:lnTo>
                    <a:pt x="583745" y="82734"/>
                  </a:lnTo>
                  <a:lnTo>
                    <a:pt x="656713" y="93076"/>
                  </a:lnTo>
                  <a:lnTo>
                    <a:pt x="729682" y="103417"/>
                  </a:lnTo>
                  <a:lnTo>
                    <a:pt x="802650" y="113759"/>
                  </a:lnTo>
                  <a:lnTo>
                    <a:pt x="875618" y="124101"/>
                  </a:lnTo>
                  <a:lnTo>
                    <a:pt x="948586" y="134443"/>
                  </a:lnTo>
                  <a:lnTo>
                    <a:pt x="1021555" y="144784"/>
                  </a:lnTo>
                  <a:lnTo>
                    <a:pt x="1094523" y="155126"/>
                  </a:lnTo>
                  <a:lnTo>
                    <a:pt x="1167491" y="165468"/>
                  </a:lnTo>
                  <a:lnTo>
                    <a:pt x="1240459" y="175810"/>
                  </a:lnTo>
                  <a:lnTo>
                    <a:pt x="1313427" y="186152"/>
                  </a:lnTo>
                  <a:lnTo>
                    <a:pt x="1386396" y="196493"/>
                  </a:lnTo>
                  <a:lnTo>
                    <a:pt x="1459364" y="206835"/>
                  </a:lnTo>
                  <a:lnTo>
                    <a:pt x="1532332" y="217177"/>
                  </a:lnTo>
                  <a:lnTo>
                    <a:pt x="1605300" y="227519"/>
                  </a:lnTo>
                  <a:lnTo>
                    <a:pt x="1678268" y="237861"/>
                  </a:lnTo>
                  <a:lnTo>
                    <a:pt x="1751237" y="248202"/>
                  </a:lnTo>
                  <a:lnTo>
                    <a:pt x="1824205" y="258544"/>
                  </a:lnTo>
                  <a:lnTo>
                    <a:pt x="1897173" y="268886"/>
                  </a:lnTo>
                  <a:lnTo>
                    <a:pt x="1970141" y="279228"/>
                  </a:lnTo>
                  <a:lnTo>
                    <a:pt x="2043110" y="289569"/>
                  </a:lnTo>
                  <a:lnTo>
                    <a:pt x="2116078" y="299911"/>
                  </a:lnTo>
                  <a:lnTo>
                    <a:pt x="2189046" y="310253"/>
                  </a:lnTo>
                  <a:lnTo>
                    <a:pt x="2262014" y="320595"/>
                  </a:lnTo>
                  <a:lnTo>
                    <a:pt x="2334982" y="330937"/>
                  </a:lnTo>
                  <a:lnTo>
                    <a:pt x="2407951" y="341278"/>
                  </a:lnTo>
                  <a:lnTo>
                    <a:pt x="2480919" y="351620"/>
                  </a:lnTo>
                  <a:lnTo>
                    <a:pt x="2553887" y="361962"/>
                  </a:lnTo>
                  <a:lnTo>
                    <a:pt x="2626855" y="372304"/>
                  </a:lnTo>
                  <a:lnTo>
                    <a:pt x="2699823" y="382645"/>
                  </a:lnTo>
                  <a:lnTo>
                    <a:pt x="2772792" y="392987"/>
                  </a:lnTo>
                  <a:lnTo>
                    <a:pt x="2845760" y="403329"/>
                  </a:lnTo>
                  <a:lnTo>
                    <a:pt x="2918728" y="413671"/>
                  </a:lnTo>
                  <a:lnTo>
                    <a:pt x="2991696" y="424013"/>
                  </a:lnTo>
                  <a:lnTo>
                    <a:pt x="3064665" y="434354"/>
                  </a:lnTo>
                  <a:lnTo>
                    <a:pt x="3137633" y="444696"/>
                  </a:lnTo>
                  <a:lnTo>
                    <a:pt x="3210601" y="455038"/>
                  </a:lnTo>
                  <a:lnTo>
                    <a:pt x="3283569" y="465380"/>
                  </a:lnTo>
                  <a:lnTo>
                    <a:pt x="3356537" y="475722"/>
                  </a:lnTo>
                  <a:lnTo>
                    <a:pt x="3429506" y="486063"/>
                  </a:lnTo>
                  <a:lnTo>
                    <a:pt x="3502474" y="496405"/>
                  </a:lnTo>
                  <a:lnTo>
                    <a:pt x="3575442" y="506747"/>
                  </a:lnTo>
                  <a:lnTo>
                    <a:pt x="3648410" y="517089"/>
                  </a:lnTo>
                  <a:lnTo>
                    <a:pt x="3721379" y="527430"/>
                  </a:lnTo>
                  <a:lnTo>
                    <a:pt x="3794347" y="537772"/>
                  </a:lnTo>
                  <a:lnTo>
                    <a:pt x="3867315" y="548114"/>
                  </a:lnTo>
                  <a:lnTo>
                    <a:pt x="3940283" y="558456"/>
                  </a:lnTo>
                  <a:lnTo>
                    <a:pt x="4013251" y="568798"/>
                  </a:lnTo>
                  <a:lnTo>
                    <a:pt x="4086220" y="579139"/>
                  </a:lnTo>
                  <a:lnTo>
                    <a:pt x="4159188" y="589481"/>
                  </a:lnTo>
                  <a:lnTo>
                    <a:pt x="4232156" y="599823"/>
                  </a:lnTo>
                  <a:lnTo>
                    <a:pt x="4305124" y="610165"/>
                  </a:lnTo>
                  <a:lnTo>
                    <a:pt x="4378092" y="620506"/>
                  </a:lnTo>
                  <a:lnTo>
                    <a:pt x="4451061" y="630848"/>
                  </a:lnTo>
                  <a:lnTo>
                    <a:pt x="4524029" y="641190"/>
                  </a:lnTo>
                  <a:lnTo>
                    <a:pt x="4596997" y="651532"/>
                  </a:lnTo>
                  <a:lnTo>
                    <a:pt x="4669965" y="661874"/>
                  </a:lnTo>
                  <a:lnTo>
                    <a:pt x="4742934" y="672215"/>
                  </a:lnTo>
                  <a:lnTo>
                    <a:pt x="4815902" y="682557"/>
                  </a:lnTo>
                  <a:lnTo>
                    <a:pt x="4888870" y="692899"/>
                  </a:lnTo>
                  <a:lnTo>
                    <a:pt x="4961838" y="703241"/>
                  </a:lnTo>
                  <a:lnTo>
                    <a:pt x="5034806" y="713583"/>
                  </a:lnTo>
                  <a:lnTo>
                    <a:pt x="5107775" y="723924"/>
                  </a:lnTo>
                  <a:lnTo>
                    <a:pt x="5180743" y="734266"/>
                  </a:lnTo>
                  <a:lnTo>
                    <a:pt x="5253711" y="744608"/>
                  </a:lnTo>
                  <a:lnTo>
                    <a:pt x="5326679" y="754950"/>
                  </a:lnTo>
                  <a:lnTo>
                    <a:pt x="5399647" y="765291"/>
                  </a:lnTo>
                  <a:lnTo>
                    <a:pt x="5472616" y="775633"/>
                  </a:lnTo>
                  <a:lnTo>
                    <a:pt x="5545584" y="785975"/>
                  </a:lnTo>
                  <a:lnTo>
                    <a:pt x="5618552" y="796317"/>
                  </a:lnTo>
                  <a:lnTo>
                    <a:pt x="5691520" y="806659"/>
                  </a:lnTo>
                  <a:lnTo>
                    <a:pt x="5764489" y="817000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879697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tx117"/>
            <p:cNvSpPr/>
            <p:nvPr/>
          </p:nvSpPr>
          <p:spPr>
            <a:xfrm>
              <a:off x="692708" y="509947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38574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672021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95829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224456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844902" y="51395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l123"/>
            <p:cNvSpPr/>
            <p:nvPr/>
          </p:nvSpPr>
          <p:spPr>
            <a:xfrm>
              <a:off x="844902" y="442579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124"/>
            <p:cNvSpPr/>
            <p:nvPr/>
          </p:nvSpPr>
          <p:spPr>
            <a:xfrm>
              <a:off x="844902" y="371207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844902" y="299834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844902" y="228461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879697" y="5723142"/>
              <a:ext cx="6340937" cy="0"/>
            </a:xfrm>
            <a:custGeom>
              <a:avLst/>
              <a:gdLst/>
              <a:ahLst/>
              <a:cxnLst/>
              <a:rect l="0" t="0" r="0" b="0"/>
              <a:pathLst>
                <a:path w="6340937">
                  <a:moveTo>
                    <a:pt x="0" y="0"/>
                  </a:moveTo>
                  <a:lnTo>
                    <a:pt x="634093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108876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237502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366128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494754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623380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tx133"/>
            <p:cNvSpPr/>
            <p:nvPr/>
          </p:nvSpPr>
          <p:spPr>
            <a:xfrm>
              <a:off x="980001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2266260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3552519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838778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125037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712478" y="5925448"/>
              <a:ext cx="675375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879697" y="1669789"/>
              <a:ext cx="3090854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(LEA) vs Size at York River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278758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68571" y="451234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68571" y="45941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68571" y="48601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3491633" y="49828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3491633" y="522470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3491633" y="488226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1915156" y="48591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1915156" y="475654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1915156" y="49077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3246848" y="485702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3246848" y="48681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3246848" y="481637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3888985" y="485193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3888985" y="489929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3888985" y="49393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3451096" y="513877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3451096" y="521483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3451096" y="514020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4417372" y="546080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4417372" y="52922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4417372" y="540197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876534" y="513498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876534" y="512479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876534" y="520081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27274" y="4689190"/>
              <a:ext cx="5707962" cy="860016"/>
            </a:xfrm>
            <a:custGeom>
              <a:avLst/>
              <a:gdLst/>
              <a:ahLst/>
              <a:cxnLst/>
              <a:rect l="0" t="0" r="0" b="0"/>
              <a:pathLst>
                <a:path w="5707962" h="860016">
                  <a:moveTo>
                    <a:pt x="0" y="0"/>
                  </a:moveTo>
                  <a:lnTo>
                    <a:pt x="72252" y="9743"/>
                  </a:lnTo>
                  <a:lnTo>
                    <a:pt x="144505" y="19458"/>
                  </a:lnTo>
                  <a:lnTo>
                    <a:pt x="216758" y="29141"/>
                  </a:lnTo>
                  <a:lnTo>
                    <a:pt x="289010" y="38790"/>
                  </a:lnTo>
                  <a:lnTo>
                    <a:pt x="361263" y="48404"/>
                  </a:lnTo>
                  <a:lnTo>
                    <a:pt x="433516" y="57980"/>
                  </a:lnTo>
                  <a:lnTo>
                    <a:pt x="505768" y="67515"/>
                  </a:lnTo>
                  <a:lnTo>
                    <a:pt x="578021" y="77007"/>
                  </a:lnTo>
                  <a:lnTo>
                    <a:pt x="650274" y="86451"/>
                  </a:lnTo>
                  <a:lnTo>
                    <a:pt x="722526" y="95846"/>
                  </a:lnTo>
                  <a:lnTo>
                    <a:pt x="794779" y="105188"/>
                  </a:lnTo>
                  <a:lnTo>
                    <a:pt x="867032" y="114472"/>
                  </a:lnTo>
                  <a:lnTo>
                    <a:pt x="939284" y="123696"/>
                  </a:lnTo>
                  <a:lnTo>
                    <a:pt x="1011537" y="132854"/>
                  </a:lnTo>
                  <a:lnTo>
                    <a:pt x="1083790" y="141942"/>
                  </a:lnTo>
                  <a:lnTo>
                    <a:pt x="1156043" y="150955"/>
                  </a:lnTo>
                  <a:lnTo>
                    <a:pt x="1228295" y="159889"/>
                  </a:lnTo>
                  <a:lnTo>
                    <a:pt x="1300548" y="168737"/>
                  </a:lnTo>
                  <a:lnTo>
                    <a:pt x="1372801" y="177494"/>
                  </a:lnTo>
                  <a:lnTo>
                    <a:pt x="1445053" y="186155"/>
                  </a:lnTo>
                  <a:lnTo>
                    <a:pt x="1517306" y="194713"/>
                  </a:lnTo>
                  <a:lnTo>
                    <a:pt x="1589559" y="203162"/>
                  </a:lnTo>
                  <a:lnTo>
                    <a:pt x="1661811" y="211495"/>
                  </a:lnTo>
                  <a:lnTo>
                    <a:pt x="1734064" y="219708"/>
                  </a:lnTo>
                  <a:lnTo>
                    <a:pt x="1806317" y="227793"/>
                  </a:lnTo>
                  <a:lnTo>
                    <a:pt x="1878569" y="235744"/>
                  </a:lnTo>
                  <a:lnTo>
                    <a:pt x="1950822" y="243556"/>
                  </a:lnTo>
                  <a:lnTo>
                    <a:pt x="2023075" y="251224"/>
                  </a:lnTo>
                  <a:lnTo>
                    <a:pt x="2095328" y="258742"/>
                  </a:lnTo>
                  <a:lnTo>
                    <a:pt x="2167580" y="266108"/>
                  </a:lnTo>
                  <a:lnTo>
                    <a:pt x="2239833" y="273317"/>
                  </a:lnTo>
                  <a:lnTo>
                    <a:pt x="2312086" y="280367"/>
                  </a:lnTo>
                  <a:lnTo>
                    <a:pt x="2384338" y="287256"/>
                  </a:lnTo>
                  <a:lnTo>
                    <a:pt x="2456591" y="293985"/>
                  </a:lnTo>
                  <a:lnTo>
                    <a:pt x="2528844" y="300553"/>
                  </a:lnTo>
                  <a:lnTo>
                    <a:pt x="2601096" y="306962"/>
                  </a:lnTo>
                  <a:lnTo>
                    <a:pt x="2673349" y="313215"/>
                  </a:lnTo>
                  <a:lnTo>
                    <a:pt x="2745602" y="319313"/>
                  </a:lnTo>
                  <a:lnTo>
                    <a:pt x="2817854" y="325262"/>
                  </a:lnTo>
                  <a:lnTo>
                    <a:pt x="2890107" y="331067"/>
                  </a:lnTo>
                  <a:lnTo>
                    <a:pt x="2962360" y="336731"/>
                  </a:lnTo>
                  <a:lnTo>
                    <a:pt x="3034612" y="342261"/>
                  </a:lnTo>
                  <a:lnTo>
                    <a:pt x="3106865" y="347663"/>
                  </a:lnTo>
                  <a:lnTo>
                    <a:pt x="3179118" y="352943"/>
                  </a:lnTo>
                  <a:lnTo>
                    <a:pt x="3251371" y="358107"/>
                  </a:lnTo>
                  <a:lnTo>
                    <a:pt x="3323623" y="363161"/>
                  </a:lnTo>
                  <a:lnTo>
                    <a:pt x="3395876" y="368112"/>
                  </a:lnTo>
                  <a:lnTo>
                    <a:pt x="3468129" y="372965"/>
                  </a:lnTo>
                  <a:lnTo>
                    <a:pt x="3540381" y="377727"/>
                  </a:lnTo>
                  <a:lnTo>
                    <a:pt x="3612634" y="382403"/>
                  </a:lnTo>
                  <a:lnTo>
                    <a:pt x="3684887" y="386999"/>
                  </a:lnTo>
                  <a:lnTo>
                    <a:pt x="3757139" y="391519"/>
                  </a:lnTo>
                  <a:lnTo>
                    <a:pt x="3829392" y="395969"/>
                  </a:lnTo>
                  <a:lnTo>
                    <a:pt x="3901645" y="400352"/>
                  </a:lnTo>
                  <a:lnTo>
                    <a:pt x="3973897" y="404675"/>
                  </a:lnTo>
                  <a:lnTo>
                    <a:pt x="4046150" y="408939"/>
                  </a:lnTo>
                  <a:lnTo>
                    <a:pt x="4118403" y="413150"/>
                  </a:lnTo>
                  <a:lnTo>
                    <a:pt x="4190656" y="417311"/>
                  </a:lnTo>
                  <a:lnTo>
                    <a:pt x="4262908" y="421425"/>
                  </a:lnTo>
                  <a:lnTo>
                    <a:pt x="4335161" y="425495"/>
                  </a:lnTo>
                  <a:lnTo>
                    <a:pt x="4407414" y="429524"/>
                  </a:lnTo>
                  <a:lnTo>
                    <a:pt x="4479666" y="433514"/>
                  </a:lnTo>
                  <a:lnTo>
                    <a:pt x="4551919" y="437468"/>
                  </a:lnTo>
                  <a:lnTo>
                    <a:pt x="4624172" y="441389"/>
                  </a:lnTo>
                  <a:lnTo>
                    <a:pt x="4696424" y="445278"/>
                  </a:lnTo>
                  <a:lnTo>
                    <a:pt x="4768677" y="449138"/>
                  </a:lnTo>
                  <a:lnTo>
                    <a:pt x="4840930" y="452969"/>
                  </a:lnTo>
                  <a:lnTo>
                    <a:pt x="4913182" y="456775"/>
                  </a:lnTo>
                  <a:lnTo>
                    <a:pt x="4985435" y="460555"/>
                  </a:lnTo>
                  <a:lnTo>
                    <a:pt x="5057688" y="464313"/>
                  </a:lnTo>
                  <a:lnTo>
                    <a:pt x="5129941" y="468049"/>
                  </a:lnTo>
                  <a:lnTo>
                    <a:pt x="5202193" y="471765"/>
                  </a:lnTo>
                  <a:lnTo>
                    <a:pt x="5274446" y="475461"/>
                  </a:lnTo>
                  <a:lnTo>
                    <a:pt x="5346699" y="479138"/>
                  </a:lnTo>
                  <a:lnTo>
                    <a:pt x="5418951" y="482799"/>
                  </a:lnTo>
                  <a:lnTo>
                    <a:pt x="5491204" y="486443"/>
                  </a:lnTo>
                  <a:lnTo>
                    <a:pt x="5563457" y="490072"/>
                  </a:lnTo>
                  <a:lnTo>
                    <a:pt x="5635709" y="493686"/>
                  </a:lnTo>
                  <a:lnTo>
                    <a:pt x="5707962" y="497287"/>
                  </a:lnTo>
                  <a:lnTo>
                    <a:pt x="5707962" y="860016"/>
                  </a:lnTo>
                  <a:lnTo>
                    <a:pt x="5635709" y="850016"/>
                  </a:lnTo>
                  <a:lnTo>
                    <a:pt x="5563457" y="840031"/>
                  </a:lnTo>
                  <a:lnTo>
                    <a:pt x="5491204" y="830059"/>
                  </a:lnTo>
                  <a:lnTo>
                    <a:pt x="5418951" y="820104"/>
                  </a:lnTo>
                  <a:lnTo>
                    <a:pt x="5346699" y="810164"/>
                  </a:lnTo>
                  <a:lnTo>
                    <a:pt x="5274446" y="800242"/>
                  </a:lnTo>
                  <a:lnTo>
                    <a:pt x="5202193" y="790338"/>
                  </a:lnTo>
                  <a:lnTo>
                    <a:pt x="5129941" y="780453"/>
                  </a:lnTo>
                  <a:lnTo>
                    <a:pt x="5057688" y="770589"/>
                  </a:lnTo>
                  <a:lnTo>
                    <a:pt x="4985435" y="760747"/>
                  </a:lnTo>
                  <a:lnTo>
                    <a:pt x="4913182" y="750928"/>
                  </a:lnTo>
                  <a:lnTo>
                    <a:pt x="4840930" y="741133"/>
                  </a:lnTo>
                  <a:lnTo>
                    <a:pt x="4768677" y="731365"/>
                  </a:lnTo>
                  <a:lnTo>
                    <a:pt x="4696424" y="721624"/>
                  </a:lnTo>
                  <a:lnTo>
                    <a:pt x="4624172" y="711913"/>
                  </a:lnTo>
                  <a:lnTo>
                    <a:pt x="4551919" y="702234"/>
                  </a:lnTo>
                  <a:lnTo>
                    <a:pt x="4479666" y="692588"/>
                  </a:lnTo>
                  <a:lnTo>
                    <a:pt x="4407414" y="682978"/>
                  </a:lnTo>
                  <a:lnTo>
                    <a:pt x="4335161" y="673407"/>
                  </a:lnTo>
                  <a:lnTo>
                    <a:pt x="4262908" y="663877"/>
                  </a:lnTo>
                  <a:lnTo>
                    <a:pt x="4190656" y="654391"/>
                  </a:lnTo>
                  <a:lnTo>
                    <a:pt x="4118403" y="644951"/>
                  </a:lnTo>
                  <a:lnTo>
                    <a:pt x="4046150" y="635562"/>
                  </a:lnTo>
                  <a:lnTo>
                    <a:pt x="3973897" y="626227"/>
                  </a:lnTo>
                  <a:lnTo>
                    <a:pt x="3901645" y="616949"/>
                  </a:lnTo>
                  <a:lnTo>
                    <a:pt x="3829392" y="607733"/>
                  </a:lnTo>
                  <a:lnTo>
                    <a:pt x="3757139" y="598583"/>
                  </a:lnTo>
                  <a:lnTo>
                    <a:pt x="3684887" y="589503"/>
                  </a:lnTo>
                  <a:lnTo>
                    <a:pt x="3612634" y="580498"/>
                  </a:lnTo>
                  <a:lnTo>
                    <a:pt x="3540381" y="571574"/>
                  </a:lnTo>
                  <a:lnTo>
                    <a:pt x="3468129" y="562736"/>
                  </a:lnTo>
                  <a:lnTo>
                    <a:pt x="3395876" y="553990"/>
                  </a:lnTo>
                  <a:lnTo>
                    <a:pt x="3323623" y="545340"/>
                  </a:lnTo>
                  <a:lnTo>
                    <a:pt x="3251371" y="536795"/>
                  </a:lnTo>
                  <a:lnTo>
                    <a:pt x="3179118" y="528359"/>
                  </a:lnTo>
                  <a:lnTo>
                    <a:pt x="3106865" y="520038"/>
                  </a:lnTo>
                  <a:lnTo>
                    <a:pt x="3034612" y="511840"/>
                  </a:lnTo>
                  <a:lnTo>
                    <a:pt x="2962360" y="503770"/>
                  </a:lnTo>
                  <a:lnTo>
                    <a:pt x="2890107" y="495835"/>
                  </a:lnTo>
                  <a:lnTo>
                    <a:pt x="2817854" y="488039"/>
                  </a:lnTo>
                  <a:lnTo>
                    <a:pt x="2745602" y="480388"/>
                  </a:lnTo>
                  <a:lnTo>
                    <a:pt x="2673349" y="472886"/>
                  </a:lnTo>
                  <a:lnTo>
                    <a:pt x="2601096" y="465539"/>
                  </a:lnTo>
                  <a:lnTo>
                    <a:pt x="2528844" y="458348"/>
                  </a:lnTo>
                  <a:lnTo>
                    <a:pt x="2456591" y="451316"/>
                  </a:lnTo>
                  <a:lnTo>
                    <a:pt x="2384338" y="444444"/>
                  </a:lnTo>
                  <a:lnTo>
                    <a:pt x="2312086" y="437734"/>
                  </a:lnTo>
                  <a:lnTo>
                    <a:pt x="2239833" y="431184"/>
                  </a:lnTo>
                  <a:lnTo>
                    <a:pt x="2167580" y="424793"/>
                  </a:lnTo>
                  <a:lnTo>
                    <a:pt x="2095328" y="418558"/>
                  </a:lnTo>
                  <a:lnTo>
                    <a:pt x="2023075" y="412477"/>
                  </a:lnTo>
                  <a:lnTo>
                    <a:pt x="1950822" y="406545"/>
                  </a:lnTo>
                  <a:lnTo>
                    <a:pt x="1878569" y="400757"/>
                  </a:lnTo>
                  <a:lnTo>
                    <a:pt x="1806317" y="395108"/>
                  </a:lnTo>
                  <a:lnTo>
                    <a:pt x="1734064" y="389593"/>
                  </a:lnTo>
                  <a:lnTo>
                    <a:pt x="1661811" y="384205"/>
                  </a:lnTo>
                  <a:lnTo>
                    <a:pt x="1589559" y="378939"/>
                  </a:lnTo>
                  <a:lnTo>
                    <a:pt x="1517306" y="373788"/>
                  </a:lnTo>
                  <a:lnTo>
                    <a:pt x="1445053" y="368745"/>
                  </a:lnTo>
                  <a:lnTo>
                    <a:pt x="1372801" y="363806"/>
                  </a:lnTo>
                  <a:lnTo>
                    <a:pt x="1300548" y="358963"/>
                  </a:lnTo>
                  <a:lnTo>
                    <a:pt x="1228295" y="354211"/>
                  </a:lnTo>
                  <a:lnTo>
                    <a:pt x="1156043" y="349545"/>
                  </a:lnTo>
                  <a:lnTo>
                    <a:pt x="1083790" y="344958"/>
                  </a:lnTo>
                  <a:lnTo>
                    <a:pt x="1011537" y="340446"/>
                  </a:lnTo>
                  <a:lnTo>
                    <a:pt x="939284" y="336004"/>
                  </a:lnTo>
                  <a:lnTo>
                    <a:pt x="867032" y="331627"/>
                  </a:lnTo>
                  <a:lnTo>
                    <a:pt x="794779" y="327312"/>
                  </a:lnTo>
                  <a:lnTo>
                    <a:pt x="722526" y="323054"/>
                  </a:lnTo>
                  <a:lnTo>
                    <a:pt x="650274" y="318848"/>
                  </a:lnTo>
                  <a:lnTo>
                    <a:pt x="578021" y="314693"/>
                  </a:lnTo>
                  <a:lnTo>
                    <a:pt x="505768" y="310585"/>
                  </a:lnTo>
                  <a:lnTo>
                    <a:pt x="433516" y="306520"/>
                  </a:lnTo>
                  <a:lnTo>
                    <a:pt x="361263" y="302495"/>
                  </a:lnTo>
                  <a:lnTo>
                    <a:pt x="289010" y="298509"/>
                  </a:lnTo>
                  <a:lnTo>
                    <a:pt x="216758" y="294559"/>
                  </a:lnTo>
                  <a:lnTo>
                    <a:pt x="144505" y="290642"/>
                  </a:lnTo>
                  <a:lnTo>
                    <a:pt x="72252" y="286756"/>
                  </a:lnTo>
                  <a:lnTo>
                    <a:pt x="0" y="282900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27274" y="4689190"/>
              <a:ext cx="5707962" cy="497287"/>
            </a:xfrm>
            <a:custGeom>
              <a:avLst/>
              <a:gdLst/>
              <a:ahLst/>
              <a:cxnLst/>
              <a:rect l="0" t="0" r="0" b="0"/>
              <a:pathLst>
                <a:path w="5707962" h="497287">
                  <a:moveTo>
                    <a:pt x="0" y="0"/>
                  </a:moveTo>
                  <a:lnTo>
                    <a:pt x="72252" y="9743"/>
                  </a:lnTo>
                  <a:lnTo>
                    <a:pt x="144505" y="19458"/>
                  </a:lnTo>
                  <a:lnTo>
                    <a:pt x="216758" y="29141"/>
                  </a:lnTo>
                  <a:lnTo>
                    <a:pt x="289010" y="38790"/>
                  </a:lnTo>
                  <a:lnTo>
                    <a:pt x="361263" y="48404"/>
                  </a:lnTo>
                  <a:lnTo>
                    <a:pt x="433516" y="57980"/>
                  </a:lnTo>
                  <a:lnTo>
                    <a:pt x="505768" y="67515"/>
                  </a:lnTo>
                  <a:lnTo>
                    <a:pt x="578021" y="77007"/>
                  </a:lnTo>
                  <a:lnTo>
                    <a:pt x="650274" y="86451"/>
                  </a:lnTo>
                  <a:lnTo>
                    <a:pt x="722526" y="95846"/>
                  </a:lnTo>
                  <a:lnTo>
                    <a:pt x="794779" y="105188"/>
                  </a:lnTo>
                  <a:lnTo>
                    <a:pt x="867032" y="114472"/>
                  </a:lnTo>
                  <a:lnTo>
                    <a:pt x="939284" y="123696"/>
                  </a:lnTo>
                  <a:lnTo>
                    <a:pt x="1011537" y="132854"/>
                  </a:lnTo>
                  <a:lnTo>
                    <a:pt x="1083790" y="141942"/>
                  </a:lnTo>
                  <a:lnTo>
                    <a:pt x="1156043" y="150955"/>
                  </a:lnTo>
                  <a:lnTo>
                    <a:pt x="1228295" y="159889"/>
                  </a:lnTo>
                  <a:lnTo>
                    <a:pt x="1300548" y="168737"/>
                  </a:lnTo>
                  <a:lnTo>
                    <a:pt x="1372801" y="177494"/>
                  </a:lnTo>
                  <a:lnTo>
                    <a:pt x="1445053" y="186155"/>
                  </a:lnTo>
                  <a:lnTo>
                    <a:pt x="1517306" y="194713"/>
                  </a:lnTo>
                  <a:lnTo>
                    <a:pt x="1589559" y="203162"/>
                  </a:lnTo>
                  <a:lnTo>
                    <a:pt x="1661811" y="211495"/>
                  </a:lnTo>
                  <a:lnTo>
                    <a:pt x="1734064" y="219708"/>
                  </a:lnTo>
                  <a:lnTo>
                    <a:pt x="1806317" y="227793"/>
                  </a:lnTo>
                  <a:lnTo>
                    <a:pt x="1878569" y="235744"/>
                  </a:lnTo>
                  <a:lnTo>
                    <a:pt x="1950822" y="243556"/>
                  </a:lnTo>
                  <a:lnTo>
                    <a:pt x="2023075" y="251224"/>
                  </a:lnTo>
                  <a:lnTo>
                    <a:pt x="2095328" y="258742"/>
                  </a:lnTo>
                  <a:lnTo>
                    <a:pt x="2167580" y="266108"/>
                  </a:lnTo>
                  <a:lnTo>
                    <a:pt x="2239833" y="273317"/>
                  </a:lnTo>
                  <a:lnTo>
                    <a:pt x="2312086" y="280367"/>
                  </a:lnTo>
                  <a:lnTo>
                    <a:pt x="2384338" y="287256"/>
                  </a:lnTo>
                  <a:lnTo>
                    <a:pt x="2456591" y="293985"/>
                  </a:lnTo>
                  <a:lnTo>
                    <a:pt x="2528844" y="300553"/>
                  </a:lnTo>
                  <a:lnTo>
                    <a:pt x="2601096" y="306962"/>
                  </a:lnTo>
                  <a:lnTo>
                    <a:pt x="2673349" y="313215"/>
                  </a:lnTo>
                  <a:lnTo>
                    <a:pt x="2745602" y="319313"/>
                  </a:lnTo>
                  <a:lnTo>
                    <a:pt x="2817854" y="325262"/>
                  </a:lnTo>
                  <a:lnTo>
                    <a:pt x="2890107" y="331067"/>
                  </a:lnTo>
                  <a:lnTo>
                    <a:pt x="2962360" y="336731"/>
                  </a:lnTo>
                  <a:lnTo>
                    <a:pt x="3034612" y="342261"/>
                  </a:lnTo>
                  <a:lnTo>
                    <a:pt x="3106865" y="347663"/>
                  </a:lnTo>
                  <a:lnTo>
                    <a:pt x="3179118" y="352943"/>
                  </a:lnTo>
                  <a:lnTo>
                    <a:pt x="3251371" y="358107"/>
                  </a:lnTo>
                  <a:lnTo>
                    <a:pt x="3323623" y="363161"/>
                  </a:lnTo>
                  <a:lnTo>
                    <a:pt x="3395876" y="368112"/>
                  </a:lnTo>
                  <a:lnTo>
                    <a:pt x="3468129" y="372965"/>
                  </a:lnTo>
                  <a:lnTo>
                    <a:pt x="3540381" y="377727"/>
                  </a:lnTo>
                  <a:lnTo>
                    <a:pt x="3612634" y="382403"/>
                  </a:lnTo>
                  <a:lnTo>
                    <a:pt x="3684887" y="386999"/>
                  </a:lnTo>
                  <a:lnTo>
                    <a:pt x="3757139" y="391519"/>
                  </a:lnTo>
                  <a:lnTo>
                    <a:pt x="3829392" y="395969"/>
                  </a:lnTo>
                  <a:lnTo>
                    <a:pt x="3901645" y="400352"/>
                  </a:lnTo>
                  <a:lnTo>
                    <a:pt x="3973897" y="404675"/>
                  </a:lnTo>
                  <a:lnTo>
                    <a:pt x="4046150" y="408939"/>
                  </a:lnTo>
                  <a:lnTo>
                    <a:pt x="4118403" y="413150"/>
                  </a:lnTo>
                  <a:lnTo>
                    <a:pt x="4190656" y="417311"/>
                  </a:lnTo>
                  <a:lnTo>
                    <a:pt x="4262908" y="421425"/>
                  </a:lnTo>
                  <a:lnTo>
                    <a:pt x="4335161" y="425495"/>
                  </a:lnTo>
                  <a:lnTo>
                    <a:pt x="4407414" y="429524"/>
                  </a:lnTo>
                  <a:lnTo>
                    <a:pt x="4479666" y="433514"/>
                  </a:lnTo>
                  <a:lnTo>
                    <a:pt x="4551919" y="437468"/>
                  </a:lnTo>
                  <a:lnTo>
                    <a:pt x="4624172" y="441389"/>
                  </a:lnTo>
                  <a:lnTo>
                    <a:pt x="4696424" y="445278"/>
                  </a:lnTo>
                  <a:lnTo>
                    <a:pt x="4768677" y="449138"/>
                  </a:lnTo>
                  <a:lnTo>
                    <a:pt x="4840930" y="452969"/>
                  </a:lnTo>
                  <a:lnTo>
                    <a:pt x="4913182" y="456775"/>
                  </a:lnTo>
                  <a:lnTo>
                    <a:pt x="4985435" y="460555"/>
                  </a:lnTo>
                  <a:lnTo>
                    <a:pt x="5057688" y="464313"/>
                  </a:lnTo>
                  <a:lnTo>
                    <a:pt x="5129941" y="468049"/>
                  </a:lnTo>
                  <a:lnTo>
                    <a:pt x="5202193" y="471765"/>
                  </a:lnTo>
                  <a:lnTo>
                    <a:pt x="5274446" y="475461"/>
                  </a:lnTo>
                  <a:lnTo>
                    <a:pt x="5346699" y="479138"/>
                  </a:lnTo>
                  <a:lnTo>
                    <a:pt x="5418951" y="482799"/>
                  </a:lnTo>
                  <a:lnTo>
                    <a:pt x="5491204" y="486443"/>
                  </a:lnTo>
                  <a:lnTo>
                    <a:pt x="5563457" y="490072"/>
                  </a:lnTo>
                  <a:lnTo>
                    <a:pt x="5635709" y="493686"/>
                  </a:lnTo>
                  <a:lnTo>
                    <a:pt x="5707962" y="49728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27274" y="4972091"/>
              <a:ext cx="5707962" cy="577116"/>
            </a:xfrm>
            <a:custGeom>
              <a:avLst/>
              <a:gdLst/>
              <a:ahLst/>
              <a:cxnLst/>
              <a:rect l="0" t="0" r="0" b="0"/>
              <a:pathLst>
                <a:path w="5707962" h="577116">
                  <a:moveTo>
                    <a:pt x="5707962" y="577116"/>
                  </a:moveTo>
                  <a:lnTo>
                    <a:pt x="5635709" y="567116"/>
                  </a:lnTo>
                  <a:lnTo>
                    <a:pt x="5563457" y="557130"/>
                  </a:lnTo>
                  <a:lnTo>
                    <a:pt x="5491204" y="547159"/>
                  </a:lnTo>
                  <a:lnTo>
                    <a:pt x="5418951" y="537203"/>
                  </a:lnTo>
                  <a:lnTo>
                    <a:pt x="5346699" y="527264"/>
                  </a:lnTo>
                  <a:lnTo>
                    <a:pt x="5274446" y="517341"/>
                  </a:lnTo>
                  <a:lnTo>
                    <a:pt x="5202193" y="507437"/>
                  </a:lnTo>
                  <a:lnTo>
                    <a:pt x="5129941" y="497553"/>
                  </a:lnTo>
                  <a:lnTo>
                    <a:pt x="5057688" y="487689"/>
                  </a:lnTo>
                  <a:lnTo>
                    <a:pt x="4985435" y="477846"/>
                  </a:lnTo>
                  <a:lnTo>
                    <a:pt x="4913182" y="468027"/>
                  </a:lnTo>
                  <a:lnTo>
                    <a:pt x="4840930" y="458233"/>
                  </a:lnTo>
                  <a:lnTo>
                    <a:pt x="4768677" y="448464"/>
                  </a:lnTo>
                  <a:lnTo>
                    <a:pt x="4696424" y="438724"/>
                  </a:lnTo>
                  <a:lnTo>
                    <a:pt x="4624172" y="429013"/>
                  </a:lnTo>
                  <a:lnTo>
                    <a:pt x="4551919" y="419333"/>
                  </a:lnTo>
                  <a:lnTo>
                    <a:pt x="4479666" y="409688"/>
                  </a:lnTo>
                  <a:lnTo>
                    <a:pt x="4407414" y="400078"/>
                  </a:lnTo>
                  <a:lnTo>
                    <a:pt x="4335161" y="390507"/>
                  </a:lnTo>
                  <a:lnTo>
                    <a:pt x="4262908" y="380976"/>
                  </a:lnTo>
                  <a:lnTo>
                    <a:pt x="4190656" y="371490"/>
                  </a:lnTo>
                  <a:lnTo>
                    <a:pt x="4118403" y="362051"/>
                  </a:lnTo>
                  <a:lnTo>
                    <a:pt x="4046150" y="352662"/>
                  </a:lnTo>
                  <a:lnTo>
                    <a:pt x="3973897" y="343326"/>
                  </a:lnTo>
                  <a:lnTo>
                    <a:pt x="3901645" y="334049"/>
                  </a:lnTo>
                  <a:lnTo>
                    <a:pt x="3829392" y="324833"/>
                  </a:lnTo>
                  <a:lnTo>
                    <a:pt x="3757139" y="315682"/>
                  </a:lnTo>
                  <a:lnTo>
                    <a:pt x="3684887" y="306602"/>
                  </a:lnTo>
                  <a:lnTo>
                    <a:pt x="3612634" y="297598"/>
                  </a:lnTo>
                  <a:lnTo>
                    <a:pt x="3540381" y="288674"/>
                  </a:lnTo>
                  <a:lnTo>
                    <a:pt x="3468129" y="279836"/>
                  </a:lnTo>
                  <a:lnTo>
                    <a:pt x="3395876" y="271089"/>
                  </a:lnTo>
                  <a:lnTo>
                    <a:pt x="3323623" y="262440"/>
                  </a:lnTo>
                  <a:lnTo>
                    <a:pt x="3251371" y="253894"/>
                  </a:lnTo>
                  <a:lnTo>
                    <a:pt x="3179118" y="245458"/>
                  </a:lnTo>
                  <a:lnTo>
                    <a:pt x="3106865" y="237138"/>
                  </a:lnTo>
                  <a:lnTo>
                    <a:pt x="3034612" y="228940"/>
                  </a:lnTo>
                  <a:lnTo>
                    <a:pt x="2962360" y="220870"/>
                  </a:lnTo>
                  <a:lnTo>
                    <a:pt x="2890107" y="212934"/>
                  </a:lnTo>
                  <a:lnTo>
                    <a:pt x="2817854" y="205138"/>
                  </a:lnTo>
                  <a:lnTo>
                    <a:pt x="2745602" y="197487"/>
                  </a:lnTo>
                  <a:lnTo>
                    <a:pt x="2673349" y="189986"/>
                  </a:lnTo>
                  <a:lnTo>
                    <a:pt x="2601096" y="182638"/>
                  </a:lnTo>
                  <a:lnTo>
                    <a:pt x="2528844" y="175447"/>
                  </a:lnTo>
                  <a:lnTo>
                    <a:pt x="2456591" y="168415"/>
                  </a:lnTo>
                  <a:lnTo>
                    <a:pt x="2384338" y="161544"/>
                  </a:lnTo>
                  <a:lnTo>
                    <a:pt x="2312086" y="154834"/>
                  </a:lnTo>
                  <a:lnTo>
                    <a:pt x="2239833" y="148284"/>
                  </a:lnTo>
                  <a:lnTo>
                    <a:pt x="2167580" y="141893"/>
                  </a:lnTo>
                  <a:lnTo>
                    <a:pt x="2095328" y="135658"/>
                  </a:lnTo>
                  <a:lnTo>
                    <a:pt x="2023075" y="129576"/>
                  </a:lnTo>
                  <a:lnTo>
                    <a:pt x="1950822" y="123644"/>
                  </a:lnTo>
                  <a:lnTo>
                    <a:pt x="1878569" y="117856"/>
                  </a:lnTo>
                  <a:lnTo>
                    <a:pt x="1806317" y="112207"/>
                  </a:lnTo>
                  <a:lnTo>
                    <a:pt x="1734064" y="106692"/>
                  </a:lnTo>
                  <a:lnTo>
                    <a:pt x="1661811" y="101304"/>
                  </a:lnTo>
                  <a:lnTo>
                    <a:pt x="1589559" y="96038"/>
                  </a:lnTo>
                  <a:lnTo>
                    <a:pt x="1517306" y="90887"/>
                  </a:lnTo>
                  <a:lnTo>
                    <a:pt x="1445053" y="85845"/>
                  </a:lnTo>
                  <a:lnTo>
                    <a:pt x="1372801" y="80905"/>
                  </a:lnTo>
                  <a:lnTo>
                    <a:pt x="1300548" y="76063"/>
                  </a:lnTo>
                  <a:lnTo>
                    <a:pt x="1228295" y="71311"/>
                  </a:lnTo>
                  <a:lnTo>
                    <a:pt x="1156043" y="66644"/>
                  </a:lnTo>
                  <a:lnTo>
                    <a:pt x="1083790" y="62058"/>
                  </a:lnTo>
                  <a:lnTo>
                    <a:pt x="1011537" y="57546"/>
                  </a:lnTo>
                  <a:lnTo>
                    <a:pt x="939284" y="53104"/>
                  </a:lnTo>
                  <a:lnTo>
                    <a:pt x="867032" y="48727"/>
                  </a:lnTo>
                  <a:lnTo>
                    <a:pt x="794779" y="44411"/>
                  </a:lnTo>
                  <a:lnTo>
                    <a:pt x="722526" y="40153"/>
                  </a:lnTo>
                  <a:lnTo>
                    <a:pt x="650274" y="35948"/>
                  </a:lnTo>
                  <a:lnTo>
                    <a:pt x="578021" y="31793"/>
                  </a:lnTo>
                  <a:lnTo>
                    <a:pt x="505768" y="27684"/>
                  </a:lnTo>
                  <a:lnTo>
                    <a:pt x="433516" y="23619"/>
                  </a:lnTo>
                  <a:lnTo>
                    <a:pt x="361263" y="19595"/>
                  </a:lnTo>
                  <a:lnTo>
                    <a:pt x="289010" y="15609"/>
                  </a:lnTo>
                  <a:lnTo>
                    <a:pt x="216758" y="11658"/>
                  </a:lnTo>
                  <a:lnTo>
                    <a:pt x="144505" y="7741"/>
                  </a:lnTo>
                  <a:lnTo>
                    <a:pt x="72252" y="38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27274" y="4830640"/>
              <a:ext cx="5707962" cy="537201"/>
            </a:xfrm>
            <a:custGeom>
              <a:avLst/>
              <a:gdLst/>
              <a:ahLst/>
              <a:cxnLst/>
              <a:rect l="0" t="0" r="0" b="0"/>
              <a:pathLst>
                <a:path w="5707962" h="537201">
                  <a:moveTo>
                    <a:pt x="0" y="0"/>
                  </a:moveTo>
                  <a:lnTo>
                    <a:pt x="72252" y="6800"/>
                  </a:lnTo>
                  <a:lnTo>
                    <a:pt x="144505" y="13600"/>
                  </a:lnTo>
                  <a:lnTo>
                    <a:pt x="216758" y="20400"/>
                  </a:lnTo>
                  <a:lnTo>
                    <a:pt x="289010" y="27200"/>
                  </a:lnTo>
                  <a:lnTo>
                    <a:pt x="361263" y="34000"/>
                  </a:lnTo>
                  <a:lnTo>
                    <a:pt x="433516" y="40800"/>
                  </a:lnTo>
                  <a:lnTo>
                    <a:pt x="505768" y="47600"/>
                  </a:lnTo>
                  <a:lnTo>
                    <a:pt x="578021" y="54400"/>
                  </a:lnTo>
                  <a:lnTo>
                    <a:pt x="650274" y="61200"/>
                  </a:lnTo>
                  <a:lnTo>
                    <a:pt x="722526" y="68000"/>
                  </a:lnTo>
                  <a:lnTo>
                    <a:pt x="794779" y="74800"/>
                  </a:lnTo>
                  <a:lnTo>
                    <a:pt x="867032" y="81600"/>
                  </a:lnTo>
                  <a:lnTo>
                    <a:pt x="939284" y="88400"/>
                  </a:lnTo>
                  <a:lnTo>
                    <a:pt x="1011537" y="95200"/>
                  </a:lnTo>
                  <a:lnTo>
                    <a:pt x="1083790" y="102000"/>
                  </a:lnTo>
                  <a:lnTo>
                    <a:pt x="1156043" y="108800"/>
                  </a:lnTo>
                  <a:lnTo>
                    <a:pt x="1228295" y="115600"/>
                  </a:lnTo>
                  <a:lnTo>
                    <a:pt x="1300548" y="122400"/>
                  </a:lnTo>
                  <a:lnTo>
                    <a:pt x="1372801" y="129200"/>
                  </a:lnTo>
                  <a:lnTo>
                    <a:pt x="1445053" y="136000"/>
                  </a:lnTo>
                  <a:lnTo>
                    <a:pt x="1517306" y="142800"/>
                  </a:lnTo>
                  <a:lnTo>
                    <a:pt x="1589559" y="149600"/>
                  </a:lnTo>
                  <a:lnTo>
                    <a:pt x="1661811" y="156400"/>
                  </a:lnTo>
                  <a:lnTo>
                    <a:pt x="1734064" y="163200"/>
                  </a:lnTo>
                  <a:lnTo>
                    <a:pt x="1806317" y="170000"/>
                  </a:lnTo>
                  <a:lnTo>
                    <a:pt x="1878569" y="176800"/>
                  </a:lnTo>
                  <a:lnTo>
                    <a:pt x="1950822" y="183600"/>
                  </a:lnTo>
                  <a:lnTo>
                    <a:pt x="2023075" y="190400"/>
                  </a:lnTo>
                  <a:lnTo>
                    <a:pt x="2095328" y="197200"/>
                  </a:lnTo>
                  <a:lnTo>
                    <a:pt x="2167580" y="204000"/>
                  </a:lnTo>
                  <a:lnTo>
                    <a:pt x="2239833" y="210800"/>
                  </a:lnTo>
                  <a:lnTo>
                    <a:pt x="2312086" y="217600"/>
                  </a:lnTo>
                  <a:lnTo>
                    <a:pt x="2384338" y="224400"/>
                  </a:lnTo>
                  <a:lnTo>
                    <a:pt x="2456591" y="231200"/>
                  </a:lnTo>
                  <a:lnTo>
                    <a:pt x="2528844" y="238000"/>
                  </a:lnTo>
                  <a:lnTo>
                    <a:pt x="2601096" y="244800"/>
                  </a:lnTo>
                  <a:lnTo>
                    <a:pt x="2673349" y="251600"/>
                  </a:lnTo>
                  <a:lnTo>
                    <a:pt x="2745602" y="258400"/>
                  </a:lnTo>
                  <a:lnTo>
                    <a:pt x="2817854" y="265200"/>
                  </a:lnTo>
                  <a:lnTo>
                    <a:pt x="2890107" y="272000"/>
                  </a:lnTo>
                  <a:lnTo>
                    <a:pt x="2962360" y="278800"/>
                  </a:lnTo>
                  <a:lnTo>
                    <a:pt x="3034612" y="285600"/>
                  </a:lnTo>
                  <a:lnTo>
                    <a:pt x="3106865" y="292400"/>
                  </a:lnTo>
                  <a:lnTo>
                    <a:pt x="3179118" y="299200"/>
                  </a:lnTo>
                  <a:lnTo>
                    <a:pt x="3251371" y="306000"/>
                  </a:lnTo>
                  <a:lnTo>
                    <a:pt x="3323623" y="312800"/>
                  </a:lnTo>
                  <a:lnTo>
                    <a:pt x="3395876" y="319600"/>
                  </a:lnTo>
                  <a:lnTo>
                    <a:pt x="3468129" y="326400"/>
                  </a:lnTo>
                  <a:lnTo>
                    <a:pt x="3540381" y="333201"/>
                  </a:lnTo>
                  <a:lnTo>
                    <a:pt x="3612634" y="340001"/>
                  </a:lnTo>
                  <a:lnTo>
                    <a:pt x="3684887" y="346801"/>
                  </a:lnTo>
                  <a:lnTo>
                    <a:pt x="3757139" y="353601"/>
                  </a:lnTo>
                  <a:lnTo>
                    <a:pt x="3829392" y="360401"/>
                  </a:lnTo>
                  <a:lnTo>
                    <a:pt x="3901645" y="367201"/>
                  </a:lnTo>
                  <a:lnTo>
                    <a:pt x="3973897" y="374001"/>
                  </a:lnTo>
                  <a:lnTo>
                    <a:pt x="4046150" y="380801"/>
                  </a:lnTo>
                  <a:lnTo>
                    <a:pt x="4118403" y="387601"/>
                  </a:lnTo>
                  <a:lnTo>
                    <a:pt x="4190656" y="394401"/>
                  </a:lnTo>
                  <a:lnTo>
                    <a:pt x="4262908" y="401201"/>
                  </a:lnTo>
                  <a:lnTo>
                    <a:pt x="4335161" y="408001"/>
                  </a:lnTo>
                  <a:lnTo>
                    <a:pt x="4407414" y="414801"/>
                  </a:lnTo>
                  <a:lnTo>
                    <a:pt x="4479666" y="421601"/>
                  </a:lnTo>
                  <a:lnTo>
                    <a:pt x="4551919" y="428401"/>
                  </a:lnTo>
                  <a:lnTo>
                    <a:pt x="4624172" y="435201"/>
                  </a:lnTo>
                  <a:lnTo>
                    <a:pt x="4696424" y="442001"/>
                  </a:lnTo>
                  <a:lnTo>
                    <a:pt x="4768677" y="448801"/>
                  </a:lnTo>
                  <a:lnTo>
                    <a:pt x="4840930" y="455601"/>
                  </a:lnTo>
                  <a:lnTo>
                    <a:pt x="4913182" y="462401"/>
                  </a:lnTo>
                  <a:lnTo>
                    <a:pt x="4985435" y="469201"/>
                  </a:lnTo>
                  <a:lnTo>
                    <a:pt x="5057688" y="476001"/>
                  </a:lnTo>
                  <a:lnTo>
                    <a:pt x="5129941" y="482801"/>
                  </a:lnTo>
                  <a:lnTo>
                    <a:pt x="5202193" y="489601"/>
                  </a:lnTo>
                  <a:lnTo>
                    <a:pt x="5274446" y="496401"/>
                  </a:lnTo>
                  <a:lnTo>
                    <a:pt x="5346699" y="503201"/>
                  </a:lnTo>
                  <a:lnTo>
                    <a:pt x="5418951" y="510001"/>
                  </a:lnTo>
                  <a:lnTo>
                    <a:pt x="5491204" y="516801"/>
                  </a:lnTo>
                  <a:lnTo>
                    <a:pt x="5563457" y="523601"/>
                  </a:lnTo>
                  <a:lnTo>
                    <a:pt x="5635709" y="530401"/>
                  </a:lnTo>
                  <a:lnTo>
                    <a:pt x="5707962" y="537201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1168571" y="436609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1168571" y="470006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1168571" y="45323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3491633" y="46867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3491633" y="45763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3491633" y="461374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1915156" y="450378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1915156" y="444354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1915156" y="45654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3246848" y="461138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3246848" y="465182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3246848" y="463489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3888985" y="479380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3888985" y="4606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3888985" y="472424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3451096" y="495818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3451096" y="44148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3451096" y="47824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4417372" y="506973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4417372" y="511821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4417372" y="501445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6876534" y="48833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t56"/>
            <p:cNvSpPr/>
            <p:nvPr/>
          </p:nvSpPr>
          <p:spPr>
            <a:xfrm>
              <a:off x="6876534" y="51867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t57"/>
            <p:cNvSpPr/>
            <p:nvPr/>
          </p:nvSpPr>
          <p:spPr>
            <a:xfrm>
              <a:off x="6876534" y="489238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1227274" y="4420781"/>
              <a:ext cx="5707962" cy="847185"/>
            </a:xfrm>
            <a:custGeom>
              <a:avLst/>
              <a:gdLst/>
              <a:ahLst/>
              <a:cxnLst/>
              <a:rect l="0" t="0" r="0" b="0"/>
              <a:pathLst>
                <a:path w="5707962" h="847185">
                  <a:moveTo>
                    <a:pt x="0" y="0"/>
                  </a:moveTo>
                  <a:lnTo>
                    <a:pt x="72252" y="9725"/>
                  </a:lnTo>
                  <a:lnTo>
                    <a:pt x="144505" y="19425"/>
                  </a:lnTo>
                  <a:lnTo>
                    <a:pt x="216758" y="29097"/>
                  </a:lnTo>
                  <a:lnTo>
                    <a:pt x="289010" y="38740"/>
                  </a:lnTo>
                  <a:lnTo>
                    <a:pt x="361263" y="48352"/>
                  </a:lnTo>
                  <a:lnTo>
                    <a:pt x="433516" y="57931"/>
                  </a:lnTo>
                  <a:lnTo>
                    <a:pt x="505768" y="67474"/>
                  </a:lnTo>
                  <a:lnTo>
                    <a:pt x="578021" y="76978"/>
                  </a:lnTo>
                  <a:lnTo>
                    <a:pt x="650274" y="86443"/>
                  </a:lnTo>
                  <a:lnTo>
                    <a:pt x="722526" y="95863"/>
                  </a:lnTo>
                  <a:lnTo>
                    <a:pt x="794779" y="105237"/>
                  </a:lnTo>
                  <a:lnTo>
                    <a:pt x="867032" y="114561"/>
                  </a:lnTo>
                  <a:lnTo>
                    <a:pt x="939284" y="123832"/>
                  </a:lnTo>
                  <a:lnTo>
                    <a:pt x="1011537" y="133045"/>
                  </a:lnTo>
                  <a:lnTo>
                    <a:pt x="1083790" y="142198"/>
                  </a:lnTo>
                  <a:lnTo>
                    <a:pt x="1156043" y="151285"/>
                  </a:lnTo>
                  <a:lnTo>
                    <a:pt x="1228295" y="160302"/>
                  </a:lnTo>
                  <a:lnTo>
                    <a:pt x="1300548" y="169245"/>
                  </a:lnTo>
                  <a:lnTo>
                    <a:pt x="1372801" y="178108"/>
                  </a:lnTo>
                  <a:lnTo>
                    <a:pt x="1445053" y="186887"/>
                  </a:lnTo>
                  <a:lnTo>
                    <a:pt x="1517306" y="195576"/>
                  </a:lnTo>
                  <a:lnTo>
                    <a:pt x="1589559" y="204169"/>
                  </a:lnTo>
                  <a:lnTo>
                    <a:pt x="1661811" y="212663"/>
                  </a:lnTo>
                  <a:lnTo>
                    <a:pt x="1734064" y="221050"/>
                  </a:lnTo>
                  <a:lnTo>
                    <a:pt x="1806317" y="229325"/>
                  </a:lnTo>
                  <a:lnTo>
                    <a:pt x="1878569" y="237484"/>
                  </a:lnTo>
                  <a:lnTo>
                    <a:pt x="1950822" y="245521"/>
                  </a:lnTo>
                  <a:lnTo>
                    <a:pt x="2023075" y="253432"/>
                  </a:lnTo>
                  <a:lnTo>
                    <a:pt x="2095328" y="261213"/>
                  </a:lnTo>
                  <a:lnTo>
                    <a:pt x="2167580" y="268860"/>
                  </a:lnTo>
                  <a:lnTo>
                    <a:pt x="2239833" y="276370"/>
                  </a:lnTo>
                  <a:lnTo>
                    <a:pt x="2312086" y="283741"/>
                  </a:lnTo>
                  <a:lnTo>
                    <a:pt x="2384338" y="290972"/>
                  </a:lnTo>
                  <a:lnTo>
                    <a:pt x="2456591" y="298063"/>
                  </a:lnTo>
                  <a:lnTo>
                    <a:pt x="2528844" y="305013"/>
                  </a:lnTo>
                  <a:lnTo>
                    <a:pt x="2601096" y="311824"/>
                  </a:lnTo>
                  <a:lnTo>
                    <a:pt x="2673349" y="318498"/>
                  </a:lnTo>
                  <a:lnTo>
                    <a:pt x="2745602" y="325038"/>
                  </a:lnTo>
                  <a:lnTo>
                    <a:pt x="2817854" y="331447"/>
                  </a:lnTo>
                  <a:lnTo>
                    <a:pt x="2890107" y="337730"/>
                  </a:lnTo>
                  <a:lnTo>
                    <a:pt x="2962360" y="343890"/>
                  </a:lnTo>
                  <a:lnTo>
                    <a:pt x="3034612" y="349933"/>
                  </a:lnTo>
                  <a:lnTo>
                    <a:pt x="3106865" y="355864"/>
                  </a:lnTo>
                  <a:lnTo>
                    <a:pt x="3179118" y="361688"/>
                  </a:lnTo>
                  <a:lnTo>
                    <a:pt x="3251371" y="367411"/>
                  </a:lnTo>
                  <a:lnTo>
                    <a:pt x="3323623" y="373038"/>
                  </a:lnTo>
                  <a:lnTo>
                    <a:pt x="3395876" y="378575"/>
                  </a:lnTo>
                  <a:lnTo>
                    <a:pt x="3468129" y="384026"/>
                  </a:lnTo>
                  <a:lnTo>
                    <a:pt x="3540381" y="389398"/>
                  </a:lnTo>
                  <a:lnTo>
                    <a:pt x="3612634" y="394694"/>
                  </a:lnTo>
                  <a:lnTo>
                    <a:pt x="3684887" y="399921"/>
                  </a:lnTo>
                  <a:lnTo>
                    <a:pt x="3757139" y="405081"/>
                  </a:lnTo>
                  <a:lnTo>
                    <a:pt x="3829392" y="410180"/>
                  </a:lnTo>
                  <a:lnTo>
                    <a:pt x="3901645" y="415221"/>
                  </a:lnTo>
                  <a:lnTo>
                    <a:pt x="3973897" y="420208"/>
                  </a:lnTo>
                  <a:lnTo>
                    <a:pt x="4046150" y="425145"/>
                  </a:lnTo>
                  <a:lnTo>
                    <a:pt x="4118403" y="430035"/>
                  </a:lnTo>
                  <a:lnTo>
                    <a:pt x="4190656" y="434882"/>
                  </a:lnTo>
                  <a:lnTo>
                    <a:pt x="4262908" y="439687"/>
                  </a:lnTo>
                  <a:lnTo>
                    <a:pt x="4335161" y="444453"/>
                  </a:lnTo>
                  <a:lnTo>
                    <a:pt x="4407414" y="449184"/>
                  </a:lnTo>
                  <a:lnTo>
                    <a:pt x="4479666" y="453882"/>
                  </a:lnTo>
                  <a:lnTo>
                    <a:pt x="4551919" y="458548"/>
                  </a:lnTo>
                  <a:lnTo>
                    <a:pt x="4624172" y="463184"/>
                  </a:lnTo>
                  <a:lnTo>
                    <a:pt x="4696424" y="467793"/>
                  </a:lnTo>
                  <a:lnTo>
                    <a:pt x="4768677" y="472376"/>
                  </a:lnTo>
                  <a:lnTo>
                    <a:pt x="4840930" y="476934"/>
                  </a:lnTo>
                  <a:lnTo>
                    <a:pt x="4913182" y="481470"/>
                  </a:lnTo>
                  <a:lnTo>
                    <a:pt x="4985435" y="485984"/>
                  </a:lnTo>
                  <a:lnTo>
                    <a:pt x="5057688" y="490478"/>
                  </a:lnTo>
                  <a:lnTo>
                    <a:pt x="5129941" y="494953"/>
                  </a:lnTo>
                  <a:lnTo>
                    <a:pt x="5202193" y="499410"/>
                  </a:lnTo>
                  <a:lnTo>
                    <a:pt x="5274446" y="503850"/>
                  </a:lnTo>
                  <a:lnTo>
                    <a:pt x="5346699" y="508274"/>
                  </a:lnTo>
                  <a:lnTo>
                    <a:pt x="5418951" y="512683"/>
                  </a:lnTo>
                  <a:lnTo>
                    <a:pt x="5491204" y="517078"/>
                  </a:lnTo>
                  <a:lnTo>
                    <a:pt x="5563457" y="521460"/>
                  </a:lnTo>
                  <a:lnTo>
                    <a:pt x="5635709" y="525828"/>
                  </a:lnTo>
                  <a:lnTo>
                    <a:pt x="5707962" y="530185"/>
                  </a:lnTo>
                  <a:lnTo>
                    <a:pt x="5707962" y="847185"/>
                  </a:lnTo>
                  <a:lnTo>
                    <a:pt x="5635709" y="837236"/>
                  </a:lnTo>
                  <a:lnTo>
                    <a:pt x="5563457" y="827300"/>
                  </a:lnTo>
                  <a:lnTo>
                    <a:pt x="5491204" y="817375"/>
                  </a:lnTo>
                  <a:lnTo>
                    <a:pt x="5418951" y="807465"/>
                  </a:lnTo>
                  <a:lnTo>
                    <a:pt x="5346699" y="797568"/>
                  </a:lnTo>
                  <a:lnTo>
                    <a:pt x="5274446" y="787687"/>
                  </a:lnTo>
                  <a:lnTo>
                    <a:pt x="5202193" y="777822"/>
                  </a:lnTo>
                  <a:lnTo>
                    <a:pt x="5129941" y="767973"/>
                  </a:lnTo>
                  <a:lnTo>
                    <a:pt x="5057688" y="758143"/>
                  </a:lnTo>
                  <a:lnTo>
                    <a:pt x="4985435" y="748331"/>
                  </a:lnTo>
                  <a:lnTo>
                    <a:pt x="4913182" y="738540"/>
                  </a:lnTo>
                  <a:lnTo>
                    <a:pt x="4840930" y="728770"/>
                  </a:lnTo>
                  <a:lnTo>
                    <a:pt x="4768677" y="719023"/>
                  </a:lnTo>
                  <a:lnTo>
                    <a:pt x="4696424" y="709300"/>
                  </a:lnTo>
                  <a:lnTo>
                    <a:pt x="4624172" y="699604"/>
                  </a:lnTo>
                  <a:lnTo>
                    <a:pt x="4551919" y="689934"/>
                  </a:lnTo>
                  <a:lnTo>
                    <a:pt x="4479666" y="680295"/>
                  </a:lnTo>
                  <a:lnTo>
                    <a:pt x="4407414" y="670687"/>
                  </a:lnTo>
                  <a:lnTo>
                    <a:pt x="4335161" y="661112"/>
                  </a:lnTo>
                  <a:lnTo>
                    <a:pt x="4262908" y="651573"/>
                  </a:lnTo>
                  <a:lnTo>
                    <a:pt x="4190656" y="642073"/>
                  </a:lnTo>
                  <a:lnTo>
                    <a:pt x="4118403" y="632614"/>
                  </a:lnTo>
                  <a:lnTo>
                    <a:pt x="4046150" y="623198"/>
                  </a:lnTo>
                  <a:lnTo>
                    <a:pt x="3973897" y="613830"/>
                  </a:lnTo>
                  <a:lnTo>
                    <a:pt x="3901645" y="604512"/>
                  </a:lnTo>
                  <a:lnTo>
                    <a:pt x="3829392" y="595247"/>
                  </a:lnTo>
                  <a:lnTo>
                    <a:pt x="3757139" y="586041"/>
                  </a:lnTo>
                  <a:lnTo>
                    <a:pt x="3684887" y="576895"/>
                  </a:lnTo>
                  <a:lnTo>
                    <a:pt x="3612634" y="567816"/>
                  </a:lnTo>
                  <a:lnTo>
                    <a:pt x="3540381" y="558807"/>
                  </a:lnTo>
                  <a:lnTo>
                    <a:pt x="3468129" y="549873"/>
                  </a:lnTo>
                  <a:lnTo>
                    <a:pt x="3395876" y="541019"/>
                  </a:lnTo>
                  <a:lnTo>
                    <a:pt x="3323623" y="532250"/>
                  </a:lnTo>
                  <a:lnTo>
                    <a:pt x="3251371" y="523572"/>
                  </a:lnTo>
                  <a:lnTo>
                    <a:pt x="3179118" y="514989"/>
                  </a:lnTo>
                  <a:lnTo>
                    <a:pt x="3106865" y="506508"/>
                  </a:lnTo>
                  <a:lnTo>
                    <a:pt x="3034612" y="498133"/>
                  </a:lnTo>
                  <a:lnTo>
                    <a:pt x="2962360" y="489871"/>
                  </a:lnTo>
                  <a:lnTo>
                    <a:pt x="2890107" y="481726"/>
                  </a:lnTo>
                  <a:lnTo>
                    <a:pt x="2817854" y="473703"/>
                  </a:lnTo>
                  <a:lnTo>
                    <a:pt x="2745602" y="465806"/>
                  </a:lnTo>
                  <a:lnTo>
                    <a:pt x="2673349" y="458041"/>
                  </a:lnTo>
                  <a:lnTo>
                    <a:pt x="2601096" y="450409"/>
                  </a:lnTo>
                  <a:lnTo>
                    <a:pt x="2528844" y="442915"/>
                  </a:lnTo>
                  <a:lnTo>
                    <a:pt x="2456591" y="435559"/>
                  </a:lnTo>
                  <a:lnTo>
                    <a:pt x="2384338" y="428344"/>
                  </a:lnTo>
                  <a:lnTo>
                    <a:pt x="2312086" y="421270"/>
                  </a:lnTo>
                  <a:lnTo>
                    <a:pt x="2239833" y="414336"/>
                  </a:lnTo>
                  <a:lnTo>
                    <a:pt x="2167580" y="407540"/>
                  </a:lnTo>
                  <a:lnTo>
                    <a:pt x="2095328" y="400882"/>
                  </a:lnTo>
                  <a:lnTo>
                    <a:pt x="2023075" y="394357"/>
                  </a:lnTo>
                  <a:lnTo>
                    <a:pt x="1950822" y="387962"/>
                  </a:lnTo>
                  <a:lnTo>
                    <a:pt x="1878569" y="381694"/>
                  </a:lnTo>
                  <a:lnTo>
                    <a:pt x="1806317" y="375547"/>
                  </a:lnTo>
                  <a:lnTo>
                    <a:pt x="1734064" y="369517"/>
                  </a:lnTo>
                  <a:lnTo>
                    <a:pt x="1661811" y="363599"/>
                  </a:lnTo>
                  <a:lnTo>
                    <a:pt x="1589559" y="357787"/>
                  </a:lnTo>
                  <a:lnTo>
                    <a:pt x="1517306" y="352075"/>
                  </a:lnTo>
                  <a:lnTo>
                    <a:pt x="1445053" y="346458"/>
                  </a:lnTo>
                  <a:lnTo>
                    <a:pt x="1372801" y="340932"/>
                  </a:lnTo>
                  <a:lnTo>
                    <a:pt x="1300548" y="335489"/>
                  </a:lnTo>
                  <a:lnTo>
                    <a:pt x="1228295" y="330127"/>
                  </a:lnTo>
                  <a:lnTo>
                    <a:pt x="1156043" y="324838"/>
                  </a:lnTo>
                  <a:lnTo>
                    <a:pt x="1083790" y="319620"/>
                  </a:lnTo>
                  <a:lnTo>
                    <a:pt x="1011537" y="314467"/>
                  </a:lnTo>
                  <a:lnTo>
                    <a:pt x="939284" y="309375"/>
                  </a:lnTo>
                  <a:lnTo>
                    <a:pt x="867032" y="304340"/>
                  </a:lnTo>
                  <a:lnTo>
                    <a:pt x="794779" y="299358"/>
                  </a:lnTo>
                  <a:lnTo>
                    <a:pt x="722526" y="294427"/>
                  </a:lnTo>
                  <a:lnTo>
                    <a:pt x="650274" y="289542"/>
                  </a:lnTo>
                  <a:lnTo>
                    <a:pt x="578021" y="284700"/>
                  </a:lnTo>
                  <a:lnTo>
                    <a:pt x="505768" y="279900"/>
                  </a:lnTo>
                  <a:lnTo>
                    <a:pt x="433516" y="275137"/>
                  </a:lnTo>
                  <a:lnTo>
                    <a:pt x="361263" y="270410"/>
                  </a:lnTo>
                  <a:lnTo>
                    <a:pt x="289010" y="265717"/>
                  </a:lnTo>
                  <a:lnTo>
                    <a:pt x="216758" y="261054"/>
                  </a:lnTo>
                  <a:lnTo>
                    <a:pt x="144505" y="256421"/>
                  </a:lnTo>
                  <a:lnTo>
                    <a:pt x="72252" y="251815"/>
                  </a:lnTo>
                  <a:lnTo>
                    <a:pt x="0" y="247235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27274" y="4420781"/>
              <a:ext cx="5707962" cy="530185"/>
            </a:xfrm>
            <a:custGeom>
              <a:avLst/>
              <a:gdLst/>
              <a:ahLst/>
              <a:cxnLst/>
              <a:rect l="0" t="0" r="0" b="0"/>
              <a:pathLst>
                <a:path w="5707962" h="530185">
                  <a:moveTo>
                    <a:pt x="0" y="0"/>
                  </a:moveTo>
                  <a:lnTo>
                    <a:pt x="72252" y="9725"/>
                  </a:lnTo>
                  <a:lnTo>
                    <a:pt x="144505" y="19425"/>
                  </a:lnTo>
                  <a:lnTo>
                    <a:pt x="216758" y="29097"/>
                  </a:lnTo>
                  <a:lnTo>
                    <a:pt x="289010" y="38740"/>
                  </a:lnTo>
                  <a:lnTo>
                    <a:pt x="361263" y="48352"/>
                  </a:lnTo>
                  <a:lnTo>
                    <a:pt x="433516" y="57931"/>
                  </a:lnTo>
                  <a:lnTo>
                    <a:pt x="505768" y="67474"/>
                  </a:lnTo>
                  <a:lnTo>
                    <a:pt x="578021" y="76978"/>
                  </a:lnTo>
                  <a:lnTo>
                    <a:pt x="650274" y="86443"/>
                  </a:lnTo>
                  <a:lnTo>
                    <a:pt x="722526" y="95863"/>
                  </a:lnTo>
                  <a:lnTo>
                    <a:pt x="794779" y="105237"/>
                  </a:lnTo>
                  <a:lnTo>
                    <a:pt x="867032" y="114561"/>
                  </a:lnTo>
                  <a:lnTo>
                    <a:pt x="939284" y="123832"/>
                  </a:lnTo>
                  <a:lnTo>
                    <a:pt x="1011537" y="133045"/>
                  </a:lnTo>
                  <a:lnTo>
                    <a:pt x="1083790" y="142198"/>
                  </a:lnTo>
                  <a:lnTo>
                    <a:pt x="1156043" y="151285"/>
                  </a:lnTo>
                  <a:lnTo>
                    <a:pt x="1228295" y="160302"/>
                  </a:lnTo>
                  <a:lnTo>
                    <a:pt x="1300548" y="169245"/>
                  </a:lnTo>
                  <a:lnTo>
                    <a:pt x="1372801" y="178108"/>
                  </a:lnTo>
                  <a:lnTo>
                    <a:pt x="1445053" y="186887"/>
                  </a:lnTo>
                  <a:lnTo>
                    <a:pt x="1517306" y="195576"/>
                  </a:lnTo>
                  <a:lnTo>
                    <a:pt x="1589559" y="204169"/>
                  </a:lnTo>
                  <a:lnTo>
                    <a:pt x="1661811" y="212663"/>
                  </a:lnTo>
                  <a:lnTo>
                    <a:pt x="1734064" y="221050"/>
                  </a:lnTo>
                  <a:lnTo>
                    <a:pt x="1806317" y="229325"/>
                  </a:lnTo>
                  <a:lnTo>
                    <a:pt x="1878569" y="237484"/>
                  </a:lnTo>
                  <a:lnTo>
                    <a:pt x="1950822" y="245521"/>
                  </a:lnTo>
                  <a:lnTo>
                    <a:pt x="2023075" y="253432"/>
                  </a:lnTo>
                  <a:lnTo>
                    <a:pt x="2095328" y="261213"/>
                  </a:lnTo>
                  <a:lnTo>
                    <a:pt x="2167580" y="268860"/>
                  </a:lnTo>
                  <a:lnTo>
                    <a:pt x="2239833" y="276370"/>
                  </a:lnTo>
                  <a:lnTo>
                    <a:pt x="2312086" y="283741"/>
                  </a:lnTo>
                  <a:lnTo>
                    <a:pt x="2384338" y="290972"/>
                  </a:lnTo>
                  <a:lnTo>
                    <a:pt x="2456591" y="298063"/>
                  </a:lnTo>
                  <a:lnTo>
                    <a:pt x="2528844" y="305013"/>
                  </a:lnTo>
                  <a:lnTo>
                    <a:pt x="2601096" y="311824"/>
                  </a:lnTo>
                  <a:lnTo>
                    <a:pt x="2673349" y="318498"/>
                  </a:lnTo>
                  <a:lnTo>
                    <a:pt x="2745602" y="325038"/>
                  </a:lnTo>
                  <a:lnTo>
                    <a:pt x="2817854" y="331447"/>
                  </a:lnTo>
                  <a:lnTo>
                    <a:pt x="2890107" y="337730"/>
                  </a:lnTo>
                  <a:lnTo>
                    <a:pt x="2962360" y="343890"/>
                  </a:lnTo>
                  <a:lnTo>
                    <a:pt x="3034612" y="349933"/>
                  </a:lnTo>
                  <a:lnTo>
                    <a:pt x="3106865" y="355864"/>
                  </a:lnTo>
                  <a:lnTo>
                    <a:pt x="3179118" y="361688"/>
                  </a:lnTo>
                  <a:lnTo>
                    <a:pt x="3251371" y="367411"/>
                  </a:lnTo>
                  <a:lnTo>
                    <a:pt x="3323623" y="373038"/>
                  </a:lnTo>
                  <a:lnTo>
                    <a:pt x="3395876" y="378575"/>
                  </a:lnTo>
                  <a:lnTo>
                    <a:pt x="3468129" y="384026"/>
                  </a:lnTo>
                  <a:lnTo>
                    <a:pt x="3540381" y="389398"/>
                  </a:lnTo>
                  <a:lnTo>
                    <a:pt x="3612634" y="394694"/>
                  </a:lnTo>
                  <a:lnTo>
                    <a:pt x="3684887" y="399921"/>
                  </a:lnTo>
                  <a:lnTo>
                    <a:pt x="3757139" y="405081"/>
                  </a:lnTo>
                  <a:lnTo>
                    <a:pt x="3829392" y="410180"/>
                  </a:lnTo>
                  <a:lnTo>
                    <a:pt x="3901645" y="415221"/>
                  </a:lnTo>
                  <a:lnTo>
                    <a:pt x="3973897" y="420208"/>
                  </a:lnTo>
                  <a:lnTo>
                    <a:pt x="4046150" y="425145"/>
                  </a:lnTo>
                  <a:lnTo>
                    <a:pt x="4118403" y="430035"/>
                  </a:lnTo>
                  <a:lnTo>
                    <a:pt x="4190656" y="434882"/>
                  </a:lnTo>
                  <a:lnTo>
                    <a:pt x="4262908" y="439687"/>
                  </a:lnTo>
                  <a:lnTo>
                    <a:pt x="4335161" y="444453"/>
                  </a:lnTo>
                  <a:lnTo>
                    <a:pt x="4407414" y="449184"/>
                  </a:lnTo>
                  <a:lnTo>
                    <a:pt x="4479666" y="453882"/>
                  </a:lnTo>
                  <a:lnTo>
                    <a:pt x="4551919" y="458548"/>
                  </a:lnTo>
                  <a:lnTo>
                    <a:pt x="4624172" y="463184"/>
                  </a:lnTo>
                  <a:lnTo>
                    <a:pt x="4696424" y="467793"/>
                  </a:lnTo>
                  <a:lnTo>
                    <a:pt x="4768677" y="472376"/>
                  </a:lnTo>
                  <a:lnTo>
                    <a:pt x="4840930" y="476934"/>
                  </a:lnTo>
                  <a:lnTo>
                    <a:pt x="4913182" y="481470"/>
                  </a:lnTo>
                  <a:lnTo>
                    <a:pt x="4985435" y="485984"/>
                  </a:lnTo>
                  <a:lnTo>
                    <a:pt x="5057688" y="490478"/>
                  </a:lnTo>
                  <a:lnTo>
                    <a:pt x="5129941" y="494953"/>
                  </a:lnTo>
                  <a:lnTo>
                    <a:pt x="5202193" y="499410"/>
                  </a:lnTo>
                  <a:lnTo>
                    <a:pt x="5274446" y="503850"/>
                  </a:lnTo>
                  <a:lnTo>
                    <a:pt x="5346699" y="508274"/>
                  </a:lnTo>
                  <a:lnTo>
                    <a:pt x="5418951" y="512683"/>
                  </a:lnTo>
                  <a:lnTo>
                    <a:pt x="5491204" y="517078"/>
                  </a:lnTo>
                  <a:lnTo>
                    <a:pt x="5563457" y="521460"/>
                  </a:lnTo>
                  <a:lnTo>
                    <a:pt x="5635709" y="525828"/>
                  </a:lnTo>
                  <a:lnTo>
                    <a:pt x="5707962" y="530185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1227274" y="4668017"/>
              <a:ext cx="5707962" cy="599950"/>
            </a:xfrm>
            <a:custGeom>
              <a:avLst/>
              <a:gdLst/>
              <a:ahLst/>
              <a:cxnLst/>
              <a:rect l="0" t="0" r="0" b="0"/>
              <a:pathLst>
                <a:path w="5707962" h="599950">
                  <a:moveTo>
                    <a:pt x="5707962" y="599950"/>
                  </a:moveTo>
                  <a:lnTo>
                    <a:pt x="5635709" y="590001"/>
                  </a:lnTo>
                  <a:lnTo>
                    <a:pt x="5563457" y="580064"/>
                  </a:lnTo>
                  <a:lnTo>
                    <a:pt x="5491204" y="570140"/>
                  </a:lnTo>
                  <a:lnTo>
                    <a:pt x="5418951" y="560229"/>
                  </a:lnTo>
                  <a:lnTo>
                    <a:pt x="5346699" y="550332"/>
                  </a:lnTo>
                  <a:lnTo>
                    <a:pt x="5274446" y="540451"/>
                  </a:lnTo>
                  <a:lnTo>
                    <a:pt x="5202193" y="530586"/>
                  </a:lnTo>
                  <a:lnTo>
                    <a:pt x="5129941" y="520737"/>
                  </a:lnTo>
                  <a:lnTo>
                    <a:pt x="5057688" y="510907"/>
                  </a:lnTo>
                  <a:lnTo>
                    <a:pt x="4985435" y="501095"/>
                  </a:lnTo>
                  <a:lnTo>
                    <a:pt x="4913182" y="491304"/>
                  </a:lnTo>
                  <a:lnTo>
                    <a:pt x="4840930" y="481534"/>
                  </a:lnTo>
                  <a:lnTo>
                    <a:pt x="4768677" y="471787"/>
                  </a:lnTo>
                  <a:lnTo>
                    <a:pt x="4696424" y="462064"/>
                  </a:lnTo>
                  <a:lnTo>
                    <a:pt x="4624172" y="452368"/>
                  </a:lnTo>
                  <a:lnTo>
                    <a:pt x="4551919" y="442699"/>
                  </a:lnTo>
                  <a:lnTo>
                    <a:pt x="4479666" y="433059"/>
                  </a:lnTo>
                  <a:lnTo>
                    <a:pt x="4407414" y="423451"/>
                  </a:lnTo>
                  <a:lnTo>
                    <a:pt x="4335161" y="413876"/>
                  </a:lnTo>
                  <a:lnTo>
                    <a:pt x="4262908" y="404337"/>
                  </a:lnTo>
                  <a:lnTo>
                    <a:pt x="4190656" y="394837"/>
                  </a:lnTo>
                  <a:lnTo>
                    <a:pt x="4118403" y="385378"/>
                  </a:lnTo>
                  <a:lnTo>
                    <a:pt x="4046150" y="375962"/>
                  </a:lnTo>
                  <a:lnTo>
                    <a:pt x="3973897" y="366594"/>
                  </a:lnTo>
                  <a:lnTo>
                    <a:pt x="3901645" y="357276"/>
                  </a:lnTo>
                  <a:lnTo>
                    <a:pt x="3829392" y="348011"/>
                  </a:lnTo>
                  <a:lnTo>
                    <a:pt x="3757139" y="338805"/>
                  </a:lnTo>
                  <a:lnTo>
                    <a:pt x="3684887" y="329660"/>
                  </a:lnTo>
                  <a:lnTo>
                    <a:pt x="3612634" y="320580"/>
                  </a:lnTo>
                  <a:lnTo>
                    <a:pt x="3540381" y="311571"/>
                  </a:lnTo>
                  <a:lnTo>
                    <a:pt x="3468129" y="302637"/>
                  </a:lnTo>
                  <a:lnTo>
                    <a:pt x="3395876" y="293783"/>
                  </a:lnTo>
                  <a:lnTo>
                    <a:pt x="3323623" y="285015"/>
                  </a:lnTo>
                  <a:lnTo>
                    <a:pt x="3251371" y="276336"/>
                  </a:lnTo>
                  <a:lnTo>
                    <a:pt x="3179118" y="267754"/>
                  </a:lnTo>
                  <a:lnTo>
                    <a:pt x="3106865" y="259272"/>
                  </a:lnTo>
                  <a:lnTo>
                    <a:pt x="3034612" y="250898"/>
                  </a:lnTo>
                  <a:lnTo>
                    <a:pt x="2962360" y="242635"/>
                  </a:lnTo>
                  <a:lnTo>
                    <a:pt x="2890107" y="234490"/>
                  </a:lnTo>
                  <a:lnTo>
                    <a:pt x="2817854" y="226467"/>
                  </a:lnTo>
                  <a:lnTo>
                    <a:pt x="2745602" y="218570"/>
                  </a:lnTo>
                  <a:lnTo>
                    <a:pt x="2673349" y="210805"/>
                  </a:lnTo>
                  <a:lnTo>
                    <a:pt x="2601096" y="203173"/>
                  </a:lnTo>
                  <a:lnTo>
                    <a:pt x="2528844" y="195679"/>
                  </a:lnTo>
                  <a:lnTo>
                    <a:pt x="2456591" y="188323"/>
                  </a:lnTo>
                  <a:lnTo>
                    <a:pt x="2384338" y="181108"/>
                  </a:lnTo>
                  <a:lnTo>
                    <a:pt x="2312086" y="174034"/>
                  </a:lnTo>
                  <a:lnTo>
                    <a:pt x="2239833" y="167100"/>
                  </a:lnTo>
                  <a:lnTo>
                    <a:pt x="2167580" y="160304"/>
                  </a:lnTo>
                  <a:lnTo>
                    <a:pt x="2095328" y="153646"/>
                  </a:lnTo>
                  <a:lnTo>
                    <a:pt x="2023075" y="147121"/>
                  </a:lnTo>
                  <a:lnTo>
                    <a:pt x="1950822" y="140726"/>
                  </a:lnTo>
                  <a:lnTo>
                    <a:pt x="1878569" y="134458"/>
                  </a:lnTo>
                  <a:lnTo>
                    <a:pt x="1806317" y="128312"/>
                  </a:lnTo>
                  <a:lnTo>
                    <a:pt x="1734064" y="122282"/>
                  </a:lnTo>
                  <a:lnTo>
                    <a:pt x="1661811" y="116363"/>
                  </a:lnTo>
                  <a:lnTo>
                    <a:pt x="1589559" y="110551"/>
                  </a:lnTo>
                  <a:lnTo>
                    <a:pt x="1517306" y="104839"/>
                  </a:lnTo>
                  <a:lnTo>
                    <a:pt x="1445053" y="99222"/>
                  </a:lnTo>
                  <a:lnTo>
                    <a:pt x="1372801" y="93696"/>
                  </a:lnTo>
                  <a:lnTo>
                    <a:pt x="1300548" y="88254"/>
                  </a:lnTo>
                  <a:lnTo>
                    <a:pt x="1228295" y="82891"/>
                  </a:lnTo>
                  <a:lnTo>
                    <a:pt x="1156043" y="77602"/>
                  </a:lnTo>
                  <a:lnTo>
                    <a:pt x="1083790" y="72384"/>
                  </a:lnTo>
                  <a:lnTo>
                    <a:pt x="1011537" y="67231"/>
                  </a:lnTo>
                  <a:lnTo>
                    <a:pt x="939284" y="62139"/>
                  </a:lnTo>
                  <a:lnTo>
                    <a:pt x="867032" y="57104"/>
                  </a:lnTo>
                  <a:lnTo>
                    <a:pt x="794779" y="52123"/>
                  </a:lnTo>
                  <a:lnTo>
                    <a:pt x="722526" y="47191"/>
                  </a:lnTo>
                  <a:lnTo>
                    <a:pt x="650274" y="42306"/>
                  </a:lnTo>
                  <a:lnTo>
                    <a:pt x="578021" y="37465"/>
                  </a:lnTo>
                  <a:lnTo>
                    <a:pt x="505768" y="32664"/>
                  </a:lnTo>
                  <a:lnTo>
                    <a:pt x="433516" y="27901"/>
                  </a:lnTo>
                  <a:lnTo>
                    <a:pt x="361263" y="23174"/>
                  </a:lnTo>
                  <a:lnTo>
                    <a:pt x="289010" y="18481"/>
                  </a:lnTo>
                  <a:lnTo>
                    <a:pt x="216758" y="13818"/>
                  </a:lnTo>
                  <a:lnTo>
                    <a:pt x="144505" y="9185"/>
                  </a:lnTo>
                  <a:lnTo>
                    <a:pt x="72252" y="45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1227274" y="4544399"/>
              <a:ext cx="5707962" cy="565067"/>
            </a:xfrm>
            <a:custGeom>
              <a:avLst/>
              <a:gdLst/>
              <a:ahLst/>
              <a:cxnLst/>
              <a:rect l="0" t="0" r="0" b="0"/>
              <a:pathLst>
                <a:path w="5707962" h="565067">
                  <a:moveTo>
                    <a:pt x="0" y="0"/>
                  </a:moveTo>
                  <a:lnTo>
                    <a:pt x="72252" y="7152"/>
                  </a:lnTo>
                  <a:lnTo>
                    <a:pt x="144505" y="14305"/>
                  </a:lnTo>
                  <a:lnTo>
                    <a:pt x="216758" y="21458"/>
                  </a:lnTo>
                  <a:lnTo>
                    <a:pt x="289010" y="28611"/>
                  </a:lnTo>
                  <a:lnTo>
                    <a:pt x="361263" y="35763"/>
                  </a:lnTo>
                  <a:lnTo>
                    <a:pt x="433516" y="42916"/>
                  </a:lnTo>
                  <a:lnTo>
                    <a:pt x="505768" y="50069"/>
                  </a:lnTo>
                  <a:lnTo>
                    <a:pt x="578021" y="57222"/>
                  </a:lnTo>
                  <a:lnTo>
                    <a:pt x="650274" y="64374"/>
                  </a:lnTo>
                  <a:lnTo>
                    <a:pt x="722526" y="71527"/>
                  </a:lnTo>
                  <a:lnTo>
                    <a:pt x="794779" y="78680"/>
                  </a:lnTo>
                  <a:lnTo>
                    <a:pt x="867032" y="85833"/>
                  </a:lnTo>
                  <a:lnTo>
                    <a:pt x="939284" y="92985"/>
                  </a:lnTo>
                  <a:lnTo>
                    <a:pt x="1011537" y="100138"/>
                  </a:lnTo>
                  <a:lnTo>
                    <a:pt x="1083790" y="107291"/>
                  </a:lnTo>
                  <a:lnTo>
                    <a:pt x="1156043" y="114444"/>
                  </a:lnTo>
                  <a:lnTo>
                    <a:pt x="1228295" y="121596"/>
                  </a:lnTo>
                  <a:lnTo>
                    <a:pt x="1300548" y="128749"/>
                  </a:lnTo>
                  <a:lnTo>
                    <a:pt x="1372801" y="135902"/>
                  </a:lnTo>
                  <a:lnTo>
                    <a:pt x="1445053" y="143055"/>
                  </a:lnTo>
                  <a:lnTo>
                    <a:pt x="1517306" y="150207"/>
                  </a:lnTo>
                  <a:lnTo>
                    <a:pt x="1589559" y="157360"/>
                  </a:lnTo>
                  <a:lnTo>
                    <a:pt x="1661811" y="164513"/>
                  </a:lnTo>
                  <a:lnTo>
                    <a:pt x="1734064" y="171666"/>
                  </a:lnTo>
                  <a:lnTo>
                    <a:pt x="1806317" y="178818"/>
                  </a:lnTo>
                  <a:lnTo>
                    <a:pt x="1878569" y="185971"/>
                  </a:lnTo>
                  <a:lnTo>
                    <a:pt x="1950822" y="193124"/>
                  </a:lnTo>
                  <a:lnTo>
                    <a:pt x="2023075" y="200277"/>
                  </a:lnTo>
                  <a:lnTo>
                    <a:pt x="2095328" y="207429"/>
                  </a:lnTo>
                  <a:lnTo>
                    <a:pt x="2167580" y="214582"/>
                  </a:lnTo>
                  <a:lnTo>
                    <a:pt x="2239833" y="221735"/>
                  </a:lnTo>
                  <a:lnTo>
                    <a:pt x="2312086" y="228888"/>
                  </a:lnTo>
                  <a:lnTo>
                    <a:pt x="2384338" y="236040"/>
                  </a:lnTo>
                  <a:lnTo>
                    <a:pt x="2456591" y="243193"/>
                  </a:lnTo>
                  <a:lnTo>
                    <a:pt x="2528844" y="250346"/>
                  </a:lnTo>
                  <a:lnTo>
                    <a:pt x="2601096" y="257499"/>
                  </a:lnTo>
                  <a:lnTo>
                    <a:pt x="2673349" y="264651"/>
                  </a:lnTo>
                  <a:lnTo>
                    <a:pt x="2745602" y="271804"/>
                  </a:lnTo>
                  <a:lnTo>
                    <a:pt x="2817854" y="278957"/>
                  </a:lnTo>
                  <a:lnTo>
                    <a:pt x="2890107" y="286110"/>
                  </a:lnTo>
                  <a:lnTo>
                    <a:pt x="2962360" y="293262"/>
                  </a:lnTo>
                  <a:lnTo>
                    <a:pt x="3034612" y="300415"/>
                  </a:lnTo>
                  <a:lnTo>
                    <a:pt x="3106865" y="307568"/>
                  </a:lnTo>
                  <a:lnTo>
                    <a:pt x="3179118" y="314721"/>
                  </a:lnTo>
                  <a:lnTo>
                    <a:pt x="3251371" y="321873"/>
                  </a:lnTo>
                  <a:lnTo>
                    <a:pt x="3323623" y="329026"/>
                  </a:lnTo>
                  <a:lnTo>
                    <a:pt x="3395876" y="336179"/>
                  </a:lnTo>
                  <a:lnTo>
                    <a:pt x="3468129" y="343332"/>
                  </a:lnTo>
                  <a:lnTo>
                    <a:pt x="3540381" y="350485"/>
                  </a:lnTo>
                  <a:lnTo>
                    <a:pt x="3612634" y="357637"/>
                  </a:lnTo>
                  <a:lnTo>
                    <a:pt x="3684887" y="364790"/>
                  </a:lnTo>
                  <a:lnTo>
                    <a:pt x="3757139" y="371943"/>
                  </a:lnTo>
                  <a:lnTo>
                    <a:pt x="3829392" y="379096"/>
                  </a:lnTo>
                  <a:lnTo>
                    <a:pt x="3901645" y="386248"/>
                  </a:lnTo>
                  <a:lnTo>
                    <a:pt x="3973897" y="393401"/>
                  </a:lnTo>
                  <a:lnTo>
                    <a:pt x="4046150" y="400554"/>
                  </a:lnTo>
                  <a:lnTo>
                    <a:pt x="4118403" y="407707"/>
                  </a:lnTo>
                  <a:lnTo>
                    <a:pt x="4190656" y="414859"/>
                  </a:lnTo>
                  <a:lnTo>
                    <a:pt x="4262908" y="422012"/>
                  </a:lnTo>
                  <a:lnTo>
                    <a:pt x="4335161" y="429165"/>
                  </a:lnTo>
                  <a:lnTo>
                    <a:pt x="4407414" y="436318"/>
                  </a:lnTo>
                  <a:lnTo>
                    <a:pt x="4479666" y="443470"/>
                  </a:lnTo>
                  <a:lnTo>
                    <a:pt x="4551919" y="450623"/>
                  </a:lnTo>
                  <a:lnTo>
                    <a:pt x="4624172" y="457776"/>
                  </a:lnTo>
                  <a:lnTo>
                    <a:pt x="4696424" y="464929"/>
                  </a:lnTo>
                  <a:lnTo>
                    <a:pt x="4768677" y="472081"/>
                  </a:lnTo>
                  <a:lnTo>
                    <a:pt x="4840930" y="479234"/>
                  </a:lnTo>
                  <a:lnTo>
                    <a:pt x="4913182" y="486387"/>
                  </a:lnTo>
                  <a:lnTo>
                    <a:pt x="4985435" y="493540"/>
                  </a:lnTo>
                  <a:lnTo>
                    <a:pt x="5057688" y="500692"/>
                  </a:lnTo>
                  <a:lnTo>
                    <a:pt x="5129941" y="507845"/>
                  </a:lnTo>
                  <a:lnTo>
                    <a:pt x="5202193" y="514998"/>
                  </a:lnTo>
                  <a:lnTo>
                    <a:pt x="5274446" y="522151"/>
                  </a:lnTo>
                  <a:lnTo>
                    <a:pt x="5346699" y="529303"/>
                  </a:lnTo>
                  <a:lnTo>
                    <a:pt x="5418951" y="536456"/>
                  </a:lnTo>
                  <a:lnTo>
                    <a:pt x="5491204" y="543609"/>
                  </a:lnTo>
                  <a:lnTo>
                    <a:pt x="5563457" y="550762"/>
                  </a:lnTo>
                  <a:lnTo>
                    <a:pt x="5635709" y="557914"/>
                  </a:lnTo>
                  <a:lnTo>
                    <a:pt x="5707962" y="565067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t62"/>
            <p:cNvSpPr/>
            <p:nvPr/>
          </p:nvSpPr>
          <p:spPr>
            <a:xfrm>
              <a:off x="1168571" y="298661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t63"/>
            <p:cNvSpPr/>
            <p:nvPr/>
          </p:nvSpPr>
          <p:spPr>
            <a:xfrm>
              <a:off x="1168571" y="332742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t64"/>
            <p:cNvSpPr/>
            <p:nvPr/>
          </p:nvSpPr>
          <p:spPr>
            <a:xfrm>
              <a:off x="1168571" y="283789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t65"/>
            <p:cNvSpPr/>
            <p:nvPr/>
          </p:nvSpPr>
          <p:spPr>
            <a:xfrm>
              <a:off x="3491633" y="358081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t66"/>
            <p:cNvSpPr/>
            <p:nvPr/>
          </p:nvSpPr>
          <p:spPr>
            <a:xfrm>
              <a:off x="3491633" y="308373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t67"/>
            <p:cNvSpPr/>
            <p:nvPr/>
          </p:nvSpPr>
          <p:spPr>
            <a:xfrm>
              <a:off x="3491633" y="357441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t68"/>
            <p:cNvSpPr/>
            <p:nvPr/>
          </p:nvSpPr>
          <p:spPr>
            <a:xfrm>
              <a:off x="1915156" y="367422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t69"/>
            <p:cNvSpPr/>
            <p:nvPr/>
          </p:nvSpPr>
          <p:spPr>
            <a:xfrm>
              <a:off x="1915156" y="35206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t70"/>
            <p:cNvSpPr/>
            <p:nvPr/>
          </p:nvSpPr>
          <p:spPr>
            <a:xfrm>
              <a:off x="1915156" y="340834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t71"/>
            <p:cNvSpPr/>
            <p:nvPr/>
          </p:nvSpPr>
          <p:spPr>
            <a:xfrm>
              <a:off x="3246848" y="253494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t72"/>
            <p:cNvSpPr/>
            <p:nvPr/>
          </p:nvSpPr>
          <p:spPr>
            <a:xfrm>
              <a:off x="3246848" y="339589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t73"/>
            <p:cNvSpPr/>
            <p:nvPr/>
          </p:nvSpPr>
          <p:spPr>
            <a:xfrm>
              <a:off x="3246848" y="321741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t74"/>
            <p:cNvSpPr/>
            <p:nvPr/>
          </p:nvSpPr>
          <p:spPr>
            <a:xfrm>
              <a:off x="3888985" y="364014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t75"/>
            <p:cNvSpPr/>
            <p:nvPr/>
          </p:nvSpPr>
          <p:spPr>
            <a:xfrm>
              <a:off x="3888985" y="43434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t76"/>
            <p:cNvSpPr/>
            <p:nvPr/>
          </p:nvSpPr>
          <p:spPr>
            <a:xfrm>
              <a:off x="3888985" y="373500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t77"/>
            <p:cNvSpPr/>
            <p:nvPr/>
          </p:nvSpPr>
          <p:spPr>
            <a:xfrm>
              <a:off x="3451096" y="357097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t78"/>
            <p:cNvSpPr/>
            <p:nvPr/>
          </p:nvSpPr>
          <p:spPr>
            <a:xfrm>
              <a:off x="3451096" y="37925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t79"/>
            <p:cNvSpPr/>
            <p:nvPr/>
          </p:nvSpPr>
          <p:spPr>
            <a:xfrm>
              <a:off x="3451096" y="395753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t80"/>
            <p:cNvSpPr/>
            <p:nvPr/>
          </p:nvSpPr>
          <p:spPr>
            <a:xfrm>
              <a:off x="4417372" y="491303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t81"/>
            <p:cNvSpPr/>
            <p:nvPr/>
          </p:nvSpPr>
          <p:spPr>
            <a:xfrm>
              <a:off x="4417372" y="44764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t82"/>
            <p:cNvSpPr/>
            <p:nvPr/>
          </p:nvSpPr>
          <p:spPr>
            <a:xfrm>
              <a:off x="4417372" y="520562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6876534" y="433832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t84"/>
            <p:cNvSpPr/>
            <p:nvPr/>
          </p:nvSpPr>
          <p:spPr>
            <a:xfrm>
              <a:off x="6876534" y="422098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6876534" y="481176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1227274" y="2770464"/>
              <a:ext cx="5707962" cy="2454421"/>
            </a:xfrm>
            <a:custGeom>
              <a:avLst/>
              <a:gdLst/>
              <a:ahLst/>
              <a:cxnLst/>
              <a:rect l="0" t="0" r="0" b="0"/>
              <a:pathLst>
                <a:path w="5707962" h="2454421">
                  <a:moveTo>
                    <a:pt x="0" y="0"/>
                  </a:moveTo>
                  <a:lnTo>
                    <a:pt x="72252" y="27951"/>
                  </a:lnTo>
                  <a:lnTo>
                    <a:pt x="144505" y="55823"/>
                  </a:lnTo>
                  <a:lnTo>
                    <a:pt x="216758" y="83609"/>
                  </a:lnTo>
                  <a:lnTo>
                    <a:pt x="289010" y="111304"/>
                  </a:lnTo>
                  <a:lnTo>
                    <a:pt x="361263" y="138901"/>
                  </a:lnTo>
                  <a:lnTo>
                    <a:pt x="433516" y="166394"/>
                  </a:lnTo>
                  <a:lnTo>
                    <a:pt x="505768" y="193776"/>
                  </a:lnTo>
                  <a:lnTo>
                    <a:pt x="578021" y="221039"/>
                  </a:lnTo>
                  <a:lnTo>
                    <a:pt x="650274" y="248175"/>
                  </a:lnTo>
                  <a:lnTo>
                    <a:pt x="722526" y="275175"/>
                  </a:lnTo>
                  <a:lnTo>
                    <a:pt x="794779" y="302030"/>
                  </a:lnTo>
                  <a:lnTo>
                    <a:pt x="867032" y="328728"/>
                  </a:lnTo>
                  <a:lnTo>
                    <a:pt x="939284" y="355260"/>
                  </a:lnTo>
                  <a:lnTo>
                    <a:pt x="1011537" y="381614"/>
                  </a:lnTo>
                  <a:lnTo>
                    <a:pt x="1083790" y="407777"/>
                  </a:lnTo>
                  <a:lnTo>
                    <a:pt x="1156043" y="433736"/>
                  </a:lnTo>
                  <a:lnTo>
                    <a:pt x="1228295" y="459476"/>
                  </a:lnTo>
                  <a:lnTo>
                    <a:pt x="1300548" y="484985"/>
                  </a:lnTo>
                  <a:lnTo>
                    <a:pt x="1372801" y="510245"/>
                  </a:lnTo>
                  <a:lnTo>
                    <a:pt x="1445053" y="535241"/>
                  </a:lnTo>
                  <a:lnTo>
                    <a:pt x="1517306" y="559957"/>
                  </a:lnTo>
                  <a:lnTo>
                    <a:pt x="1589559" y="584376"/>
                  </a:lnTo>
                  <a:lnTo>
                    <a:pt x="1661811" y="608481"/>
                  </a:lnTo>
                  <a:lnTo>
                    <a:pt x="1734064" y="632255"/>
                  </a:lnTo>
                  <a:lnTo>
                    <a:pt x="1806317" y="655680"/>
                  </a:lnTo>
                  <a:lnTo>
                    <a:pt x="1878569" y="678741"/>
                  </a:lnTo>
                  <a:lnTo>
                    <a:pt x="1950822" y="701423"/>
                  </a:lnTo>
                  <a:lnTo>
                    <a:pt x="2023075" y="723711"/>
                  </a:lnTo>
                  <a:lnTo>
                    <a:pt x="2095328" y="745591"/>
                  </a:lnTo>
                  <a:lnTo>
                    <a:pt x="2167580" y="767054"/>
                  </a:lnTo>
                  <a:lnTo>
                    <a:pt x="2239833" y="788090"/>
                  </a:lnTo>
                  <a:lnTo>
                    <a:pt x="2312086" y="808693"/>
                  </a:lnTo>
                  <a:lnTo>
                    <a:pt x="2384338" y="828858"/>
                  </a:lnTo>
                  <a:lnTo>
                    <a:pt x="2456591" y="848584"/>
                  </a:lnTo>
                  <a:lnTo>
                    <a:pt x="2528844" y="867872"/>
                  </a:lnTo>
                  <a:lnTo>
                    <a:pt x="2601096" y="886725"/>
                  </a:lnTo>
                  <a:lnTo>
                    <a:pt x="2673349" y="905151"/>
                  </a:lnTo>
                  <a:lnTo>
                    <a:pt x="2745602" y="923158"/>
                  </a:lnTo>
                  <a:lnTo>
                    <a:pt x="2817854" y="940757"/>
                  </a:lnTo>
                  <a:lnTo>
                    <a:pt x="2890107" y="957961"/>
                  </a:lnTo>
                  <a:lnTo>
                    <a:pt x="2962360" y="974783"/>
                  </a:lnTo>
                  <a:lnTo>
                    <a:pt x="3034612" y="991239"/>
                  </a:lnTo>
                  <a:lnTo>
                    <a:pt x="3106865" y="1007345"/>
                  </a:lnTo>
                  <a:lnTo>
                    <a:pt x="3179118" y="1023117"/>
                  </a:lnTo>
                  <a:lnTo>
                    <a:pt x="3251371" y="1038574"/>
                  </a:lnTo>
                  <a:lnTo>
                    <a:pt x="3323623" y="1053732"/>
                  </a:lnTo>
                  <a:lnTo>
                    <a:pt x="3395876" y="1068607"/>
                  </a:lnTo>
                  <a:lnTo>
                    <a:pt x="3468129" y="1083217"/>
                  </a:lnTo>
                  <a:lnTo>
                    <a:pt x="3540381" y="1097577"/>
                  </a:lnTo>
                  <a:lnTo>
                    <a:pt x="3612634" y="1111703"/>
                  </a:lnTo>
                  <a:lnTo>
                    <a:pt x="3684887" y="1125609"/>
                  </a:lnTo>
                  <a:lnTo>
                    <a:pt x="3757139" y="1139309"/>
                  </a:lnTo>
                  <a:lnTo>
                    <a:pt x="3829392" y="1152817"/>
                  </a:lnTo>
                  <a:lnTo>
                    <a:pt x="3901645" y="1166146"/>
                  </a:lnTo>
                  <a:lnTo>
                    <a:pt x="3973897" y="1179306"/>
                  </a:lnTo>
                  <a:lnTo>
                    <a:pt x="4046150" y="1192310"/>
                  </a:lnTo>
                  <a:lnTo>
                    <a:pt x="4118403" y="1205167"/>
                  </a:lnTo>
                  <a:lnTo>
                    <a:pt x="4190656" y="1217887"/>
                  </a:lnTo>
                  <a:lnTo>
                    <a:pt x="4262908" y="1230478"/>
                  </a:lnTo>
                  <a:lnTo>
                    <a:pt x="4335161" y="1242950"/>
                  </a:lnTo>
                  <a:lnTo>
                    <a:pt x="4407414" y="1255310"/>
                  </a:lnTo>
                  <a:lnTo>
                    <a:pt x="4479666" y="1267565"/>
                  </a:lnTo>
                  <a:lnTo>
                    <a:pt x="4551919" y="1279722"/>
                  </a:lnTo>
                  <a:lnTo>
                    <a:pt x="4624172" y="1291787"/>
                  </a:lnTo>
                  <a:lnTo>
                    <a:pt x="4696424" y="1303765"/>
                  </a:lnTo>
                  <a:lnTo>
                    <a:pt x="4768677" y="1315663"/>
                  </a:lnTo>
                  <a:lnTo>
                    <a:pt x="4840930" y="1327485"/>
                  </a:lnTo>
                  <a:lnTo>
                    <a:pt x="4913182" y="1339235"/>
                  </a:lnTo>
                  <a:lnTo>
                    <a:pt x="4985435" y="1350919"/>
                  </a:lnTo>
                  <a:lnTo>
                    <a:pt x="5057688" y="1362539"/>
                  </a:lnTo>
                  <a:lnTo>
                    <a:pt x="5129941" y="1374100"/>
                  </a:lnTo>
                  <a:lnTo>
                    <a:pt x="5202193" y="1385605"/>
                  </a:lnTo>
                  <a:lnTo>
                    <a:pt x="5274446" y="1397057"/>
                  </a:lnTo>
                  <a:lnTo>
                    <a:pt x="5346699" y="1408459"/>
                  </a:lnTo>
                  <a:lnTo>
                    <a:pt x="5418951" y="1419815"/>
                  </a:lnTo>
                  <a:lnTo>
                    <a:pt x="5491204" y="1431125"/>
                  </a:lnTo>
                  <a:lnTo>
                    <a:pt x="5563457" y="1442394"/>
                  </a:lnTo>
                  <a:lnTo>
                    <a:pt x="5635709" y="1453623"/>
                  </a:lnTo>
                  <a:lnTo>
                    <a:pt x="5707962" y="1464814"/>
                  </a:lnTo>
                  <a:lnTo>
                    <a:pt x="5707962" y="2454421"/>
                  </a:lnTo>
                  <a:lnTo>
                    <a:pt x="5635709" y="2425772"/>
                  </a:lnTo>
                  <a:lnTo>
                    <a:pt x="5563457" y="2397160"/>
                  </a:lnTo>
                  <a:lnTo>
                    <a:pt x="5491204" y="2368588"/>
                  </a:lnTo>
                  <a:lnTo>
                    <a:pt x="5418951" y="2340058"/>
                  </a:lnTo>
                  <a:lnTo>
                    <a:pt x="5346699" y="2311572"/>
                  </a:lnTo>
                  <a:lnTo>
                    <a:pt x="5274446" y="2283134"/>
                  </a:lnTo>
                  <a:lnTo>
                    <a:pt x="5202193" y="2254745"/>
                  </a:lnTo>
                  <a:lnTo>
                    <a:pt x="5129941" y="2226409"/>
                  </a:lnTo>
                  <a:lnTo>
                    <a:pt x="5057688" y="2198129"/>
                  </a:lnTo>
                  <a:lnTo>
                    <a:pt x="4985435" y="2169909"/>
                  </a:lnTo>
                  <a:lnTo>
                    <a:pt x="4913182" y="2141751"/>
                  </a:lnTo>
                  <a:lnTo>
                    <a:pt x="4840930" y="2113661"/>
                  </a:lnTo>
                  <a:lnTo>
                    <a:pt x="4768677" y="2085642"/>
                  </a:lnTo>
                  <a:lnTo>
                    <a:pt x="4696424" y="2057699"/>
                  </a:lnTo>
                  <a:lnTo>
                    <a:pt x="4624172" y="2029837"/>
                  </a:lnTo>
                  <a:lnTo>
                    <a:pt x="4551919" y="2002061"/>
                  </a:lnTo>
                  <a:lnTo>
                    <a:pt x="4479666" y="1974377"/>
                  </a:lnTo>
                  <a:lnTo>
                    <a:pt x="4407414" y="1946792"/>
                  </a:lnTo>
                  <a:lnTo>
                    <a:pt x="4335161" y="1919311"/>
                  </a:lnTo>
                  <a:lnTo>
                    <a:pt x="4262908" y="1891942"/>
                  </a:lnTo>
                  <a:lnTo>
                    <a:pt x="4190656" y="1864693"/>
                  </a:lnTo>
                  <a:lnTo>
                    <a:pt x="4118403" y="1837572"/>
                  </a:lnTo>
                  <a:lnTo>
                    <a:pt x="4046150" y="1810588"/>
                  </a:lnTo>
                  <a:lnTo>
                    <a:pt x="3973897" y="1783751"/>
                  </a:lnTo>
                  <a:lnTo>
                    <a:pt x="3901645" y="1757070"/>
                  </a:lnTo>
                  <a:lnTo>
                    <a:pt x="3829392" y="1730558"/>
                  </a:lnTo>
                  <a:lnTo>
                    <a:pt x="3757139" y="1704226"/>
                  </a:lnTo>
                  <a:lnTo>
                    <a:pt x="3684887" y="1678085"/>
                  </a:lnTo>
                  <a:lnTo>
                    <a:pt x="3612634" y="1652151"/>
                  </a:lnTo>
                  <a:lnTo>
                    <a:pt x="3540381" y="1626436"/>
                  </a:lnTo>
                  <a:lnTo>
                    <a:pt x="3468129" y="1600955"/>
                  </a:lnTo>
                  <a:lnTo>
                    <a:pt x="3395876" y="1575724"/>
                  </a:lnTo>
                  <a:lnTo>
                    <a:pt x="3323623" y="1550758"/>
                  </a:lnTo>
                  <a:lnTo>
                    <a:pt x="3251371" y="1526075"/>
                  </a:lnTo>
                  <a:lnTo>
                    <a:pt x="3179118" y="1501691"/>
                  </a:lnTo>
                  <a:lnTo>
                    <a:pt x="3106865" y="1477623"/>
                  </a:lnTo>
                  <a:lnTo>
                    <a:pt x="3034612" y="1453889"/>
                  </a:lnTo>
                  <a:lnTo>
                    <a:pt x="2962360" y="1430504"/>
                  </a:lnTo>
                  <a:lnTo>
                    <a:pt x="2890107" y="1407485"/>
                  </a:lnTo>
                  <a:lnTo>
                    <a:pt x="2817854" y="1384848"/>
                  </a:lnTo>
                  <a:lnTo>
                    <a:pt x="2745602" y="1362606"/>
                  </a:lnTo>
                  <a:lnTo>
                    <a:pt x="2673349" y="1340772"/>
                  </a:lnTo>
                  <a:lnTo>
                    <a:pt x="2601096" y="1319357"/>
                  </a:lnTo>
                  <a:lnTo>
                    <a:pt x="2528844" y="1298370"/>
                  </a:lnTo>
                  <a:lnTo>
                    <a:pt x="2456591" y="1277817"/>
                  </a:lnTo>
                  <a:lnTo>
                    <a:pt x="2384338" y="1257702"/>
                  </a:lnTo>
                  <a:lnTo>
                    <a:pt x="2312086" y="1238027"/>
                  </a:lnTo>
                  <a:lnTo>
                    <a:pt x="2239833" y="1218788"/>
                  </a:lnTo>
                  <a:lnTo>
                    <a:pt x="2167580" y="1199984"/>
                  </a:lnTo>
                  <a:lnTo>
                    <a:pt x="2095328" y="1181606"/>
                  </a:lnTo>
                  <a:lnTo>
                    <a:pt x="2023075" y="1163646"/>
                  </a:lnTo>
                  <a:lnTo>
                    <a:pt x="1950822" y="1146093"/>
                  </a:lnTo>
                  <a:lnTo>
                    <a:pt x="1878569" y="1128934"/>
                  </a:lnTo>
                  <a:lnTo>
                    <a:pt x="1806317" y="1112154"/>
                  </a:lnTo>
                  <a:lnTo>
                    <a:pt x="1734064" y="1095739"/>
                  </a:lnTo>
                  <a:lnTo>
                    <a:pt x="1661811" y="1079672"/>
                  </a:lnTo>
                  <a:lnTo>
                    <a:pt x="1589559" y="1063936"/>
                  </a:lnTo>
                  <a:lnTo>
                    <a:pt x="1517306" y="1048514"/>
                  </a:lnTo>
                  <a:lnTo>
                    <a:pt x="1445053" y="1033389"/>
                  </a:lnTo>
                  <a:lnTo>
                    <a:pt x="1372801" y="1018545"/>
                  </a:lnTo>
                  <a:lnTo>
                    <a:pt x="1300548" y="1003964"/>
                  </a:lnTo>
                  <a:lnTo>
                    <a:pt x="1228295" y="989632"/>
                  </a:lnTo>
                  <a:lnTo>
                    <a:pt x="1156043" y="975532"/>
                  </a:lnTo>
                  <a:lnTo>
                    <a:pt x="1083790" y="961650"/>
                  </a:lnTo>
                  <a:lnTo>
                    <a:pt x="1011537" y="947972"/>
                  </a:lnTo>
                  <a:lnTo>
                    <a:pt x="939284" y="934485"/>
                  </a:lnTo>
                  <a:lnTo>
                    <a:pt x="867032" y="921176"/>
                  </a:lnTo>
                  <a:lnTo>
                    <a:pt x="794779" y="908034"/>
                  </a:lnTo>
                  <a:lnTo>
                    <a:pt x="722526" y="895048"/>
                  </a:lnTo>
                  <a:lnTo>
                    <a:pt x="650274" y="882207"/>
                  </a:lnTo>
                  <a:lnTo>
                    <a:pt x="578021" y="869502"/>
                  </a:lnTo>
                  <a:lnTo>
                    <a:pt x="505768" y="856924"/>
                  </a:lnTo>
                  <a:lnTo>
                    <a:pt x="433516" y="844466"/>
                  </a:lnTo>
                  <a:lnTo>
                    <a:pt x="361263" y="832118"/>
                  </a:lnTo>
                  <a:lnTo>
                    <a:pt x="289010" y="819875"/>
                  </a:lnTo>
                  <a:lnTo>
                    <a:pt x="216758" y="807729"/>
                  </a:lnTo>
                  <a:lnTo>
                    <a:pt x="144505" y="795674"/>
                  </a:lnTo>
                  <a:lnTo>
                    <a:pt x="72252" y="783705"/>
                  </a:lnTo>
                  <a:lnTo>
                    <a:pt x="0" y="771816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1227274" y="2770464"/>
              <a:ext cx="5707962" cy="1464814"/>
            </a:xfrm>
            <a:custGeom>
              <a:avLst/>
              <a:gdLst/>
              <a:ahLst/>
              <a:cxnLst/>
              <a:rect l="0" t="0" r="0" b="0"/>
              <a:pathLst>
                <a:path w="5707962" h="1464814">
                  <a:moveTo>
                    <a:pt x="0" y="0"/>
                  </a:moveTo>
                  <a:lnTo>
                    <a:pt x="72252" y="27951"/>
                  </a:lnTo>
                  <a:lnTo>
                    <a:pt x="144505" y="55823"/>
                  </a:lnTo>
                  <a:lnTo>
                    <a:pt x="216758" y="83609"/>
                  </a:lnTo>
                  <a:lnTo>
                    <a:pt x="289010" y="111304"/>
                  </a:lnTo>
                  <a:lnTo>
                    <a:pt x="361263" y="138901"/>
                  </a:lnTo>
                  <a:lnTo>
                    <a:pt x="433516" y="166394"/>
                  </a:lnTo>
                  <a:lnTo>
                    <a:pt x="505768" y="193776"/>
                  </a:lnTo>
                  <a:lnTo>
                    <a:pt x="578021" y="221039"/>
                  </a:lnTo>
                  <a:lnTo>
                    <a:pt x="650274" y="248175"/>
                  </a:lnTo>
                  <a:lnTo>
                    <a:pt x="722526" y="275175"/>
                  </a:lnTo>
                  <a:lnTo>
                    <a:pt x="794779" y="302030"/>
                  </a:lnTo>
                  <a:lnTo>
                    <a:pt x="867032" y="328728"/>
                  </a:lnTo>
                  <a:lnTo>
                    <a:pt x="939284" y="355260"/>
                  </a:lnTo>
                  <a:lnTo>
                    <a:pt x="1011537" y="381614"/>
                  </a:lnTo>
                  <a:lnTo>
                    <a:pt x="1083790" y="407777"/>
                  </a:lnTo>
                  <a:lnTo>
                    <a:pt x="1156043" y="433736"/>
                  </a:lnTo>
                  <a:lnTo>
                    <a:pt x="1228295" y="459476"/>
                  </a:lnTo>
                  <a:lnTo>
                    <a:pt x="1300548" y="484985"/>
                  </a:lnTo>
                  <a:lnTo>
                    <a:pt x="1372801" y="510245"/>
                  </a:lnTo>
                  <a:lnTo>
                    <a:pt x="1445053" y="535241"/>
                  </a:lnTo>
                  <a:lnTo>
                    <a:pt x="1517306" y="559957"/>
                  </a:lnTo>
                  <a:lnTo>
                    <a:pt x="1589559" y="584376"/>
                  </a:lnTo>
                  <a:lnTo>
                    <a:pt x="1661811" y="608481"/>
                  </a:lnTo>
                  <a:lnTo>
                    <a:pt x="1734064" y="632255"/>
                  </a:lnTo>
                  <a:lnTo>
                    <a:pt x="1806317" y="655680"/>
                  </a:lnTo>
                  <a:lnTo>
                    <a:pt x="1878569" y="678741"/>
                  </a:lnTo>
                  <a:lnTo>
                    <a:pt x="1950822" y="701423"/>
                  </a:lnTo>
                  <a:lnTo>
                    <a:pt x="2023075" y="723711"/>
                  </a:lnTo>
                  <a:lnTo>
                    <a:pt x="2095328" y="745591"/>
                  </a:lnTo>
                  <a:lnTo>
                    <a:pt x="2167580" y="767054"/>
                  </a:lnTo>
                  <a:lnTo>
                    <a:pt x="2239833" y="788090"/>
                  </a:lnTo>
                  <a:lnTo>
                    <a:pt x="2312086" y="808693"/>
                  </a:lnTo>
                  <a:lnTo>
                    <a:pt x="2384338" y="828858"/>
                  </a:lnTo>
                  <a:lnTo>
                    <a:pt x="2456591" y="848584"/>
                  </a:lnTo>
                  <a:lnTo>
                    <a:pt x="2528844" y="867872"/>
                  </a:lnTo>
                  <a:lnTo>
                    <a:pt x="2601096" y="886725"/>
                  </a:lnTo>
                  <a:lnTo>
                    <a:pt x="2673349" y="905151"/>
                  </a:lnTo>
                  <a:lnTo>
                    <a:pt x="2745602" y="923158"/>
                  </a:lnTo>
                  <a:lnTo>
                    <a:pt x="2817854" y="940757"/>
                  </a:lnTo>
                  <a:lnTo>
                    <a:pt x="2890107" y="957961"/>
                  </a:lnTo>
                  <a:lnTo>
                    <a:pt x="2962360" y="974783"/>
                  </a:lnTo>
                  <a:lnTo>
                    <a:pt x="3034612" y="991239"/>
                  </a:lnTo>
                  <a:lnTo>
                    <a:pt x="3106865" y="1007345"/>
                  </a:lnTo>
                  <a:lnTo>
                    <a:pt x="3179118" y="1023117"/>
                  </a:lnTo>
                  <a:lnTo>
                    <a:pt x="3251371" y="1038574"/>
                  </a:lnTo>
                  <a:lnTo>
                    <a:pt x="3323623" y="1053732"/>
                  </a:lnTo>
                  <a:lnTo>
                    <a:pt x="3395876" y="1068607"/>
                  </a:lnTo>
                  <a:lnTo>
                    <a:pt x="3468129" y="1083217"/>
                  </a:lnTo>
                  <a:lnTo>
                    <a:pt x="3540381" y="1097577"/>
                  </a:lnTo>
                  <a:lnTo>
                    <a:pt x="3612634" y="1111703"/>
                  </a:lnTo>
                  <a:lnTo>
                    <a:pt x="3684887" y="1125609"/>
                  </a:lnTo>
                  <a:lnTo>
                    <a:pt x="3757139" y="1139309"/>
                  </a:lnTo>
                  <a:lnTo>
                    <a:pt x="3829392" y="1152817"/>
                  </a:lnTo>
                  <a:lnTo>
                    <a:pt x="3901645" y="1166146"/>
                  </a:lnTo>
                  <a:lnTo>
                    <a:pt x="3973897" y="1179306"/>
                  </a:lnTo>
                  <a:lnTo>
                    <a:pt x="4046150" y="1192310"/>
                  </a:lnTo>
                  <a:lnTo>
                    <a:pt x="4118403" y="1205167"/>
                  </a:lnTo>
                  <a:lnTo>
                    <a:pt x="4190656" y="1217887"/>
                  </a:lnTo>
                  <a:lnTo>
                    <a:pt x="4262908" y="1230478"/>
                  </a:lnTo>
                  <a:lnTo>
                    <a:pt x="4335161" y="1242950"/>
                  </a:lnTo>
                  <a:lnTo>
                    <a:pt x="4407414" y="1255310"/>
                  </a:lnTo>
                  <a:lnTo>
                    <a:pt x="4479666" y="1267565"/>
                  </a:lnTo>
                  <a:lnTo>
                    <a:pt x="4551919" y="1279722"/>
                  </a:lnTo>
                  <a:lnTo>
                    <a:pt x="4624172" y="1291787"/>
                  </a:lnTo>
                  <a:lnTo>
                    <a:pt x="4696424" y="1303765"/>
                  </a:lnTo>
                  <a:lnTo>
                    <a:pt x="4768677" y="1315663"/>
                  </a:lnTo>
                  <a:lnTo>
                    <a:pt x="4840930" y="1327485"/>
                  </a:lnTo>
                  <a:lnTo>
                    <a:pt x="4913182" y="1339235"/>
                  </a:lnTo>
                  <a:lnTo>
                    <a:pt x="4985435" y="1350919"/>
                  </a:lnTo>
                  <a:lnTo>
                    <a:pt x="5057688" y="1362539"/>
                  </a:lnTo>
                  <a:lnTo>
                    <a:pt x="5129941" y="1374100"/>
                  </a:lnTo>
                  <a:lnTo>
                    <a:pt x="5202193" y="1385605"/>
                  </a:lnTo>
                  <a:lnTo>
                    <a:pt x="5274446" y="1397057"/>
                  </a:lnTo>
                  <a:lnTo>
                    <a:pt x="5346699" y="1408459"/>
                  </a:lnTo>
                  <a:lnTo>
                    <a:pt x="5418951" y="1419815"/>
                  </a:lnTo>
                  <a:lnTo>
                    <a:pt x="5491204" y="1431125"/>
                  </a:lnTo>
                  <a:lnTo>
                    <a:pt x="5563457" y="1442394"/>
                  </a:lnTo>
                  <a:lnTo>
                    <a:pt x="5635709" y="1453623"/>
                  </a:lnTo>
                  <a:lnTo>
                    <a:pt x="5707962" y="146481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1227274" y="3542281"/>
              <a:ext cx="5707962" cy="1682605"/>
            </a:xfrm>
            <a:custGeom>
              <a:avLst/>
              <a:gdLst/>
              <a:ahLst/>
              <a:cxnLst/>
              <a:rect l="0" t="0" r="0" b="0"/>
              <a:pathLst>
                <a:path w="5707962" h="1682605">
                  <a:moveTo>
                    <a:pt x="5707962" y="1682605"/>
                  </a:moveTo>
                  <a:lnTo>
                    <a:pt x="5635709" y="1653955"/>
                  </a:lnTo>
                  <a:lnTo>
                    <a:pt x="5563457" y="1625344"/>
                  </a:lnTo>
                  <a:lnTo>
                    <a:pt x="5491204" y="1596771"/>
                  </a:lnTo>
                  <a:lnTo>
                    <a:pt x="5418951" y="1568241"/>
                  </a:lnTo>
                  <a:lnTo>
                    <a:pt x="5346699" y="1539756"/>
                  </a:lnTo>
                  <a:lnTo>
                    <a:pt x="5274446" y="1511317"/>
                  </a:lnTo>
                  <a:lnTo>
                    <a:pt x="5202193" y="1482929"/>
                  </a:lnTo>
                  <a:lnTo>
                    <a:pt x="5129941" y="1454593"/>
                  </a:lnTo>
                  <a:lnTo>
                    <a:pt x="5057688" y="1426313"/>
                  </a:lnTo>
                  <a:lnTo>
                    <a:pt x="4985435" y="1398093"/>
                  </a:lnTo>
                  <a:lnTo>
                    <a:pt x="4913182" y="1369935"/>
                  </a:lnTo>
                  <a:lnTo>
                    <a:pt x="4840930" y="1341845"/>
                  </a:lnTo>
                  <a:lnTo>
                    <a:pt x="4768677" y="1313826"/>
                  </a:lnTo>
                  <a:lnTo>
                    <a:pt x="4696424" y="1285883"/>
                  </a:lnTo>
                  <a:lnTo>
                    <a:pt x="4624172" y="1258021"/>
                  </a:lnTo>
                  <a:lnTo>
                    <a:pt x="4551919" y="1230245"/>
                  </a:lnTo>
                  <a:lnTo>
                    <a:pt x="4479666" y="1202561"/>
                  </a:lnTo>
                  <a:lnTo>
                    <a:pt x="4407414" y="1174975"/>
                  </a:lnTo>
                  <a:lnTo>
                    <a:pt x="4335161" y="1147495"/>
                  </a:lnTo>
                  <a:lnTo>
                    <a:pt x="4262908" y="1120126"/>
                  </a:lnTo>
                  <a:lnTo>
                    <a:pt x="4190656" y="1092877"/>
                  </a:lnTo>
                  <a:lnTo>
                    <a:pt x="4118403" y="1065756"/>
                  </a:lnTo>
                  <a:lnTo>
                    <a:pt x="4046150" y="1038772"/>
                  </a:lnTo>
                  <a:lnTo>
                    <a:pt x="3973897" y="1011934"/>
                  </a:lnTo>
                  <a:lnTo>
                    <a:pt x="3901645" y="985254"/>
                  </a:lnTo>
                  <a:lnTo>
                    <a:pt x="3829392" y="958742"/>
                  </a:lnTo>
                  <a:lnTo>
                    <a:pt x="3757139" y="932409"/>
                  </a:lnTo>
                  <a:lnTo>
                    <a:pt x="3684887" y="906269"/>
                  </a:lnTo>
                  <a:lnTo>
                    <a:pt x="3612634" y="880334"/>
                  </a:lnTo>
                  <a:lnTo>
                    <a:pt x="3540381" y="854619"/>
                  </a:lnTo>
                  <a:lnTo>
                    <a:pt x="3468129" y="829139"/>
                  </a:lnTo>
                  <a:lnTo>
                    <a:pt x="3395876" y="803907"/>
                  </a:lnTo>
                  <a:lnTo>
                    <a:pt x="3323623" y="778942"/>
                  </a:lnTo>
                  <a:lnTo>
                    <a:pt x="3251371" y="754259"/>
                  </a:lnTo>
                  <a:lnTo>
                    <a:pt x="3179118" y="729875"/>
                  </a:lnTo>
                  <a:lnTo>
                    <a:pt x="3106865" y="705807"/>
                  </a:lnTo>
                  <a:lnTo>
                    <a:pt x="3034612" y="682072"/>
                  </a:lnTo>
                  <a:lnTo>
                    <a:pt x="2962360" y="658688"/>
                  </a:lnTo>
                  <a:lnTo>
                    <a:pt x="2890107" y="635669"/>
                  </a:lnTo>
                  <a:lnTo>
                    <a:pt x="2817854" y="613031"/>
                  </a:lnTo>
                  <a:lnTo>
                    <a:pt x="2745602" y="590789"/>
                  </a:lnTo>
                  <a:lnTo>
                    <a:pt x="2673349" y="568956"/>
                  </a:lnTo>
                  <a:lnTo>
                    <a:pt x="2601096" y="547541"/>
                  </a:lnTo>
                  <a:lnTo>
                    <a:pt x="2528844" y="526554"/>
                  </a:lnTo>
                  <a:lnTo>
                    <a:pt x="2456591" y="506001"/>
                  </a:lnTo>
                  <a:lnTo>
                    <a:pt x="2384338" y="485886"/>
                  </a:lnTo>
                  <a:lnTo>
                    <a:pt x="2312086" y="466210"/>
                  </a:lnTo>
                  <a:lnTo>
                    <a:pt x="2239833" y="446972"/>
                  </a:lnTo>
                  <a:lnTo>
                    <a:pt x="2167580" y="428167"/>
                  </a:lnTo>
                  <a:lnTo>
                    <a:pt x="2095328" y="409790"/>
                  </a:lnTo>
                  <a:lnTo>
                    <a:pt x="2023075" y="391830"/>
                  </a:lnTo>
                  <a:lnTo>
                    <a:pt x="1950822" y="374277"/>
                  </a:lnTo>
                  <a:lnTo>
                    <a:pt x="1878569" y="357117"/>
                  </a:lnTo>
                  <a:lnTo>
                    <a:pt x="1806317" y="340338"/>
                  </a:lnTo>
                  <a:lnTo>
                    <a:pt x="1734064" y="323923"/>
                  </a:lnTo>
                  <a:lnTo>
                    <a:pt x="1661811" y="307855"/>
                  </a:lnTo>
                  <a:lnTo>
                    <a:pt x="1589559" y="292119"/>
                  </a:lnTo>
                  <a:lnTo>
                    <a:pt x="1517306" y="276697"/>
                  </a:lnTo>
                  <a:lnTo>
                    <a:pt x="1445053" y="261573"/>
                  </a:lnTo>
                  <a:lnTo>
                    <a:pt x="1372801" y="246728"/>
                  </a:lnTo>
                  <a:lnTo>
                    <a:pt x="1300548" y="232148"/>
                  </a:lnTo>
                  <a:lnTo>
                    <a:pt x="1228295" y="217816"/>
                  </a:lnTo>
                  <a:lnTo>
                    <a:pt x="1156043" y="203716"/>
                  </a:lnTo>
                  <a:lnTo>
                    <a:pt x="1083790" y="189834"/>
                  </a:lnTo>
                  <a:lnTo>
                    <a:pt x="1011537" y="176156"/>
                  </a:lnTo>
                  <a:lnTo>
                    <a:pt x="939284" y="162669"/>
                  </a:lnTo>
                  <a:lnTo>
                    <a:pt x="867032" y="149360"/>
                  </a:lnTo>
                  <a:lnTo>
                    <a:pt x="794779" y="136218"/>
                  </a:lnTo>
                  <a:lnTo>
                    <a:pt x="722526" y="123231"/>
                  </a:lnTo>
                  <a:lnTo>
                    <a:pt x="650274" y="110391"/>
                  </a:lnTo>
                  <a:lnTo>
                    <a:pt x="578021" y="97686"/>
                  </a:lnTo>
                  <a:lnTo>
                    <a:pt x="505768" y="85108"/>
                  </a:lnTo>
                  <a:lnTo>
                    <a:pt x="433516" y="72649"/>
                  </a:lnTo>
                  <a:lnTo>
                    <a:pt x="361263" y="60302"/>
                  </a:lnTo>
                  <a:lnTo>
                    <a:pt x="289010" y="48058"/>
                  </a:lnTo>
                  <a:lnTo>
                    <a:pt x="216758" y="35912"/>
                  </a:lnTo>
                  <a:lnTo>
                    <a:pt x="144505" y="23858"/>
                  </a:lnTo>
                  <a:lnTo>
                    <a:pt x="72252" y="118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1227274" y="3156373"/>
              <a:ext cx="5707962" cy="1573710"/>
            </a:xfrm>
            <a:custGeom>
              <a:avLst/>
              <a:gdLst/>
              <a:ahLst/>
              <a:cxnLst/>
              <a:rect l="0" t="0" r="0" b="0"/>
              <a:pathLst>
                <a:path w="5707962" h="1573710">
                  <a:moveTo>
                    <a:pt x="0" y="0"/>
                  </a:moveTo>
                  <a:lnTo>
                    <a:pt x="72252" y="19920"/>
                  </a:lnTo>
                  <a:lnTo>
                    <a:pt x="144505" y="39840"/>
                  </a:lnTo>
                  <a:lnTo>
                    <a:pt x="216758" y="59761"/>
                  </a:lnTo>
                  <a:lnTo>
                    <a:pt x="289010" y="79681"/>
                  </a:lnTo>
                  <a:lnTo>
                    <a:pt x="361263" y="99601"/>
                  </a:lnTo>
                  <a:lnTo>
                    <a:pt x="433516" y="119522"/>
                  </a:lnTo>
                  <a:lnTo>
                    <a:pt x="505768" y="139442"/>
                  </a:lnTo>
                  <a:lnTo>
                    <a:pt x="578021" y="159363"/>
                  </a:lnTo>
                  <a:lnTo>
                    <a:pt x="650274" y="179283"/>
                  </a:lnTo>
                  <a:lnTo>
                    <a:pt x="722526" y="199203"/>
                  </a:lnTo>
                  <a:lnTo>
                    <a:pt x="794779" y="219124"/>
                  </a:lnTo>
                  <a:lnTo>
                    <a:pt x="867032" y="239044"/>
                  </a:lnTo>
                  <a:lnTo>
                    <a:pt x="939284" y="258964"/>
                  </a:lnTo>
                  <a:lnTo>
                    <a:pt x="1011537" y="278885"/>
                  </a:lnTo>
                  <a:lnTo>
                    <a:pt x="1083790" y="298805"/>
                  </a:lnTo>
                  <a:lnTo>
                    <a:pt x="1156043" y="318726"/>
                  </a:lnTo>
                  <a:lnTo>
                    <a:pt x="1228295" y="338646"/>
                  </a:lnTo>
                  <a:lnTo>
                    <a:pt x="1300548" y="358566"/>
                  </a:lnTo>
                  <a:lnTo>
                    <a:pt x="1372801" y="378487"/>
                  </a:lnTo>
                  <a:lnTo>
                    <a:pt x="1445053" y="398407"/>
                  </a:lnTo>
                  <a:lnTo>
                    <a:pt x="1517306" y="418327"/>
                  </a:lnTo>
                  <a:lnTo>
                    <a:pt x="1589559" y="438248"/>
                  </a:lnTo>
                  <a:lnTo>
                    <a:pt x="1661811" y="458168"/>
                  </a:lnTo>
                  <a:lnTo>
                    <a:pt x="1734064" y="478089"/>
                  </a:lnTo>
                  <a:lnTo>
                    <a:pt x="1806317" y="498009"/>
                  </a:lnTo>
                  <a:lnTo>
                    <a:pt x="1878569" y="517929"/>
                  </a:lnTo>
                  <a:lnTo>
                    <a:pt x="1950822" y="537850"/>
                  </a:lnTo>
                  <a:lnTo>
                    <a:pt x="2023075" y="557770"/>
                  </a:lnTo>
                  <a:lnTo>
                    <a:pt x="2095328" y="577691"/>
                  </a:lnTo>
                  <a:lnTo>
                    <a:pt x="2167580" y="597611"/>
                  </a:lnTo>
                  <a:lnTo>
                    <a:pt x="2239833" y="617531"/>
                  </a:lnTo>
                  <a:lnTo>
                    <a:pt x="2312086" y="637452"/>
                  </a:lnTo>
                  <a:lnTo>
                    <a:pt x="2384338" y="657372"/>
                  </a:lnTo>
                  <a:lnTo>
                    <a:pt x="2456591" y="677292"/>
                  </a:lnTo>
                  <a:lnTo>
                    <a:pt x="2528844" y="697213"/>
                  </a:lnTo>
                  <a:lnTo>
                    <a:pt x="2601096" y="717133"/>
                  </a:lnTo>
                  <a:lnTo>
                    <a:pt x="2673349" y="737054"/>
                  </a:lnTo>
                  <a:lnTo>
                    <a:pt x="2745602" y="756974"/>
                  </a:lnTo>
                  <a:lnTo>
                    <a:pt x="2817854" y="776894"/>
                  </a:lnTo>
                  <a:lnTo>
                    <a:pt x="2890107" y="796815"/>
                  </a:lnTo>
                  <a:lnTo>
                    <a:pt x="2962360" y="816735"/>
                  </a:lnTo>
                  <a:lnTo>
                    <a:pt x="3034612" y="836655"/>
                  </a:lnTo>
                  <a:lnTo>
                    <a:pt x="3106865" y="856576"/>
                  </a:lnTo>
                  <a:lnTo>
                    <a:pt x="3179118" y="876496"/>
                  </a:lnTo>
                  <a:lnTo>
                    <a:pt x="3251371" y="896417"/>
                  </a:lnTo>
                  <a:lnTo>
                    <a:pt x="3323623" y="916337"/>
                  </a:lnTo>
                  <a:lnTo>
                    <a:pt x="3395876" y="936257"/>
                  </a:lnTo>
                  <a:lnTo>
                    <a:pt x="3468129" y="956178"/>
                  </a:lnTo>
                  <a:lnTo>
                    <a:pt x="3540381" y="976098"/>
                  </a:lnTo>
                  <a:lnTo>
                    <a:pt x="3612634" y="996019"/>
                  </a:lnTo>
                  <a:lnTo>
                    <a:pt x="3684887" y="1015939"/>
                  </a:lnTo>
                  <a:lnTo>
                    <a:pt x="3757139" y="1035859"/>
                  </a:lnTo>
                  <a:lnTo>
                    <a:pt x="3829392" y="1055780"/>
                  </a:lnTo>
                  <a:lnTo>
                    <a:pt x="3901645" y="1075700"/>
                  </a:lnTo>
                  <a:lnTo>
                    <a:pt x="3973897" y="1095620"/>
                  </a:lnTo>
                  <a:lnTo>
                    <a:pt x="4046150" y="1115541"/>
                  </a:lnTo>
                  <a:lnTo>
                    <a:pt x="4118403" y="1135461"/>
                  </a:lnTo>
                  <a:lnTo>
                    <a:pt x="4190656" y="1155382"/>
                  </a:lnTo>
                  <a:lnTo>
                    <a:pt x="4262908" y="1175302"/>
                  </a:lnTo>
                  <a:lnTo>
                    <a:pt x="4335161" y="1195222"/>
                  </a:lnTo>
                  <a:lnTo>
                    <a:pt x="4407414" y="1215143"/>
                  </a:lnTo>
                  <a:lnTo>
                    <a:pt x="4479666" y="1235063"/>
                  </a:lnTo>
                  <a:lnTo>
                    <a:pt x="4551919" y="1254983"/>
                  </a:lnTo>
                  <a:lnTo>
                    <a:pt x="4624172" y="1274904"/>
                  </a:lnTo>
                  <a:lnTo>
                    <a:pt x="4696424" y="1294824"/>
                  </a:lnTo>
                  <a:lnTo>
                    <a:pt x="4768677" y="1314745"/>
                  </a:lnTo>
                  <a:lnTo>
                    <a:pt x="4840930" y="1334665"/>
                  </a:lnTo>
                  <a:lnTo>
                    <a:pt x="4913182" y="1354585"/>
                  </a:lnTo>
                  <a:lnTo>
                    <a:pt x="4985435" y="1374506"/>
                  </a:lnTo>
                  <a:lnTo>
                    <a:pt x="5057688" y="1394426"/>
                  </a:lnTo>
                  <a:lnTo>
                    <a:pt x="5129941" y="1414347"/>
                  </a:lnTo>
                  <a:lnTo>
                    <a:pt x="5202193" y="1434267"/>
                  </a:lnTo>
                  <a:lnTo>
                    <a:pt x="5274446" y="1454187"/>
                  </a:lnTo>
                  <a:lnTo>
                    <a:pt x="5346699" y="1474108"/>
                  </a:lnTo>
                  <a:lnTo>
                    <a:pt x="5418951" y="1494028"/>
                  </a:lnTo>
                  <a:lnTo>
                    <a:pt x="5491204" y="1513948"/>
                  </a:lnTo>
                  <a:lnTo>
                    <a:pt x="5563457" y="1533869"/>
                  </a:lnTo>
                  <a:lnTo>
                    <a:pt x="5635709" y="1553789"/>
                  </a:lnTo>
                  <a:lnTo>
                    <a:pt x="5707962" y="1573710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t90"/>
            <p:cNvSpPr/>
            <p:nvPr/>
          </p:nvSpPr>
          <p:spPr>
            <a:xfrm>
              <a:off x="1168571" y="271746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t91"/>
            <p:cNvSpPr/>
            <p:nvPr/>
          </p:nvSpPr>
          <p:spPr>
            <a:xfrm>
              <a:off x="1168571" y="221897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t92"/>
            <p:cNvSpPr/>
            <p:nvPr/>
          </p:nvSpPr>
          <p:spPr>
            <a:xfrm>
              <a:off x="1168571" y="23053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t93"/>
            <p:cNvSpPr/>
            <p:nvPr/>
          </p:nvSpPr>
          <p:spPr>
            <a:xfrm>
              <a:off x="3491633" y="254143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t94"/>
            <p:cNvSpPr/>
            <p:nvPr/>
          </p:nvSpPr>
          <p:spPr>
            <a:xfrm>
              <a:off x="3491633" y="268741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t95"/>
            <p:cNvSpPr/>
            <p:nvPr/>
          </p:nvSpPr>
          <p:spPr>
            <a:xfrm>
              <a:off x="3491633" y="252004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t96"/>
            <p:cNvSpPr/>
            <p:nvPr/>
          </p:nvSpPr>
          <p:spPr>
            <a:xfrm>
              <a:off x="1915156" y="28247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t97"/>
            <p:cNvSpPr/>
            <p:nvPr/>
          </p:nvSpPr>
          <p:spPr>
            <a:xfrm>
              <a:off x="1915156" y="277785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t98"/>
            <p:cNvSpPr/>
            <p:nvPr/>
          </p:nvSpPr>
          <p:spPr>
            <a:xfrm>
              <a:off x="1915156" y="290818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t99"/>
            <p:cNvSpPr/>
            <p:nvPr/>
          </p:nvSpPr>
          <p:spPr>
            <a:xfrm>
              <a:off x="3246848" y="20117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t100"/>
            <p:cNvSpPr/>
            <p:nvPr/>
          </p:nvSpPr>
          <p:spPr>
            <a:xfrm>
              <a:off x="3246848" y="271243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t101"/>
            <p:cNvSpPr/>
            <p:nvPr/>
          </p:nvSpPr>
          <p:spPr>
            <a:xfrm>
              <a:off x="3246848" y="274901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t102"/>
            <p:cNvSpPr/>
            <p:nvPr/>
          </p:nvSpPr>
          <p:spPr>
            <a:xfrm>
              <a:off x="3888985" y="298357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t103"/>
            <p:cNvSpPr/>
            <p:nvPr/>
          </p:nvSpPr>
          <p:spPr>
            <a:xfrm>
              <a:off x="3888985" y="296297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t104"/>
            <p:cNvSpPr/>
            <p:nvPr/>
          </p:nvSpPr>
          <p:spPr>
            <a:xfrm>
              <a:off x="3888985" y="314331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t105"/>
            <p:cNvSpPr/>
            <p:nvPr/>
          </p:nvSpPr>
          <p:spPr>
            <a:xfrm>
              <a:off x="3451096" y="284918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t106"/>
            <p:cNvSpPr/>
            <p:nvPr/>
          </p:nvSpPr>
          <p:spPr>
            <a:xfrm>
              <a:off x="3451096" y="286553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t107"/>
            <p:cNvSpPr/>
            <p:nvPr/>
          </p:nvSpPr>
          <p:spPr>
            <a:xfrm>
              <a:off x="3451096" y="269772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t108"/>
            <p:cNvSpPr/>
            <p:nvPr/>
          </p:nvSpPr>
          <p:spPr>
            <a:xfrm>
              <a:off x="4417372" y="484631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t109"/>
            <p:cNvSpPr/>
            <p:nvPr/>
          </p:nvSpPr>
          <p:spPr>
            <a:xfrm>
              <a:off x="4417372" y="408834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t110"/>
            <p:cNvSpPr/>
            <p:nvPr/>
          </p:nvSpPr>
          <p:spPr>
            <a:xfrm>
              <a:off x="4417372" y="391580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t111"/>
            <p:cNvSpPr/>
            <p:nvPr/>
          </p:nvSpPr>
          <p:spPr>
            <a:xfrm>
              <a:off x="6876534" y="330314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t112"/>
            <p:cNvSpPr/>
            <p:nvPr/>
          </p:nvSpPr>
          <p:spPr>
            <a:xfrm>
              <a:off x="6876534" y="333933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t113"/>
            <p:cNvSpPr/>
            <p:nvPr/>
          </p:nvSpPr>
          <p:spPr>
            <a:xfrm>
              <a:off x="6876534" y="331466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1227274" y="2144315"/>
              <a:ext cx="5707962" cy="2069814"/>
            </a:xfrm>
            <a:custGeom>
              <a:avLst/>
              <a:gdLst/>
              <a:ahLst/>
              <a:cxnLst/>
              <a:rect l="0" t="0" r="0" b="0"/>
              <a:pathLst>
                <a:path w="5707962" h="2069814">
                  <a:moveTo>
                    <a:pt x="0" y="0"/>
                  </a:moveTo>
                  <a:lnTo>
                    <a:pt x="72252" y="22885"/>
                  </a:lnTo>
                  <a:lnTo>
                    <a:pt x="144505" y="45686"/>
                  </a:lnTo>
                  <a:lnTo>
                    <a:pt x="216758" y="68395"/>
                  </a:lnTo>
                  <a:lnTo>
                    <a:pt x="289010" y="91008"/>
                  </a:lnTo>
                  <a:lnTo>
                    <a:pt x="361263" y="113517"/>
                  </a:lnTo>
                  <a:lnTo>
                    <a:pt x="433516" y="135915"/>
                  </a:lnTo>
                  <a:lnTo>
                    <a:pt x="505768" y="158195"/>
                  </a:lnTo>
                  <a:lnTo>
                    <a:pt x="578021" y="180348"/>
                  </a:lnTo>
                  <a:lnTo>
                    <a:pt x="650274" y="202367"/>
                  </a:lnTo>
                  <a:lnTo>
                    <a:pt x="722526" y="224240"/>
                  </a:lnTo>
                  <a:lnTo>
                    <a:pt x="794779" y="245959"/>
                  </a:lnTo>
                  <a:lnTo>
                    <a:pt x="867032" y="267513"/>
                  </a:lnTo>
                  <a:lnTo>
                    <a:pt x="939284" y="288889"/>
                  </a:lnTo>
                  <a:lnTo>
                    <a:pt x="1011537" y="310075"/>
                  </a:lnTo>
                  <a:lnTo>
                    <a:pt x="1083790" y="331058"/>
                  </a:lnTo>
                  <a:lnTo>
                    <a:pt x="1156043" y="351825"/>
                  </a:lnTo>
                  <a:lnTo>
                    <a:pt x="1228295" y="372360"/>
                  </a:lnTo>
                  <a:lnTo>
                    <a:pt x="1300548" y="392647"/>
                  </a:lnTo>
                  <a:lnTo>
                    <a:pt x="1372801" y="412671"/>
                  </a:lnTo>
                  <a:lnTo>
                    <a:pt x="1445053" y="432414"/>
                  </a:lnTo>
                  <a:lnTo>
                    <a:pt x="1517306" y="451859"/>
                  </a:lnTo>
                  <a:lnTo>
                    <a:pt x="1589559" y="470988"/>
                  </a:lnTo>
                  <a:lnTo>
                    <a:pt x="1661811" y="489783"/>
                  </a:lnTo>
                  <a:lnTo>
                    <a:pt x="1734064" y="508226"/>
                  </a:lnTo>
                  <a:lnTo>
                    <a:pt x="1806317" y="526299"/>
                  </a:lnTo>
                  <a:lnTo>
                    <a:pt x="1878569" y="543984"/>
                  </a:lnTo>
                  <a:lnTo>
                    <a:pt x="1950822" y="561266"/>
                  </a:lnTo>
                  <a:lnTo>
                    <a:pt x="2023075" y="578128"/>
                  </a:lnTo>
                  <a:lnTo>
                    <a:pt x="2095328" y="594558"/>
                  </a:lnTo>
                  <a:lnTo>
                    <a:pt x="2167580" y="610544"/>
                  </a:lnTo>
                  <a:lnTo>
                    <a:pt x="2239833" y="626076"/>
                  </a:lnTo>
                  <a:lnTo>
                    <a:pt x="2312086" y="641147"/>
                  </a:lnTo>
                  <a:lnTo>
                    <a:pt x="2384338" y="655752"/>
                  </a:lnTo>
                  <a:lnTo>
                    <a:pt x="2456591" y="669891"/>
                  </a:lnTo>
                  <a:lnTo>
                    <a:pt x="2528844" y="683564"/>
                  </a:lnTo>
                  <a:lnTo>
                    <a:pt x="2601096" y="696775"/>
                  </a:lnTo>
                  <a:lnTo>
                    <a:pt x="2673349" y="709531"/>
                  </a:lnTo>
                  <a:lnTo>
                    <a:pt x="2745602" y="721842"/>
                  </a:lnTo>
                  <a:lnTo>
                    <a:pt x="2817854" y="733719"/>
                  </a:lnTo>
                  <a:lnTo>
                    <a:pt x="2890107" y="745175"/>
                  </a:lnTo>
                  <a:lnTo>
                    <a:pt x="2962360" y="756226"/>
                  </a:lnTo>
                  <a:lnTo>
                    <a:pt x="3034612" y="766887"/>
                  </a:lnTo>
                  <a:lnTo>
                    <a:pt x="3106865" y="777177"/>
                  </a:lnTo>
                  <a:lnTo>
                    <a:pt x="3179118" y="787112"/>
                  </a:lnTo>
                  <a:lnTo>
                    <a:pt x="3251371" y="796711"/>
                  </a:lnTo>
                  <a:lnTo>
                    <a:pt x="3323623" y="805992"/>
                  </a:lnTo>
                  <a:lnTo>
                    <a:pt x="3395876" y="814972"/>
                  </a:lnTo>
                  <a:lnTo>
                    <a:pt x="3468129" y="823671"/>
                  </a:lnTo>
                  <a:lnTo>
                    <a:pt x="3540381" y="832103"/>
                  </a:lnTo>
                  <a:lnTo>
                    <a:pt x="3612634" y="840287"/>
                  </a:lnTo>
                  <a:lnTo>
                    <a:pt x="3684887" y="848237"/>
                  </a:lnTo>
                  <a:lnTo>
                    <a:pt x="3757139" y="855968"/>
                  </a:lnTo>
                  <a:lnTo>
                    <a:pt x="3829392" y="863495"/>
                  </a:lnTo>
                  <a:lnTo>
                    <a:pt x="3901645" y="870831"/>
                  </a:lnTo>
                  <a:lnTo>
                    <a:pt x="3973897" y="877988"/>
                  </a:lnTo>
                  <a:lnTo>
                    <a:pt x="4046150" y="884978"/>
                  </a:lnTo>
                  <a:lnTo>
                    <a:pt x="4118403" y="891812"/>
                  </a:lnTo>
                  <a:lnTo>
                    <a:pt x="4190656" y="898501"/>
                  </a:lnTo>
                  <a:lnTo>
                    <a:pt x="4262908" y="905053"/>
                  </a:lnTo>
                  <a:lnTo>
                    <a:pt x="4335161" y="911478"/>
                  </a:lnTo>
                  <a:lnTo>
                    <a:pt x="4407414" y="917784"/>
                  </a:lnTo>
                  <a:lnTo>
                    <a:pt x="4479666" y="923978"/>
                  </a:lnTo>
                  <a:lnTo>
                    <a:pt x="4551919" y="930068"/>
                  </a:lnTo>
                  <a:lnTo>
                    <a:pt x="4624172" y="936060"/>
                  </a:lnTo>
                  <a:lnTo>
                    <a:pt x="4696424" y="941961"/>
                  </a:lnTo>
                  <a:lnTo>
                    <a:pt x="4768677" y="947775"/>
                  </a:lnTo>
                  <a:lnTo>
                    <a:pt x="4840930" y="953509"/>
                  </a:lnTo>
                  <a:lnTo>
                    <a:pt x="4913182" y="959167"/>
                  </a:lnTo>
                  <a:lnTo>
                    <a:pt x="4985435" y="964753"/>
                  </a:lnTo>
                  <a:lnTo>
                    <a:pt x="5057688" y="970272"/>
                  </a:lnTo>
                  <a:lnTo>
                    <a:pt x="5129941" y="975729"/>
                  </a:lnTo>
                  <a:lnTo>
                    <a:pt x="5202193" y="981125"/>
                  </a:lnTo>
                  <a:lnTo>
                    <a:pt x="5274446" y="986466"/>
                  </a:lnTo>
                  <a:lnTo>
                    <a:pt x="5346699" y="991753"/>
                  </a:lnTo>
                  <a:lnTo>
                    <a:pt x="5418951" y="996991"/>
                  </a:lnTo>
                  <a:lnTo>
                    <a:pt x="5491204" y="1002181"/>
                  </a:lnTo>
                  <a:lnTo>
                    <a:pt x="5563457" y="1007326"/>
                  </a:lnTo>
                  <a:lnTo>
                    <a:pt x="5635709" y="1012430"/>
                  </a:lnTo>
                  <a:lnTo>
                    <a:pt x="5707962" y="1017493"/>
                  </a:lnTo>
                  <a:lnTo>
                    <a:pt x="5707962" y="2069814"/>
                  </a:lnTo>
                  <a:lnTo>
                    <a:pt x="5635709" y="2046186"/>
                  </a:lnTo>
                  <a:lnTo>
                    <a:pt x="5563457" y="2022598"/>
                  </a:lnTo>
                  <a:lnTo>
                    <a:pt x="5491204" y="1999053"/>
                  </a:lnTo>
                  <a:lnTo>
                    <a:pt x="5418951" y="1975552"/>
                  </a:lnTo>
                  <a:lnTo>
                    <a:pt x="5346699" y="1952098"/>
                  </a:lnTo>
                  <a:lnTo>
                    <a:pt x="5274446" y="1928695"/>
                  </a:lnTo>
                  <a:lnTo>
                    <a:pt x="5202193" y="1905345"/>
                  </a:lnTo>
                  <a:lnTo>
                    <a:pt x="5129941" y="1882051"/>
                  </a:lnTo>
                  <a:lnTo>
                    <a:pt x="5057688" y="1858816"/>
                  </a:lnTo>
                  <a:lnTo>
                    <a:pt x="4985435" y="1835644"/>
                  </a:lnTo>
                  <a:lnTo>
                    <a:pt x="4913182" y="1812540"/>
                  </a:lnTo>
                  <a:lnTo>
                    <a:pt x="4840930" y="1789507"/>
                  </a:lnTo>
                  <a:lnTo>
                    <a:pt x="4768677" y="1766550"/>
                  </a:lnTo>
                  <a:lnTo>
                    <a:pt x="4696424" y="1743673"/>
                  </a:lnTo>
                  <a:lnTo>
                    <a:pt x="4624172" y="1720883"/>
                  </a:lnTo>
                  <a:lnTo>
                    <a:pt x="4551919" y="1698184"/>
                  </a:lnTo>
                  <a:lnTo>
                    <a:pt x="4479666" y="1675583"/>
                  </a:lnTo>
                  <a:lnTo>
                    <a:pt x="4407414" y="1653086"/>
                  </a:lnTo>
                  <a:lnTo>
                    <a:pt x="4335161" y="1630701"/>
                  </a:lnTo>
                  <a:lnTo>
                    <a:pt x="4262908" y="1608435"/>
                  </a:lnTo>
                  <a:lnTo>
                    <a:pt x="4190656" y="1586297"/>
                  </a:lnTo>
                  <a:lnTo>
                    <a:pt x="4118403" y="1564295"/>
                  </a:lnTo>
                  <a:lnTo>
                    <a:pt x="4046150" y="1542438"/>
                  </a:lnTo>
                  <a:lnTo>
                    <a:pt x="3973897" y="1520737"/>
                  </a:lnTo>
                  <a:lnTo>
                    <a:pt x="3901645" y="1499204"/>
                  </a:lnTo>
                  <a:lnTo>
                    <a:pt x="3829392" y="1477849"/>
                  </a:lnTo>
                  <a:lnTo>
                    <a:pt x="3757139" y="1456685"/>
                  </a:lnTo>
                  <a:lnTo>
                    <a:pt x="3684887" y="1435725"/>
                  </a:lnTo>
                  <a:lnTo>
                    <a:pt x="3612634" y="1414984"/>
                  </a:lnTo>
                  <a:lnTo>
                    <a:pt x="3540381" y="1394477"/>
                  </a:lnTo>
                  <a:lnTo>
                    <a:pt x="3468129" y="1374219"/>
                  </a:lnTo>
                  <a:lnTo>
                    <a:pt x="3395876" y="1354226"/>
                  </a:lnTo>
                  <a:lnTo>
                    <a:pt x="3323623" y="1334516"/>
                  </a:lnTo>
                  <a:lnTo>
                    <a:pt x="3251371" y="1315106"/>
                  </a:lnTo>
                  <a:lnTo>
                    <a:pt x="3179118" y="1296014"/>
                  </a:lnTo>
                  <a:lnTo>
                    <a:pt x="3106865" y="1277258"/>
                  </a:lnTo>
                  <a:lnTo>
                    <a:pt x="3034612" y="1258857"/>
                  </a:lnTo>
                  <a:lnTo>
                    <a:pt x="2962360" y="1240827"/>
                  </a:lnTo>
                  <a:lnTo>
                    <a:pt x="2890107" y="1223187"/>
                  </a:lnTo>
                  <a:lnTo>
                    <a:pt x="2817854" y="1205952"/>
                  </a:lnTo>
                  <a:lnTo>
                    <a:pt x="2745602" y="1189138"/>
                  </a:lnTo>
                  <a:lnTo>
                    <a:pt x="2673349" y="1172758"/>
                  </a:lnTo>
                  <a:lnTo>
                    <a:pt x="2601096" y="1156824"/>
                  </a:lnTo>
                  <a:lnTo>
                    <a:pt x="2528844" y="1141344"/>
                  </a:lnTo>
                  <a:lnTo>
                    <a:pt x="2456591" y="1126326"/>
                  </a:lnTo>
                  <a:lnTo>
                    <a:pt x="2384338" y="1111774"/>
                  </a:lnTo>
                  <a:lnTo>
                    <a:pt x="2312086" y="1097688"/>
                  </a:lnTo>
                  <a:lnTo>
                    <a:pt x="2239833" y="1084068"/>
                  </a:lnTo>
                  <a:lnTo>
                    <a:pt x="2167580" y="1070909"/>
                  </a:lnTo>
                  <a:lnTo>
                    <a:pt x="2095328" y="1058204"/>
                  </a:lnTo>
                  <a:lnTo>
                    <a:pt x="2023075" y="1045943"/>
                  </a:lnTo>
                  <a:lnTo>
                    <a:pt x="1950822" y="1034115"/>
                  </a:lnTo>
                  <a:lnTo>
                    <a:pt x="1878569" y="1022706"/>
                  </a:lnTo>
                  <a:lnTo>
                    <a:pt x="1806317" y="1011700"/>
                  </a:lnTo>
                  <a:lnTo>
                    <a:pt x="1734064" y="1001082"/>
                  </a:lnTo>
                  <a:lnTo>
                    <a:pt x="1661811" y="990834"/>
                  </a:lnTo>
                  <a:lnTo>
                    <a:pt x="1589559" y="980938"/>
                  </a:lnTo>
                  <a:lnTo>
                    <a:pt x="1517306" y="971376"/>
                  </a:lnTo>
                  <a:lnTo>
                    <a:pt x="1445053" y="962131"/>
                  </a:lnTo>
                  <a:lnTo>
                    <a:pt x="1372801" y="953183"/>
                  </a:lnTo>
                  <a:lnTo>
                    <a:pt x="1300548" y="944516"/>
                  </a:lnTo>
                  <a:lnTo>
                    <a:pt x="1228295" y="936112"/>
                  </a:lnTo>
                  <a:lnTo>
                    <a:pt x="1156043" y="927956"/>
                  </a:lnTo>
                  <a:lnTo>
                    <a:pt x="1083790" y="920032"/>
                  </a:lnTo>
                  <a:lnTo>
                    <a:pt x="1011537" y="912324"/>
                  </a:lnTo>
                  <a:lnTo>
                    <a:pt x="939284" y="904820"/>
                  </a:lnTo>
                  <a:lnTo>
                    <a:pt x="867032" y="897505"/>
                  </a:lnTo>
                  <a:lnTo>
                    <a:pt x="794779" y="890368"/>
                  </a:lnTo>
                  <a:lnTo>
                    <a:pt x="722526" y="883396"/>
                  </a:lnTo>
                  <a:lnTo>
                    <a:pt x="650274" y="876578"/>
                  </a:lnTo>
                  <a:lnTo>
                    <a:pt x="578021" y="869906"/>
                  </a:lnTo>
                  <a:lnTo>
                    <a:pt x="505768" y="863368"/>
                  </a:lnTo>
                  <a:lnTo>
                    <a:pt x="433516" y="856958"/>
                  </a:lnTo>
                  <a:lnTo>
                    <a:pt x="361263" y="850665"/>
                  </a:lnTo>
                  <a:lnTo>
                    <a:pt x="289010" y="844483"/>
                  </a:lnTo>
                  <a:lnTo>
                    <a:pt x="216758" y="838404"/>
                  </a:lnTo>
                  <a:lnTo>
                    <a:pt x="144505" y="832423"/>
                  </a:lnTo>
                  <a:lnTo>
                    <a:pt x="72252" y="826533"/>
                  </a:lnTo>
                  <a:lnTo>
                    <a:pt x="0" y="820728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1227274" y="2144315"/>
              <a:ext cx="5707962" cy="1017493"/>
            </a:xfrm>
            <a:custGeom>
              <a:avLst/>
              <a:gdLst/>
              <a:ahLst/>
              <a:cxnLst/>
              <a:rect l="0" t="0" r="0" b="0"/>
              <a:pathLst>
                <a:path w="5707962" h="1017493">
                  <a:moveTo>
                    <a:pt x="0" y="0"/>
                  </a:moveTo>
                  <a:lnTo>
                    <a:pt x="72252" y="22885"/>
                  </a:lnTo>
                  <a:lnTo>
                    <a:pt x="144505" y="45686"/>
                  </a:lnTo>
                  <a:lnTo>
                    <a:pt x="216758" y="68395"/>
                  </a:lnTo>
                  <a:lnTo>
                    <a:pt x="289010" y="91008"/>
                  </a:lnTo>
                  <a:lnTo>
                    <a:pt x="361263" y="113517"/>
                  </a:lnTo>
                  <a:lnTo>
                    <a:pt x="433516" y="135915"/>
                  </a:lnTo>
                  <a:lnTo>
                    <a:pt x="505768" y="158195"/>
                  </a:lnTo>
                  <a:lnTo>
                    <a:pt x="578021" y="180348"/>
                  </a:lnTo>
                  <a:lnTo>
                    <a:pt x="650274" y="202367"/>
                  </a:lnTo>
                  <a:lnTo>
                    <a:pt x="722526" y="224240"/>
                  </a:lnTo>
                  <a:lnTo>
                    <a:pt x="794779" y="245959"/>
                  </a:lnTo>
                  <a:lnTo>
                    <a:pt x="867032" y="267513"/>
                  </a:lnTo>
                  <a:lnTo>
                    <a:pt x="939284" y="288889"/>
                  </a:lnTo>
                  <a:lnTo>
                    <a:pt x="1011537" y="310075"/>
                  </a:lnTo>
                  <a:lnTo>
                    <a:pt x="1083790" y="331058"/>
                  </a:lnTo>
                  <a:lnTo>
                    <a:pt x="1156043" y="351825"/>
                  </a:lnTo>
                  <a:lnTo>
                    <a:pt x="1228295" y="372360"/>
                  </a:lnTo>
                  <a:lnTo>
                    <a:pt x="1300548" y="392647"/>
                  </a:lnTo>
                  <a:lnTo>
                    <a:pt x="1372801" y="412671"/>
                  </a:lnTo>
                  <a:lnTo>
                    <a:pt x="1445053" y="432414"/>
                  </a:lnTo>
                  <a:lnTo>
                    <a:pt x="1517306" y="451859"/>
                  </a:lnTo>
                  <a:lnTo>
                    <a:pt x="1589559" y="470988"/>
                  </a:lnTo>
                  <a:lnTo>
                    <a:pt x="1661811" y="489783"/>
                  </a:lnTo>
                  <a:lnTo>
                    <a:pt x="1734064" y="508226"/>
                  </a:lnTo>
                  <a:lnTo>
                    <a:pt x="1806317" y="526299"/>
                  </a:lnTo>
                  <a:lnTo>
                    <a:pt x="1878569" y="543984"/>
                  </a:lnTo>
                  <a:lnTo>
                    <a:pt x="1950822" y="561266"/>
                  </a:lnTo>
                  <a:lnTo>
                    <a:pt x="2023075" y="578128"/>
                  </a:lnTo>
                  <a:lnTo>
                    <a:pt x="2095328" y="594558"/>
                  </a:lnTo>
                  <a:lnTo>
                    <a:pt x="2167580" y="610544"/>
                  </a:lnTo>
                  <a:lnTo>
                    <a:pt x="2239833" y="626076"/>
                  </a:lnTo>
                  <a:lnTo>
                    <a:pt x="2312086" y="641147"/>
                  </a:lnTo>
                  <a:lnTo>
                    <a:pt x="2384338" y="655752"/>
                  </a:lnTo>
                  <a:lnTo>
                    <a:pt x="2456591" y="669891"/>
                  </a:lnTo>
                  <a:lnTo>
                    <a:pt x="2528844" y="683564"/>
                  </a:lnTo>
                  <a:lnTo>
                    <a:pt x="2601096" y="696775"/>
                  </a:lnTo>
                  <a:lnTo>
                    <a:pt x="2673349" y="709531"/>
                  </a:lnTo>
                  <a:lnTo>
                    <a:pt x="2745602" y="721842"/>
                  </a:lnTo>
                  <a:lnTo>
                    <a:pt x="2817854" y="733719"/>
                  </a:lnTo>
                  <a:lnTo>
                    <a:pt x="2890107" y="745175"/>
                  </a:lnTo>
                  <a:lnTo>
                    <a:pt x="2962360" y="756226"/>
                  </a:lnTo>
                  <a:lnTo>
                    <a:pt x="3034612" y="766887"/>
                  </a:lnTo>
                  <a:lnTo>
                    <a:pt x="3106865" y="777177"/>
                  </a:lnTo>
                  <a:lnTo>
                    <a:pt x="3179118" y="787112"/>
                  </a:lnTo>
                  <a:lnTo>
                    <a:pt x="3251371" y="796711"/>
                  </a:lnTo>
                  <a:lnTo>
                    <a:pt x="3323623" y="805992"/>
                  </a:lnTo>
                  <a:lnTo>
                    <a:pt x="3395876" y="814972"/>
                  </a:lnTo>
                  <a:lnTo>
                    <a:pt x="3468129" y="823671"/>
                  </a:lnTo>
                  <a:lnTo>
                    <a:pt x="3540381" y="832103"/>
                  </a:lnTo>
                  <a:lnTo>
                    <a:pt x="3612634" y="840287"/>
                  </a:lnTo>
                  <a:lnTo>
                    <a:pt x="3684887" y="848237"/>
                  </a:lnTo>
                  <a:lnTo>
                    <a:pt x="3757139" y="855968"/>
                  </a:lnTo>
                  <a:lnTo>
                    <a:pt x="3829392" y="863495"/>
                  </a:lnTo>
                  <a:lnTo>
                    <a:pt x="3901645" y="870831"/>
                  </a:lnTo>
                  <a:lnTo>
                    <a:pt x="3973897" y="877988"/>
                  </a:lnTo>
                  <a:lnTo>
                    <a:pt x="4046150" y="884978"/>
                  </a:lnTo>
                  <a:lnTo>
                    <a:pt x="4118403" y="891812"/>
                  </a:lnTo>
                  <a:lnTo>
                    <a:pt x="4190656" y="898501"/>
                  </a:lnTo>
                  <a:lnTo>
                    <a:pt x="4262908" y="905053"/>
                  </a:lnTo>
                  <a:lnTo>
                    <a:pt x="4335161" y="911478"/>
                  </a:lnTo>
                  <a:lnTo>
                    <a:pt x="4407414" y="917784"/>
                  </a:lnTo>
                  <a:lnTo>
                    <a:pt x="4479666" y="923978"/>
                  </a:lnTo>
                  <a:lnTo>
                    <a:pt x="4551919" y="930068"/>
                  </a:lnTo>
                  <a:lnTo>
                    <a:pt x="4624172" y="936060"/>
                  </a:lnTo>
                  <a:lnTo>
                    <a:pt x="4696424" y="941961"/>
                  </a:lnTo>
                  <a:lnTo>
                    <a:pt x="4768677" y="947775"/>
                  </a:lnTo>
                  <a:lnTo>
                    <a:pt x="4840930" y="953509"/>
                  </a:lnTo>
                  <a:lnTo>
                    <a:pt x="4913182" y="959167"/>
                  </a:lnTo>
                  <a:lnTo>
                    <a:pt x="4985435" y="964753"/>
                  </a:lnTo>
                  <a:lnTo>
                    <a:pt x="5057688" y="970272"/>
                  </a:lnTo>
                  <a:lnTo>
                    <a:pt x="5129941" y="975729"/>
                  </a:lnTo>
                  <a:lnTo>
                    <a:pt x="5202193" y="981125"/>
                  </a:lnTo>
                  <a:lnTo>
                    <a:pt x="5274446" y="986466"/>
                  </a:lnTo>
                  <a:lnTo>
                    <a:pt x="5346699" y="991753"/>
                  </a:lnTo>
                  <a:lnTo>
                    <a:pt x="5418951" y="996991"/>
                  </a:lnTo>
                  <a:lnTo>
                    <a:pt x="5491204" y="1002181"/>
                  </a:lnTo>
                  <a:lnTo>
                    <a:pt x="5563457" y="1007326"/>
                  </a:lnTo>
                  <a:lnTo>
                    <a:pt x="5635709" y="1012430"/>
                  </a:lnTo>
                  <a:lnTo>
                    <a:pt x="5707962" y="101749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1227274" y="2965043"/>
              <a:ext cx="5707962" cy="1249085"/>
            </a:xfrm>
            <a:custGeom>
              <a:avLst/>
              <a:gdLst/>
              <a:ahLst/>
              <a:cxnLst/>
              <a:rect l="0" t="0" r="0" b="0"/>
              <a:pathLst>
                <a:path w="5707962" h="1249085">
                  <a:moveTo>
                    <a:pt x="5707962" y="1249085"/>
                  </a:moveTo>
                  <a:lnTo>
                    <a:pt x="5635709" y="1225458"/>
                  </a:lnTo>
                  <a:lnTo>
                    <a:pt x="5563457" y="1201870"/>
                  </a:lnTo>
                  <a:lnTo>
                    <a:pt x="5491204" y="1178324"/>
                  </a:lnTo>
                  <a:lnTo>
                    <a:pt x="5418951" y="1154824"/>
                  </a:lnTo>
                  <a:lnTo>
                    <a:pt x="5346699" y="1131370"/>
                  </a:lnTo>
                  <a:lnTo>
                    <a:pt x="5274446" y="1107967"/>
                  </a:lnTo>
                  <a:lnTo>
                    <a:pt x="5202193" y="1084617"/>
                  </a:lnTo>
                  <a:lnTo>
                    <a:pt x="5129941" y="1061322"/>
                  </a:lnTo>
                  <a:lnTo>
                    <a:pt x="5057688" y="1038088"/>
                  </a:lnTo>
                  <a:lnTo>
                    <a:pt x="4985435" y="1014916"/>
                  </a:lnTo>
                  <a:lnTo>
                    <a:pt x="4913182" y="991812"/>
                  </a:lnTo>
                  <a:lnTo>
                    <a:pt x="4840930" y="968779"/>
                  </a:lnTo>
                  <a:lnTo>
                    <a:pt x="4768677" y="945822"/>
                  </a:lnTo>
                  <a:lnTo>
                    <a:pt x="4696424" y="922945"/>
                  </a:lnTo>
                  <a:lnTo>
                    <a:pt x="4624172" y="900155"/>
                  </a:lnTo>
                  <a:lnTo>
                    <a:pt x="4551919" y="877456"/>
                  </a:lnTo>
                  <a:lnTo>
                    <a:pt x="4479666" y="854855"/>
                  </a:lnTo>
                  <a:lnTo>
                    <a:pt x="4407414" y="832358"/>
                  </a:lnTo>
                  <a:lnTo>
                    <a:pt x="4335161" y="809973"/>
                  </a:lnTo>
                  <a:lnTo>
                    <a:pt x="4262908" y="787707"/>
                  </a:lnTo>
                  <a:lnTo>
                    <a:pt x="4190656" y="765569"/>
                  </a:lnTo>
                  <a:lnTo>
                    <a:pt x="4118403" y="743566"/>
                  </a:lnTo>
                  <a:lnTo>
                    <a:pt x="4046150" y="721710"/>
                  </a:lnTo>
                  <a:lnTo>
                    <a:pt x="3973897" y="700009"/>
                  </a:lnTo>
                  <a:lnTo>
                    <a:pt x="3901645" y="678475"/>
                  </a:lnTo>
                  <a:lnTo>
                    <a:pt x="3829392" y="657120"/>
                  </a:lnTo>
                  <a:lnTo>
                    <a:pt x="3757139" y="635956"/>
                  </a:lnTo>
                  <a:lnTo>
                    <a:pt x="3684887" y="614997"/>
                  </a:lnTo>
                  <a:lnTo>
                    <a:pt x="3612634" y="594256"/>
                  </a:lnTo>
                  <a:lnTo>
                    <a:pt x="3540381" y="573749"/>
                  </a:lnTo>
                  <a:lnTo>
                    <a:pt x="3468129" y="553490"/>
                  </a:lnTo>
                  <a:lnTo>
                    <a:pt x="3395876" y="533498"/>
                  </a:lnTo>
                  <a:lnTo>
                    <a:pt x="3323623" y="513788"/>
                  </a:lnTo>
                  <a:lnTo>
                    <a:pt x="3251371" y="494378"/>
                  </a:lnTo>
                  <a:lnTo>
                    <a:pt x="3179118" y="475286"/>
                  </a:lnTo>
                  <a:lnTo>
                    <a:pt x="3106865" y="456530"/>
                  </a:lnTo>
                  <a:lnTo>
                    <a:pt x="3034612" y="438129"/>
                  </a:lnTo>
                  <a:lnTo>
                    <a:pt x="2962360" y="420099"/>
                  </a:lnTo>
                  <a:lnTo>
                    <a:pt x="2890107" y="402459"/>
                  </a:lnTo>
                  <a:lnTo>
                    <a:pt x="2817854" y="385224"/>
                  </a:lnTo>
                  <a:lnTo>
                    <a:pt x="2745602" y="368410"/>
                  </a:lnTo>
                  <a:lnTo>
                    <a:pt x="2673349" y="352030"/>
                  </a:lnTo>
                  <a:lnTo>
                    <a:pt x="2601096" y="336096"/>
                  </a:lnTo>
                  <a:lnTo>
                    <a:pt x="2528844" y="320616"/>
                  </a:lnTo>
                  <a:lnTo>
                    <a:pt x="2456591" y="305598"/>
                  </a:lnTo>
                  <a:lnTo>
                    <a:pt x="2384338" y="291046"/>
                  </a:lnTo>
                  <a:lnTo>
                    <a:pt x="2312086" y="276960"/>
                  </a:lnTo>
                  <a:lnTo>
                    <a:pt x="2239833" y="263340"/>
                  </a:lnTo>
                  <a:lnTo>
                    <a:pt x="2167580" y="250181"/>
                  </a:lnTo>
                  <a:lnTo>
                    <a:pt x="2095328" y="237476"/>
                  </a:lnTo>
                  <a:lnTo>
                    <a:pt x="2023075" y="225215"/>
                  </a:lnTo>
                  <a:lnTo>
                    <a:pt x="1950822" y="213387"/>
                  </a:lnTo>
                  <a:lnTo>
                    <a:pt x="1878569" y="201978"/>
                  </a:lnTo>
                  <a:lnTo>
                    <a:pt x="1806317" y="190972"/>
                  </a:lnTo>
                  <a:lnTo>
                    <a:pt x="1734064" y="180354"/>
                  </a:lnTo>
                  <a:lnTo>
                    <a:pt x="1661811" y="170106"/>
                  </a:lnTo>
                  <a:lnTo>
                    <a:pt x="1589559" y="160210"/>
                  </a:lnTo>
                  <a:lnTo>
                    <a:pt x="1517306" y="150648"/>
                  </a:lnTo>
                  <a:lnTo>
                    <a:pt x="1445053" y="141402"/>
                  </a:lnTo>
                  <a:lnTo>
                    <a:pt x="1372801" y="132455"/>
                  </a:lnTo>
                  <a:lnTo>
                    <a:pt x="1300548" y="123788"/>
                  </a:lnTo>
                  <a:lnTo>
                    <a:pt x="1228295" y="115384"/>
                  </a:lnTo>
                  <a:lnTo>
                    <a:pt x="1156043" y="107228"/>
                  </a:lnTo>
                  <a:lnTo>
                    <a:pt x="1083790" y="99304"/>
                  </a:lnTo>
                  <a:lnTo>
                    <a:pt x="1011537" y="91596"/>
                  </a:lnTo>
                  <a:lnTo>
                    <a:pt x="939284" y="84092"/>
                  </a:lnTo>
                  <a:lnTo>
                    <a:pt x="867032" y="76777"/>
                  </a:lnTo>
                  <a:lnTo>
                    <a:pt x="794779" y="69639"/>
                  </a:lnTo>
                  <a:lnTo>
                    <a:pt x="722526" y="62667"/>
                  </a:lnTo>
                  <a:lnTo>
                    <a:pt x="650274" y="55850"/>
                  </a:lnTo>
                  <a:lnTo>
                    <a:pt x="578021" y="49178"/>
                  </a:lnTo>
                  <a:lnTo>
                    <a:pt x="505768" y="42640"/>
                  </a:lnTo>
                  <a:lnTo>
                    <a:pt x="433516" y="36229"/>
                  </a:lnTo>
                  <a:lnTo>
                    <a:pt x="361263" y="29937"/>
                  </a:lnTo>
                  <a:lnTo>
                    <a:pt x="289010" y="23755"/>
                  </a:lnTo>
                  <a:lnTo>
                    <a:pt x="216758" y="17676"/>
                  </a:lnTo>
                  <a:lnTo>
                    <a:pt x="144505" y="11695"/>
                  </a:lnTo>
                  <a:lnTo>
                    <a:pt x="72252" y="58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7" name="pl117"/>
            <p:cNvSpPr/>
            <p:nvPr/>
          </p:nvSpPr>
          <p:spPr>
            <a:xfrm>
              <a:off x="1227274" y="2554679"/>
              <a:ext cx="5707962" cy="1133289"/>
            </a:xfrm>
            <a:custGeom>
              <a:avLst/>
              <a:gdLst/>
              <a:ahLst/>
              <a:cxnLst/>
              <a:rect l="0" t="0" r="0" b="0"/>
              <a:pathLst>
                <a:path w="5707962" h="1133289">
                  <a:moveTo>
                    <a:pt x="0" y="0"/>
                  </a:moveTo>
                  <a:lnTo>
                    <a:pt x="72252" y="14345"/>
                  </a:lnTo>
                  <a:lnTo>
                    <a:pt x="144505" y="28690"/>
                  </a:lnTo>
                  <a:lnTo>
                    <a:pt x="216758" y="43036"/>
                  </a:lnTo>
                  <a:lnTo>
                    <a:pt x="289010" y="57381"/>
                  </a:lnTo>
                  <a:lnTo>
                    <a:pt x="361263" y="71727"/>
                  </a:lnTo>
                  <a:lnTo>
                    <a:pt x="433516" y="86072"/>
                  </a:lnTo>
                  <a:lnTo>
                    <a:pt x="505768" y="100418"/>
                  </a:lnTo>
                  <a:lnTo>
                    <a:pt x="578021" y="114763"/>
                  </a:lnTo>
                  <a:lnTo>
                    <a:pt x="650274" y="129108"/>
                  </a:lnTo>
                  <a:lnTo>
                    <a:pt x="722526" y="143454"/>
                  </a:lnTo>
                  <a:lnTo>
                    <a:pt x="794779" y="157799"/>
                  </a:lnTo>
                  <a:lnTo>
                    <a:pt x="867032" y="172145"/>
                  </a:lnTo>
                  <a:lnTo>
                    <a:pt x="939284" y="186490"/>
                  </a:lnTo>
                  <a:lnTo>
                    <a:pt x="1011537" y="200836"/>
                  </a:lnTo>
                  <a:lnTo>
                    <a:pt x="1083790" y="215181"/>
                  </a:lnTo>
                  <a:lnTo>
                    <a:pt x="1156043" y="229526"/>
                  </a:lnTo>
                  <a:lnTo>
                    <a:pt x="1228295" y="243872"/>
                  </a:lnTo>
                  <a:lnTo>
                    <a:pt x="1300548" y="258217"/>
                  </a:lnTo>
                  <a:lnTo>
                    <a:pt x="1372801" y="272563"/>
                  </a:lnTo>
                  <a:lnTo>
                    <a:pt x="1445053" y="286908"/>
                  </a:lnTo>
                  <a:lnTo>
                    <a:pt x="1517306" y="301254"/>
                  </a:lnTo>
                  <a:lnTo>
                    <a:pt x="1589559" y="315599"/>
                  </a:lnTo>
                  <a:lnTo>
                    <a:pt x="1661811" y="329945"/>
                  </a:lnTo>
                  <a:lnTo>
                    <a:pt x="1734064" y="344290"/>
                  </a:lnTo>
                  <a:lnTo>
                    <a:pt x="1806317" y="358635"/>
                  </a:lnTo>
                  <a:lnTo>
                    <a:pt x="1878569" y="372981"/>
                  </a:lnTo>
                  <a:lnTo>
                    <a:pt x="1950822" y="387326"/>
                  </a:lnTo>
                  <a:lnTo>
                    <a:pt x="2023075" y="401672"/>
                  </a:lnTo>
                  <a:lnTo>
                    <a:pt x="2095328" y="416017"/>
                  </a:lnTo>
                  <a:lnTo>
                    <a:pt x="2167580" y="430363"/>
                  </a:lnTo>
                  <a:lnTo>
                    <a:pt x="2239833" y="444708"/>
                  </a:lnTo>
                  <a:lnTo>
                    <a:pt x="2312086" y="459053"/>
                  </a:lnTo>
                  <a:lnTo>
                    <a:pt x="2384338" y="473399"/>
                  </a:lnTo>
                  <a:lnTo>
                    <a:pt x="2456591" y="487744"/>
                  </a:lnTo>
                  <a:lnTo>
                    <a:pt x="2528844" y="502090"/>
                  </a:lnTo>
                  <a:lnTo>
                    <a:pt x="2601096" y="516435"/>
                  </a:lnTo>
                  <a:lnTo>
                    <a:pt x="2673349" y="530781"/>
                  </a:lnTo>
                  <a:lnTo>
                    <a:pt x="2745602" y="545126"/>
                  </a:lnTo>
                  <a:lnTo>
                    <a:pt x="2817854" y="559472"/>
                  </a:lnTo>
                  <a:lnTo>
                    <a:pt x="2890107" y="573817"/>
                  </a:lnTo>
                  <a:lnTo>
                    <a:pt x="2962360" y="588162"/>
                  </a:lnTo>
                  <a:lnTo>
                    <a:pt x="3034612" y="602508"/>
                  </a:lnTo>
                  <a:lnTo>
                    <a:pt x="3106865" y="616853"/>
                  </a:lnTo>
                  <a:lnTo>
                    <a:pt x="3179118" y="631199"/>
                  </a:lnTo>
                  <a:lnTo>
                    <a:pt x="3251371" y="645544"/>
                  </a:lnTo>
                  <a:lnTo>
                    <a:pt x="3323623" y="659890"/>
                  </a:lnTo>
                  <a:lnTo>
                    <a:pt x="3395876" y="674235"/>
                  </a:lnTo>
                  <a:lnTo>
                    <a:pt x="3468129" y="688580"/>
                  </a:lnTo>
                  <a:lnTo>
                    <a:pt x="3540381" y="702926"/>
                  </a:lnTo>
                  <a:lnTo>
                    <a:pt x="3612634" y="717271"/>
                  </a:lnTo>
                  <a:lnTo>
                    <a:pt x="3684887" y="731617"/>
                  </a:lnTo>
                  <a:lnTo>
                    <a:pt x="3757139" y="745962"/>
                  </a:lnTo>
                  <a:lnTo>
                    <a:pt x="3829392" y="760308"/>
                  </a:lnTo>
                  <a:lnTo>
                    <a:pt x="3901645" y="774653"/>
                  </a:lnTo>
                  <a:lnTo>
                    <a:pt x="3973897" y="788999"/>
                  </a:lnTo>
                  <a:lnTo>
                    <a:pt x="4046150" y="803344"/>
                  </a:lnTo>
                  <a:lnTo>
                    <a:pt x="4118403" y="817689"/>
                  </a:lnTo>
                  <a:lnTo>
                    <a:pt x="4190656" y="832035"/>
                  </a:lnTo>
                  <a:lnTo>
                    <a:pt x="4262908" y="846380"/>
                  </a:lnTo>
                  <a:lnTo>
                    <a:pt x="4335161" y="860726"/>
                  </a:lnTo>
                  <a:lnTo>
                    <a:pt x="4407414" y="875071"/>
                  </a:lnTo>
                  <a:lnTo>
                    <a:pt x="4479666" y="889417"/>
                  </a:lnTo>
                  <a:lnTo>
                    <a:pt x="4551919" y="903762"/>
                  </a:lnTo>
                  <a:lnTo>
                    <a:pt x="4624172" y="918107"/>
                  </a:lnTo>
                  <a:lnTo>
                    <a:pt x="4696424" y="932453"/>
                  </a:lnTo>
                  <a:lnTo>
                    <a:pt x="4768677" y="946798"/>
                  </a:lnTo>
                  <a:lnTo>
                    <a:pt x="4840930" y="961144"/>
                  </a:lnTo>
                  <a:lnTo>
                    <a:pt x="4913182" y="975489"/>
                  </a:lnTo>
                  <a:lnTo>
                    <a:pt x="4985435" y="989835"/>
                  </a:lnTo>
                  <a:lnTo>
                    <a:pt x="5057688" y="1004180"/>
                  </a:lnTo>
                  <a:lnTo>
                    <a:pt x="5129941" y="1018526"/>
                  </a:lnTo>
                  <a:lnTo>
                    <a:pt x="5202193" y="1032871"/>
                  </a:lnTo>
                  <a:lnTo>
                    <a:pt x="5274446" y="1047216"/>
                  </a:lnTo>
                  <a:lnTo>
                    <a:pt x="5346699" y="1061562"/>
                  </a:lnTo>
                  <a:lnTo>
                    <a:pt x="5418951" y="1075907"/>
                  </a:lnTo>
                  <a:lnTo>
                    <a:pt x="5491204" y="1090253"/>
                  </a:lnTo>
                  <a:lnTo>
                    <a:pt x="5563457" y="1104598"/>
                  </a:lnTo>
                  <a:lnTo>
                    <a:pt x="5635709" y="1118944"/>
                  </a:lnTo>
                  <a:lnTo>
                    <a:pt x="5707962" y="1133289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l118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tx119"/>
            <p:cNvSpPr/>
            <p:nvPr/>
          </p:nvSpPr>
          <p:spPr>
            <a:xfrm>
              <a:off x="754887" y="564806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754887" y="4726773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754887" y="3805477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54887" y="288418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1962886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07081" y="568811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907081" y="476682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907081" y="384552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907081" y="292423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907081" y="200293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941876" y="5723142"/>
              <a:ext cx="6278758" cy="0"/>
            </a:xfrm>
            <a:custGeom>
              <a:avLst/>
              <a:gdLst/>
              <a:ahLst/>
              <a:cxnLst/>
              <a:rect l="0" t="0" r="0" b="0"/>
              <a:pathLst>
                <a:path w="6278758">
                  <a:moveTo>
                    <a:pt x="0" y="0"/>
                  </a:moveTo>
                  <a:lnTo>
                    <a:pt x="627875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98127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271378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444630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l133"/>
            <p:cNvSpPr/>
            <p:nvPr/>
          </p:nvSpPr>
          <p:spPr>
            <a:xfrm>
              <a:off x="617881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tx134"/>
            <p:cNvSpPr/>
            <p:nvPr/>
          </p:nvSpPr>
          <p:spPr>
            <a:xfrm>
              <a:off x="950182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2682697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415212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147727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728160" y="5925448"/>
              <a:ext cx="70619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41876" y="1669789"/>
              <a:ext cx="3053730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(RDA) vs Size at Lewisetta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879697" y="1896563"/>
              <a:ext cx="634093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3893257" y="470570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3893257" y="46276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3893257" y="462709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1109219" y="51056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1109219" y="49016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1109219" y="48207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4935927" y="50062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4935927" y="515536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4935927" y="499160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6873708" y="532213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6873708" y="52794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6873708" y="51057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1886336" y="46067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1886336" y="46120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1886336" y="463355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1152827" y="502008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1152827" y="498566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1152827" y="51100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1646333" y="53599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1646333" y="521881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1646333" y="54905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4592042" y="51230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4592042" y="486515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4592042" y="472396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167921" y="4827412"/>
              <a:ext cx="5764489" cy="507251"/>
            </a:xfrm>
            <a:custGeom>
              <a:avLst/>
              <a:gdLst/>
              <a:ahLst/>
              <a:cxnLst/>
              <a:rect l="0" t="0" r="0" b="0"/>
              <a:pathLst>
                <a:path w="5764489" h="507251">
                  <a:moveTo>
                    <a:pt x="0" y="0"/>
                  </a:moveTo>
                  <a:lnTo>
                    <a:pt x="72968" y="4369"/>
                  </a:lnTo>
                  <a:lnTo>
                    <a:pt x="145936" y="8687"/>
                  </a:lnTo>
                  <a:lnTo>
                    <a:pt x="218904" y="12953"/>
                  </a:lnTo>
                  <a:lnTo>
                    <a:pt x="291872" y="17163"/>
                  </a:lnTo>
                  <a:lnTo>
                    <a:pt x="364841" y="21313"/>
                  </a:lnTo>
                  <a:lnTo>
                    <a:pt x="437809" y="25401"/>
                  </a:lnTo>
                  <a:lnTo>
                    <a:pt x="510777" y="29423"/>
                  </a:lnTo>
                  <a:lnTo>
                    <a:pt x="583745" y="33374"/>
                  </a:lnTo>
                  <a:lnTo>
                    <a:pt x="656713" y="37252"/>
                  </a:lnTo>
                  <a:lnTo>
                    <a:pt x="729682" y="41053"/>
                  </a:lnTo>
                  <a:lnTo>
                    <a:pt x="802650" y="44771"/>
                  </a:lnTo>
                  <a:lnTo>
                    <a:pt x="875618" y="48403"/>
                  </a:lnTo>
                  <a:lnTo>
                    <a:pt x="948586" y="51945"/>
                  </a:lnTo>
                  <a:lnTo>
                    <a:pt x="1021555" y="55391"/>
                  </a:lnTo>
                  <a:lnTo>
                    <a:pt x="1094523" y="58737"/>
                  </a:lnTo>
                  <a:lnTo>
                    <a:pt x="1167491" y="61978"/>
                  </a:lnTo>
                  <a:lnTo>
                    <a:pt x="1240459" y="65110"/>
                  </a:lnTo>
                  <a:lnTo>
                    <a:pt x="1313427" y="68127"/>
                  </a:lnTo>
                  <a:lnTo>
                    <a:pt x="1386396" y="71026"/>
                  </a:lnTo>
                  <a:lnTo>
                    <a:pt x="1459364" y="73800"/>
                  </a:lnTo>
                  <a:lnTo>
                    <a:pt x="1532332" y="76446"/>
                  </a:lnTo>
                  <a:lnTo>
                    <a:pt x="1605300" y="78960"/>
                  </a:lnTo>
                  <a:lnTo>
                    <a:pt x="1678268" y="81337"/>
                  </a:lnTo>
                  <a:lnTo>
                    <a:pt x="1751237" y="83575"/>
                  </a:lnTo>
                  <a:lnTo>
                    <a:pt x="1824205" y="85668"/>
                  </a:lnTo>
                  <a:lnTo>
                    <a:pt x="1897173" y="87616"/>
                  </a:lnTo>
                  <a:lnTo>
                    <a:pt x="1970141" y="89415"/>
                  </a:lnTo>
                  <a:lnTo>
                    <a:pt x="2043110" y="91064"/>
                  </a:lnTo>
                  <a:lnTo>
                    <a:pt x="2116078" y="92561"/>
                  </a:lnTo>
                  <a:lnTo>
                    <a:pt x="2189046" y="93905"/>
                  </a:lnTo>
                  <a:lnTo>
                    <a:pt x="2262014" y="95098"/>
                  </a:lnTo>
                  <a:lnTo>
                    <a:pt x="2334982" y="96139"/>
                  </a:lnTo>
                  <a:lnTo>
                    <a:pt x="2407951" y="97030"/>
                  </a:lnTo>
                  <a:lnTo>
                    <a:pt x="2480919" y="97773"/>
                  </a:lnTo>
                  <a:lnTo>
                    <a:pt x="2553887" y="98369"/>
                  </a:lnTo>
                  <a:lnTo>
                    <a:pt x="2626855" y="98821"/>
                  </a:lnTo>
                  <a:lnTo>
                    <a:pt x="2699823" y="99134"/>
                  </a:lnTo>
                  <a:lnTo>
                    <a:pt x="2772792" y="99310"/>
                  </a:lnTo>
                  <a:lnTo>
                    <a:pt x="2845760" y="99354"/>
                  </a:lnTo>
                  <a:lnTo>
                    <a:pt x="2918728" y="99270"/>
                  </a:lnTo>
                  <a:lnTo>
                    <a:pt x="2991696" y="99062"/>
                  </a:lnTo>
                  <a:lnTo>
                    <a:pt x="3064665" y="98735"/>
                  </a:lnTo>
                  <a:lnTo>
                    <a:pt x="3137633" y="98293"/>
                  </a:lnTo>
                  <a:lnTo>
                    <a:pt x="3210601" y="97743"/>
                  </a:lnTo>
                  <a:lnTo>
                    <a:pt x="3283569" y="97087"/>
                  </a:lnTo>
                  <a:lnTo>
                    <a:pt x="3356537" y="96332"/>
                  </a:lnTo>
                  <a:lnTo>
                    <a:pt x="3429506" y="95481"/>
                  </a:lnTo>
                  <a:lnTo>
                    <a:pt x="3502474" y="94539"/>
                  </a:lnTo>
                  <a:lnTo>
                    <a:pt x="3575442" y="93512"/>
                  </a:lnTo>
                  <a:lnTo>
                    <a:pt x="3648410" y="92402"/>
                  </a:lnTo>
                  <a:lnTo>
                    <a:pt x="3721379" y="91215"/>
                  </a:lnTo>
                  <a:lnTo>
                    <a:pt x="3794347" y="89955"/>
                  </a:lnTo>
                  <a:lnTo>
                    <a:pt x="3867315" y="88624"/>
                  </a:lnTo>
                  <a:lnTo>
                    <a:pt x="3940283" y="87227"/>
                  </a:lnTo>
                  <a:lnTo>
                    <a:pt x="4013251" y="85768"/>
                  </a:lnTo>
                  <a:lnTo>
                    <a:pt x="4086220" y="84250"/>
                  </a:lnTo>
                  <a:lnTo>
                    <a:pt x="4159188" y="82675"/>
                  </a:lnTo>
                  <a:lnTo>
                    <a:pt x="4232156" y="81048"/>
                  </a:lnTo>
                  <a:lnTo>
                    <a:pt x="4305124" y="79370"/>
                  </a:lnTo>
                  <a:lnTo>
                    <a:pt x="4378092" y="77645"/>
                  </a:lnTo>
                  <a:lnTo>
                    <a:pt x="4451061" y="75875"/>
                  </a:lnTo>
                  <a:lnTo>
                    <a:pt x="4524029" y="74062"/>
                  </a:lnTo>
                  <a:lnTo>
                    <a:pt x="4596997" y="72209"/>
                  </a:lnTo>
                  <a:lnTo>
                    <a:pt x="4669965" y="70317"/>
                  </a:lnTo>
                  <a:lnTo>
                    <a:pt x="4742934" y="68389"/>
                  </a:lnTo>
                  <a:lnTo>
                    <a:pt x="4815902" y="66427"/>
                  </a:lnTo>
                  <a:lnTo>
                    <a:pt x="4888870" y="64433"/>
                  </a:lnTo>
                  <a:lnTo>
                    <a:pt x="4961838" y="62407"/>
                  </a:lnTo>
                  <a:lnTo>
                    <a:pt x="5034806" y="60352"/>
                  </a:lnTo>
                  <a:lnTo>
                    <a:pt x="5107775" y="58270"/>
                  </a:lnTo>
                  <a:lnTo>
                    <a:pt x="5180743" y="56161"/>
                  </a:lnTo>
                  <a:lnTo>
                    <a:pt x="5253711" y="54026"/>
                  </a:lnTo>
                  <a:lnTo>
                    <a:pt x="5326679" y="51868"/>
                  </a:lnTo>
                  <a:lnTo>
                    <a:pt x="5399647" y="49687"/>
                  </a:lnTo>
                  <a:lnTo>
                    <a:pt x="5472616" y="47484"/>
                  </a:lnTo>
                  <a:lnTo>
                    <a:pt x="5545584" y="45261"/>
                  </a:lnTo>
                  <a:lnTo>
                    <a:pt x="5618552" y="43018"/>
                  </a:lnTo>
                  <a:lnTo>
                    <a:pt x="5691520" y="40756"/>
                  </a:lnTo>
                  <a:lnTo>
                    <a:pt x="5764489" y="38477"/>
                  </a:lnTo>
                  <a:lnTo>
                    <a:pt x="5764489" y="507251"/>
                  </a:lnTo>
                  <a:lnTo>
                    <a:pt x="5691520" y="502279"/>
                  </a:lnTo>
                  <a:lnTo>
                    <a:pt x="5618552" y="497325"/>
                  </a:lnTo>
                  <a:lnTo>
                    <a:pt x="5545584" y="492390"/>
                  </a:lnTo>
                  <a:lnTo>
                    <a:pt x="5472616" y="487475"/>
                  </a:lnTo>
                  <a:lnTo>
                    <a:pt x="5399647" y="482580"/>
                  </a:lnTo>
                  <a:lnTo>
                    <a:pt x="5326679" y="477707"/>
                  </a:lnTo>
                  <a:lnTo>
                    <a:pt x="5253711" y="472856"/>
                  </a:lnTo>
                  <a:lnTo>
                    <a:pt x="5180743" y="468030"/>
                  </a:lnTo>
                  <a:lnTo>
                    <a:pt x="5107775" y="463228"/>
                  </a:lnTo>
                  <a:lnTo>
                    <a:pt x="5034806" y="458454"/>
                  </a:lnTo>
                  <a:lnTo>
                    <a:pt x="4961838" y="453707"/>
                  </a:lnTo>
                  <a:lnTo>
                    <a:pt x="4888870" y="448989"/>
                  </a:lnTo>
                  <a:lnTo>
                    <a:pt x="4815902" y="444302"/>
                  </a:lnTo>
                  <a:lnTo>
                    <a:pt x="4742934" y="439648"/>
                  </a:lnTo>
                  <a:lnTo>
                    <a:pt x="4669965" y="435028"/>
                  </a:lnTo>
                  <a:lnTo>
                    <a:pt x="4596997" y="430444"/>
                  </a:lnTo>
                  <a:lnTo>
                    <a:pt x="4524029" y="425899"/>
                  </a:lnTo>
                  <a:lnTo>
                    <a:pt x="4451061" y="421394"/>
                  </a:lnTo>
                  <a:lnTo>
                    <a:pt x="4378092" y="416932"/>
                  </a:lnTo>
                  <a:lnTo>
                    <a:pt x="4305124" y="412514"/>
                  </a:lnTo>
                  <a:lnTo>
                    <a:pt x="4232156" y="408144"/>
                  </a:lnTo>
                  <a:lnTo>
                    <a:pt x="4159188" y="403825"/>
                  </a:lnTo>
                  <a:lnTo>
                    <a:pt x="4086220" y="399558"/>
                  </a:lnTo>
                  <a:lnTo>
                    <a:pt x="4013251" y="395347"/>
                  </a:lnTo>
                  <a:lnTo>
                    <a:pt x="3940283" y="391196"/>
                  </a:lnTo>
                  <a:lnTo>
                    <a:pt x="3867315" y="387107"/>
                  </a:lnTo>
                  <a:lnTo>
                    <a:pt x="3794347" y="383085"/>
                  </a:lnTo>
                  <a:lnTo>
                    <a:pt x="3721379" y="379132"/>
                  </a:lnTo>
                  <a:lnTo>
                    <a:pt x="3648410" y="375253"/>
                  </a:lnTo>
                  <a:lnTo>
                    <a:pt x="3575442" y="371451"/>
                  </a:lnTo>
                  <a:lnTo>
                    <a:pt x="3502474" y="367731"/>
                  </a:lnTo>
                  <a:lnTo>
                    <a:pt x="3429506" y="364098"/>
                  </a:lnTo>
                  <a:lnTo>
                    <a:pt x="3356537" y="360555"/>
                  </a:lnTo>
                  <a:lnTo>
                    <a:pt x="3283569" y="357107"/>
                  </a:lnTo>
                  <a:lnTo>
                    <a:pt x="3210601" y="353759"/>
                  </a:lnTo>
                  <a:lnTo>
                    <a:pt x="3137633" y="350516"/>
                  </a:lnTo>
                  <a:lnTo>
                    <a:pt x="3064665" y="347383"/>
                  </a:lnTo>
                  <a:lnTo>
                    <a:pt x="2991696" y="344364"/>
                  </a:lnTo>
                  <a:lnTo>
                    <a:pt x="2918728" y="341464"/>
                  </a:lnTo>
                  <a:lnTo>
                    <a:pt x="2845760" y="338687"/>
                  </a:lnTo>
                  <a:lnTo>
                    <a:pt x="2772792" y="336039"/>
                  </a:lnTo>
                  <a:lnTo>
                    <a:pt x="2699823" y="333523"/>
                  </a:lnTo>
                  <a:lnTo>
                    <a:pt x="2626855" y="331143"/>
                  </a:lnTo>
                  <a:lnTo>
                    <a:pt x="2553887" y="328904"/>
                  </a:lnTo>
                  <a:lnTo>
                    <a:pt x="2480919" y="326808"/>
                  </a:lnTo>
                  <a:lnTo>
                    <a:pt x="2407951" y="324858"/>
                  </a:lnTo>
                  <a:lnTo>
                    <a:pt x="2334982" y="323057"/>
                  </a:lnTo>
                  <a:lnTo>
                    <a:pt x="2262014" y="321406"/>
                  </a:lnTo>
                  <a:lnTo>
                    <a:pt x="2189046" y="319906"/>
                  </a:lnTo>
                  <a:lnTo>
                    <a:pt x="2116078" y="318559"/>
                  </a:lnTo>
                  <a:lnTo>
                    <a:pt x="2043110" y="317364"/>
                  </a:lnTo>
                  <a:lnTo>
                    <a:pt x="1970141" y="316320"/>
                  </a:lnTo>
                  <a:lnTo>
                    <a:pt x="1897173" y="315427"/>
                  </a:lnTo>
                  <a:lnTo>
                    <a:pt x="1824205" y="314683"/>
                  </a:lnTo>
                  <a:lnTo>
                    <a:pt x="1751237" y="314084"/>
                  </a:lnTo>
                  <a:lnTo>
                    <a:pt x="1678268" y="313629"/>
                  </a:lnTo>
                  <a:lnTo>
                    <a:pt x="1605300" y="313314"/>
                  </a:lnTo>
                  <a:lnTo>
                    <a:pt x="1532332" y="313136"/>
                  </a:lnTo>
                  <a:lnTo>
                    <a:pt x="1459364" y="313090"/>
                  </a:lnTo>
                  <a:lnTo>
                    <a:pt x="1386396" y="313172"/>
                  </a:lnTo>
                  <a:lnTo>
                    <a:pt x="1313427" y="313379"/>
                  </a:lnTo>
                  <a:lnTo>
                    <a:pt x="1240459" y="313704"/>
                  </a:lnTo>
                  <a:lnTo>
                    <a:pt x="1167491" y="314143"/>
                  </a:lnTo>
                  <a:lnTo>
                    <a:pt x="1094523" y="314692"/>
                  </a:lnTo>
                  <a:lnTo>
                    <a:pt x="1021555" y="315346"/>
                  </a:lnTo>
                  <a:lnTo>
                    <a:pt x="948586" y="316100"/>
                  </a:lnTo>
                  <a:lnTo>
                    <a:pt x="875618" y="316950"/>
                  </a:lnTo>
                  <a:lnTo>
                    <a:pt x="802650" y="317890"/>
                  </a:lnTo>
                  <a:lnTo>
                    <a:pt x="729682" y="318916"/>
                  </a:lnTo>
                  <a:lnTo>
                    <a:pt x="656713" y="320024"/>
                  </a:lnTo>
                  <a:lnTo>
                    <a:pt x="583745" y="321210"/>
                  </a:lnTo>
                  <a:lnTo>
                    <a:pt x="510777" y="322469"/>
                  </a:lnTo>
                  <a:lnTo>
                    <a:pt x="437809" y="323799"/>
                  </a:lnTo>
                  <a:lnTo>
                    <a:pt x="364841" y="325194"/>
                  </a:lnTo>
                  <a:lnTo>
                    <a:pt x="291872" y="326653"/>
                  </a:lnTo>
                  <a:lnTo>
                    <a:pt x="218904" y="328170"/>
                  </a:lnTo>
                  <a:lnTo>
                    <a:pt x="145936" y="329744"/>
                  </a:lnTo>
                  <a:lnTo>
                    <a:pt x="72968" y="331370"/>
                  </a:lnTo>
                  <a:lnTo>
                    <a:pt x="0" y="333047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167921" y="4827412"/>
              <a:ext cx="5764489" cy="99354"/>
            </a:xfrm>
            <a:custGeom>
              <a:avLst/>
              <a:gdLst/>
              <a:ahLst/>
              <a:cxnLst/>
              <a:rect l="0" t="0" r="0" b="0"/>
              <a:pathLst>
                <a:path w="5764489" h="99354">
                  <a:moveTo>
                    <a:pt x="0" y="0"/>
                  </a:moveTo>
                  <a:lnTo>
                    <a:pt x="72968" y="4369"/>
                  </a:lnTo>
                  <a:lnTo>
                    <a:pt x="145936" y="8687"/>
                  </a:lnTo>
                  <a:lnTo>
                    <a:pt x="218904" y="12953"/>
                  </a:lnTo>
                  <a:lnTo>
                    <a:pt x="291872" y="17163"/>
                  </a:lnTo>
                  <a:lnTo>
                    <a:pt x="364841" y="21313"/>
                  </a:lnTo>
                  <a:lnTo>
                    <a:pt x="437809" y="25401"/>
                  </a:lnTo>
                  <a:lnTo>
                    <a:pt x="510777" y="29423"/>
                  </a:lnTo>
                  <a:lnTo>
                    <a:pt x="583745" y="33374"/>
                  </a:lnTo>
                  <a:lnTo>
                    <a:pt x="656713" y="37252"/>
                  </a:lnTo>
                  <a:lnTo>
                    <a:pt x="729682" y="41053"/>
                  </a:lnTo>
                  <a:lnTo>
                    <a:pt x="802650" y="44771"/>
                  </a:lnTo>
                  <a:lnTo>
                    <a:pt x="875618" y="48403"/>
                  </a:lnTo>
                  <a:lnTo>
                    <a:pt x="948586" y="51945"/>
                  </a:lnTo>
                  <a:lnTo>
                    <a:pt x="1021555" y="55391"/>
                  </a:lnTo>
                  <a:lnTo>
                    <a:pt x="1094523" y="58737"/>
                  </a:lnTo>
                  <a:lnTo>
                    <a:pt x="1167491" y="61978"/>
                  </a:lnTo>
                  <a:lnTo>
                    <a:pt x="1240459" y="65110"/>
                  </a:lnTo>
                  <a:lnTo>
                    <a:pt x="1313427" y="68127"/>
                  </a:lnTo>
                  <a:lnTo>
                    <a:pt x="1386396" y="71026"/>
                  </a:lnTo>
                  <a:lnTo>
                    <a:pt x="1459364" y="73800"/>
                  </a:lnTo>
                  <a:lnTo>
                    <a:pt x="1532332" y="76446"/>
                  </a:lnTo>
                  <a:lnTo>
                    <a:pt x="1605300" y="78960"/>
                  </a:lnTo>
                  <a:lnTo>
                    <a:pt x="1678268" y="81337"/>
                  </a:lnTo>
                  <a:lnTo>
                    <a:pt x="1751237" y="83575"/>
                  </a:lnTo>
                  <a:lnTo>
                    <a:pt x="1824205" y="85668"/>
                  </a:lnTo>
                  <a:lnTo>
                    <a:pt x="1897173" y="87616"/>
                  </a:lnTo>
                  <a:lnTo>
                    <a:pt x="1970141" y="89415"/>
                  </a:lnTo>
                  <a:lnTo>
                    <a:pt x="2043110" y="91064"/>
                  </a:lnTo>
                  <a:lnTo>
                    <a:pt x="2116078" y="92561"/>
                  </a:lnTo>
                  <a:lnTo>
                    <a:pt x="2189046" y="93905"/>
                  </a:lnTo>
                  <a:lnTo>
                    <a:pt x="2262014" y="95098"/>
                  </a:lnTo>
                  <a:lnTo>
                    <a:pt x="2334982" y="96139"/>
                  </a:lnTo>
                  <a:lnTo>
                    <a:pt x="2407951" y="97030"/>
                  </a:lnTo>
                  <a:lnTo>
                    <a:pt x="2480919" y="97773"/>
                  </a:lnTo>
                  <a:lnTo>
                    <a:pt x="2553887" y="98369"/>
                  </a:lnTo>
                  <a:lnTo>
                    <a:pt x="2626855" y="98821"/>
                  </a:lnTo>
                  <a:lnTo>
                    <a:pt x="2699823" y="99134"/>
                  </a:lnTo>
                  <a:lnTo>
                    <a:pt x="2772792" y="99310"/>
                  </a:lnTo>
                  <a:lnTo>
                    <a:pt x="2845760" y="99354"/>
                  </a:lnTo>
                  <a:lnTo>
                    <a:pt x="2918728" y="99270"/>
                  </a:lnTo>
                  <a:lnTo>
                    <a:pt x="2991696" y="99062"/>
                  </a:lnTo>
                  <a:lnTo>
                    <a:pt x="3064665" y="98735"/>
                  </a:lnTo>
                  <a:lnTo>
                    <a:pt x="3137633" y="98293"/>
                  </a:lnTo>
                  <a:lnTo>
                    <a:pt x="3210601" y="97743"/>
                  </a:lnTo>
                  <a:lnTo>
                    <a:pt x="3283569" y="97087"/>
                  </a:lnTo>
                  <a:lnTo>
                    <a:pt x="3356537" y="96332"/>
                  </a:lnTo>
                  <a:lnTo>
                    <a:pt x="3429506" y="95481"/>
                  </a:lnTo>
                  <a:lnTo>
                    <a:pt x="3502474" y="94539"/>
                  </a:lnTo>
                  <a:lnTo>
                    <a:pt x="3575442" y="93512"/>
                  </a:lnTo>
                  <a:lnTo>
                    <a:pt x="3648410" y="92402"/>
                  </a:lnTo>
                  <a:lnTo>
                    <a:pt x="3721379" y="91215"/>
                  </a:lnTo>
                  <a:lnTo>
                    <a:pt x="3794347" y="89955"/>
                  </a:lnTo>
                  <a:lnTo>
                    <a:pt x="3867315" y="88624"/>
                  </a:lnTo>
                  <a:lnTo>
                    <a:pt x="3940283" y="87227"/>
                  </a:lnTo>
                  <a:lnTo>
                    <a:pt x="4013251" y="85768"/>
                  </a:lnTo>
                  <a:lnTo>
                    <a:pt x="4086220" y="84250"/>
                  </a:lnTo>
                  <a:lnTo>
                    <a:pt x="4159188" y="82675"/>
                  </a:lnTo>
                  <a:lnTo>
                    <a:pt x="4232156" y="81048"/>
                  </a:lnTo>
                  <a:lnTo>
                    <a:pt x="4305124" y="79370"/>
                  </a:lnTo>
                  <a:lnTo>
                    <a:pt x="4378092" y="77645"/>
                  </a:lnTo>
                  <a:lnTo>
                    <a:pt x="4451061" y="75875"/>
                  </a:lnTo>
                  <a:lnTo>
                    <a:pt x="4524029" y="74062"/>
                  </a:lnTo>
                  <a:lnTo>
                    <a:pt x="4596997" y="72209"/>
                  </a:lnTo>
                  <a:lnTo>
                    <a:pt x="4669965" y="70317"/>
                  </a:lnTo>
                  <a:lnTo>
                    <a:pt x="4742934" y="68389"/>
                  </a:lnTo>
                  <a:lnTo>
                    <a:pt x="4815902" y="66427"/>
                  </a:lnTo>
                  <a:lnTo>
                    <a:pt x="4888870" y="64433"/>
                  </a:lnTo>
                  <a:lnTo>
                    <a:pt x="4961838" y="62407"/>
                  </a:lnTo>
                  <a:lnTo>
                    <a:pt x="5034806" y="60352"/>
                  </a:lnTo>
                  <a:lnTo>
                    <a:pt x="5107775" y="58270"/>
                  </a:lnTo>
                  <a:lnTo>
                    <a:pt x="5180743" y="56161"/>
                  </a:lnTo>
                  <a:lnTo>
                    <a:pt x="5253711" y="54026"/>
                  </a:lnTo>
                  <a:lnTo>
                    <a:pt x="5326679" y="51868"/>
                  </a:lnTo>
                  <a:lnTo>
                    <a:pt x="5399647" y="49687"/>
                  </a:lnTo>
                  <a:lnTo>
                    <a:pt x="5472616" y="47484"/>
                  </a:lnTo>
                  <a:lnTo>
                    <a:pt x="5545584" y="45261"/>
                  </a:lnTo>
                  <a:lnTo>
                    <a:pt x="5618552" y="43018"/>
                  </a:lnTo>
                  <a:lnTo>
                    <a:pt x="5691520" y="40756"/>
                  </a:lnTo>
                  <a:lnTo>
                    <a:pt x="5764489" y="3847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167921" y="5140502"/>
              <a:ext cx="5764489" cy="194160"/>
            </a:xfrm>
            <a:custGeom>
              <a:avLst/>
              <a:gdLst/>
              <a:ahLst/>
              <a:cxnLst/>
              <a:rect l="0" t="0" r="0" b="0"/>
              <a:pathLst>
                <a:path w="5764489" h="194160">
                  <a:moveTo>
                    <a:pt x="5764489" y="194160"/>
                  </a:moveTo>
                  <a:lnTo>
                    <a:pt x="5691520" y="189188"/>
                  </a:lnTo>
                  <a:lnTo>
                    <a:pt x="5618552" y="184235"/>
                  </a:lnTo>
                  <a:lnTo>
                    <a:pt x="5545584" y="179299"/>
                  </a:lnTo>
                  <a:lnTo>
                    <a:pt x="5472616" y="174384"/>
                  </a:lnTo>
                  <a:lnTo>
                    <a:pt x="5399647" y="169489"/>
                  </a:lnTo>
                  <a:lnTo>
                    <a:pt x="5326679" y="164616"/>
                  </a:lnTo>
                  <a:lnTo>
                    <a:pt x="5253711" y="159766"/>
                  </a:lnTo>
                  <a:lnTo>
                    <a:pt x="5180743" y="154939"/>
                  </a:lnTo>
                  <a:lnTo>
                    <a:pt x="5107775" y="150138"/>
                  </a:lnTo>
                  <a:lnTo>
                    <a:pt x="5034806" y="145363"/>
                  </a:lnTo>
                  <a:lnTo>
                    <a:pt x="4961838" y="140616"/>
                  </a:lnTo>
                  <a:lnTo>
                    <a:pt x="4888870" y="135898"/>
                  </a:lnTo>
                  <a:lnTo>
                    <a:pt x="4815902" y="131212"/>
                  </a:lnTo>
                  <a:lnTo>
                    <a:pt x="4742934" y="126557"/>
                  </a:lnTo>
                  <a:lnTo>
                    <a:pt x="4669965" y="121938"/>
                  </a:lnTo>
                  <a:lnTo>
                    <a:pt x="4596997" y="117354"/>
                  </a:lnTo>
                  <a:lnTo>
                    <a:pt x="4524029" y="112808"/>
                  </a:lnTo>
                  <a:lnTo>
                    <a:pt x="4451061" y="108303"/>
                  </a:lnTo>
                  <a:lnTo>
                    <a:pt x="4378092" y="103841"/>
                  </a:lnTo>
                  <a:lnTo>
                    <a:pt x="4305124" y="99424"/>
                  </a:lnTo>
                  <a:lnTo>
                    <a:pt x="4232156" y="95054"/>
                  </a:lnTo>
                  <a:lnTo>
                    <a:pt x="4159188" y="90734"/>
                  </a:lnTo>
                  <a:lnTo>
                    <a:pt x="4086220" y="86467"/>
                  </a:lnTo>
                  <a:lnTo>
                    <a:pt x="4013251" y="82257"/>
                  </a:lnTo>
                  <a:lnTo>
                    <a:pt x="3940283" y="78106"/>
                  </a:lnTo>
                  <a:lnTo>
                    <a:pt x="3867315" y="74017"/>
                  </a:lnTo>
                  <a:lnTo>
                    <a:pt x="3794347" y="69994"/>
                  </a:lnTo>
                  <a:lnTo>
                    <a:pt x="3721379" y="66041"/>
                  </a:lnTo>
                  <a:lnTo>
                    <a:pt x="3648410" y="62162"/>
                  </a:lnTo>
                  <a:lnTo>
                    <a:pt x="3575442" y="58360"/>
                  </a:lnTo>
                  <a:lnTo>
                    <a:pt x="3502474" y="54641"/>
                  </a:lnTo>
                  <a:lnTo>
                    <a:pt x="3429506" y="51007"/>
                  </a:lnTo>
                  <a:lnTo>
                    <a:pt x="3356537" y="47464"/>
                  </a:lnTo>
                  <a:lnTo>
                    <a:pt x="3283569" y="44017"/>
                  </a:lnTo>
                  <a:lnTo>
                    <a:pt x="3210601" y="40669"/>
                  </a:lnTo>
                  <a:lnTo>
                    <a:pt x="3137633" y="37426"/>
                  </a:lnTo>
                  <a:lnTo>
                    <a:pt x="3064665" y="34292"/>
                  </a:lnTo>
                  <a:lnTo>
                    <a:pt x="2991696" y="31273"/>
                  </a:lnTo>
                  <a:lnTo>
                    <a:pt x="2918728" y="28373"/>
                  </a:lnTo>
                  <a:lnTo>
                    <a:pt x="2845760" y="25597"/>
                  </a:lnTo>
                  <a:lnTo>
                    <a:pt x="2772792" y="22948"/>
                  </a:lnTo>
                  <a:lnTo>
                    <a:pt x="2699823" y="20432"/>
                  </a:lnTo>
                  <a:lnTo>
                    <a:pt x="2626855" y="18053"/>
                  </a:lnTo>
                  <a:lnTo>
                    <a:pt x="2553887" y="15813"/>
                  </a:lnTo>
                  <a:lnTo>
                    <a:pt x="2480919" y="13717"/>
                  </a:lnTo>
                  <a:lnTo>
                    <a:pt x="2407951" y="11767"/>
                  </a:lnTo>
                  <a:lnTo>
                    <a:pt x="2334982" y="9966"/>
                  </a:lnTo>
                  <a:lnTo>
                    <a:pt x="2262014" y="8315"/>
                  </a:lnTo>
                  <a:lnTo>
                    <a:pt x="2189046" y="6816"/>
                  </a:lnTo>
                  <a:lnTo>
                    <a:pt x="2116078" y="5468"/>
                  </a:lnTo>
                  <a:lnTo>
                    <a:pt x="2043110" y="4273"/>
                  </a:lnTo>
                  <a:lnTo>
                    <a:pt x="1970141" y="3230"/>
                  </a:lnTo>
                  <a:lnTo>
                    <a:pt x="1897173" y="2337"/>
                  </a:lnTo>
                  <a:lnTo>
                    <a:pt x="1824205" y="1592"/>
                  </a:lnTo>
                  <a:lnTo>
                    <a:pt x="1751237" y="994"/>
                  </a:lnTo>
                  <a:lnTo>
                    <a:pt x="1678268" y="539"/>
                  </a:lnTo>
                  <a:lnTo>
                    <a:pt x="1605300" y="224"/>
                  </a:lnTo>
                  <a:lnTo>
                    <a:pt x="1532332" y="45"/>
                  </a:lnTo>
                  <a:lnTo>
                    <a:pt x="1459364" y="0"/>
                  </a:lnTo>
                  <a:lnTo>
                    <a:pt x="1386396" y="82"/>
                  </a:lnTo>
                  <a:lnTo>
                    <a:pt x="1313427" y="288"/>
                  </a:lnTo>
                  <a:lnTo>
                    <a:pt x="1240459" y="613"/>
                  </a:lnTo>
                  <a:lnTo>
                    <a:pt x="1167491" y="1053"/>
                  </a:lnTo>
                  <a:lnTo>
                    <a:pt x="1094523" y="1602"/>
                  </a:lnTo>
                  <a:lnTo>
                    <a:pt x="1021555" y="2256"/>
                  </a:lnTo>
                  <a:lnTo>
                    <a:pt x="948586" y="3010"/>
                  </a:lnTo>
                  <a:lnTo>
                    <a:pt x="875618" y="3859"/>
                  </a:lnTo>
                  <a:lnTo>
                    <a:pt x="802650" y="4799"/>
                  </a:lnTo>
                  <a:lnTo>
                    <a:pt x="729682" y="5825"/>
                  </a:lnTo>
                  <a:lnTo>
                    <a:pt x="656713" y="6933"/>
                  </a:lnTo>
                  <a:lnTo>
                    <a:pt x="583745" y="8119"/>
                  </a:lnTo>
                  <a:lnTo>
                    <a:pt x="510777" y="9379"/>
                  </a:lnTo>
                  <a:lnTo>
                    <a:pt x="437809" y="10708"/>
                  </a:lnTo>
                  <a:lnTo>
                    <a:pt x="364841" y="12104"/>
                  </a:lnTo>
                  <a:lnTo>
                    <a:pt x="291872" y="13562"/>
                  </a:lnTo>
                  <a:lnTo>
                    <a:pt x="218904" y="15080"/>
                  </a:lnTo>
                  <a:lnTo>
                    <a:pt x="145936" y="16653"/>
                  </a:lnTo>
                  <a:lnTo>
                    <a:pt x="72968" y="18280"/>
                  </a:lnTo>
                  <a:lnTo>
                    <a:pt x="0" y="1995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167921" y="4993936"/>
              <a:ext cx="5764489" cy="106340"/>
            </a:xfrm>
            <a:custGeom>
              <a:avLst/>
              <a:gdLst/>
              <a:ahLst/>
              <a:cxnLst/>
              <a:rect l="0" t="0" r="0" b="0"/>
              <a:pathLst>
                <a:path w="5764489" h="106340">
                  <a:moveTo>
                    <a:pt x="0" y="0"/>
                  </a:moveTo>
                  <a:lnTo>
                    <a:pt x="72968" y="1346"/>
                  </a:lnTo>
                  <a:lnTo>
                    <a:pt x="145936" y="2692"/>
                  </a:lnTo>
                  <a:lnTo>
                    <a:pt x="218904" y="4038"/>
                  </a:lnTo>
                  <a:lnTo>
                    <a:pt x="291872" y="5384"/>
                  </a:lnTo>
                  <a:lnTo>
                    <a:pt x="364841" y="6730"/>
                  </a:lnTo>
                  <a:lnTo>
                    <a:pt x="437809" y="8076"/>
                  </a:lnTo>
                  <a:lnTo>
                    <a:pt x="510777" y="9422"/>
                  </a:lnTo>
                  <a:lnTo>
                    <a:pt x="583745" y="10768"/>
                  </a:lnTo>
                  <a:lnTo>
                    <a:pt x="656713" y="12114"/>
                  </a:lnTo>
                  <a:lnTo>
                    <a:pt x="729682" y="13460"/>
                  </a:lnTo>
                  <a:lnTo>
                    <a:pt x="802650" y="14806"/>
                  </a:lnTo>
                  <a:lnTo>
                    <a:pt x="875618" y="16152"/>
                  </a:lnTo>
                  <a:lnTo>
                    <a:pt x="948586" y="17499"/>
                  </a:lnTo>
                  <a:lnTo>
                    <a:pt x="1021555" y="18845"/>
                  </a:lnTo>
                  <a:lnTo>
                    <a:pt x="1094523" y="20191"/>
                  </a:lnTo>
                  <a:lnTo>
                    <a:pt x="1167491" y="21537"/>
                  </a:lnTo>
                  <a:lnTo>
                    <a:pt x="1240459" y="22883"/>
                  </a:lnTo>
                  <a:lnTo>
                    <a:pt x="1313427" y="24229"/>
                  </a:lnTo>
                  <a:lnTo>
                    <a:pt x="1386396" y="25575"/>
                  </a:lnTo>
                  <a:lnTo>
                    <a:pt x="1459364" y="26921"/>
                  </a:lnTo>
                  <a:lnTo>
                    <a:pt x="1532332" y="28267"/>
                  </a:lnTo>
                  <a:lnTo>
                    <a:pt x="1605300" y="29613"/>
                  </a:lnTo>
                  <a:lnTo>
                    <a:pt x="1678268" y="30959"/>
                  </a:lnTo>
                  <a:lnTo>
                    <a:pt x="1751237" y="32305"/>
                  </a:lnTo>
                  <a:lnTo>
                    <a:pt x="1824205" y="33652"/>
                  </a:lnTo>
                  <a:lnTo>
                    <a:pt x="1897173" y="34998"/>
                  </a:lnTo>
                  <a:lnTo>
                    <a:pt x="1970141" y="36344"/>
                  </a:lnTo>
                  <a:lnTo>
                    <a:pt x="2043110" y="37690"/>
                  </a:lnTo>
                  <a:lnTo>
                    <a:pt x="2116078" y="39036"/>
                  </a:lnTo>
                  <a:lnTo>
                    <a:pt x="2189046" y="40382"/>
                  </a:lnTo>
                  <a:lnTo>
                    <a:pt x="2262014" y="41728"/>
                  </a:lnTo>
                  <a:lnTo>
                    <a:pt x="2334982" y="43074"/>
                  </a:lnTo>
                  <a:lnTo>
                    <a:pt x="2407951" y="44420"/>
                  </a:lnTo>
                  <a:lnTo>
                    <a:pt x="2480919" y="45766"/>
                  </a:lnTo>
                  <a:lnTo>
                    <a:pt x="2553887" y="47112"/>
                  </a:lnTo>
                  <a:lnTo>
                    <a:pt x="2626855" y="48458"/>
                  </a:lnTo>
                  <a:lnTo>
                    <a:pt x="2699823" y="49804"/>
                  </a:lnTo>
                  <a:lnTo>
                    <a:pt x="2772792" y="51151"/>
                  </a:lnTo>
                  <a:lnTo>
                    <a:pt x="2845760" y="52497"/>
                  </a:lnTo>
                  <a:lnTo>
                    <a:pt x="2918728" y="53843"/>
                  </a:lnTo>
                  <a:lnTo>
                    <a:pt x="2991696" y="55189"/>
                  </a:lnTo>
                  <a:lnTo>
                    <a:pt x="3064665" y="56535"/>
                  </a:lnTo>
                  <a:lnTo>
                    <a:pt x="3137633" y="57881"/>
                  </a:lnTo>
                  <a:lnTo>
                    <a:pt x="3210601" y="59227"/>
                  </a:lnTo>
                  <a:lnTo>
                    <a:pt x="3283569" y="60573"/>
                  </a:lnTo>
                  <a:lnTo>
                    <a:pt x="3356537" y="61919"/>
                  </a:lnTo>
                  <a:lnTo>
                    <a:pt x="3429506" y="63265"/>
                  </a:lnTo>
                  <a:lnTo>
                    <a:pt x="3502474" y="64611"/>
                  </a:lnTo>
                  <a:lnTo>
                    <a:pt x="3575442" y="65957"/>
                  </a:lnTo>
                  <a:lnTo>
                    <a:pt x="3648410" y="67304"/>
                  </a:lnTo>
                  <a:lnTo>
                    <a:pt x="3721379" y="68650"/>
                  </a:lnTo>
                  <a:lnTo>
                    <a:pt x="3794347" y="69996"/>
                  </a:lnTo>
                  <a:lnTo>
                    <a:pt x="3867315" y="71342"/>
                  </a:lnTo>
                  <a:lnTo>
                    <a:pt x="3940283" y="72688"/>
                  </a:lnTo>
                  <a:lnTo>
                    <a:pt x="4013251" y="74034"/>
                  </a:lnTo>
                  <a:lnTo>
                    <a:pt x="4086220" y="75380"/>
                  </a:lnTo>
                  <a:lnTo>
                    <a:pt x="4159188" y="76726"/>
                  </a:lnTo>
                  <a:lnTo>
                    <a:pt x="4232156" y="78072"/>
                  </a:lnTo>
                  <a:lnTo>
                    <a:pt x="4305124" y="79418"/>
                  </a:lnTo>
                  <a:lnTo>
                    <a:pt x="4378092" y="80764"/>
                  </a:lnTo>
                  <a:lnTo>
                    <a:pt x="4451061" y="82110"/>
                  </a:lnTo>
                  <a:lnTo>
                    <a:pt x="4524029" y="83456"/>
                  </a:lnTo>
                  <a:lnTo>
                    <a:pt x="4596997" y="84803"/>
                  </a:lnTo>
                  <a:lnTo>
                    <a:pt x="4669965" y="86149"/>
                  </a:lnTo>
                  <a:lnTo>
                    <a:pt x="4742934" y="87495"/>
                  </a:lnTo>
                  <a:lnTo>
                    <a:pt x="4815902" y="88841"/>
                  </a:lnTo>
                  <a:lnTo>
                    <a:pt x="4888870" y="90187"/>
                  </a:lnTo>
                  <a:lnTo>
                    <a:pt x="4961838" y="91533"/>
                  </a:lnTo>
                  <a:lnTo>
                    <a:pt x="5034806" y="92879"/>
                  </a:lnTo>
                  <a:lnTo>
                    <a:pt x="5107775" y="94225"/>
                  </a:lnTo>
                  <a:lnTo>
                    <a:pt x="5180743" y="95571"/>
                  </a:lnTo>
                  <a:lnTo>
                    <a:pt x="5253711" y="96917"/>
                  </a:lnTo>
                  <a:lnTo>
                    <a:pt x="5326679" y="98263"/>
                  </a:lnTo>
                  <a:lnTo>
                    <a:pt x="5399647" y="99609"/>
                  </a:lnTo>
                  <a:lnTo>
                    <a:pt x="5472616" y="100956"/>
                  </a:lnTo>
                  <a:lnTo>
                    <a:pt x="5545584" y="102302"/>
                  </a:lnTo>
                  <a:lnTo>
                    <a:pt x="5618552" y="103648"/>
                  </a:lnTo>
                  <a:lnTo>
                    <a:pt x="5691520" y="104994"/>
                  </a:lnTo>
                  <a:lnTo>
                    <a:pt x="5764489" y="10634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3893257" y="44402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3893257" y="45830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3893257" y="45062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109219" y="480068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109219" y="44688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109219" y="44945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4935927" y="45775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4935927" y="46240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4935927" y="45348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6873708" y="49041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6873708" y="484529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6873708" y="481496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1886336" y="412186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1886336" y="43557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1886336" y="42574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1152827" y="459905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1152827" y="470790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1152827" y="45437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1646333" y="51672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1646333" y="51379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1646333" y="52292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4592042" y="485800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t56"/>
            <p:cNvSpPr/>
            <p:nvPr/>
          </p:nvSpPr>
          <p:spPr>
            <a:xfrm>
              <a:off x="4592042" y="46204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t57"/>
            <p:cNvSpPr/>
            <p:nvPr/>
          </p:nvSpPr>
          <p:spPr>
            <a:xfrm>
              <a:off x="4592042" y="476856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1167921" y="4511556"/>
              <a:ext cx="5764489" cy="521452"/>
            </a:xfrm>
            <a:custGeom>
              <a:avLst/>
              <a:gdLst/>
              <a:ahLst/>
              <a:cxnLst/>
              <a:rect l="0" t="0" r="0" b="0"/>
              <a:pathLst>
                <a:path w="5764489" h="521452">
                  <a:moveTo>
                    <a:pt x="0" y="0"/>
                  </a:moveTo>
                  <a:lnTo>
                    <a:pt x="72968" y="4465"/>
                  </a:lnTo>
                  <a:lnTo>
                    <a:pt x="145936" y="8877"/>
                  </a:lnTo>
                  <a:lnTo>
                    <a:pt x="218904" y="13235"/>
                  </a:lnTo>
                  <a:lnTo>
                    <a:pt x="291872" y="17534"/>
                  </a:lnTo>
                  <a:lnTo>
                    <a:pt x="364841" y="21771"/>
                  </a:lnTo>
                  <a:lnTo>
                    <a:pt x="437809" y="25943"/>
                  </a:lnTo>
                  <a:lnTo>
                    <a:pt x="510777" y="30047"/>
                  </a:lnTo>
                  <a:lnTo>
                    <a:pt x="583745" y="34077"/>
                  </a:lnTo>
                  <a:lnTo>
                    <a:pt x="656713" y="38031"/>
                  </a:lnTo>
                  <a:lnTo>
                    <a:pt x="729682" y="41904"/>
                  </a:lnTo>
                  <a:lnTo>
                    <a:pt x="802650" y="45692"/>
                  </a:lnTo>
                  <a:lnTo>
                    <a:pt x="875618" y="49390"/>
                  </a:lnTo>
                  <a:lnTo>
                    <a:pt x="948586" y="52993"/>
                  </a:lnTo>
                  <a:lnTo>
                    <a:pt x="1021555" y="56498"/>
                  </a:lnTo>
                  <a:lnTo>
                    <a:pt x="1094523" y="59898"/>
                  </a:lnTo>
                  <a:lnTo>
                    <a:pt x="1167491" y="63189"/>
                  </a:lnTo>
                  <a:lnTo>
                    <a:pt x="1240459" y="66366"/>
                  </a:lnTo>
                  <a:lnTo>
                    <a:pt x="1313427" y="69424"/>
                  </a:lnTo>
                  <a:lnTo>
                    <a:pt x="1386396" y="72358"/>
                  </a:lnTo>
                  <a:lnTo>
                    <a:pt x="1459364" y="75164"/>
                  </a:lnTo>
                  <a:lnTo>
                    <a:pt x="1532332" y="77835"/>
                  </a:lnTo>
                  <a:lnTo>
                    <a:pt x="1605300" y="80369"/>
                  </a:lnTo>
                  <a:lnTo>
                    <a:pt x="1678268" y="82761"/>
                  </a:lnTo>
                  <a:lnTo>
                    <a:pt x="1751237" y="85007"/>
                  </a:lnTo>
                  <a:lnTo>
                    <a:pt x="1824205" y="87104"/>
                  </a:lnTo>
                  <a:lnTo>
                    <a:pt x="1897173" y="89048"/>
                  </a:lnTo>
                  <a:lnTo>
                    <a:pt x="1970141" y="90838"/>
                  </a:lnTo>
                  <a:lnTo>
                    <a:pt x="2043110" y="92472"/>
                  </a:lnTo>
                  <a:lnTo>
                    <a:pt x="2116078" y="93947"/>
                  </a:lnTo>
                  <a:lnTo>
                    <a:pt x="2189046" y="95264"/>
                  </a:lnTo>
                  <a:lnTo>
                    <a:pt x="2262014" y="96423"/>
                  </a:lnTo>
                  <a:lnTo>
                    <a:pt x="2334982" y="97424"/>
                  </a:lnTo>
                  <a:lnTo>
                    <a:pt x="2407951" y="98269"/>
                  </a:lnTo>
                  <a:lnTo>
                    <a:pt x="2480919" y="98959"/>
                  </a:lnTo>
                  <a:lnTo>
                    <a:pt x="2553887" y="99497"/>
                  </a:lnTo>
                  <a:lnTo>
                    <a:pt x="2626855" y="99886"/>
                  </a:lnTo>
                  <a:lnTo>
                    <a:pt x="2699823" y="100128"/>
                  </a:lnTo>
                  <a:lnTo>
                    <a:pt x="2772792" y="100229"/>
                  </a:lnTo>
                  <a:lnTo>
                    <a:pt x="2845760" y="100192"/>
                  </a:lnTo>
                  <a:lnTo>
                    <a:pt x="2918728" y="100022"/>
                  </a:lnTo>
                  <a:lnTo>
                    <a:pt x="2991696" y="99723"/>
                  </a:lnTo>
                  <a:lnTo>
                    <a:pt x="3064665" y="99300"/>
                  </a:lnTo>
                  <a:lnTo>
                    <a:pt x="3137633" y="98758"/>
                  </a:lnTo>
                  <a:lnTo>
                    <a:pt x="3210601" y="98102"/>
                  </a:lnTo>
                  <a:lnTo>
                    <a:pt x="3283569" y="97337"/>
                  </a:lnTo>
                  <a:lnTo>
                    <a:pt x="3356537" y="96468"/>
                  </a:lnTo>
                  <a:lnTo>
                    <a:pt x="3429506" y="95500"/>
                  </a:lnTo>
                  <a:lnTo>
                    <a:pt x="3502474" y="94438"/>
                  </a:lnTo>
                  <a:lnTo>
                    <a:pt x="3575442" y="93285"/>
                  </a:lnTo>
                  <a:lnTo>
                    <a:pt x="3648410" y="92048"/>
                  </a:lnTo>
                  <a:lnTo>
                    <a:pt x="3721379" y="90730"/>
                  </a:lnTo>
                  <a:lnTo>
                    <a:pt x="3794347" y="89335"/>
                  </a:lnTo>
                  <a:lnTo>
                    <a:pt x="3867315" y="87868"/>
                  </a:lnTo>
                  <a:lnTo>
                    <a:pt x="3940283" y="86331"/>
                  </a:lnTo>
                  <a:lnTo>
                    <a:pt x="4013251" y="84730"/>
                  </a:lnTo>
                  <a:lnTo>
                    <a:pt x="4086220" y="83067"/>
                  </a:lnTo>
                  <a:lnTo>
                    <a:pt x="4159188" y="81345"/>
                  </a:lnTo>
                  <a:lnTo>
                    <a:pt x="4232156" y="79569"/>
                  </a:lnTo>
                  <a:lnTo>
                    <a:pt x="4305124" y="77740"/>
                  </a:lnTo>
                  <a:lnTo>
                    <a:pt x="4378092" y="75862"/>
                  </a:lnTo>
                  <a:lnTo>
                    <a:pt x="4451061" y="73936"/>
                  </a:lnTo>
                  <a:lnTo>
                    <a:pt x="4524029" y="71967"/>
                  </a:lnTo>
                  <a:lnTo>
                    <a:pt x="4596997" y="69955"/>
                  </a:lnTo>
                  <a:lnTo>
                    <a:pt x="4669965" y="67904"/>
                  </a:lnTo>
                  <a:lnTo>
                    <a:pt x="4742934" y="65815"/>
                  </a:lnTo>
                  <a:lnTo>
                    <a:pt x="4815902" y="63690"/>
                  </a:lnTo>
                  <a:lnTo>
                    <a:pt x="4888870" y="61531"/>
                  </a:lnTo>
                  <a:lnTo>
                    <a:pt x="4961838" y="59341"/>
                  </a:lnTo>
                  <a:lnTo>
                    <a:pt x="5034806" y="57119"/>
                  </a:lnTo>
                  <a:lnTo>
                    <a:pt x="5107775" y="54869"/>
                  </a:lnTo>
                  <a:lnTo>
                    <a:pt x="5180743" y="52591"/>
                  </a:lnTo>
                  <a:lnTo>
                    <a:pt x="5253711" y="50287"/>
                  </a:lnTo>
                  <a:lnTo>
                    <a:pt x="5326679" y="47958"/>
                  </a:lnTo>
                  <a:lnTo>
                    <a:pt x="5399647" y="45605"/>
                  </a:lnTo>
                  <a:lnTo>
                    <a:pt x="5472616" y="43230"/>
                  </a:lnTo>
                  <a:lnTo>
                    <a:pt x="5545584" y="40833"/>
                  </a:lnTo>
                  <a:lnTo>
                    <a:pt x="5618552" y="38416"/>
                  </a:lnTo>
                  <a:lnTo>
                    <a:pt x="5691520" y="35979"/>
                  </a:lnTo>
                  <a:lnTo>
                    <a:pt x="5764489" y="33524"/>
                  </a:lnTo>
                  <a:lnTo>
                    <a:pt x="5764489" y="521452"/>
                  </a:lnTo>
                  <a:lnTo>
                    <a:pt x="5691520" y="516359"/>
                  </a:lnTo>
                  <a:lnTo>
                    <a:pt x="5618552" y="511286"/>
                  </a:lnTo>
                  <a:lnTo>
                    <a:pt x="5545584" y="506232"/>
                  </a:lnTo>
                  <a:lnTo>
                    <a:pt x="5472616" y="501198"/>
                  </a:lnTo>
                  <a:lnTo>
                    <a:pt x="5399647" y="496186"/>
                  </a:lnTo>
                  <a:lnTo>
                    <a:pt x="5326679" y="491196"/>
                  </a:lnTo>
                  <a:lnTo>
                    <a:pt x="5253711" y="486230"/>
                  </a:lnTo>
                  <a:lnTo>
                    <a:pt x="5180743" y="481289"/>
                  </a:lnTo>
                  <a:lnTo>
                    <a:pt x="5107775" y="476374"/>
                  </a:lnTo>
                  <a:lnTo>
                    <a:pt x="5034806" y="471487"/>
                  </a:lnTo>
                  <a:lnTo>
                    <a:pt x="4961838" y="466628"/>
                  </a:lnTo>
                  <a:lnTo>
                    <a:pt x="4888870" y="461800"/>
                  </a:lnTo>
                  <a:lnTo>
                    <a:pt x="4815902" y="457005"/>
                  </a:lnTo>
                  <a:lnTo>
                    <a:pt x="4742934" y="452243"/>
                  </a:lnTo>
                  <a:lnTo>
                    <a:pt x="4669965" y="447517"/>
                  </a:lnTo>
                  <a:lnTo>
                    <a:pt x="4596997" y="442829"/>
                  </a:lnTo>
                  <a:lnTo>
                    <a:pt x="4524029" y="438180"/>
                  </a:lnTo>
                  <a:lnTo>
                    <a:pt x="4451061" y="433574"/>
                  </a:lnTo>
                  <a:lnTo>
                    <a:pt x="4378092" y="429012"/>
                  </a:lnTo>
                  <a:lnTo>
                    <a:pt x="4305124" y="424496"/>
                  </a:lnTo>
                  <a:lnTo>
                    <a:pt x="4232156" y="420030"/>
                  </a:lnTo>
                  <a:lnTo>
                    <a:pt x="4159188" y="415617"/>
                  </a:lnTo>
                  <a:lnTo>
                    <a:pt x="4086220" y="411258"/>
                  </a:lnTo>
                  <a:lnTo>
                    <a:pt x="4013251" y="406958"/>
                  </a:lnTo>
                  <a:lnTo>
                    <a:pt x="3940283" y="402720"/>
                  </a:lnTo>
                  <a:lnTo>
                    <a:pt x="3867315" y="398547"/>
                  </a:lnTo>
                  <a:lnTo>
                    <a:pt x="3794347" y="394442"/>
                  </a:lnTo>
                  <a:lnTo>
                    <a:pt x="3721379" y="390411"/>
                  </a:lnTo>
                  <a:lnTo>
                    <a:pt x="3648410" y="386455"/>
                  </a:lnTo>
                  <a:lnTo>
                    <a:pt x="3575442" y="382581"/>
                  </a:lnTo>
                  <a:lnTo>
                    <a:pt x="3502474" y="378792"/>
                  </a:lnTo>
                  <a:lnTo>
                    <a:pt x="3429506" y="375093"/>
                  </a:lnTo>
                  <a:lnTo>
                    <a:pt x="3356537" y="371488"/>
                  </a:lnTo>
                  <a:lnTo>
                    <a:pt x="3283569" y="367982"/>
                  </a:lnTo>
                  <a:lnTo>
                    <a:pt x="3210601" y="364580"/>
                  </a:lnTo>
                  <a:lnTo>
                    <a:pt x="3137633" y="361287"/>
                  </a:lnTo>
                  <a:lnTo>
                    <a:pt x="3064665" y="358108"/>
                  </a:lnTo>
                  <a:lnTo>
                    <a:pt x="2991696" y="355048"/>
                  </a:lnTo>
                  <a:lnTo>
                    <a:pt x="2918728" y="352112"/>
                  </a:lnTo>
                  <a:lnTo>
                    <a:pt x="2845760" y="349305"/>
                  </a:lnTo>
                  <a:lnTo>
                    <a:pt x="2772792" y="346631"/>
                  </a:lnTo>
                  <a:lnTo>
                    <a:pt x="2699823" y="344094"/>
                  </a:lnTo>
                  <a:lnTo>
                    <a:pt x="2626855" y="341700"/>
                  </a:lnTo>
                  <a:lnTo>
                    <a:pt x="2553887" y="339452"/>
                  </a:lnTo>
                  <a:lnTo>
                    <a:pt x="2480919" y="337353"/>
                  </a:lnTo>
                  <a:lnTo>
                    <a:pt x="2407951" y="335406"/>
                  </a:lnTo>
                  <a:lnTo>
                    <a:pt x="2334982" y="333614"/>
                  </a:lnTo>
                  <a:lnTo>
                    <a:pt x="2262014" y="331978"/>
                  </a:lnTo>
                  <a:lnTo>
                    <a:pt x="2189046" y="330500"/>
                  </a:lnTo>
                  <a:lnTo>
                    <a:pt x="2116078" y="329180"/>
                  </a:lnTo>
                  <a:lnTo>
                    <a:pt x="2043110" y="328019"/>
                  </a:lnTo>
                  <a:lnTo>
                    <a:pt x="1970141" y="327015"/>
                  </a:lnTo>
                  <a:lnTo>
                    <a:pt x="1897173" y="326168"/>
                  </a:lnTo>
                  <a:lnTo>
                    <a:pt x="1824205" y="325475"/>
                  </a:lnTo>
                  <a:lnTo>
                    <a:pt x="1751237" y="324935"/>
                  </a:lnTo>
                  <a:lnTo>
                    <a:pt x="1678268" y="324544"/>
                  </a:lnTo>
                  <a:lnTo>
                    <a:pt x="1605300" y="324299"/>
                  </a:lnTo>
                  <a:lnTo>
                    <a:pt x="1532332" y="324196"/>
                  </a:lnTo>
                  <a:lnTo>
                    <a:pt x="1459364" y="324231"/>
                  </a:lnTo>
                  <a:lnTo>
                    <a:pt x="1386396" y="324399"/>
                  </a:lnTo>
                  <a:lnTo>
                    <a:pt x="1313427" y="324696"/>
                  </a:lnTo>
                  <a:lnTo>
                    <a:pt x="1240459" y="325117"/>
                  </a:lnTo>
                  <a:lnTo>
                    <a:pt x="1167491" y="325658"/>
                  </a:lnTo>
                  <a:lnTo>
                    <a:pt x="1094523" y="326312"/>
                  </a:lnTo>
                  <a:lnTo>
                    <a:pt x="1021555" y="327075"/>
                  </a:lnTo>
                  <a:lnTo>
                    <a:pt x="948586" y="327942"/>
                  </a:lnTo>
                  <a:lnTo>
                    <a:pt x="875618" y="328909"/>
                  </a:lnTo>
                  <a:lnTo>
                    <a:pt x="802650" y="329970"/>
                  </a:lnTo>
                  <a:lnTo>
                    <a:pt x="729682" y="331121"/>
                  </a:lnTo>
                  <a:lnTo>
                    <a:pt x="656713" y="332357"/>
                  </a:lnTo>
                  <a:lnTo>
                    <a:pt x="583745" y="333674"/>
                  </a:lnTo>
                  <a:lnTo>
                    <a:pt x="510777" y="335067"/>
                  </a:lnTo>
                  <a:lnTo>
                    <a:pt x="437809" y="336534"/>
                  </a:lnTo>
                  <a:lnTo>
                    <a:pt x="364841" y="338069"/>
                  </a:lnTo>
                  <a:lnTo>
                    <a:pt x="291872" y="339669"/>
                  </a:lnTo>
                  <a:lnTo>
                    <a:pt x="218904" y="341331"/>
                  </a:lnTo>
                  <a:lnTo>
                    <a:pt x="145936" y="343052"/>
                  </a:lnTo>
                  <a:lnTo>
                    <a:pt x="72968" y="344828"/>
                  </a:lnTo>
                  <a:lnTo>
                    <a:pt x="0" y="346656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167921" y="4511556"/>
              <a:ext cx="5764489" cy="100229"/>
            </a:xfrm>
            <a:custGeom>
              <a:avLst/>
              <a:gdLst/>
              <a:ahLst/>
              <a:cxnLst/>
              <a:rect l="0" t="0" r="0" b="0"/>
              <a:pathLst>
                <a:path w="5764489" h="100229">
                  <a:moveTo>
                    <a:pt x="0" y="0"/>
                  </a:moveTo>
                  <a:lnTo>
                    <a:pt x="72968" y="4465"/>
                  </a:lnTo>
                  <a:lnTo>
                    <a:pt x="145936" y="8877"/>
                  </a:lnTo>
                  <a:lnTo>
                    <a:pt x="218904" y="13235"/>
                  </a:lnTo>
                  <a:lnTo>
                    <a:pt x="291872" y="17534"/>
                  </a:lnTo>
                  <a:lnTo>
                    <a:pt x="364841" y="21771"/>
                  </a:lnTo>
                  <a:lnTo>
                    <a:pt x="437809" y="25943"/>
                  </a:lnTo>
                  <a:lnTo>
                    <a:pt x="510777" y="30047"/>
                  </a:lnTo>
                  <a:lnTo>
                    <a:pt x="583745" y="34077"/>
                  </a:lnTo>
                  <a:lnTo>
                    <a:pt x="656713" y="38031"/>
                  </a:lnTo>
                  <a:lnTo>
                    <a:pt x="729682" y="41904"/>
                  </a:lnTo>
                  <a:lnTo>
                    <a:pt x="802650" y="45692"/>
                  </a:lnTo>
                  <a:lnTo>
                    <a:pt x="875618" y="49390"/>
                  </a:lnTo>
                  <a:lnTo>
                    <a:pt x="948586" y="52993"/>
                  </a:lnTo>
                  <a:lnTo>
                    <a:pt x="1021555" y="56498"/>
                  </a:lnTo>
                  <a:lnTo>
                    <a:pt x="1094523" y="59898"/>
                  </a:lnTo>
                  <a:lnTo>
                    <a:pt x="1167491" y="63189"/>
                  </a:lnTo>
                  <a:lnTo>
                    <a:pt x="1240459" y="66366"/>
                  </a:lnTo>
                  <a:lnTo>
                    <a:pt x="1313427" y="69424"/>
                  </a:lnTo>
                  <a:lnTo>
                    <a:pt x="1386396" y="72358"/>
                  </a:lnTo>
                  <a:lnTo>
                    <a:pt x="1459364" y="75164"/>
                  </a:lnTo>
                  <a:lnTo>
                    <a:pt x="1532332" y="77835"/>
                  </a:lnTo>
                  <a:lnTo>
                    <a:pt x="1605300" y="80369"/>
                  </a:lnTo>
                  <a:lnTo>
                    <a:pt x="1678268" y="82761"/>
                  </a:lnTo>
                  <a:lnTo>
                    <a:pt x="1751237" y="85007"/>
                  </a:lnTo>
                  <a:lnTo>
                    <a:pt x="1824205" y="87104"/>
                  </a:lnTo>
                  <a:lnTo>
                    <a:pt x="1897173" y="89048"/>
                  </a:lnTo>
                  <a:lnTo>
                    <a:pt x="1970141" y="90838"/>
                  </a:lnTo>
                  <a:lnTo>
                    <a:pt x="2043110" y="92472"/>
                  </a:lnTo>
                  <a:lnTo>
                    <a:pt x="2116078" y="93947"/>
                  </a:lnTo>
                  <a:lnTo>
                    <a:pt x="2189046" y="95264"/>
                  </a:lnTo>
                  <a:lnTo>
                    <a:pt x="2262014" y="96423"/>
                  </a:lnTo>
                  <a:lnTo>
                    <a:pt x="2334982" y="97424"/>
                  </a:lnTo>
                  <a:lnTo>
                    <a:pt x="2407951" y="98269"/>
                  </a:lnTo>
                  <a:lnTo>
                    <a:pt x="2480919" y="98959"/>
                  </a:lnTo>
                  <a:lnTo>
                    <a:pt x="2553887" y="99497"/>
                  </a:lnTo>
                  <a:lnTo>
                    <a:pt x="2626855" y="99886"/>
                  </a:lnTo>
                  <a:lnTo>
                    <a:pt x="2699823" y="100128"/>
                  </a:lnTo>
                  <a:lnTo>
                    <a:pt x="2772792" y="100229"/>
                  </a:lnTo>
                  <a:lnTo>
                    <a:pt x="2845760" y="100192"/>
                  </a:lnTo>
                  <a:lnTo>
                    <a:pt x="2918728" y="100022"/>
                  </a:lnTo>
                  <a:lnTo>
                    <a:pt x="2991696" y="99723"/>
                  </a:lnTo>
                  <a:lnTo>
                    <a:pt x="3064665" y="99300"/>
                  </a:lnTo>
                  <a:lnTo>
                    <a:pt x="3137633" y="98758"/>
                  </a:lnTo>
                  <a:lnTo>
                    <a:pt x="3210601" y="98102"/>
                  </a:lnTo>
                  <a:lnTo>
                    <a:pt x="3283569" y="97337"/>
                  </a:lnTo>
                  <a:lnTo>
                    <a:pt x="3356537" y="96468"/>
                  </a:lnTo>
                  <a:lnTo>
                    <a:pt x="3429506" y="95500"/>
                  </a:lnTo>
                  <a:lnTo>
                    <a:pt x="3502474" y="94438"/>
                  </a:lnTo>
                  <a:lnTo>
                    <a:pt x="3575442" y="93285"/>
                  </a:lnTo>
                  <a:lnTo>
                    <a:pt x="3648410" y="92048"/>
                  </a:lnTo>
                  <a:lnTo>
                    <a:pt x="3721379" y="90730"/>
                  </a:lnTo>
                  <a:lnTo>
                    <a:pt x="3794347" y="89335"/>
                  </a:lnTo>
                  <a:lnTo>
                    <a:pt x="3867315" y="87868"/>
                  </a:lnTo>
                  <a:lnTo>
                    <a:pt x="3940283" y="86331"/>
                  </a:lnTo>
                  <a:lnTo>
                    <a:pt x="4013251" y="84730"/>
                  </a:lnTo>
                  <a:lnTo>
                    <a:pt x="4086220" y="83067"/>
                  </a:lnTo>
                  <a:lnTo>
                    <a:pt x="4159188" y="81345"/>
                  </a:lnTo>
                  <a:lnTo>
                    <a:pt x="4232156" y="79569"/>
                  </a:lnTo>
                  <a:lnTo>
                    <a:pt x="4305124" y="77740"/>
                  </a:lnTo>
                  <a:lnTo>
                    <a:pt x="4378092" y="75862"/>
                  </a:lnTo>
                  <a:lnTo>
                    <a:pt x="4451061" y="73936"/>
                  </a:lnTo>
                  <a:lnTo>
                    <a:pt x="4524029" y="71967"/>
                  </a:lnTo>
                  <a:lnTo>
                    <a:pt x="4596997" y="69955"/>
                  </a:lnTo>
                  <a:lnTo>
                    <a:pt x="4669965" y="67904"/>
                  </a:lnTo>
                  <a:lnTo>
                    <a:pt x="4742934" y="65815"/>
                  </a:lnTo>
                  <a:lnTo>
                    <a:pt x="4815902" y="63690"/>
                  </a:lnTo>
                  <a:lnTo>
                    <a:pt x="4888870" y="61531"/>
                  </a:lnTo>
                  <a:lnTo>
                    <a:pt x="4961838" y="59341"/>
                  </a:lnTo>
                  <a:lnTo>
                    <a:pt x="5034806" y="57119"/>
                  </a:lnTo>
                  <a:lnTo>
                    <a:pt x="5107775" y="54869"/>
                  </a:lnTo>
                  <a:lnTo>
                    <a:pt x="5180743" y="52591"/>
                  </a:lnTo>
                  <a:lnTo>
                    <a:pt x="5253711" y="50287"/>
                  </a:lnTo>
                  <a:lnTo>
                    <a:pt x="5326679" y="47958"/>
                  </a:lnTo>
                  <a:lnTo>
                    <a:pt x="5399647" y="45605"/>
                  </a:lnTo>
                  <a:lnTo>
                    <a:pt x="5472616" y="43230"/>
                  </a:lnTo>
                  <a:lnTo>
                    <a:pt x="5545584" y="40833"/>
                  </a:lnTo>
                  <a:lnTo>
                    <a:pt x="5618552" y="38416"/>
                  </a:lnTo>
                  <a:lnTo>
                    <a:pt x="5691520" y="35979"/>
                  </a:lnTo>
                  <a:lnTo>
                    <a:pt x="5764489" y="3352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1167921" y="4835753"/>
              <a:ext cx="5764489" cy="197255"/>
            </a:xfrm>
            <a:custGeom>
              <a:avLst/>
              <a:gdLst/>
              <a:ahLst/>
              <a:cxnLst/>
              <a:rect l="0" t="0" r="0" b="0"/>
              <a:pathLst>
                <a:path w="5764489" h="197255">
                  <a:moveTo>
                    <a:pt x="5764489" y="197255"/>
                  </a:moveTo>
                  <a:lnTo>
                    <a:pt x="5691520" y="192163"/>
                  </a:lnTo>
                  <a:lnTo>
                    <a:pt x="5618552" y="187089"/>
                  </a:lnTo>
                  <a:lnTo>
                    <a:pt x="5545584" y="182035"/>
                  </a:lnTo>
                  <a:lnTo>
                    <a:pt x="5472616" y="177001"/>
                  </a:lnTo>
                  <a:lnTo>
                    <a:pt x="5399647" y="171989"/>
                  </a:lnTo>
                  <a:lnTo>
                    <a:pt x="5326679" y="166999"/>
                  </a:lnTo>
                  <a:lnTo>
                    <a:pt x="5253711" y="162033"/>
                  </a:lnTo>
                  <a:lnTo>
                    <a:pt x="5180743" y="157092"/>
                  </a:lnTo>
                  <a:lnTo>
                    <a:pt x="5107775" y="152177"/>
                  </a:lnTo>
                  <a:lnTo>
                    <a:pt x="5034806" y="147290"/>
                  </a:lnTo>
                  <a:lnTo>
                    <a:pt x="4961838" y="142432"/>
                  </a:lnTo>
                  <a:lnTo>
                    <a:pt x="4888870" y="137604"/>
                  </a:lnTo>
                  <a:lnTo>
                    <a:pt x="4815902" y="132808"/>
                  </a:lnTo>
                  <a:lnTo>
                    <a:pt x="4742934" y="128046"/>
                  </a:lnTo>
                  <a:lnTo>
                    <a:pt x="4669965" y="123320"/>
                  </a:lnTo>
                  <a:lnTo>
                    <a:pt x="4596997" y="118632"/>
                  </a:lnTo>
                  <a:lnTo>
                    <a:pt x="4524029" y="113984"/>
                  </a:lnTo>
                  <a:lnTo>
                    <a:pt x="4451061" y="109377"/>
                  </a:lnTo>
                  <a:lnTo>
                    <a:pt x="4378092" y="104815"/>
                  </a:lnTo>
                  <a:lnTo>
                    <a:pt x="4305124" y="100300"/>
                  </a:lnTo>
                  <a:lnTo>
                    <a:pt x="4232156" y="95834"/>
                  </a:lnTo>
                  <a:lnTo>
                    <a:pt x="4159188" y="91420"/>
                  </a:lnTo>
                  <a:lnTo>
                    <a:pt x="4086220" y="87062"/>
                  </a:lnTo>
                  <a:lnTo>
                    <a:pt x="4013251" y="82762"/>
                  </a:lnTo>
                  <a:lnTo>
                    <a:pt x="3940283" y="78523"/>
                  </a:lnTo>
                  <a:lnTo>
                    <a:pt x="3867315" y="74350"/>
                  </a:lnTo>
                  <a:lnTo>
                    <a:pt x="3794347" y="70246"/>
                  </a:lnTo>
                  <a:lnTo>
                    <a:pt x="3721379" y="66214"/>
                  </a:lnTo>
                  <a:lnTo>
                    <a:pt x="3648410" y="62259"/>
                  </a:lnTo>
                  <a:lnTo>
                    <a:pt x="3575442" y="58385"/>
                  </a:lnTo>
                  <a:lnTo>
                    <a:pt x="3502474" y="54595"/>
                  </a:lnTo>
                  <a:lnTo>
                    <a:pt x="3429506" y="50896"/>
                  </a:lnTo>
                  <a:lnTo>
                    <a:pt x="3356537" y="47291"/>
                  </a:lnTo>
                  <a:lnTo>
                    <a:pt x="3283569" y="43785"/>
                  </a:lnTo>
                  <a:lnTo>
                    <a:pt x="3210601" y="40383"/>
                  </a:lnTo>
                  <a:lnTo>
                    <a:pt x="3137633" y="37090"/>
                  </a:lnTo>
                  <a:lnTo>
                    <a:pt x="3064665" y="33911"/>
                  </a:lnTo>
                  <a:lnTo>
                    <a:pt x="2991696" y="30851"/>
                  </a:lnTo>
                  <a:lnTo>
                    <a:pt x="2918728" y="27915"/>
                  </a:lnTo>
                  <a:lnTo>
                    <a:pt x="2845760" y="25108"/>
                  </a:lnTo>
                  <a:lnTo>
                    <a:pt x="2772792" y="22434"/>
                  </a:lnTo>
                  <a:lnTo>
                    <a:pt x="2699823" y="19898"/>
                  </a:lnTo>
                  <a:lnTo>
                    <a:pt x="2626855" y="17504"/>
                  </a:lnTo>
                  <a:lnTo>
                    <a:pt x="2553887" y="15255"/>
                  </a:lnTo>
                  <a:lnTo>
                    <a:pt x="2480919" y="13156"/>
                  </a:lnTo>
                  <a:lnTo>
                    <a:pt x="2407951" y="11209"/>
                  </a:lnTo>
                  <a:lnTo>
                    <a:pt x="2334982" y="9417"/>
                  </a:lnTo>
                  <a:lnTo>
                    <a:pt x="2262014" y="7781"/>
                  </a:lnTo>
                  <a:lnTo>
                    <a:pt x="2189046" y="6303"/>
                  </a:lnTo>
                  <a:lnTo>
                    <a:pt x="2116078" y="4983"/>
                  </a:lnTo>
                  <a:lnTo>
                    <a:pt x="2043110" y="3822"/>
                  </a:lnTo>
                  <a:lnTo>
                    <a:pt x="1970141" y="2818"/>
                  </a:lnTo>
                  <a:lnTo>
                    <a:pt x="1897173" y="1971"/>
                  </a:lnTo>
                  <a:lnTo>
                    <a:pt x="1824205" y="1279"/>
                  </a:lnTo>
                  <a:lnTo>
                    <a:pt x="1751237" y="739"/>
                  </a:lnTo>
                  <a:lnTo>
                    <a:pt x="1678268" y="348"/>
                  </a:lnTo>
                  <a:lnTo>
                    <a:pt x="1605300" y="103"/>
                  </a:lnTo>
                  <a:lnTo>
                    <a:pt x="1532332" y="0"/>
                  </a:lnTo>
                  <a:lnTo>
                    <a:pt x="1459364" y="34"/>
                  </a:lnTo>
                  <a:lnTo>
                    <a:pt x="1386396" y="203"/>
                  </a:lnTo>
                  <a:lnTo>
                    <a:pt x="1313427" y="500"/>
                  </a:lnTo>
                  <a:lnTo>
                    <a:pt x="1240459" y="921"/>
                  </a:lnTo>
                  <a:lnTo>
                    <a:pt x="1167491" y="1461"/>
                  </a:lnTo>
                  <a:lnTo>
                    <a:pt x="1094523" y="2115"/>
                  </a:lnTo>
                  <a:lnTo>
                    <a:pt x="1021555" y="2878"/>
                  </a:lnTo>
                  <a:lnTo>
                    <a:pt x="948586" y="3746"/>
                  </a:lnTo>
                  <a:lnTo>
                    <a:pt x="875618" y="4712"/>
                  </a:lnTo>
                  <a:lnTo>
                    <a:pt x="802650" y="5773"/>
                  </a:lnTo>
                  <a:lnTo>
                    <a:pt x="729682" y="6924"/>
                  </a:lnTo>
                  <a:lnTo>
                    <a:pt x="656713" y="8160"/>
                  </a:lnTo>
                  <a:lnTo>
                    <a:pt x="583745" y="9477"/>
                  </a:lnTo>
                  <a:lnTo>
                    <a:pt x="510777" y="10871"/>
                  </a:lnTo>
                  <a:lnTo>
                    <a:pt x="437809" y="12337"/>
                  </a:lnTo>
                  <a:lnTo>
                    <a:pt x="364841" y="13872"/>
                  </a:lnTo>
                  <a:lnTo>
                    <a:pt x="291872" y="15473"/>
                  </a:lnTo>
                  <a:lnTo>
                    <a:pt x="218904" y="17135"/>
                  </a:lnTo>
                  <a:lnTo>
                    <a:pt x="145936" y="18855"/>
                  </a:lnTo>
                  <a:lnTo>
                    <a:pt x="72968" y="20631"/>
                  </a:lnTo>
                  <a:lnTo>
                    <a:pt x="0" y="2245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1167921" y="4684884"/>
              <a:ext cx="5764489" cy="104160"/>
            </a:xfrm>
            <a:custGeom>
              <a:avLst/>
              <a:gdLst/>
              <a:ahLst/>
              <a:cxnLst/>
              <a:rect l="0" t="0" r="0" b="0"/>
              <a:pathLst>
                <a:path w="5764489" h="104160">
                  <a:moveTo>
                    <a:pt x="0" y="0"/>
                  </a:moveTo>
                  <a:lnTo>
                    <a:pt x="72968" y="1318"/>
                  </a:lnTo>
                  <a:lnTo>
                    <a:pt x="145936" y="2636"/>
                  </a:lnTo>
                  <a:lnTo>
                    <a:pt x="218904" y="3955"/>
                  </a:lnTo>
                  <a:lnTo>
                    <a:pt x="291872" y="5273"/>
                  </a:lnTo>
                  <a:lnTo>
                    <a:pt x="364841" y="6592"/>
                  </a:lnTo>
                  <a:lnTo>
                    <a:pt x="437809" y="7910"/>
                  </a:lnTo>
                  <a:lnTo>
                    <a:pt x="510777" y="9229"/>
                  </a:lnTo>
                  <a:lnTo>
                    <a:pt x="583745" y="10547"/>
                  </a:lnTo>
                  <a:lnTo>
                    <a:pt x="656713" y="11866"/>
                  </a:lnTo>
                  <a:lnTo>
                    <a:pt x="729682" y="13184"/>
                  </a:lnTo>
                  <a:lnTo>
                    <a:pt x="802650" y="14503"/>
                  </a:lnTo>
                  <a:lnTo>
                    <a:pt x="875618" y="15821"/>
                  </a:lnTo>
                  <a:lnTo>
                    <a:pt x="948586" y="17140"/>
                  </a:lnTo>
                  <a:lnTo>
                    <a:pt x="1021555" y="18458"/>
                  </a:lnTo>
                  <a:lnTo>
                    <a:pt x="1094523" y="19777"/>
                  </a:lnTo>
                  <a:lnTo>
                    <a:pt x="1167491" y="21095"/>
                  </a:lnTo>
                  <a:lnTo>
                    <a:pt x="1240459" y="22414"/>
                  </a:lnTo>
                  <a:lnTo>
                    <a:pt x="1313427" y="23732"/>
                  </a:lnTo>
                  <a:lnTo>
                    <a:pt x="1386396" y="25051"/>
                  </a:lnTo>
                  <a:lnTo>
                    <a:pt x="1459364" y="26369"/>
                  </a:lnTo>
                  <a:lnTo>
                    <a:pt x="1532332" y="27688"/>
                  </a:lnTo>
                  <a:lnTo>
                    <a:pt x="1605300" y="29006"/>
                  </a:lnTo>
                  <a:lnTo>
                    <a:pt x="1678268" y="30325"/>
                  </a:lnTo>
                  <a:lnTo>
                    <a:pt x="1751237" y="31643"/>
                  </a:lnTo>
                  <a:lnTo>
                    <a:pt x="1824205" y="32962"/>
                  </a:lnTo>
                  <a:lnTo>
                    <a:pt x="1897173" y="34280"/>
                  </a:lnTo>
                  <a:lnTo>
                    <a:pt x="1970141" y="35599"/>
                  </a:lnTo>
                  <a:lnTo>
                    <a:pt x="2043110" y="36917"/>
                  </a:lnTo>
                  <a:lnTo>
                    <a:pt x="2116078" y="38235"/>
                  </a:lnTo>
                  <a:lnTo>
                    <a:pt x="2189046" y="39554"/>
                  </a:lnTo>
                  <a:lnTo>
                    <a:pt x="2262014" y="40872"/>
                  </a:lnTo>
                  <a:lnTo>
                    <a:pt x="2334982" y="42191"/>
                  </a:lnTo>
                  <a:lnTo>
                    <a:pt x="2407951" y="43509"/>
                  </a:lnTo>
                  <a:lnTo>
                    <a:pt x="2480919" y="44828"/>
                  </a:lnTo>
                  <a:lnTo>
                    <a:pt x="2553887" y="46146"/>
                  </a:lnTo>
                  <a:lnTo>
                    <a:pt x="2626855" y="47465"/>
                  </a:lnTo>
                  <a:lnTo>
                    <a:pt x="2699823" y="48783"/>
                  </a:lnTo>
                  <a:lnTo>
                    <a:pt x="2772792" y="50102"/>
                  </a:lnTo>
                  <a:lnTo>
                    <a:pt x="2845760" y="51420"/>
                  </a:lnTo>
                  <a:lnTo>
                    <a:pt x="2918728" y="52739"/>
                  </a:lnTo>
                  <a:lnTo>
                    <a:pt x="2991696" y="54057"/>
                  </a:lnTo>
                  <a:lnTo>
                    <a:pt x="3064665" y="55376"/>
                  </a:lnTo>
                  <a:lnTo>
                    <a:pt x="3137633" y="56694"/>
                  </a:lnTo>
                  <a:lnTo>
                    <a:pt x="3210601" y="58013"/>
                  </a:lnTo>
                  <a:lnTo>
                    <a:pt x="3283569" y="59331"/>
                  </a:lnTo>
                  <a:lnTo>
                    <a:pt x="3356537" y="60650"/>
                  </a:lnTo>
                  <a:lnTo>
                    <a:pt x="3429506" y="61968"/>
                  </a:lnTo>
                  <a:lnTo>
                    <a:pt x="3502474" y="63287"/>
                  </a:lnTo>
                  <a:lnTo>
                    <a:pt x="3575442" y="64605"/>
                  </a:lnTo>
                  <a:lnTo>
                    <a:pt x="3648410" y="65924"/>
                  </a:lnTo>
                  <a:lnTo>
                    <a:pt x="3721379" y="67242"/>
                  </a:lnTo>
                  <a:lnTo>
                    <a:pt x="3794347" y="68561"/>
                  </a:lnTo>
                  <a:lnTo>
                    <a:pt x="3867315" y="69879"/>
                  </a:lnTo>
                  <a:lnTo>
                    <a:pt x="3940283" y="71198"/>
                  </a:lnTo>
                  <a:lnTo>
                    <a:pt x="4013251" y="72516"/>
                  </a:lnTo>
                  <a:lnTo>
                    <a:pt x="4086220" y="73835"/>
                  </a:lnTo>
                  <a:lnTo>
                    <a:pt x="4159188" y="75153"/>
                  </a:lnTo>
                  <a:lnTo>
                    <a:pt x="4232156" y="76471"/>
                  </a:lnTo>
                  <a:lnTo>
                    <a:pt x="4305124" y="77790"/>
                  </a:lnTo>
                  <a:lnTo>
                    <a:pt x="4378092" y="79108"/>
                  </a:lnTo>
                  <a:lnTo>
                    <a:pt x="4451061" y="80427"/>
                  </a:lnTo>
                  <a:lnTo>
                    <a:pt x="4524029" y="81745"/>
                  </a:lnTo>
                  <a:lnTo>
                    <a:pt x="4596997" y="83064"/>
                  </a:lnTo>
                  <a:lnTo>
                    <a:pt x="4669965" y="84382"/>
                  </a:lnTo>
                  <a:lnTo>
                    <a:pt x="4742934" y="85701"/>
                  </a:lnTo>
                  <a:lnTo>
                    <a:pt x="4815902" y="87019"/>
                  </a:lnTo>
                  <a:lnTo>
                    <a:pt x="4888870" y="88338"/>
                  </a:lnTo>
                  <a:lnTo>
                    <a:pt x="4961838" y="89656"/>
                  </a:lnTo>
                  <a:lnTo>
                    <a:pt x="5034806" y="90975"/>
                  </a:lnTo>
                  <a:lnTo>
                    <a:pt x="5107775" y="92293"/>
                  </a:lnTo>
                  <a:lnTo>
                    <a:pt x="5180743" y="93612"/>
                  </a:lnTo>
                  <a:lnTo>
                    <a:pt x="5253711" y="94930"/>
                  </a:lnTo>
                  <a:lnTo>
                    <a:pt x="5326679" y="96249"/>
                  </a:lnTo>
                  <a:lnTo>
                    <a:pt x="5399647" y="97567"/>
                  </a:lnTo>
                  <a:lnTo>
                    <a:pt x="5472616" y="98886"/>
                  </a:lnTo>
                  <a:lnTo>
                    <a:pt x="5545584" y="100204"/>
                  </a:lnTo>
                  <a:lnTo>
                    <a:pt x="5618552" y="101523"/>
                  </a:lnTo>
                  <a:lnTo>
                    <a:pt x="5691520" y="102841"/>
                  </a:lnTo>
                  <a:lnTo>
                    <a:pt x="5764489" y="10416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t62"/>
            <p:cNvSpPr/>
            <p:nvPr/>
          </p:nvSpPr>
          <p:spPr>
            <a:xfrm>
              <a:off x="3893257" y="42481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t63"/>
            <p:cNvSpPr/>
            <p:nvPr/>
          </p:nvSpPr>
          <p:spPr>
            <a:xfrm>
              <a:off x="3893257" y="35545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t64"/>
            <p:cNvSpPr/>
            <p:nvPr/>
          </p:nvSpPr>
          <p:spPr>
            <a:xfrm>
              <a:off x="3893257" y="36348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t65"/>
            <p:cNvSpPr/>
            <p:nvPr/>
          </p:nvSpPr>
          <p:spPr>
            <a:xfrm>
              <a:off x="1109219" y="295885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t66"/>
            <p:cNvSpPr/>
            <p:nvPr/>
          </p:nvSpPr>
          <p:spPr>
            <a:xfrm>
              <a:off x="1109219" y="29262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t67"/>
            <p:cNvSpPr/>
            <p:nvPr/>
          </p:nvSpPr>
          <p:spPr>
            <a:xfrm>
              <a:off x="1109219" y="39683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t68"/>
            <p:cNvSpPr/>
            <p:nvPr/>
          </p:nvSpPr>
          <p:spPr>
            <a:xfrm>
              <a:off x="4935927" y="447761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t69"/>
            <p:cNvSpPr/>
            <p:nvPr/>
          </p:nvSpPr>
          <p:spPr>
            <a:xfrm>
              <a:off x="4935927" y="45926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t70"/>
            <p:cNvSpPr/>
            <p:nvPr/>
          </p:nvSpPr>
          <p:spPr>
            <a:xfrm>
              <a:off x="4935927" y="46611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t71"/>
            <p:cNvSpPr/>
            <p:nvPr/>
          </p:nvSpPr>
          <p:spPr>
            <a:xfrm>
              <a:off x="6873708" y="44180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t72"/>
            <p:cNvSpPr/>
            <p:nvPr/>
          </p:nvSpPr>
          <p:spPr>
            <a:xfrm>
              <a:off x="6873708" y="43168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t73"/>
            <p:cNvSpPr/>
            <p:nvPr/>
          </p:nvSpPr>
          <p:spPr>
            <a:xfrm>
              <a:off x="6873708" y="47990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t74"/>
            <p:cNvSpPr/>
            <p:nvPr/>
          </p:nvSpPr>
          <p:spPr>
            <a:xfrm>
              <a:off x="1886336" y="3337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t75"/>
            <p:cNvSpPr/>
            <p:nvPr/>
          </p:nvSpPr>
          <p:spPr>
            <a:xfrm>
              <a:off x="1886336" y="316360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t76"/>
            <p:cNvSpPr/>
            <p:nvPr/>
          </p:nvSpPr>
          <p:spPr>
            <a:xfrm>
              <a:off x="1886336" y="3838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t77"/>
            <p:cNvSpPr/>
            <p:nvPr/>
          </p:nvSpPr>
          <p:spPr>
            <a:xfrm>
              <a:off x="1152827" y="38764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t78"/>
            <p:cNvSpPr/>
            <p:nvPr/>
          </p:nvSpPr>
          <p:spPr>
            <a:xfrm>
              <a:off x="1152827" y="326795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t79"/>
            <p:cNvSpPr/>
            <p:nvPr/>
          </p:nvSpPr>
          <p:spPr>
            <a:xfrm>
              <a:off x="1152827" y="394116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t80"/>
            <p:cNvSpPr/>
            <p:nvPr/>
          </p:nvSpPr>
          <p:spPr>
            <a:xfrm>
              <a:off x="1646333" y="436263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t81"/>
            <p:cNvSpPr/>
            <p:nvPr/>
          </p:nvSpPr>
          <p:spPr>
            <a:xfrm>
              <a:off x="1646333" y="42838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t82"/>
            <p:cNvSpPr/>
            <p:nvPr/>
          </p:nvSpPr>
          <p:spPr>
            <a:xfrm>
              <a:off x="1646333" y="473109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4592042" y="47074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t84"/>
            <p:cNvSpPr/>
            <p:nvPr/>
          </p:nvSpPr>
          <p:spPr>
            <a:xfrm>
              <a:off x="4592042" y="4791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4592042" y="414108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1167921" y="3415981"/>
              <a:ext cx="5764489" cy="1751482"/>
            </a:xfrm>
            <a:custGeom>
              <a:avLst/>
              <a:gdLst/>
              <a:ahLst/>
              <a:cxnLst/>
              <a:rect l="0" t="0" r="0" b="0"/>
              <a:pathLst>
                <a:path w="5764489" h="1751482">
                  <a:moveTo>
                    <a:pt x="0" y="0"/>
                  </a:moveTo>
                  <a:lnTo>
                    <a:pt x="72968" y="18458"/>
                  </a:lnTo>
                  <a:lnTo>
                    <a:pt x="145936" y="36825"/>
                  </a:lnTo>
                  <a:lnTo>
                    <a:pt x="218904" y="55097"/>
                  </a:lnTo>
                  <a:lnTo>
                    <a:pt x="291872" y="73267"/>
                  </a:lnTo>
                  <a:lnTo>
                    <a:pt x="364841" y="91330"/>
                  </a:lnTo>
                  <a:lnTo>
                    <a:pt x="437809" y="109279"/>
                  </a:lnTo>
                  <a:lnTo>
                    <a:pt x="510777" y="127109"/>
                  </a:lnTo>
                  <a:lnTo>
                    <a:pt x="583745" y="144812"/>
                  </a:lnTo>
                  <a:lnTo>
                    <a:pt x="656713" y="162382"/>
                  </a:lnTo>
                  <a:lnTo>
                    <a:pt x="729682" y="179811"/>
                  </a:lnTo>
                  <a:lnTo>
                    <a:pt x="802650" y="197092"/>
                  </a:lnTo>
                  <a:lnTo>
                    <a:pt x="875618" y="214218"/>
                  </a:lnTo>
                  <a:lnTo>
                    <a:pt x="948586" y="231178"/>
                  </a:lnTo>
                  <a:lnTo>
                    <a:pt x="1021555" y="247967"/>
                  </a:lnTo>
                  <a:lnTo>
                    <a:pt x="1094523" y="264574"/>
                  </a:lnTo>
                  <a:lnTo>
                    <a:pt x="1167491" y="280992"/>
                  </a:lnTo>
                  <a:lnTo>
                    <a:pt x="1240459" y="297212"/>
                  </a:lnTo>
                  <a:lnTo>
                    <a:pt x="1313427" y="313225"/>
                  </a:lnTo>
                  <a:lnTo>
                    <a:pt x="1386396" y="329022"/>
                  </a:lnTo>
                  <a:lnTo>
                    <a:pt x="1459364" y="344595"/>
                  </a:lnTo>
                  <a:lnTo>
                    <a:pt x="1532332" y="359937"/>
                  </a:lnTo>
                  <a:lnTo>
                    <a:pt x="1605300" y="375039"/>
                  </a:lnTo>
                  <a:lnTo>
                    <a:pt x="1678268" y="389893"/>
                  </a:lnTo>
                  <a:lnTo>
                    <a:pt x="1751237" y="404495"/>
                  </a:lnTo>
                  <a:lnTo>
                    <a:pt x="1824205" y="418836"/>
                  </a:lnTo>
                  <a:lnTo>
                    <a:pt x="1897173" y="432914"/>
                  </a:lnTo>
                  <a:lnTo>
                    <a:pt x="1970141" y="446722"/>
                  </a:lnTo>
                  <a:lnTo>
                    <a:pt x="2043110" y="460258"/>
                  </a:lnTo>
                  <a:lnTo>
                    <a:pt x="2116078" y="473520"/>
                  </a:lnTo>
                  <a:lnTo>
                    <a:pt x="2189046" y="486507"/>
                  </a:lnTo>
                  <a:lnTo>
                    <a:pt x="2262014" y="499219"/>
                  </a:lnTo>
                  <a:lnTo>
                    <a:pt x="2334982" y="511656"/>
                  </a:lnTo>
                  <a:lnTo>
                    <a:pt x="2407951" y="523821"/>
                  </a:lnTo>
                  <a:lnTo>
                    <a:pt x="2480919" y="535718"/>
                  </a:lnTo>
                  <a:lnTo>
                    <a:pt x="2553887" y="547350"/>
                  </a:lnTo>
                  <a:lnTo>
                    <a:pt x="2626855" y="558723"/>
                  </a:lnTo>
                  <a:lnTo>
                    <a:pt x="2699823" y="569842"/>
                  </a:lnTo>
                  <a:lnTo>
                    <a:pt x="2772792" y="580714"/>
                  </a:lnTo>
                  <a:lnTo>
                    <a:pt x="2845760" y="591347"/>
                  </a:lnTo>
                  <a:lnTo>
                    <a:pt x="2918728" y="601748"/>
                  </a:lnTo>
                  <a:lnTo>
                    <a:pt x="2991696" y="611926"/>
                  </a:lnTo>
                  <a:lnTo>
                    <a:pt x="3064665" y="621887"/>
                  </a:lnTo>
                  <a:lnTo>
                    <a:pt x="3137633" y="631643"/>
                  </a:lnTo>
                  <a:lnTo>
                    <a:pt x="3210601" y="641200"/>
                  </a:lnTo>
                  <a:lnTo>
                    <a:pt x="3283569" y="650567"/>
                  </a:lnTo>
                  <a:lnTo>
                    <a:pt x="3356537" y="659754"/>
                  </a:lnTo>
                  <a:lnTo>
                    <a:pt x="3429506" y="668768"/>
                  </a:lnTo>
                  <a:lnTo>
                    <a:pt x="3502474" y="677618"/>
                  </a:lnTo>
                  <a:lnTo>
                    <a:pt x="3575442" y="686313"/>
                  </a:lnTo>
                  <a:lnTo>
                    <a:pt x="3648410" y="694859"/>
                  </a:lnTo>
                  <a:lnTo>
                    <a:pt x="3721379" y="703265"/>
                  </a:lnTo>
                  <a:lnTo>
                    <a:pt x="3794347" y="711538"/>
                  </a:lnTo>
                  <a:lnTo>
                    <a:pt x="3867315" y="719684"/>
                  </a:lnTo>
                  <a:lnTo>
                    <a:pt x="3940283" y="727711"/>
                  </a:lnTo>
                  <a:lnTo>
                    <a:pt x="4013251" y="735624"/>
                  </a:lnTo>
                  <a:lnTo>
                    <a:pt x="4086220" y="743431"/>
                  </a:lnTo>
                  <a:lnTo>
                    <a:pt x="4159188" y="751136"/>
                  </a:lnTo>
                  <a:lnTo>
                    <a:pt x="4232156" y="758745"/>
                  </a:lnTo>
                  <a:lnTo>
                    <a:pt x="4305124" y="766263"/>
                  </a:lnTo>
                  <a:lnTo>
                    <a:pt x="4378092" y="773695"/>
                  </a:lnTo>
                  <a:lnTo>
                    <a:pt x="4451061" y="781046"/>
                  </a:lnTo>
                  <a:lnTo>
                    <a:pt x="4524029" y="788319"/>
                  </a:lnTo>
                  <a:lnTo>
                    <a:pt x="4596997" y="795520"/>
                  </a:lnTo>
                  <a:lnTo>
                    <a:pt x="4669965" y="802651"/>
                  </a:lnTo>
                  <a:lnTo>
                    <a:pt x="4742934" y="809717"/>
                  </a:lnTo>
                  <a:lnTo>
                    <a:pt x="4815902" y="816721"/>
                  </a:lnTo>
                  <a:lnTo>
                    <a:pt x="4888870" y="823666"/>
                  </a:lnTo>
                  <a:lnTo>
                    <a:pt x="4961838" y="830555"/>
                  </a:lnTo>
                  <a:lnTo>
                    <a:pt x="5034806" y="837391"/>
                  </a:lnTo>
                  <a:lnTo>
                    <a:pt x="5107775" y="844176"/>
                  </a:lnTo>
                  <a:lnTo>
                    <a:pt x="5180743" y="850914"/>
                  </a:lnTo>
                  <a:lnTo>
                    <a:pt x="5253711" y="857606"/>
                  </a:lnTo>
                  <a:lnTo>
                    <a:pt x="5326679" y="864254"/>
                  </a:lnTo>
                  <a:lnTo>
                    <a:pt x="5399647" y="870862"/>
                  </a:lnTo>
                  <a:lnTo>
                    <a:pt x="5472616" y="877430"/>
                  </a:lnTo>
                  <a:lnTo>
                    <a:pt x="5545584" y="883961"/>
                  </a:lnTo>
                  <a:lnTo>
                    <a:pt x="5618552" y="890457"/>
                  </a:lnTo>
                  <a:lnTo>
                    <a:pt x="5691520" y="896918"/>
                  </a:lnTo>
                  <a:lnTo>
                    <a:pt x="5764489" y="903348"/>
                  </a:lnTo>
                  <a:lnTo>
                    <a:pt x="5764489" y="1751482"/>
                  </a:lnTo>
                  <a:lnTo>
                    <a:pt x="5691520" y="1731933"/>
                  </a:lnTo>
                  <a:lnTo>
                    <a:pt x="5618552" y="1712417"/>
                  </a:lnTo>
                  <a:lnTo>
                    <a:pt x="5545584" y="1692934"/>
                  </a:lnTo>
                  <a:lnTo>
                    <a:pt x="5472616" y="1673487"/>
                  </a:lnTo>
                  <a:lnTo>
                    <a:pt x="5399647" y="1654078"/>
                  </a:lnTo>
                  <a:lnTo>
                    <a:pt x="5326679" y="1634707"/>
                  </a:lnTo>
                  <a:lnTo>
                    <a:pt x="5253711" y="1615378"/>
                  </a:lnTo>
                  <a:lnTo>
                    <a:pt x="5180743" y="1596092"/>
                  </a:lnTo>
                  <a:lnTo>
                    <a:pt x="5107775" y="1576852"/>
                  </a:lnTo>
                  <a:lnTo>
                    <a:pt x="5034806" y="1557659"/>
                  </a:lnTo>
                  <a:lnTo>
                    <a:pt x="4961838" y="1538517"/>
                  </a:lnTo>
                  <a:lnTo>
                    <a:pt x="4888870" y="1519428"/>
                  </a:lnTo>
                  <a:lnTo>
                    <a:pt x="4815902" y="1500395"/>
                  </a:lnTo>
                  <a:lnTo>
                    <a:pt x="4742934" y="1481421"/>
                  </a:lnTo>
                  <a:lnTo>
                    <a:pt x="4669965" y="1462509"/>
                  </a:lnTo>
                  <a:lnTo>
                    <a:pt x="4596997" y="1443662"/>
                  </a:lnTo>
                  <a:lnTo>
                    <a:pt x="4524029" y="1424885"/>
                  </a:lnTo>
                  <a:lnTo>
                    <a:pt x="4451061" y="1406180"/>
                  </a:lnTo>
                  <a:lnTo>
                    <a:pt x="4378092" y="1387553"/>
                  </a:lnTo>
                  <a:lnTo>
                    <a:pt x="4305124" y="1369007"/>
                  </a:lnTo>
                  <a:lnTo>
                    <a:pt x="4232156" y="1350547"/>
                  </a:lnTo>
                  <a:lnTo>
                    <a:pt x="4159188" y="1332178"/>
                  </a:lnTo>
                  <a:lnTo>
                    <a:pt x="4086220" y="1313905"/>
                  </a:lnTo>
                  <a:lnTo>
                    <a:pt x="4013251" y="1295734"/>
                  </a:lnTo>
                  <a:lnTo>
                    <a:pt x="3940283" y="1277669"/>
                  </a:lnTo>
                  <a:lnTo>
                    <a:pt x="3867315" y="1259718"/>
                  </a:lnTo>
                  <a:lnTo>
                    <a:pt x="3794347" y="1241887"/>
                  </a:lnTo>
                  <a:lnTo>
                    <a:pt x="3721379" y="1224181"/>
                  </a:lnTo>
                  <a:lnTo>
                    <a:pt x="3648410" y="1206609"/>
                  </a:lnTo>
                  <a:lnTo>
                    <a:pt x="3575442" y="1189177"/>
                  </a:lnTo>
                  <a:lnTo>
                    <a:pt x="3502474" y="1171894"/>
                  </a:lnTo>
                  <a:lnTo>
                    <a:pt x="3429506" y="1154766"/>
                  </a:lnTo>
                  <a:lnTo>
                    <a:pt x="3356537" y="1137803"/>
                  </a:lnTo>
                  <a:lnTo>
                    <a:pt x="3283569" y="1121011"/>
                  </a:lnTo>
                  <a:lnTo>
                    <a:pt x="3210601" y="1104401"/>
                  </a:lnTo>
                  <a:lnTo>
                    <a:pt x="3137633" y="1087980"/>
                  </a:lnTo>
                  <a:lnTo>
                    <a:pt x="3064665" y="1071757"/>
                  </a:lnTo>
                  <a:lnTo>
                    <a:pt x="2991696" y="1055741"/>
                  </a:lnTo>
                  <a:lnTo>
                    <a:pt x="2918728" y="1039940"/>
                  </a:lnTo>
                  <a:lnTo>
                    <a:pt x="2845760" y="1024363"/>
                  </a:lnTo>
                  <a:lnTo>
                    <a:pt x="2772792" y="1009018"/>
                  </a:lnTo>
                  <a:lnTo>
                    <a:pt x="2699823" y="993913"/>
                  </a:lnTo>
                  <a:lnTo>
                    <a:pt x="2626855" y="979054"/>
                  </a:lnTo>
                  <a:lnTo>
                    <a:pt x="2553887" y="964449"/>
                  </a:lnTo>
                  <a:lnTo>
                    <a:pt x="2480919" y="950103"/>
                  </a:lnTo>
                  <a:lnTo>
                    <a:pt x="2407951" y="936021"/>
                  </a:lnTo>
                  <a:lnTo>
                    <a:pt x="2334982" y="922209"/>
                  </a:lnTo>
                  <a:lnTo>
                    <a:pt x="2262014" y="908668"/>
                  </a:lnTo>
                  <a:lnTo>
                    <a:pt x="2189046" y="895402"/>
                  </a:lnTo>
                  <a:lnTo>
                    <a:pt x="2116078" y="882410"/>
                  </a:lnTo>
                  <a:lnTo>
                    <a:pt x="2043110" y="869695"/>
                  </a:lnTo>
                  <a:lnTo>
                    <a:pt x="1970141" y="857253"/>
                  </a:lnTo>
                  <a:lnTo>
                    <a:pt x="1897173" y="845083"/>
                  </a:lnTo>
                  <a:lnTo>
                    <a:pt x="1824205" y="833183"/>
                  </a:lnTo>
                  <a:lnTo>
                    <a:pt x="1751237" y="821546"/>
                  </a:lnTo>
                  <a:lnTo>
                    <a:pt x="1678268" y="810170"/>
                  </a:lnTo>
                  <a:lnTo>
                    <a:pt x="1605300" y="799046"/>
                  </a:lnTo>
                  <a:lnTo>
                    <a:pt x="1532332" y="788170"/>
                  </a:lnTo>
                  <a:lnTo>
                    <a:pt x="1459364" y="777534"/>
                  </a:lnTo>
                  <a:lnTo>
                    <a:pt x="1386396" y="767129"/>
                  </a:lnTo>
                  <a:lnTo>
                    <a:pt x="1313427" y="756948"/>
                  </a:lnTo>
                  <a:lnTo>
                    <a:pt x="1240459" y="746983"/>
                  </a:lnTo>
                  <a:lnTo>
                    <a:pt x="1167491" y="737225"/>
                  </a:lnTo>
                  <a:lnTo>
                    <a:pt x="1094523" y="727665"/>
                  </a:lnTo>
                  <a:lnTo>
                    <a:pt x="1021555" y="718294"/>
                  </a:lnTo>
                  <a:lnTo>
                    <a:pt x="948586" y="709105"/>
                  </a:lnTo>
                  <a:lnTo>
                    <a:pt x="875618" y="700088"/>
                  </a:lnTo>
                  <a:lnTo>
                    <a:pt x="802650" y="691235"/>
                  </a:lnTo>
                  <a:lnTo>
                    <a:pt x="729682" y="682538"/>
                  </a:lnTo>
                  <a:lnTo>
                    <a:pt x="656713" y="673989"/>
                  </a:lnTo>
                  <a:lnTo>
                    <a:pt x="583745" y="665581"/>
                  </a:lnTo>
                  <a:lnTo>
                    <a:pt x="510777" y="657307"/>
                  </a:lnTo>
                  <a:lnTo>
                    <a:pt x="437809" y="649159"/>
                  </a:lnTo>
                  <a:lnTo>
                    <a:pt x="364841" y="641130"/>
                  </a:lnTo>
                  <a:lnTo>
                    <a:pt x="291872" y="633215"/>
                  </a:lnTo>
                  <a:lnTo>
                    <a:pt x="218904" y="625407"/>
                  </a:lnTo>
                  <a:lnTo>
                    <a:pt x="145936" y="617700"/>
                  </a:lnTo>
                  <a:lnTo>
                    <a:pt x="72968" y="610090"/>
                  </a:lnTo>
                  <a:lnTo>
                    <a:pt x="0" y="602570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1167921" y="3415981"/>
              <a:ext cx="5764489" cy="903348"/>
            </a:xfrm>
            <a:custGeom>
              <a:avLst/>
              <a:gdLst/>
              <a:ahLst/>
              <a:cxnLst/>
              <a:rect l="0" t="0" r="0" b="0"/>
              <a:pathLst>
                <a:path w="5764489" h="903348">
                  <a:moveTo>
                    <a:pt x="0" y="0"/>
                  </a:moveTo>
                  <a:lnTo>
                    <a:pt x="72968" y="18458"/>
                  </a:lnTo>
                  <a:lnTo>
                    <a:pt x="145936" y="36825"/>
                  </a:lnTo>
                  <a:lnTo>
                    <a:pt x="218904" y="55097"/>
                  </a:lnTo>
                  <a:lnTo>
                    <a:pt x="291872" y="73267"/>
                  </a:lnTo>
                  <a:lnTo>
                    <a:pt x="364841" y="91330"/>
                  </a:lnTo>
                  <a:lnTo>
                    <a:pt x="437809" y="109279"/>
                  </a:lnTo>
                  <a:lnTo>
                    <a:pt x="510777" y="127109"/>
                  </a:lnTo>
                  <a:lnTo>
                    <a:pt x="583745" y="144812"/>
                  </a:lnTo>
                  <a:lnTo>
                    <a:pt x="656713" y="162382"/>
                  </a:lnTo>
                  <a:lnTo>
                    <a:pt x="729682" y="179811"/>
                  </a:lnTo>
                  <a:lnTo>
                    <a:pt x="802650" y="197092"/>
                  </a:lnTo>
                  <a:lnTo>
                    <a:pt x="875618" y="214218"/>
                  </a:lnTo>
                  <a:lnTo>
                    <a:pt x="948586" y="231178"/>
                  </a:lnTo>
                  <a:lnTo>
                    <a:pt x="1021555" y="247967"/>
                  </a:lnTo>
                  <a:lnTo>
                    <a:pt x="1094523" y="264574"/>
                  </a:lnTo>
                  <a:lnTo>
                    <a:pt x="1167491" y="280992"/>
                  </a:lnTo>
                  <a:lnTo>
                    <a:pt x="1240459" y="297212"/>
                  </a:lnTo>
                  <a:lnTo>
                    <a:pt x="1313427" y="313225"/>
                  </a:lnTo>
                  <a:lnTo>
                    <a:pt x="1386396" y="329022"/>
                  </a:lnTo>
                  <a:lnTo>
                    <a:pt x="1459364" y="344595"/>
                  </a:lnTo>
                  <a:lnTo>
                    <a:pt x="1532332" y="359937"/>
                  </a:lnTo>
                  <a:lnTo>
                    <a:pt x="1605300" y="375039"/>
                  </a:lnTo>
                  <a:lnTo>
                    <a:pt x="1678268" y="389893"/>
                  </a:lnTo>
                  <a:lnTo>
                    <a:pt x="1751237" y="404495"/>
                  </a:lnTo>
                  <a:lnTo>
                    <a:pt x="1824205" y="418836"/>
                  </a:lnTo>
                  <a:lnTo>
                    <a:pt x="1897173" y="432914"/>
                  </a:lnTo>
                  <a:lnTo>
                    <a:pt x="1970141" y="446722"/>
                  </a:lnTo>
                  <a:lnTo>
                    <a:pt x="2043110" y="460258"/>
                  </a:lnTo>
                  <a:lnTo>
                    <a:pt x="2116078" y="473520"/>
                  </a:lnTo>
                  <a:lnTo>
                    <a:pt x="2189046" y="486507"/>
                  </a:lnTo>
                  <a:lnTo>
                    <a:pt x="2262014" y="499219"/>
                  </a:lnTo>
                  <a:lnTo>
                    <a:pt x="2334982" y="511656"/>
                  </a:lnTo>
                  <a:lnTo>
                    <a:pt x="2407951" y="523821"/>
                  </a:lnTo>
                  <a:lnTo>
                    <a:pt x="2480919" y="535718"/>
                  </a:lnTo>
                  <a:lnTo>
                    <a:pt x="2553887" y="547350"/>
                  </a:lnTo>
                  <a:lnTo>
                    <a:pt x="2626855" y="558723"/>
                  </a:lnTo>
                  <a:lnTo>
                    <a:pt x="2699823" y="569842"/>
                  </a:lnTo>
                  <a:lnTo>
                    <a:pt x="2772792" y="580714"/>
                  </a:lnTo>
                  <a:lnTo>
                    <a:pt x="2845760" y="591347"/>
                  </a:lnTo>
                  <a:lnTo>
                    <a:pt x="2918728" y="601748"/>
                  </a:lnTo>
                  <a:lnTo>
                    <a:pt x="2991696" y="611926"/>
                  </a:lnTo>
                  <a:lnTo>
                    <a:pt x="3064665" y="621887"/>
                  </a:lnTo>
                  <a:lnTo>
                    <a:pt x="3137633" y="631643"/>
                  </a:lnTo>
                  <a:lnTo>
                    <a:pt x="3210601" y="641200"/>
                  </a:lnTo>
                  <a:lnTo>
                    <a:pt x="3283569" y="650567"/>
                  </a:lnTo>
                  <a:lnTo>
                    <a:pt x="3356537" y="659754"/>
                  </a:lnTo>
                  <a:lnTo>
                    <a:pt x="3429506" y="668768"/>
                  </a:lnTo>
                  <a:lnTo>
                    <a:pt x="3502474" y="677618"/>
                  </a:lnTo>
                  <a:lnTo>
                    <a:pt x="3575442" y="686313"/>
                  </a:lnTo>
                  <a:lnTo>
                    <a:pt x="3648410" y="694859"/>
                  </a:lnTo>
                  <a:lnTo>
                    <a:pt x="3721379" y="703265"/>
                  </a:lnTo>
                  <a:lnTo>
                    <a:pt x="3794347" y="711538"/>
                  </a:lnTo>
                  <a:lnTo>
                    <a:pt x="3867315" y="719684"/>
                  </a:lnTo>
                  <a:lnTo>
                    <a:pt x="3940283" y="727711"/>
                  </a:lnTo>
                  <a:lnTo>
                    <a:pt x="4013251" y="735624"/>
                  </a:lnTo>
                  <a:lnTo>
                    <a:pt x="4086220" y="743431"/>
                  </a:lnTo>
                  <a:lnTo>
                    <a:pt x="4159188" y="751136"/>
                  </a:lnTo>
                  <a:lnTo>
                    <a:pt x="4232156" y="758745"/>
                  </a:lnTo>
                  <a:lnTo>
                    <a:pt x="4305124" y="766263"/>
                  </a:lnTo>
                  <a:lnTo>
                    <a:pt x="4378092" y="773695"/>
                  </a:lnTo>
                  <a:lnTo>
                    <a:pt x="4451061" y="781046"/>
                  </a:lnTo>
                  <a:lnTo>
                    <a:pt x="4524029" y="788319"/>
                  </a:lnTo>
                  <a:lnTo>
                    <a:pt x="4596997" y="795520"/>
                  </a:lnTo>
                  <a:lnTo>
                    <a:pt x="4669965" y="802651"/>
                  </a:lnTo>
                  <a:lnTo>
                    <a:pt x="4742934" y="809717"/>
                  </a:lnTo>
                  <a:lnTo>
                    <a:pt x="4815902" y="816721"/>
                  </a:lnTo>
                  <a:lnTo>
                    <a:pt x="4888870" y="823666"/>
                  </a:lnTo>
                  <a:lnTo>
                    <a:pt x="4961838" y="830555"/>
                  </a:lnTo>
                  <a:lnTo>
                    <a:pt x="5034806" y="837391"/>
                  </a:lnTo>
                  <a:lnTo>
                    <a:pt x="5107775" y="844176"/>
                  </a:lnTo>
                  <a:lnTo>
                    <a:pt x="5180743" y="850914"/>
                  </a:lnTo>
                  <a:lnTo>
                    <a:pt x="5253711" y="857606"/>
                  </a:lnTo>
                  <a:lnTo>
                    <a:pt x="5326679" y="864254"/>
                  </a:lnTo>
                  <a:lnTo>
                    <a:pt x="5399647" y="870862"/>
                  </a:lnTo>
                  <a:lnTo>
                    <a:pt x="5472616" y="877430"/>
                  </a:lnTo>
                  <a:lnTo>
                    <a:pt x="5545584" y="883961"/>
                  </a:lnTo>
                  <a:lnTo>
                    <a:pt x="5618552" y="890457"/>
                  </a:lnTo>
                  <a:lnTo>
                    <a:pt x="5691520" y="896918"/>
                  </a:lnTo>
                  <a:lnTo>
                    <a:pt x="5764489" y="903348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1167921" y="4018552"/>
              <a:ext cx="5764489" cy="1148911"/>
            </a:xfrm>
            <a:custGeom>
              <a:avLst/>
              <a:gdLst/>
              <a:ahLst/>
              <a:cxnLst/>
              <a:rect l="0" t="0" r="0" b="0"/>
              <a:pathLst>
                <a:path w="5764489" h="1148911">
                  <a:moveTo>
                    <a:pt x="5764489" y="1148911"/>
                  </a:moveTo>
                  <a:lnTo>
                    <a:pt x="5691520" y="1129362"/>
                  </a:lnTo>
                  <a:lnTo>
                    <a:pt x="5618552" y="1109846"/>
                  </a:lnTo>
                  <a:lnTo>
                    <a:pt x="5545584" y="1090364"/>
                  </a:lnTo>
                  <a:lnTo>
                    <a:pt x="5472616" y="1070917"/>
                  </a:lnTo>
                  <a:lnTo>
                    <a:pt x="5399647" y="1051507"/>
                  </a:lnTo>
                  <a:lnTo>
                    <a:pt x="5326679" y="1032137"/>
                  </a:lnTo>
                  <a:lnTo>
                    <a:pt x="5253711" y="1012808"/>
                  </a:lnTo>
                  <a:lnTo>
                    <a:pt x="5180743" y="993522"/>
                  </a:lnTo>
                  <a:lnTo>
                    <a:pt x="5107775" y="974281"/>
                  </a:lnTo>
                  <a:lnTo>
                    <a:pt x="5034806" y="955089"/>
                  </a:lnTo>
                  <a:lnTo>
                    <a:pt x="4961838" y="935946"/>
                  </a:lnTo>
                  <a:lnTo>
                    <a:pt x="4888870" y="916857"/>
                  </a:lnTo>
                  <a:lnTo>
                    <a:pt x="4815902" y="897824"/>
                  </a:lnTo>
                  <a:lnTo>
                    <a:pt x="4742934" y="878850"/>
                  </a:lnTo>
                  <a:lnTo>
                    <a:pt x="4669965" y="859938"/>
                  </a:lnTo>
                  <a:lnTo>
                    <a:pt x="4596997" y="841091"/>
                  </a:lnTo>
                  <a:lnTo>
                    <a:pt x="4524029" y="822314"/>
                  </a:lnTo>
                  <a:lnTo>
                    <a:pt x="4451061" y="803610"/>
                  </a:lnTo>
                  <a:lnTo>
                    <a:pt x="4378092" y="784982"/>
                  </a:lnTo>
                  <a:lnTo>
                    <a:pt x="4305124" y="766437"/>
                  </a:lnTo>
                  <a:lnTo>
                    <a:pt x="4232156" y="747977"/>
                  </a:lnTo>
                  <a:lnTo>
                    <a:pt x="4159188" y="729608"/>
                  </a:lnTo>
                  <a:lnTo>
                    <a:pt x="4086220" y="711335"/>
                  </a:lnTo>
                  <a:lnTo>
                    <a:pt x="4013251" y="693163"/>
                  </a:lnTo>
                  <a:lnTo>
                    <a:pt x="3940283" y="675099"/>
                  </a:lnTo>
                  <a:lnTo>
                    <a:pt x="3867315" y="657148"/>
                  </a:lnTo>
                  <a:lnTo>
                    <a:pt x="3794347" y="639316"/>
                  </a:lnTo>
                  <a:lnTo>
                    <a:pt x="3721379" y="621611"/>
                  </a:lnTo>
                  <a:lnTo>
                    <a:pt x="3648410" y="604038"/>
                  </a:lnTo>
                  <a:lnTo>
                    <a:pt x="3575442" y="586607"/>
                  </a:lnTo>
                  <a:lnTo>
                    <a:pt x="3502474" y="569323"/>
                  </a:lnTo>
                  <a:lnTo>
                    <a:pt x="3429506" y="552196"/>
                  </a:lnTo>
                  <a:lnTo>
                    <a:pt x="3356537" y="535232"/>
                  </a:lnTo>
                  <a:lnTo>
                    <a:pt x="3283569" y="518441"/>
                  </a:lnTo>
                  <a:lnTo>
                    <a:pt x="3210601" y="501830"/>
                  </a:lnTo>
                  <a:lnTo>
                    <a:pt x="3137633" y="485409"/>
                  </a:lnTo>
                  <a:lnTo>
                    <a:pt x="3064665" y="469186"/>
                  </a:lnTo>
                  <a:lnTo>
                    <a:pt x="2991696" y="453170"/>
                  </a:lnTo>
                  <a:lnTo>
                    <a:pt x="2918728" y="437370"/>
                  </a:lnTo>
                  <a:lnTo>
                    <a:pt x="2845760" y="421793"/>
                  </a:lnTo>
                  <a:lnTo>
                    <a:pt x="2772792" y="406448"/>
                  </a:lnTo>
                  <a:lnTo>
                    <a:pt x="2699823" y="391342"/>
                  </a:lnTo>
                  <a:lnTo>
                    <a:pt x="2626855" y="376483"/>
                  </a:lnTo>
                  <a:lnTo>
                    <a:pt x="2553887" y="361878"/>
                  </a:lnTo>
                  <a:lnTo>
                    <a:pt x="2480919" y="347532"/>
                  </a:lnTo>
                  <a:lnTo>
                    <a:pt x="2407951" y="333451"/>
                  </a:lnTo>
                  <a:lnTo>
                    <a:pt x="2334982" y="319638"/>
                  </a:lnTo>
                  <a:lnTo>
                    <a:pt x="2262014" y="306098"/>
                  </a:lnTo>
                  <a:lnTo>
                    <a:pt x="2189046" y="292831"/>
                  </a:lnTo>
                  <a:lnTo>
                    <a:pt x="2116078" y="279840"/>
                  </a:lnTo>
                  <a:lnTo>
                    <a:pt x="2043110" y="267124"/>
                  </a:lnTo>
                  <a:lnTo>
                    <a:pt x="1970141" y="254682"/>
                  </a:lnTo>
                  <a:lnTo>
                    <a:pt x="1897173" y="242513"/>
                  </a:lnTo>
                  <a:lnTo>
                    <a:pt x="1824205" y="230612"/>
                  </a:lnTo>
                  <a:lnTo>
                    <a:pt x="1751237" y="218976"/>
                  </a:lnTo>
                  <a:lnTo>
                    <a:pt x="1678268" y="207599"/>
                  </a:lnTo>
                  <a:lnTo>
                    <a:pt x="1605300" y="196476"/>
                  </a:lnTo>
                  <a:lnTo>
                    <a:pt x="1532332" y="185600"/>
                  </a:lnTo>
                  <a:lnTo>
                    <a:pt x="1459364" y="174963"/>
                  </a:lnTo>
                  <a:lnTo>
                    <a:pt x="1386396" y="164558"/>
                  </a:lnTo>
                  <a:lnTo>
                    <a:pt x="1313427" y="154378"/>
                  </a:lnTo>
                  <a:lnTo>
                    <a:pt x="1240459" y="144412"/>
                  </a:lnTo>
                  <a:lnTo>
                    <a:pt x="1167491" y="134654"/>
                  </a:lnTo>
                  <a:lnTo>
                    <a:pt x="1094523" y="125094"/>
                  </a:lnTo>
                  <a:lnTo>
                    <a:pt x="1021555" y="115724"/>
                  </a:lnTo>
                  <a:lnTo>
                    <a:pt x="948586" y="106534"/>
                  </a:lnTo>
                  <a:lnTo>
                    <a:pt x="875618" y="97517"/>
                  </a:lnTo>
                  <a:lnTo>
                    <a:pt x="802650" y="88664"/>
                  </a:lnTo>
                  <a:lnTo>
                    <a:pt x="729682" y="79967"/>
                  </a:lnTo>
                  <a:lnTo>
                    <a:pt x="656713" y="71419"/>
                  </a:lnTo>
                  <a:lnTo>
                    <a:pt x="583745" y="63011"/>
                  </a:lnTo>
                  <a:lnTo>
                    <a:pt x="510777" y="54736"/>
                  </a:lnTo>
                  <a:lnTo>
                    <a:pt x="437809" y="46588"/>
                  </a:lnTo>
                  <a:lnTo>
                    <a:pt x="364841" y="38559"/>
                  </a:lnTo>
                  <a:lnTo>
                    <a:pt x="291872" y="30644"/>
                  </a:lnTo>
                  <a:lnTo>
                    <a:pt x="218904" y="22836"/>
                  </a:lnTo>
                  <a:lnTo>
                    <a:pt x="145936" y="15129"/>
                  </a:lnTo>
                  <a:lnTo>
                    <a:pt x="72968" y="75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1167921" y="3717267"/>
              <a:ext cx="5764489" cy="1026129"/>
            </a:xfrm>
            <a:custGeom>
              <a:avLst/>
              <a:gdLst/>
              <a:ahLst/>
              <a:cxnLst/>
              <a:rect l="0" t="0" r="0" b="0"/>
              <a:pathLst>
                <a:path w="5764489" h="1026129">
                  <a:moveTo>
                    <a:pt x="0" y="0"/>
                  </a:moveTo>
                  <a:lnTo>
                    <a:pt x="72968" y="12988"/>
                  </a:lnTo>
                  <a:lnTo>
                    <a:pt x="145936" y="25977"/>
                  </a:lnTo>
                  <a:lnTo>
                    <a:pt x="218904" y="38966"/>
                  </a:lnTo>
                  <a:lnTo>
                    <a:pt x="291872" y="51955"/>
                  </a:lnTo>
                  <a:lnTo>
                    <a:pt x="364841" y="64944"/>
                  </a:lnTo>
                  <a:lnTo>
                    <a:pt x="437809" y="77933"/>
                  </a:lnTo>
                  <a:lnTo>
                    <a:pt x="510777" y="90922"/>
                  </a:lnTo>
                  <a:lnTo>
                    <a:pt x="583745" y="103911"/>
                  </a:lnTo>
                  <a:lnTo>
                    <a:pt x="656713" y="116900"/>
                  </a:lnTo>
                  <a:lnTo>
                    <a:pt x="729682" y="129889"/>
                  </a:lnTo>
                  <a:lnTo>
                    <a:pt x="802650" y="142878"/>
                  </a:lnTo>
                  <a:lnTo>
                    <a:pt x="875618" y="155867"/>
                  </a:lnTo>
                  <a:lnTo>
                    <a:pt x="948586" y="168856"/>
                  </a:lnTo>
                  <a:lnTo>
                    <a:pt x="1021555" y="181845"/>
                  </a:lnTo>
                  <a:lnTo>
                    <a:pt x="1094523" y="194834"/>
                  </a:lnTo>
                  <a:lnTo>
                    <a:pt x="1167491" y="207823"/>
                  </a:lnTo>
                  <a:lnTo>
                    <a:pt x="1240459" y="220812"/>
                  </a:lnTo>
                  <a:lnTo>
                    <a:pt x="1313427" y="233801"/>
                  </a:lnTo>
                  <a:lnTo>
                    <a:pt x="1386396" y="246790"/>
                  </a:lnTo>
                  <a:lnTo>
                    <a:pt x="1459364" y="259779"/>
                  </a:lnTo>
                  <a:lnTo>
                    <a:pt x="1532332" y="272768"/>
                  </a:lnTo>
                  <a:lnTo>
                    <a:pt x="1605300" y="285757"/>
                  </a:lnTo>
                  <a:lnTo>
                    <a:pt x="1678268" y="298746"/>
                  </a:lnTo>
                  <a:lnTo>
                    <a:pt x="1751237" y="311735"/>
                  </a:lnTo>
                  <a:lnTo>
                    <a:pt x="1824205" y="324724"/>
                  </a:lnTo>
                  <a:lnTo>
                    <a:pt x="1897173" y="337713"/>
                  </a:lnTo>
                  <a:lnTo>
                    <a:pt x="1970141" y="350702"/>
                  </a:lnTo>
                  <a:lnTo>
                    <a:pt x="2043110" y="363691"/>
                  </a:lnTo>
                  <a:lnTo>
                    <a:pt x="2116078" y="376680"/>
                  </a:lnTo>
                  <a:lnTo>
                    <a:pt x="2189046" y="389669"/>
                  </a:lnTo>
                  <a:lnTo>
                    <a:pt x="2262014" y="402658"/>
                  </a:lnTo>
                  <a:lnTo>
                    <a:pt x="2334982" y="415647"/>
                  </a:lnTo>
                  <a:lnTo>
                    <a:pt x="2407951" y="428636"/>
                  </a:lnTo>
                  <a:lnTo>
                    <a:pt x="2480919" y="441625"/>
                  </a:lnTo>
                  <a:lnTo>
                    <a:pt x="2553887" y="454614"/>
                  </a:lnTo>
                  <a:lnTo>
                    <a:pt x="2626855" y="467603"/>
                  </a:lnTo>
                  <a:lnTo>
                    <a:pt x="2699823" y="480592"/>
                  </a:lnTo>
                  <a:lnTo>
                    <a:pt x="2772792" y="493581"/>
                  </a:lnTo>
                  <a:lnTo>
                    <a:pt x="2845760" y="506570"/>
                  </a:lnTo>
                  <a:lnTo>
                    <a:pt x="2918728" y="519559"/>
                  </a:lnTo>
                  <a:lnTo>
                    <a:pt x="2991696" y="532548"/>
                  </a:lnTo>
                  <a:lnTo>
                    <a:pt x="3064665" y="545537"/>
                  </a:lnTo>
                  <a:lnTo>
                    <a:pt x="3137633" y="558526"/>
                  </a:lnTo>
                  <a:lnTo>
                    <a:pt x="3210601" y="571515"/>
                  </a:lnTo>
                  <a:lnTo>
                    <a:pt x="3283569" y="584504"/>
                  </a:lnTo>
                  <a:lnTo>
                    <a:pt x="3356537" y="597493"/>
                  </a:lnTo>
                  <a:lnTo>
                    <a:pt x="3429506" y="610482"/>
                  </a:lnTo>
                  <a:lnTo>
                    <a:pt x="3502474" y="623471"/>
                  </a:lnTo>
                  <a:lnTo>
                    <a:pt x="3575442" y="636460"/>
                  </a:lnTo>
                  <a:lnTo>
                    <a:pt x="3648410" y="649449"/>
                  </a:lnTo>
                  <a:lnTo>
                    <a:pt x="3721379" y="662438"/>
                  </a:lnTo>
                  <a:lnTo>
                    <a:pt x="3794347" y="675427"/>
                  </a:lnTo>
                  <a:lnTo>
                    <a:pt x="3867315" y="688416"/>
                  </a:lnTo>
                  <a:lnTo>
                    <a:pt x="3940283" y="701405"/>
                  </a:lnTo>
                  <a:lnTo>
                    <a:pt x="4013251" y="714394"/>
                  </a:lnTo>
                  <a:lnTo>
                    <a:pt x="4086220" y="727383"/>
                  </a:lnTo>
                  <a:lnTo>
                    <a:pt x="4159188" y="740372"/>
                  </a:lnTo>
                  <a:lnTo>
                    <a:pt x="4232156" y="753361"/>
                  </a:lnTo>
                  <a:lnTo>
                    <a:pt x="4305124" y="766350"/>
                  </a:lnTo>
                  <a:lnTo>
                    <a:pt x="4378092" y="779339"/>
                  </a:lnTo>
                  <a:lnTo>
                    <a:pt x="4451061" y="792328"/>
                  </a:lnTo>
                  <a:lnTo>
                    <a:pt x="4524029" y="805317"/>
                  </a:lnTo>
                  <a:lnTo>
                    <a:pt x="4596997" y="818306"/>
                  </a:lnTo>
                  <a:lnTo>
                    <a:pt x="4669965" y="831295"/>
                  </a:lnTo>
                  <a:lnTo>
                    <a:pt x="4742934" y="844284"/>
                  </a:lnTo>
                  <a:lnTo>
                    <a:pt x="4815902" y="857273"/>
                  </a:lnTo>
                  <a:lnTo>
                    <a:pt x="4888870" y="870262"/>
                  </a:lnTo>
                  <a:lnTo>
                    <a:pt x="4961838" y="883251"/>
                  </a:lnTo>
                  <a:lnTo>
                    <a:pt x="5034806" y="896240"/>
                  </a:lnTo>
                  <a:lnTo>
                    <a:pt x="5107775" y="909229"/>
                  </a:lnTo>
                  <a:lnTo>
                    <a:pt x="5180743" y="922218"/>
                  </a:lnTo>
                  <a:lnTo>
                    <a:pt x="5253711" y="935207"/>
                  </a:lnTo>
                  <a:lnTo>
                    <a:pt x="5326679" y="948196"/>
                  </a:lnTo>
                  <a:lnTo>
                    <a:pt x="5399647" y="961184"/>
                  </a:lnTo>
                  <a:lnTo>
                    <a:pt x="5472616" y="974173"/>
                  </a:lnTo>
                  <a:lnTo>
                    <a:pt x="5545584" y="987162"/>
                  </a:lnTo>
                  <a:lnTo>
                    <a:pt x="5618552" y="1000151"/>
                  </a:lnTo>
                  <a:lnTo>
                    <a:pt x="5691520" y="1013140"/>
                  </a:lnTo>
                  <a:lnTo>
                    <a:pt x="5764489" y="1026129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t90"/>
            <p:cNvSpPr/>
            <p:nvPr/>
          </p:nvSpPr>
          <p:spPr>
            <a:xfrm>
              <a:off x="3893257" y="23972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t91"/>
            <p:cNvSpPr/>
            <p:nvPr/>
          </p:nvSpPr>
          <p:spPr>
            <a:xfrm>
              <a:off x="3893257" y="23881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t92"/>
            <p:cNvSpPr/>
            <p:nvPr/>
          </p:nvSpPr>
          <p:spPr>
            <a:xfrm>
              <a:off x="3893257" y="255422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t93"/>
            <p:cNvSpPr/>
            <p:nvPr/>
          </p:nvSpPr>
          <p:spPr>
            <a:xfrm>
              <a:off x="1109219" y="232583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t94"/>
            <p:cNvSpPr/>
            <p:nvPr/>
          </p:nvSpPr>
          <p:spPr>
            <a:xfrm>
              <a:off x="1109219" y="266366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t95"/>
            <p:cNvSpPr/>
            <p:nvPr/>
          </p:nvSpPr>
          <p:spPr>
            <a:xfrm>
              <a:off x="1109219" y="20117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t96"/>
            <p:cNvSpPr/>
            <p:nvPr/>
          </p:nvSpPr>
          <p:spPr>
            <a:xfrm>
              <a:off x="4935927" y="35616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t97"/>
            <p:cNvSpPr/>
            <p:nvPr/>
          </p:nvSpPr>
          <p:spPr>
            <a:xfrm>
              <a:off x="4935927" y="322513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t98"/>
            <p:cNvSpPr/>
            <p:nvPr/>
          </p:nvSpPr>
          <p:spPr>
            <a:xfrm>
              <a:off x="4935927" y="33107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t99"/>
            <p:cNvSpPr/>
            <p:nvPr/>
          </p:nvSpPr>
          <p:spPr>
            <a:xfrm>
              <a:off x="6873708" y="325368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t100"/>
            <p:cNvSpPr/>
            <p:nvPr/>
          </p:nvSpPr>
          <p:spPr>
            <a:xfrm>
              <a:off x="6873708" y="336787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t101"/>
            <p:cNvSpPr/>
            <p:nvPr/>
          </p:nvSpPr>
          <p:spPr>
            <a:xfrm>
              <a:off x="6873708" y="28504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t102"/>
            <p:cNvSpPr/>
            <p:nvPr/>
          </p:nvSpPr>
          <p:spPr>
            <a:xfrm>
              <a:off x="1886336" y="283258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t103"/>
            <p:cNvSpPr/>
            <p:nvPr/>
          </p:nvSpPr>
          <p:spPr>
            <a:xfrm>
              <a:off x="1886336" y="29804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t104"/>
            <p:cNvSpPr/>
            <p:nvPr/>
          </p:nvSpPr>
          <p:spPr>
            <a:xfrm>
              <a:off x="1886336" y="29351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t105"/>
            <p:cNvSpPr/>
            <p:nvPr/>
          </p:nvSpPr>
          <p:spPr>
            <a:xfrm>
              <a:off x="1152827" y="283654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t106"/>
            <p:cNvSpPr/>
            <p:nvPr/>
          </p:nvSpPr>
          <p:spPr>
            <a:xfrm>
              <a:off x="1152827" y="28771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t107"/>
            <p:cNvSpPr/>
            <p:nvPr/>
          </p:nvSpPr>
          <p:spPr>
            <a:xfrm>
              <a:off x="1152827" y="343173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t108"/>
            <p:cNvSpPr/>
            <p:nvPr/>
          </p:nvSpPr>
          <p:spPr>
            <a:xfrm>
              <a:off x="1646333" y="443847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t109"/>
            <p:cNvSpPr/>
            <p:nvPr/>
          </p:nvSpPr>
          <p:spPr>
            <a:xfrm>
              <a:off x="1646333" y="355820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t110"/>
            <p:cNvSpPr/>
            <p:nvPr/>
          </p:nvSpPr>
          <p:spPr>
            <a:xfrm>
              <a:off x="4592042" y="340356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t111"/>
            <p:cNvSpPr/>
            <p:nvPr/>
          </p:nvSpPr>
          <p:spPr>
            <a:xfrm>
              <a:off x="4592042" y="293964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1167921" y="2617848"/>
              <a:ext cx="5764489" cy="1096832"/>
            </a:xfrm>
            <a:custGeom>
              <a:avLst/>
              <a:gdLst/>
              <a:ahLst/>
              <a:cxnLst/>
              <a:rect l="0" t="0" r="0" b="0"/>
              <a:pathLst>
                <a:path w="5764489" h="1096832">
                  <a:moveTo>
                    <a:pt x="0" y="0"/>
                  </a:moveTo>
                  <a:lnTo>
                    <a:pt x="72968" y="9516"/>
                  </a:lnTo>
                  <a:lnTo>
                    <a:pt x="145936" y="18928"/>
                  </a:lnTo>
                  <a:lnTo>
                    <a:pt x="218904" y="28230"/>
                  </a:lnTo>
                  <a:lnTo>
                    <a:pt x="291872" y="37415"/>
                  </a:lnTo>
                  <a:lnTo>
                    <a:pt x="364841" y="46477"/>
                  </a:lnTo>
                  <a:lnTo>
                    <a:pt x="437809" y="55410"/>
                  </a:lnTo>
                  <a:lnTo>
                    <a:pt x="510777" y="64206"/>
                  </a:lnTo>
                  <a:lnTo>
                    <a:pt x="583745" y="72858"/>
                  </a:lnTo>
                  <a:lnTo>
                    <a:pt x="656713" y="81358"/>
                  </a:lnTo>
                  <a:lnTo>
                    <a:pt x="729682" y="89697"/>
                  </a:lnTo>
                  <a:lnTo>
                    <a:pt x="802650" y="97868"/>
                  </a:lnTo>
                  <a:lnTo>
                    <a:pt x="875618" y="105862"/>
                  </a:lnTo>
                  <a:lnTo>
                    <a:pt x="948586" y="113670"/>
                  </a:lnTo>
                  <a:lnTo>
                    <a:pt x="1021555" y="121282"/>
                  </a:lnTo>
                  <a:lnTo>
                    <a:pt x="1094523" y="128689"/>
                  </a:lnTo>
                  <a:lnTo>
                    <a:pt x="1167491" y="135882"/>
                  </a:lnTo>
                  <a:lnTo>
                    <a:pt x="1240459" y="142850"/>
                  </a:lnTo>
                  <a:lnTo>
                    <a:pt x="1313427" y="149586"/>
                  </a:lnTo>
                  <a:lnTo>
                    <a:pt x="1386396" y="156078"/>
                  </a:lnTo>
                  <a:lnTo>
                    <a:pt x="1459364" y="162318"/>
                  </a:lnTo>
                  <a:lnTo>
                    <a:pt x="1532332" y="168298"/>
                  </a:lnTo>
                  <a:lnTo>
                    <a:pt x="1605300" y="174007"/>
                  </a:lnTo>
                  <a:lnTo>
                    <a:pt x="1678268" y="179439"/>
                  </a:lnTo>
                  <a:lnTo>
                    <a:pt x="1751237" y="184586"/>
                  </a:lnTo>
                  <a:lnTo>
                    <a:pt x="1824205" y="189441"/>
                  </a:lnTo>
                  <a:lnTo>
                    <a:pt x="1897173" y="194000"/>
                  </a:lnTo>
                  <a:lnTo>
                    <a:pt x="1970141" y="198256"/>
                  </a:lnTo>
                  <a:lnTo>
                    <a:pt x="2043110" y="202207"/>
                  </a:lnTo>
                  <a:lnTo>
                    <a:pt x="2116078" y="205849"/>
                  </a:lnTo>
                  <a:lnTo>
                    <a:pt x="2189046" y="209182"/>
                  </a:lnTo>
                  <a:lnTo>
                    <a:pt x="2262014" y="212205"/>
                  </a:lnTo>
                  <a:lnTo>
                    <a:pt x="2334982" y="214919"/>
                  </a:lnTo>
                  <a:lnTo>
                    <a:pt x="2407951" y="217326"/>
                  </a:lnTo>
                  <a:lnTo>
                    <a:pt x="2480919" y="219430"/>
                  </a:lnTo>
                  <a:lnTo>
                    <a:pt x="2553887" y="221235"/>
                  </a:lnTo>
                  <a:lnTo>
                    <a:pt x="2626855" y="222747"/>
                  </a:lnTo>
                  <a:lnTo>
                    <a:pt x="2699823" y="223971"/>
                  </a:lnTo>
                  <a:lnTo>
                    <a:pt x="2772792" y="224916"/>
                  </a:lnTo>
                  <a:lnTo>
                    <a:pt x="2845760" y="225587"/>
                  </a:lnTo>
                  <a:lnTo>
                    <a:pt x="2918728" y="225995"/>
                  </a:lnTo>
                  <a:lnTo>
                    <a:pt x="2991696" y="226148"/>
                  </a:lnTo>
                  <a:lnTo>
                    <a:pt x="3064665" y="226054"/>
                  </a:lnTo>
                  <a:lnTo>
                    <a:pt x="3137633" y="225724"/>
                  </a:lnTo>
                  <a:lnTo>
                    <a:pt x="3210601" y="225166"/>
                  </a:lnTo>
                  <a:lnTo>
                    <a:pt x="3283569" y="224391"/>
                  </a:lnTo>
                  <a:lnTo>
                    <a:pt x="3356537" y="223408"/>
                  </a:lnTo>
                  <a:lnTo>
                    <a:pt x="3429506" y="222227"/>
                  </a:lnTo>
                  <a:lnTo>
                    <a:pt x="3502474" y="220855"/>
                  </a:lnTo>
                  <a:lnTo>
                    <a:pt x="3575442" y="219304"/>
                  </a:lnTo>
                  <a:lnTo>
                    <a:pt x="3648410" y="217581"/>
                  </a:lnTo>
                  <a:lnTo>
                    <a:pt x="3721379" y="215695"/>
                  </a:lnTo>
                  <a:lnTo>
                    <a:pt x="3794347" y="213655"/>
                  </a:lnTo>
                  <a:lnTo>
                    <a:pt x="3867315" y="211467"/>
                  </a:lnTo>
                  <a:lnTo>
                    <a:pt x="3940283" y="209141"/>
                  </a:lnTo>
                  <a:lnTo>
                    <a:pt x="4013251" y="206682"/>
                  </a:lnTo>
                  <a:lnTo>
                    <a:pt x="4086220" y="204099"/>
                  </a:lnTo>
                  <a:lnTo>
                    <a:pt x="4159188" y="201396"/>
                  </a:lnTo>
                  <a:lnTo>
                    <a:pt x="4232156" y="198582"/>
                  </a:lnTo>
                  <a:lnTo>
                    <a:pt x="4305124" y="195661"/>
                  </a:lnTo>
                  <a:lnTo>
                    <a:pt x="4378092" y="192639"/>
                  </a:lnTo>
                  <a:lnTo>
                    <a:pt x="4451061" y="189521"/>
                  </a:lnTo>
                  <a:lnTo>
                    <a:pt x="4524029" y="186313"/>
                  </a:lnTo>
                  <a:lnTo>
                    <a:pt x="4596997" y="183019"/>
                  </a:lnTo>
                  <a:lnTo>
                    <a:pt x="4669965" y="179644"/>
                  </a:lnTo>
                  <a:lnTo>
                    <a:pt x="4742934" y="176192"/>
                  </a:lnTo>
                  <a:lnTo>
                    <a:pt x="4815902" y="172666"/>
                  </a:lnTo>
                  <a:lnTo>
                    <a:pt x="4888870" y="169071"/>
                  </a:lnTo>
                  <a:lnTo>
                    <a:pt x="4961838" y="165410"/>
                  </a:lnTo>
                  <a:lnTo>
                    <a:pt x="5034806" y="161686"/>
                  </a:lnTo>
                  <a:lnTo>
                    <a:pt x="5107775" y="157902"/>
                  </a:lnTo>
                  <a:lnTo>
                    <a:pt x="5180743" y="154062"/>
                  </a:lnTo>
                  <a:lnTo>
                    <a:pt x="5253711" y="150169"/>
                  </a:lnTo>
                  <a:lnTo>
                    <a:pt x="5326679" y="146223"/>
                  </a:lnTo>
                  <a:lnTo>
                    <a:pt x="5399647" y="142230"/>
                  </a:lnTo>
                  <a:lnTo>
                    <a:pt x="5472616" y="138189"/>
                  </a:lnTo>
                  <a:lnTo>
                    <a:pt x="5545584" y="134105"/>
                  </a:lnTo>
                  <a:lnTo>
                    <a:pt x="5618552" y="129978"/>
                  </a:lnTo>
                  <a:lnTo>
                    <a:pt x="5691520" y="125811"/>
                  </a:lnTo>
                  <a:lnTo>
                    <a:pt x="5764489" y="121606"/>
                  </a:lnTo>
                  <a:lnTo>
                    <a:pt x="5764489" y="1096832"/>
                  </a:lnTo>
                  <a:lnTo>
                    <a:pt x="5691520" y="1086066"/>
                  </a:lnTo>
                  <a:lnTo>
                    <a:pt x="5618552" y="1075339"/>
                  </a:lnTo>
                  <a:lnTo>
                    <a:pt x="5545584" y="1064651"/>
                  </a:lnTo>
                  <a:lnTo>
                    <a:pt x="5472616" y="1054006"/>
                  </a:lnTo>
                  <a:lnTo>
                    <a:pt x="5399647" y="1043405"/>
                  </a:lnTo>
                  <a:lnTo>
                    <a:pt x="5326679" y="1032850"/>
                  </a:lnTo>
                  <a:lnTo>
                    <a:pt x="5253711" y="1022345"/>
                  </a:lnTo>
                  <a:lnTo>
                    <a:pt x="5180743" y="1011890"/>
                  </a:lnTo>
                  <a:lnTo>
                    <a:pt x="5107775" y="1001489"/>
                  </a:lnTo>
                  <a:lnTo>
                    <a:pt x="5034806" y="991145"/>
                  </a:lnTo>
                  <a:lnTo>
                    <a:pt x="4961838" y="980861"/>
                  </a:lnTo>
                  <a:lnTo>
                    <a:pt x="4888870" y="970639"/>
                  </a:lnTo>
                  <a:lnTo>
                    <a:pt x="4815902" y="960483"/>
                  </a:lnTo>
                  <a:lnTo>
                    <a:pt x="4742934" y="950396"/>
                  </a:lnTo>
                  <a:lnTo>
                    <a:pt x="4669965" y="940383"/>
                  </a:lnTo>
                  <a:lnTo>
                    <a:pt x="4596997" y="930447"/>
                  </a:lnTo>
                  <a:lnTo>
                    <a:pt x="4524029" y="920593"/>
                  </a:lnTo>
                  <a:lnTo>
                    <a:pt x="4451061" y="910824"/>
                  </a:lnTo>
                  <a:lnTo>
                    <a:pt x="4378092" y="901146"/>
                  </a:lnTo>
                  <a:lnTo>
                    <a:pt x="4305124" y="891563"/>
                  </a:lnTo>
                  <a:lnTo>
                    <a:pt x="4232156" y="882081"/>
                  </a:lnTo>
                  <a:lnTo>
                    <a:pt x="4159188" y="872706"/>
                  </a:lnTo>
                  <a:lnTo>
                    <a:pt x="4086220" y="863443"/>
                  </a:lnTo>
                  <a:lnTo>
                    <a:pt x="4013251" y="854299"/>
                  </a:lnTo>
                  <a:lnTo>
                    <a:pt x="3940283" y="845279"/>
                  </a:lnTo>
                  <a:lnTo>
                    <a:pt x="3867315" y="836392"/>
                  </a:lnTo>
                  <a:lnTo>
                    <a:pt x="3794347" y="827644"/>
                  </a:lnTo>
                  <a:lnTo>
                    <a:pt x="3721379" y="819043"/>
                  </a:lnTo>
                  <a:lnTo>
                    <a:pt x="3648410" y="810596"/>
                  </a:lnTo>
                  <a:lnTo>
                    <a:pt x="3575442" y="802313"/>
                  </a:lnTo>
                  <a:lnTo>
                    <a:pt x="3502474" y="794200"/>
                  </a:lnTo>
                  <a:lnTo>
                    <a:pt x="3429506" y="786269"/>
                  </a:lnTo>
                  <a:lnTo>
                    <a:pt x="3356537" y="778526"/>
                  </a:lnTo>
                  <a:lnTo>
                    <a:pt x="3283569" y="770982"/>
                  </a:lnTo>
                  <a:lnTo>
                    <a:pt x="3210601" y="763647"/>
                  </a:lnTo>
                  <a:lnTo>
                    <a:pt x="3137633" y="756528"/>
                  </a:lnTo>
                  <a:lnTo>
                    <a:pt x="3064665" y="749637"/>
                  </a:lnTo>
                  <a:lnTo>
                    <a:pt x="2991696" y="742983"/>
                  </a:lnTo>
                  <a:lnTo>
                    <a:pt x="2918728" y="736575"/>
                  </a:lnTo>
                  <a:lnTo>
                    <a:pt x="2845760" y="730422"/>
                  </a:lnTo>
                  <a:lnTo>
                    <a:pt x="2772792" y="724533"/>
                  </a:lnTo>
                  <a:lnTo>
                    <a:pt x="2699823" y="718917"/>
                  </a:lnTo>
                  <a:lnTo>
                    <a:pt x="2626855" y="713580"/>
                  </a:lnTo>
                  <a:lnTo>
                    <a:pt x="2553887" y="708531"/>
                  </a:lnTo>
                  <a:lnTo>
                    <a:pt x="2480919" y="703776"/>
                  </a:lnTo>
                  <a:lnTo>
                    <a:pt x="2407951" y="699319"/>
                  </a:lnTo>
                  <a:lnTo>
                    <a:pt x="2334982" y="695166"/>
                  </a:lnTo>
                  <a:lnTo>
                    <a:pt x="2262014" y="691319"/>
                  </a:lnTo>
                  <a:lnTo>
                    <a:pt x="2189046" y="687781"/>
                  </a:lnTo>
                  <a:lnTo>
                    <a:pt x="2116078" y="684553"/>
                  </a:lnTo>
                  <a:lnTo>
                    <a:pt x="2043110" y="681635"/>
                  </a:lnTo>
                  <a:lnTo>
                    <a:pt x="1970141" y="679025"/>
                  </a:lnTo>
                  <a:lnTo>
                    <a:pt x="1897173" y="676720"/>
                  </a:lnTo>
                  <a:lnTo>
                    <a:pt x="1824205" y="674718"/>
                  </a:lnTo>
                  <a:lnTo>
                    <a:pt x="1751237" y="673013"/>
                  </a:lnTo>
                  <a:lnTo>
                    <a:pt x="1678268" y="671599"/>
                  </a:lnTo>
                  <a:lnTo>
                    <a:pt x="1605300" y="670470"/>
                  </a:lnTo>
                  <a:lnTo>
                    <a:pt x="1532332" y="669619"/>
                  </a:lnTo>
                  <a:lnTo>
                    <a:pt x="1459364" y="669037"/>
                  </a:lnTo>
                  <a:lnTo>
                    <a:pt x="1386396" y="668717"/>
                  </a:lnTo>
                  <a:lnTo>
                    <a:pt x="1313427" y="668649"/>
                  </a:lnTo>
                  <a:lnTo>
                    <a:pt x="1240459" y="668823"/>
                  </a:lnTo>
                  <a:lnTo>
                    <a:pt x="1167491" y="669231"/>
                  </a:lnTo>
                  <a:lnTo>
                    <a:pt x="1094523" y="669863"/>
                  </a:lnTo>
                  <a:lnTo>
                    <a:pt x="1021555" y="670710"/>
                  </a:lnTo>
                  <a:lnTo>
                    <a:pt x="948586" y="671761"/>
                  </a:lnTo>
                  <a:lnTo>
                    <a:pt x="875618" y="673008"/>
                  </a:lnTo>
                  <a:lnTo>
                    <a:pt x="802650" y="674441"/>
                  </a:lnTo>
                  <a:lnTo>
                    <a:pt x="729682" y="676051"/>
                  </a:lnTo>
                  <a:lnTo>
                    <a:pt x="656713" y="677830"/>
                  </a:lnTo>
                  <a:lnTo>
                    <a:pt x="583745" y="679769"/>
                  </a:lnTo>
                  <a:lnTo>
                    <a:pt x="510777" y="681860"/>
                  </a:lnTo>
                  <a:lnTo>
                    <a:pt x="437809" y="684096"/>
                  </a:lnTo>
                  <a:lnTo>
                    <a:pt x="364841" y="686468"/>
                  </a:lnTo>
                  <a:lnTo>
                    <a:pt x="291872" y="688969"/>
                  </a:lnTo>
                  <a:lnTo>
                    <a:pt x="218904" y="691594"/>
                  </a:lnTo>
                  <a:lnTo>
                    <a:pt x="145936" y="694335"/>
                  </a:lnTo>
                  <a:lnTo>
                    <a:pt x="72968" y="697186"/>
                  </a:lnTo>
                  <a:lnTo>
                    <a:pt x="0" y="700142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3" name="pl113"/>
            <p:cNvSpPr/>
            <p:nvPr/>
          </p:nvSpPr>
          <p:spPr>
            <a:xfrm>
              <a:off x="1167921" y="2617848"/>
              <a:ext cx="5764489" cy="226148"/>
            </a:xfrm>
            <a:custGeom>
              <a:avLst/>
              <a:gdLst/>
              <a:ahLst/>
              <a:cxnLst/>
              <a:rect l="0" t="0" r="0" b="0"/>
              <a:pathLst>
                <a:path w="5764489" h="226148">
                  <a:moveTo>
                    <a:pt x="0" y="0"/>
                  </a:moveTo>
                  <a:lnTo>
                    <a:pt x="72968" y="9516"/>
                  </a:lnTo>
                  <a:lnTo>
                    <a:pt x="145936" y="18928"/>
                  </a:lnTo>
                  <a:lnTo>
                    <a:pt x="218904" y="28230"/>
                  </a:lnTo>
                  <a:lnTo>
                    <a:pt x="291872" y="37415"/>
                  </a:lnTo>
                  <a:lnTo>
                    <a:pt x="364841" y="46477"/>
                  </a:lnTo>
                  <a:lnTo>
                    <a:pt x="437809" y="55410"/>
                  </a:lnTo>
                  <a:lnTo>
                    <a:pt x="510777" y="64206"/>
                  </a:lnTo>
                  <a:lnTo>
                    <a:pt x="583745" y="72858"/>
                  </a:lnTo>
                  <a:lnTo>
                    <a:pt x="656713" y="81358"/>
                  </a:lnTo>
                  <a:lnTo>
                    <a:pt x="729682" y="89697"/>
                  </a:lnTo>
                  <a:lnTo>
                    <a:pt x="802650" y="97868"/>
                  </a:lnTo>
                  <a:lnTo>
                    <a:pt x="875618" y="105862"/>
                  </a:lnTo>
                  <a:lnTo>
                    <a:pt x="948586" y="113670"/>
                  </a:lnTo>
                  <a:lnTo>
                    <a:pt x="1021555" y="121282"/>
                  </a:lnTo>
                  <a:lnTo>
                    <a:pt x="1094523" y="128689"/>
                  </a:lnTo>
                  <a:lnTo>
                    <a:pt x="1167491" y="135882"/>
                  </a:lnTo>
                  <a:lnTo>
                    <a:pt x="1240459" y="142850"/>
                  </a:lnTo>
                  <a:lnTo>
                    <a:pt x="1313427" y="149586"/>
                  </a:lnTo>
                  <a:lnTo>
                    <a:pt x="1386396" y="156078"/>
                  </a:lnTo>
                  <a:lnTo>
                    <a:pt x="1459364" y="162318"/>
                  </a:lnTo>
                  <a:lnTo>
                    <a:pt x="1532332" y="168298"/>
                  </a:lnTo>
                  <a:lnTo>
                    <a:pt x="1605300" y="174007"/>
                  </a:lnTo>
                  <a:lnTo>
                    <a:pt x="1678268" y="179439"/>
                  </a:lnTo>
                  <a:lnTo>
                    <a:pt x="1751237" y="184586"/>
                  </a:lnTo>
                  <a:lnTo>
                    <a:pt x="1824205" y="189441"/>
                  </a:lnTo>
                  <a:lnTo>
                    <a:pt x="1897173" y="194000"/>
                  </a:lnTo>
                  <a:lnTo>
                    <a:pt x="1970141" y="198256"/>
                  </a:lnTo>
                  <a:lnTo>
                    <a:pt x="2043110" y="202207"/>
                  </a:lnTo>
                  <a:lnTo>
                    <a:pt x="2116078" y="205849"/>
                  </a:lnTo>
                  <a:lnTo>
                    <a:pt x="2189046" y="209182"/>
                  </a:lnTo>
                  <a:lnTo>
                    <a:pt x="2262014" y="212205"/>
                  </a:lnTo>
                  <a:lnTo>
                    <a:pt x="2334982" y="214919"/>
                  </a:lnTo>
                  <a:lnTo>
                    <a:pt x="2407951" y="217326"/>
                  </a:lnTo>
                  <a:lnTo>
                    <a:pt x="2480919" y="219430"/>
                  </a:lnTo>
                  <a:lnTo>
                    <a:pt x="2553887" y="221235"/>
                  </a:lnTo>
                  <a:lnTo>
                    <a:pt x="2626855" y="222747"/>
                  </a:lnTo>
                  <a:lnTo>
                    <a:pt x="2699823" y="223971"/>
                  </a:lnTo>
                  <a:lnTo>
                    <a:pt x="2772792" y="224916"/>
                  </a:lnTo>
                  <a:lnTo>
                    <a:pt x="2845760" y="225587"/>
                  </a:lnTo>
                  <a:lnTo>
                    <a:pt x="2918728" y="225995"/>
                  </a:lnTo>
                  <a:lnTo>
                    <a:pt x="2991696" y="226148"/>
                  </a:lnTo>
                  <a:lnTo>
                    <a:pt x="3064665" y="226054"/>
                  </a:lnTo>
                  <a:lnTo>
                    <a:pt x="3137633" y="225724"/>
                  </a:lnTo>
                  <a:lnTo>
                    <a:pt x="3210601" y="225166"/>
                  </a:lnTo>
                  <a:lnTo>
                    <a:pt x="3283569" y="224391"/>
                  </a:lnTo>
                  <a:lnTo>
                    <a:pt x="3356537" y="223408"/>
                  </a:lnTo>
                  <a:lnTo>
                    <a:pt x="3429506" y="222227"/>
                  </a:lnTo>
                  <a:lnTo>
                    <a:pt x="3502474" y="220855"/>
                  </a:lnTo>
                  <a:lnTo>
                    <a:pt x="3575442" y="219304"/>
                  </a:lnTo>
                  <a:lnTo>
                    <a:pt x="3648410" y="217581"/>
                  </a:lnTo>
                  <a:lnTo>
                    <a:pt x="3721379" y="215695"/>
                  </a:lnTo>
                  <a:lnTo>
                    <a:pt x="3794347" y="213655"/>
                  </a:lnTo>
                  <a:lnTo>
                    <a:pt x="3867315" y="211467"/>
                  </a:lnTo>
                  <a:lnTo>
                    <a:pt x="3940283" y="209141"/>
                  </a:lnTo>
                  <a:lnTo>
                    <a:pt x="4013251" y="206682"/>
                  </a:lnTo>
                  <a:lnTo>
                    <a:pt x="4086220" y="204099"/>
                  </a:lnTo>
                  <a:lnTo>
                    <a:pt x="4159188" y="201396"/>
                  </a:lnTo>
                  <a:lnTo>
                    <a:pt x="4232156" y="198582"/>
                  </a:lnTo>
                  <a:lnTo>
                    <a:pt x="4305124" y="195661"/>
                  </a:lnTo>
                  <a:lnTo>
                    <a:pt x="4378092" y="192639"/>
                  </a:lnTo>
                  <a:lnTo>
                    <a:pt x="4451061" y="189521"/>
                  </a:lnTo>
                  <a:lnTo>
                    <a:pt x="4524029" y="186313"/>
                  </a:lnTo>
                  <a:lnTo>
                    <a:pt x="4596997" y="183019"/>
                  </a:lnTo>
                  <a:lnTo>
                    <a:pt x="4669965" y="179644"/>
                  </a:lnTo>
                  <a:lnTo>
                    <a:pt x="4742934" y="176192"/>
                  </a:lnTo>
                  <a:lnTo>
                    <a:pt x="4815902" y="172666"/>
                  </a:lnTo>
                  <a:lnTo>
                    <a:pt x="4888870" y="169071"/>
                  </a:lnTo>
                  <a:lnTo>
                    <a:pt x="4961838" y="165410"/>
                  </a:lnTo>
                  <a:lnTo>
                    <a:pt x="5034806" y="161686"/>
                  </a:lnTo>
                  <a:lnTo>
                    <a:pt x="5107775" y="157902"/>
                  </a:lnTo>
                  <a:lnTo>
                    <a:pt x="5180743" y="154062"/>
                  </a:lnTo>
                  <a:lnTo>
                    <a:pt x="5253711" y="150169"/>
                  </a:lnTo>
                  <a:lnTo>
                    <a:pt x="5326679" y="146223"/>
                  </a:lnTo>
                  <a:lnTo>
                    <a:pt x="5399647" y="142230"/>
                  </a:lnTo>
                  <a:lnTo>
                    <a:pt x="5472616" y="138189"/>
                  </a:lnTo>
                  <a:lnTo>
                    <a:pt x="5545584" y="134105"/>
                  </a:lnTo>
                  <a:lnTo>
                    <a:pt x="5618552" y="129978"/>
                  </a:lnTo>
                  <a:lnTo>
                    <a:pt x="5691520" y="125811"/>
                  </a:lnTo>
                  <a:lnTo>
                    <a:pt x="5764489" y="12160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4" name="pl114"/>
            <p:cNvSpPr/>
            <p:nvPr/>
          </p:nvSpPr>
          <p:spPr>
            <a:xfrm>
              <a:off x="1167921" y="3286497"/>
              <a:ext cx="5764489" cy="428183"/>
            </a:xfrm>
            <a:custGeom>
              <a:avLst/>
              <a:gdLst/>
              <a:ahLst/>
              <a:cxnLst/>
              <a:rect l="0" t="0" r="0" b="0"/>
              <a:pathLst>
                <a:path w="5764489" h="428183">
                  <a:moveTo>
                    <a:pt x="5764489" y="428183"/>
                  </a:moveTo>
                  <a:lnTo>
                    <a:pt x="5691520" y="417417"/>
                  </a:lnTo>
                  <a:lnTo>
                    <a:pt x="5618552" y="406689"/>
                  </a:lnTo>
                  <a:lnTo>
                    <a:pt x="5545584" y="396002"/>
                  </a:lnTo>
                  <a:lnTo>
                    <a:pt x="5472616" y="385357"/>
                  </a:lnTo>
                  <a:lnTo>
                    <a:pt x="5399647" y="374756"/>
                  </a:lnTo>
                  <a:lnTo>
                    <a:pt x="5326679" y="364201"/>
                  </a:lnTo>
                  <a:lnTo>
                    <a:pt x="5253711" y="353695"/>
                  </a:lnTo>
                  <a:lnTo>
                    <a:pt x="5180743" y="343241"/>
                  </a:lnTo>
                  <a:lnTo>
                    <a:pt x="5107775" y="332840"/>
                  </a:lnTo>
                  <a:lnTo>
                    <a:pt x="5034806" y="322496"/>
                  </a:lnTo>
                  <a:lnTo>
                    <a:pt x="4961838" y="312212"/>
                  </a:lnTo>
                  <a:lnTo>
                    <a:pt x="4888870" y="301990"/>
                  </a:lnTo>
                  <a:lnTo>
                    <a:pt x="4815902" y="291834"/>
                  </a:lnTo>
                  <a:lnTo>
                    <a:pt x="4742934" y="281747"/>
                  </a:lnTo>
                  <a:lnTo>
                    <a:pt x="4669965" y="271734"/>
                  </a:lnTo>
                  <a:lnTo>
                    <a:pt x="4596997" y="261798"/>
                  </a:lnTo>
                  <a:lnTo>
                    <a:pt x="4524029" y="251944"/>
                  </a:lnTo>
                  <a:lnTo>
                    <a:pt x="4451061" y="242175"/>
                  </a:lnTo>
                  <a:lnTo>
                    <a:pt x="4378092" y="232497"/>
                  </a:lnTo>
                  <a:lnTo>
                    <a:pt x="4305124" y="222914"/>
                  </a:lnTo>
                  <a:lnTo>
                    <a:pt x="4232156" y="213432"/>
                  </a:lnTo>
                  <a:lnTo>
                    <a:pt x="4159188" y="204057"/>
                  </a:lnTo>
                  <a:lnTo>
                    <a:pt x="4086220" y="194794"/>
                  </a:lnTo>
                  <a:lnTo>
                    <a:pt x="4013251" y="185650"/>
                  </a:lnTo>
                  <a:lnTo>
                    <a:pt x="3940283" y="176630"/>
                  </a:lnTo>
                  <a:lnTo>
                    <a:pt x="3867315" y="167743"/>
                  </a:lnTo>
                  <a:lnTo>
                    <a:pt x="3794347" y="158995"/>
                  </a:lnTo>
                  <a:lnTo>
                    <a:pt x="3721379" y="150394"/>
                  </a:lnTo>
                  <a:lnTo>
                    <a:pt x="3648410" y="141947"/>
                  </a:lnTo>
                  <a:lnTo>
                    <a:pt x="3575442" y="133663"/>
                  </a:lnTo>
                  <a:lnTo>
                    <a:pt x="3502474" y="125551"/>
                  </a:lnTo>
                  <a:lnTo>
                    <a:pt x="3429506" y="117620"/>
                  </a:lnTo>
                  <a:lnTo>
                    <a:pt x="3356537" y="109877"/>
                  </a:lnTo>
                  <a:lnTo>
                    <a:pt x="3283569" y="102333"/>
                  </a:lnTo>
                  <a:lnTo>
                    <a:pt x="3210601" y="94997"/>
                  </a:lnTo>
                  <a:lnTo>
                    <a:pt x="3137633" y="87879"/>
                  </a:lnTo>
                  <a:lnTo>
                    <a:pt x="3064665" y="80988"/>
                  </a:lnTo>
                  <a:lnTo>
                    <a:pt x="2991696" y="74334"/>
                  </a:lnTo>
                  <a:lnTo>
                    <a:pt x="2918728" y="67926"/>
                  </a:lnTo>
                  <a:lnTo>
                    <a:pt x="2845760" y="61773"/>
                  </a:lnTo>
                  <a:lnTo>
                    <a:pt x="2772792" y="55884"/>
                  </a:lnTo>
                  <a:lnTo>
                    <a:pt x="2699823" y="50267"/>
                  </a:lnTo>
                  <a:lnTo>
                    <a:pt x="2626855" y="44931"/>
                  </a:lnTo>
                  <a:lnTo>
                    <a:pt x="2553887" y="39882"/>
                  </a:lnTo>
                  <a:lnTo>
                    <a:pt x="2480919" y="35126"/>
                  </a:lnTo>
                  <a:lnTo>
                    <a:pt x="2407951" y="30670"/>
                  </a:lnTo>
                  <a:lnTo>
                    <a:pt x="2334982" y="26517"/>
                  </a:lnTo>
                  <a:lnTo>
                    <a:pt x="2262014" y="22670"/>
                  </a:lnTo>
                  <a:lnTo>
                    <a:pt x="2189046" y="19132"/>
                  </a:lnTo>
                  <a:lnTo>
                    <a:pt x="2116078" y="15904"/>
                  </a:lnTo>
                  <a:lnTo>
                    <a:pt x="2043110" y="12986"/>
                  </a:lnTo>
                  <a:lnTo>
                    <a:pt x="1970141" y="10376"/>
                  </a:lnTo>
                  <a:lnTo>
                    <a:pt x="1897173" y="8071"/>
                  </a:lnTo>
                  <a:lnTo>
                    <a:pt x="1824205" y="6069"/>
                  </a:lnTo>
                  <a:lnTo>
                    <a:pt x="1751237" y="4364"/>
                  </a:lnTo>
                  <a:lnTo>
                    <a:pt x="1678268" y="2950"/>
                  </a:lnTo>
                  <a:lnTo>
                    <a:pt x="1605300" y="1821"/>
                  </a:lnTo>
                  <a:lnTo>
                    <a:pt x="1532332" y="970"/>
                  </a:lnTo>
                  <a:lnTo>
                    <a:pt x="1459364" y="388"/>
                  </a:lnTo>
                  <a:lnTo>
                    <a:pt x="1386396" y="68"/>
                  </a:lnTo>
                  <a:lnTo>
                    <a:pt x="1313427" y="0"/>
                  </a:lnTo>
                  <a:lnTo>
                    <a:pt x="1240459" y="174"/>
                  </a:lnTo>
                  <a:lnTo>
                    <a:pt x="1167491" y="582"/>
                  </a:lnTo>
                  <a:lnTo>
                    <a:pt x="1094523" y="1214"/>
                  </a:lnTo>
                  <a:lnTo>
                    <a:pt x="1021555" y="2061"/>
                  </a:lnTo>
                  <a:lnTo>
                    <a:pt x="948586" y="3112"/>
                  </a:lnTo>
                  <a:lnTo>
                    <a:pt x="875618" y="4359"/>
                  </a:lnTo>
                  <a:lnTo>
                    <a:pt x="802650" y="5792"/>
                  </a:lnTo>
                  <a:lnTo>
                    <a:pt x="729682" y="7402"/>
                  </a:lnTo>
                  <a:lnTo>
                    <a:pt x="656713" y="9181"/>
                  </a:lnTo>
                  <a:lnTo>
                    <a:pt x="583745" y="11120"/>
                  </a:lnTo>
                  <a:lnTo>
                    <a:pt x="510777" y="13211"/>
                  </a:lnTo>
                  <a:lnTo>
                    <a:pt x="437809" y="15447"/>
                  </a:lnTo>
                  <a:lnTo>
                    <a:pt x="364841" y="17819"/>
                  </a:lnTo>
                  <a:lnTo>
                    <a:pt x="291872" y="20320"/>
                  </a:lnTo>
                  <a:lnTo>
                    <a:pt x="218904" y="22945"/>
                  </a:lnTo>
                  <a:lnTo>
                    <a:pt x="145936" y="25686"/>
                  </a:lnTo>
                  <a:lnTo>
                    <a:pt x="72968" y="28537"/>
                  </a:lnTo>
                  <a:lnTo>
                    <a:pt x="0" y="3149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1167921" y="2967919"/>
              <a:ext cx="5764489" cy="259148"/>
            </a:xfrm>
            <a:custGeom>
              <a:avLst/>
              <a:gdLst/>
              <a:ahLst/>
              <a:cxnLst/>
              <a:rect l="0" t="0" r="0" b="0"/>
              <a:pathLst>
                <a:path w="5764489" h="259148">
                  <a:moveTo>
                    <a:pt x="0" y="0"/>
                  </a:moveTo>
                  <a:lnTo>
                    <a:pt x="72968" y="3280"/>
                  </a:lnTo>
                  <a:lnTo>
                    <a:pt x="145936" y="6560"/>
                  </a:lnTo>
                  <a:lnTo>
                    <a:pt x="218904" y="9841"/>
                  </a:lnTo>
                  <a:lnTo>
                    <a:pt x="291872" y="13121"/>
                  </a:lnTo>
                  <a:lnTo>
                    <a:pt x="364841" y="16401"/>
                  </a:lnTo>
                  <a:lnTo>
                    <a:pt x="437809" y="19682"/>
                  </a:lnTo>
                  <a:lnTo>
                    <a:pt x="510777" y="22962"/>
                  </a:lnTo>
                  <a:lnTo>
                    <a:pt x="583745" y="26242"/>
                  </a:lnTo>
                  <a:lnTo>
                    <a:pt x="656713" y="29523"/>
                  </a:lnTo>
                  <a:lnTo>
                    <a:pt x="729682" y="32803"/>
                  </a:lnTo>
                  <a:lnTo>
                    <a:pt x="802650" y="36083"/>
                  </a:lnTo>
                  <a:lnTo>
                    <a:pt x="875618" y="39364"/>
                  </a:lnTo>
                  <a:lnTo>
                    <a:pt x="948586" y="42644"/>
                  </a:lnTo>
                  <a:lnTo>
                    <a:pt x="1021555" y="45925"/>
                  </a:lnTo>
                  <a:lnTo>
                    <a:pt x="1094523" y="49205"/>
                  </a:lnTo>
                  <a:lnTo>
                    <a:pt x="1167491" y="52485"/>
                  </a:lnTo>
                  <a:lnTo>
                    <a:pt x="1240459" y="55766"/>
                  </a:lnTo>
                  <a:lnTo>
                    <a:pt x="1313427" y="59046"/>
                  </a:lnTo>
                  <a:lnTo>
                    <a:pt x="1386396" y="62326"/>
                  </a:lnTo>
                  <a:lnTo>
                    <a:pt x="1459364" y="65607"/>
                  </a:lnTo>
                  <a:lnTo>
                    <a:pt x="1532332" y="68887"/>
                  </a:lnTo>
                  <a:lnTo>
                    <a:pt x="1605300" y="72167"/>
                  </a:lnTo>
                  <a:lnTo>
                    <a:pt x="1678268" y="75448"/>
                  </a:lnTo>
                  <a:lnTo>
                    <a:pt x="1751237" y="78728"/>
                  </a:lnTo>
                  <a:lnTo>
                    <a:pt x="1824205" y="82008"/>
                  </a:lnTo>
                  <a:lnTo>
                    <a:pt x="1897173" y="85289"/>
                  </a:lnTo>
                  <a:lnTo>
                    <a:pt x="1970141" y="88569"/>
                  </a:lnTo>
                  <a:lnTo>
                    <a:pt x="2043110" y="91850"/>
                  </a:lnTo>
                  <a:lnTo>
                    <a:pt x="2116078" y="95130"/>
                  </a:lnTo>
                  <a:lnTo>
                    <a:pt x="2189046" y="98410"/>
                  </a:lnTo>
                  <a:lnTo>
                    <a:pt x="2262014" y="101691"/>
                  </a:lnTo>
                  <a:lnTo>
                    <a:pt x="2334982" y="104971"/>
                  </a:lnTo>
                  <a:lnTo>
                    <a:pt x="2407951" y="108251"/>
                  </a:lnTo>
                  <a:lnTo>
                    <a:pt x="2480919" y="111532"/>
                  </a:lnTo>
                  <a:lnTo>
                    <a:pt x="2553887" y="114812"/>
                  </a:lnTo>
                  <a:lnTo>
                    <a:pt x="2626855" y="118092"/>
                  </a:lnTo>
                  <a:lnTo>
                    <a:pt x="2699823" y="121373"/>
                  </a:lnTo>
                  <a:lnTo>
                    <a:pt x="2772792" y="124653"/>
                  </a:lnTo>
                  <a:lnTo>
                    <a:pt x="2845760" y="127934"/>
                  </a:lnTo>
                  <a:lnTo>
                    <a:pt x="2918728" y="131214"/>
                  </a:lnTo>
                  <a:lnTo>
                    <a:pt x="2991696" y="134494"/>
                  </a:lnTo>
                  <a:lnTo>
                    <a:pt x="3064665" y="137775"/>
                  </a:lnTo>
                  <a:lnTo>
                    <a:pt x="3137633" y="141055"/>
                  </a:lnTo>
                  <a:lnTo>
                    <a:pt x="3210601" y="144335"/>
                  </a:lnTo>
                  <a:lnTo>
                    <a:pt x="3283569" y="147616"/>
                  </a:lnTo>
                  <a:lnTo>
                    <a:pt x="3356537" y="150896"/>
                  </a:lnTo>
                  <a:lnTo>
                    <a:pt x="3429506" y="154176"/>
                  </a:lnTo>
                  <a:lnTo>
                    <a:pt x="3502474" y="157457"/>
                  </a:lnTo>
                  <a:lnTo>
                    <a:pt x="3575442" y="160737"/>
                  </a:lnTo>
                  <a:lnTo>
                    <a:pt x="3648410" y="164017"/>
                  </a:lnTo>
                  <a:lnTo>
                    <a:pt x="3721379" y="167298"/>
                  </a:lnTo>
                  <a:lnTo>
                    <a:pt x="3794347" y="170578"/>
                  </a:lnTo>
                  <a:lnTo>
                    <a:pt x="3867315" y="173859"/>
                  </a:lnTo>
                  <a:lnTo>
                    <a:pt x="3940283" y="177139"/>
                  </a:lnTo>
                  <a:lnTo>
                    <a:pt x="4013251" y="180419"/>
                  </a:lnTo>
                  <a:lnTo>
                    <a:pt x="4086220" y="183700"/>
                  </a:lnTo>
                  <a:lnTo>
                    <a:pt x="4159188" y="186980"/>
                  </a:lnTo>
                  <a:lnTo>
                    <a:pt x="4232156" y="190260"/>
                  </a:lnTo>
                  <a:lnTo>
                    <a:pt x="4305124" y="193541"/>
                  </a:lnTo>
                  <a:lnTo>
                    <a:pt x="4378092" y="196821"/>
                  </a:lnTo>
                  <a:lnTo>
                    <a:pt x="4451061" y="200101"/>
                  </a:lnTo>
                  <a:lnTo>
                    <a:pt x="4524029" y="203382"/>
                  </a:lnTo>
                  <a:lnTo>
                    <a:pt x="4596997" y="206662"/>
                  </a:lnTo>
                  <a:lnTo>
                    <a:pt x="4669965" y="209942"/>
                  </a:lnTo>
                  <a:lnTo>
                    <a:pt x="4742934" y="213223"/>
                  </a:lnTo>
                  <a:lnTo>
                    <a:pt x="4815902" y="216503"/>
                  </a:lnTo>
                  <a:lnTo>
                    <a:pt x="4888870" y="219784"/>
                  </a:lnTo>
                  <a:lnTo>
                    <a:pt x="4961838" y="223064"/>
                  </a:lnTo>
                  <a:lnTo>
                    <a:pt x="5034806" y="226344"/>
                  </a:lnTo>
                  <a:lnTo>
                    <a:pt x="5107775" y="229625"/>
                  </a:lnTo>
                  <a:lnTo>
                    <a:pt x="5180743" y="232905"/>
                  </a:lnTo>
                  <a:lnTo>
                    <a:pt x="5253711" y="236185"/>
                  </a:lnTo>
                  <a:lnTo>
                    <a:pt x="5326679" y="239466"/>
                  </a:lnTo>
                  <a:lnTo>
                    <a:pt x="5399647" y="242746"/>
                  </a:lnTo>
                  <a:lnTo>
                    <a:pt x="5472616" y="246026"/>
                  </a:lnTo>
                  <a:lnTo>
                    <a:pt x="5545584" y="249307"/>
                  </a:lnTo>
                  <a:lnTo>
                    <a:pt x="5618552" y="252587"/>
                  </a:lnTo>
                  <a:lnTo>
                    <a:pt x="5691520" y="255868"/>
                  </a:lnTo>
                  <a:lnTo>
                    <a:pt x="5764489" y="259148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879697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tx117"/>
            <p:cNvSpPr/>
            <p:nvPr/>
          </p:nvSpPr>
          <p:spPr>
            <a:xfrm>
              <a:off x="692708" y="509947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38574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672021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95829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224456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844902" y="51395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l123"/>
            <p:cNvSpPr/>
            <p:nvPr/>
          </p:nvSpPr>
          <p:spPr>
            <a:xfrm>
              <a:off x="844902" y="442579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124"/>
            <p:cNvSpPr/>
            <p:nvPr/>
          </p:nvSpPr>
          <p:spPr>
            <a:xfrm>
              <a:off x="844902" y="371207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844902" y="299834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844902" y="228461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879697" y="5723142"/>
              <a:ext cx="6340937" cy="0"/>
            </a:xfrm>
            <a:custGeom>
              <a:avLst/>
              <a:gdLst/>
              <a:ahLst/>
              <a:cxnLst/>
              <a:rect l="0" t="0" r="0" b="0"/>
              <a:pathLst>
                <a:path w="6340937">
                  <a:moveTo>
                    <a:pt x="0" y="0"/>
                  </a:moveTo>
                  <a:lnTo>
                    <a:pt x="634093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294515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501297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708078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tx131"/>
            <p:cNvSpPr/>
            <p:nvPr/>
          </p:nvSpPr>
          <p:spPr>
            <a:xfrm>
              <a:off x="2914062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4981880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7049699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697070" y="5925448"/>
              <a:ext cx="70619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7" name="tx137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9" name="pt139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rc140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1" name="pt141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3" name="pt143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rc144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5" name="pt145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tx146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79697" y="1669789"/>
              <a:ext cx="3127888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(RDA) vs Size at York River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278758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68571" y="45541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68571" y="46348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68571" y="489748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3678302" y="50185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3678302" y="525741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3678302" y="491933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5257562" y="48965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5257562" y="47952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5257562" y="49444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5028010" y="48944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5028010" y="490544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5028010" y="485428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6376362" y="488938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6376362" y="493614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6376362" y="497570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3134806" y="517257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3134806" y="524766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3134806" y="517399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4893655" y="54905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4893655" y="53240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4893655" y="54324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876534" y="516883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876534" y="515877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876534" y="52338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27274" y="4735561"/>
              <a:ext cx="5707962" cy="615681"/>
            </a:xfrm>
            <a:custGeom>
              <a:avLst/>
              <a:gdLst/>
              <a:ahLst/>
              <a:cxnLst/>
              <a:rect l="0" t="0" r="0" b="0"/>
              <a:pathLst>
                <a:path w="5707962" h="615681">
                  <a:moveTo>
                    <a:pt x="0" y="0"/>
                  </a:moveTo>
                  <a:lnTo>
                    <a:pt x="72252" y="6649"/>
                  </a:lnTo>
                  <a:lnTo>
                    <a:pt x="144505" y="13282"/>
                  </a:lnTo>
                  <a:lnTo>
                    <a:pt x="216758" y="19898"/>
                  </a:lnTo>
                  <a:lnTo>
                    <a:pt x="289010" y="26494"/>
                  </a:lnTo>
                  <a:lnTo>
                    <a:pt x="361263" y="33072"/>
                  </a:lnTo>
                  <a:lnTo>
                    <a:pt x="433516" y="39629"/>
                  </a:lnTo>
                  <a:lnTo>
                    <a:pt x="505768" y="46164"/>
                  </a:lnTo>
                  <a:lnTo>
                    <a:pt x="578021" y="52676"/>
                  </a:lnTo>
                  <a:lnTo>
                    <a:pt x="650274" y="59164"/>
                  </a:lnTo>
                  <a:lnTo>
                    <a:pt x="722526" y="65626"/>
                  </a:lnTo>
                  <a:lnTo>
                    <a:pt x="794779" y="72061"/>
                  </a:lnTo>
                  <a:lnTo>
                    <a:pt x="867032" y="78467"/>
                  </a:lnTo>
                  <a:lnTo>
                    <a:pt x="939284" y="84842"/>
                  </a:lnTo>
                  <a:lnTo>
                    <a:pt x="1011537" y="91185"/>
                  </a:lnTo>
                  <a:lnTo>
                    <a:pt x="1083790" y="97494"/>
                  </a:lnTo>
                  <a:lnTo>
                    <a:pt x="1156043" y="103766"/>
                  </a:lnTo>
                  <a:lnTo>
                    <a:pt x="1228295" y="109999"/>
                  </a:lnTo>
                  <a:lnTo>
                    <a:pt x="1300548" y="116191"/>
                  </a:lnTo>
                  <a:lnTo>
                    <a:pt x="1372801" y="122340"/>
                  </a:lnTo>
                  <a:lnTo>
                    <a:pt x="1445053" y="128441"/>
                  </a:lnTo>
                  <a:lnTo>
                    <a:pt x="1517306" y="134493"/>
                  </a:lnTo>
                  <a:lnTo>
                    <a:pt x="1589559" y="140492"/>
                  </a:lnTo>
                  <a:lnTo>
                    <a:pt x="1661811" y="146435"/>
                  </a:lnTo>
                  <a:lnTo>
                    <a:pt x="1734064" y="152317"/>
                  </a:lnTo>
                  <a:lnTo>
                    <a:pt x="1806317" y="158136"/>
                  </a:lnTo>
                  <a:lnTo>
                    <a:pt x="1878569" y="163887"/>
                  </a:lnTo>
                  <a:lnTo>
                    <a:pt x="1950822" y="169565"/>
                  </a:lnTo>
                  <a:lnTo>
                    <a:pt x="2023075" y="175167"/>
                  </a:lnTo>
                  <a:lnTo>
                    <a:pt x="2095328" y="180687"/>
                  </a:lnTo>
                  <a:lnTo>
                    <a:pt x="2167580" y="186119"/>
                  </a:lnTo>
                  <a:lnTo>
                    <a:pt x="2239833" y="191460"/>
                  </a:lnTo>
                  <a:lnTo>
                    <a:pt x="2312086" y="196702"/>
                  </a:lnTo>
                  <a:lnTo>
                    <a:pt x="2384338" y="201841"/>
                  </a:lnTo>
                  <a:lnTo>
                    <a:pt x="2456591" y="206870"/>
                  </a:lnTo>
                  <a:lnTo>
                    <a:pt x="2528844" y="211784"/>
                  </a:lnTo>
                  <a:lnTo>
                    <a:pt x="2601096" y="216576"/>
                  </a:lnTo>
                  <a:lnTo>
                    <a:pt x="2673349" y="221240"/>
                  </a:lnTo>
                  <a:lnTo>
                    <a:pt x="2745602" y="225771"/>
                  </a:lnTo>
                  <a:lnTo>
                    <a:pt x="2817854" y="230162"/>
                  </a:lnTo>
                  <a:lnTo>
                    <a:pt x="2890107" y="234408"/>
                  </a:lnTo>
                  <a:lnTo>
                    <a:pt x="2962360" y="238504"/>
                  </a:lnTo>
                  <a:lnTo>
                    <a:pt x="3034612" y="242445"/>
                  </a:lnTo>
                  <a:lnTo>
                    <a:pt x="3106865" y="246227"/>
                  </a:lnTo>
                  <a:lnTo>
                    <a:pt x="3179118" y="249846"/>
                  </a:lnTo>
                  <a:lnTo>
                    <a:pt x="3251371" y="253300"/>
                  </a:lnTo>
                  <a:lnTo>
                    <a:pt x="3323623" y="256586"/>
                  </a:lnTo>
                  <a:lnTo>
                    <a:pt x="3395876" y="259703"/>
                  </a:lnTo>
                  <a:lnTo>
                    <a:pt x="3468129" y="262652"/>
                  </a:lnTo>
                  <a:lnTo>
                    <a:pt x="3540381" y="265432"/>
                  </a:lnTo>
                  <a:lnTo>
                    <a:pt x="3612634" y="268045"/>
                  </a:lnTo>
                  <a:lnTo>
                    <a:pt x="3684887" y="270493"/>
                  </a:lnTo>
                  <a:lnTo>
                    <a:pt x="3757139" y="272780"/>
                  </a:lnTo>
                  <a:lnTo>
                    <a:pt x="3829392" y="274910"/>
                  </a:lnTo>
                  <a:lnTo>
                    <a:pt x="3901645" y="276885"/>
                  </a:lnTo>
                  <a:lnTo>
                    <a:pt x="3973897" y="278713"/>
                  </a:lnTo>
                  <a:lnTo>
                    <a:pt x="4046150" y="280397"/>
                  </a:lnTo>
                  <a:lnTo>
                    <a:pt x="4118403" y="281944"/>
                  </a:lnTo>
                  <a:lnTo>
                    <a:pt x="4190656" y="283359"/>
                  </a:lnTo>
                  <a:lnTo>
                    <a:pt x="4262908" y="284649"/>
                  </a:lnTo>
                  <a:lnTo>
                    <a:pt x="4335161" y="285819"/>
                  </a:lnTo>
                  <a:lnTo>
                    <a:pt x="4407414" y="286876"/>
                  </a:lnTo>
                  <a:lnTo>
                    <a:pt x="4479666" y="287826"/>
                  </a:lnTo>
                  <a:lnTo>
                    <a:pt x="4551919" y="288673"/>
                  </a:lnTo>
                  <a:lnTo>
                    <a:pt x="4624172" y="289425"/>
                  </a:lnTo>
                  <a:lnTo>
                    <a:pt x="4696424" y="290086"/>
                  </a:lnTo>
                  <a:lnTo>
                    <a:pt x="4768677" y="290663"/>
                  </a:lnTo>
                  <a:lnTo>
                    <a:pt x="4840930" y="291159"/>
                  </a:lnTo>
                  <a:lnTo>
                    <a:pt x="4913182" y="291580"/>
                  </a:lnTo>
                  <a:lnTo>
                    <a:pt x="4985435" y="291930"/>
                  </a:lnTo>
                  <a:lnTo>
                    <a:pt x="5057688" y="292213"/>
                  </a:lnTo>
                  <a:lnTo>
                    <a:pt x="5129941" y="292434"/>
                  </a:lnTo>
                  <a:lnTo>
                    <a:pt x="5202193" y="292597"/>
                  </a:lnTo>
                  <a:lnTo>
                    <a:pt x="5274446" y="292704"/>
                  </a:lnTo>
                  <a:lnTo>
                    <a:pt x="5346699" y="292759"/>
                  </a:lnTo>
                  <a:lnTo>
                    <a:pt x="5418951" y="292766"/>
                  </a:lnTo>
                  <a:lnTo>
                    <a:pt x="5491204" y="292728"/>
                  </a:lnTo>
                  <a:lnTo>
                    <a:pt x="5563457" y="292646"/>
                  </a:lnTo>
                  <a:lnTo>
                    <a:pt x="5635709" y="292524"/>
                  </a:lnTo>
                  <a:lnTo>
                    <a:pt x="5707962" y="292364"/>
                  </a:lnTo>
                  <a:lnTo>
                    <a:pt x="5707962" y="615681"/>
                  </a:lnTo>
                  <a:lnTo>
                    <a:pt x="5635709" y="609396"/>
                  </a:lnTo>
                  <a:lnTo>
                    <a:pt x="5563457" y="603148"/>
                  </a:lnTo>
                  <a:lnTo>
                    <a:pt x="5491204" y="596942"/>
                  </a:lnTo>
                  <a:lnTo>
                    <a:pt x="5418951" y="590778"/>
                  </a:lnTo>
                  <a:lnTo>
                    <a:pt x="5346699" y="584659"/>
                  </a:lnTo>
                  <a:lnTo>
                    <a:pt x="5274446" y="578590"/>
                  </a:lnTo>
                  <a:lnTo>
                    <a:pt x="5202193" y="572572"/>
                  </a:lnTo>
                  <a:lnTo>
                    <a:pt x="5129941" y="566609"/>
                  </a:lnTo>
                  <a:lnTo>
                    <a:pt x="5057688" y="560705"/>
                  </a:lnTo>
                  <a:lnTo>
                    <a:pt x="4985435" y="554863"/>
                  </a:lnTo>
                  <a:lnTo>
                    <a:pt x="4913182" y="549087"/>
                  </a:lnTo>
                  <a:lnTo>
                    <a:pt x="4840930" y="543383"/>
                  </a:lnTo>
                  <a:lnTo>
                    <a:pt x="4768677" y="537754"/>
                  </a:lnTo>
                  <a:lnTo>
                    <a:pt x="4696424" y="532205"/>
                  </a:lnTo>
                  <a:lnTo>
                    <a:pt x="4624172" y="526741"/>
                  </a:lnTo>
                  <a:lnTo>
                    <a:pt x="4551919" y="521367"/>
                  </a:lnTo>
                  <a:lnTo>
                    <a:pt x="4479666" y="516090"/>
                  </a:lnTo>
                  <a:lnTo>
                    <a:pt x="4407414" y="510914"/>
                  </a:lnTo>
                  <a:lnTo>
                    <a:pt x="4335161" y="505845"/>
                  </a:lnTo>
                  <a:lnTo>
                    <a:pt x="4262908" y="500890"/>
                  </a:lnTo>
                  <a:lnTo>
                    <a:pt x="4190656" y="496055"/>
                  </a:lnTo>
                  <a:lnTo>
                    <a:pt x="4118403" y="491345"/>
                  </a:lnTo>
                  <a:lnTo>
                    <a:pt x="4046150" y="486766"/>
                  </a:lnTo>
                  <a:lnTo>
                    <a:pt x="3973897" y="482325"/>
                  </a:lnTo>
                  <a:lnTo>
                    <a:pt x="3901645" y="478027"/>
                  </a:lnTo>
                  <a:lnTo>
                    <a:pt x="3829392" y="473878"/>
                  </a:lnTo>
                  <a:lnTo>
                    <a:pt x="3757139" y="469882"/>
                  </a:lnTo>
                  <a:lnTo>
                    <a:pt x="3684887" y="466044"/>
                  </a:lnTo>
                  <a:lnTo>
                    <a:pt x="3612634" y="462367"/>
                  </a:lnTo>
                  <a:lnTo>
                    <a:pt x="3540381" y="458855"/>
                  </a:lnTo>
                  <a:lnTo>
                    <a:pt x="3468129" y="455509"/>
                  </a:lnTo>
                  <a:lnTo>
                    <a:pt x="3395876" y="452333"/>
                  </a:lnTo>
                  <a:lnTo>
                    <a:pt x="3323623" y="449325"/>
                  </a:lnTo>
                  <a:lnTo>
                    <a:pt x="3251371" y="446485"/>
                  </a:lnTo>
                  <a:lnTo>
                    <a:pt x="3179118" y="443814"/>
                  </a:lnTo>
                  <a:lnTo>
                    <a:pt x="3106865" y="441308"/>
                  </a:lnTo>
                  <a:lnTo>
                    <a:pt x="3034612" y="438964"/>
                  </a:lnTo>
                  <a:lnTo>
                    <a:pt x="2962360" y="436780"/>
                  </a:lnTo>
                  <a:lnTo>
                    <a:pt x="2890107" y="434750"/>
                  </a:lnTo>
                  <a:lnTo>
                    <a:pt x="2817854" y="432871"/>
                  </a:lnTo>
                  <a:lnTo>
                    <a:pt x="2745602" y="431137"/>
                  </a:lnTo>
                  <a:lnTo>
                    <a:pt x="2673349" y="429542"/>
                  </a:lnTo>
                  <a:lnTo>
                    <a:pt x="2601096" y="428082"/>
                  </a:lnTo>
                  <a:lnTo>
                    <a:pt x="2528844" y="426748"/>
                  </a:lnTo>
                  <a:lnTo>
                    <a:pt x="2456591" y="425537"/>
                  </a:lnTo>
                  <a:lnTo>
                    <a:pt x="2384338" y="424441"/>
                  </a:lnTo>
                  <a:lnTo>
                    <a:pt x="2312086" y="423454"/>
                  </a:lnTo>
                  <a:lnTo>
                    <a:pt x="2239833" y="422571"/>
                  </a:lnTo>
                  <a:lnTo>
                    <a:pt x="2167580" y="421786"/>
                  </a:lnTo>
                  <a:lnTo>
                    <a:pt x="2095328" y="421094"/>
                  </a:lnTo>
                  <a:lnTo>
                    <a:pt x="2023075" y="420488"/>
                  </a:lnTo>
                  <a:lnTo>
                    <a:pt x="1950822" y="419964"/>
                  </a:lnTo>
                  <a:lnTo>
                    <a:pt x="1878569" y="419518"/>
                  </a:lnTo>
                  <a:lnTo>
                    <a:pt x="1806317" y="419143"/>
                  </a:lnTo>
                  <a:lnTo>
                    <a:pt x="1734064" y="418837"/>
                  </a:lnTo>
                  <a:lnTo>
                    <a:pt x="1661811" y="418594"/>
                  </a:lnTo>
                  <a:lnTo>
                    <a:pt x="1589559" y="418411"/>
                  </a:lnTo>
                  <a:lnTo>
                    <a:pt x="1517306" y="418285"/>
                  </a:lnTo>
                  <a:lnTo>
                    <a:pt x="1445053" y="418212"/>
                  </a:lnTo>
                  <a:lnTo>
                    <a:pt x="1372801" y="418188"/>
                  </a:lnTo>
                  <a:lnTo>
                    <a:pt x="1300548" y="418211"/>
                  </a:lnTo>
                  <a:lnTo>
                    <a:pt x="1228295" y="418278"/>
                  </a:lnTo>
                  <a:lnTo>
                    <a:pt x="1156043" y="418386"/>
                  </a:lnTo>
                  <a:lnTo>
                    <a:pt x="1083790" y="418532"/>
                  </a:lnTo>
                  <a:lnTo>
                    <a:pt x="1011537" y="418716"/>
                  </a:lnTo>
                  <a:lnTo>
                    <a:pt x="939284" y="418934"/>
                  </a:lnTo>
                  <a:lnTo>
                    <a:pt x="867032" y="419184"/>
                  </a:lnTo>
                  <a:lnTo>
                    <a:pt x="794779" y="419464"/>
                  </a:lnTo>
                  <a:lnTo>
                    <a:pt x="722526" y="419774"/>
                  </a:lnTo>
                  <a:lnTo>
                    <a:pt x="650274" y="420111"/>
                  </a:lnTo>
                  <a:lnTo>
                    <a:pt x="578021" y="420473"/>
                  </a:lnTo>
                  <a:lnTo>
                    <a:pt x="505768" y="420860"/>
                  </a:lnTo>
                  <a:lnTo>
                    <a:pt x="433516" y="421270"/>
                  </a:lnTo>
                  <a:lnTo>
                    <a:pt x="361263" y="421701"/>
                  </a:lnTo>
                  <a:lnTo>
                    <a:pt x="289010" y="422153"/>
                  </a:lnTo>
                  <a:lnTo>
                    <a:pt x="216758" y="422625"/>
                  </a:lnTo>
                  <a:lnTo>
                    <a:pt x="144505" y="423115"/>
                  </a:lnTo>
                  <a:lnTo>
                    <a:pt x="72252" y="423623"/>
                  </a:lnTo>
                  <a:lnTo>
                    <a:pt x="0" y="424147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27274" y="4735561"/>
              <a:ext cx="5707962" cy="292766"/>
            </a:xfrm>
            <a:custGeom>
              <a:avLst/>
              <a:gdLst/>
              <a:ahLst/>
              <a:cxnLst/>
              <a:rect l="0" t="0" r="0" b="0"/>
              <a:pathLst>
                <a:path w="5707962" h="292766">
                  <a:moveTo>
                    <a:pt x="0" y="0"/>
                  </a:moveTo>
                  <a:lnTo>
                    <a:pt x="72252" y="6649"/>
                  </a:lnTo>
                  <a:lnTo>
                    <a:pt x="144505" y="13282"/>
                  </a:lnTo>
                  <a:lnTo>
                    <a:pt x="216758" y="19898"/>
                  </a:lnTo>
                  <a:lnTo>
                    <a:pt x="289010" y="26494"/>
                  </a:lnTo>
                  <a:lnTo>
                    <a:pt x="361263" y="33072"/>
                  </a:lnTo>
                  <a:lnTo>
                    <a:pt x="433516" y="39629"/>
                  </a:lnTo>
                  <a:lnTo>
                    <a:pt x="505768" y="46164"/>
                  </a:lnTo>
                  <a:lnTo>
                    <a:pt x="578021" y="52676"/>
                  </a:lnTo>
                  <a:lnTo>
                    <a:pt x="650274" y="59164"/>
                  </a:lnTo>
                  <a:lnTo>
                    <a:pt x="722526" y="65626"/>
                  </a:lnTo>
                  <a:lnTo>
                    <a:pt x="794779" y="72061"/>
                  </a:lnTo>
                  <a:lnTo>
                    <a:pt x="867032" y="78467"/>
                  </a:lnTo>
                  <a:lnTo>
                    <a:pt x="939284" y="84842"/>
                  </a:lnTo>
                  <a:lnTo>
                    <a:pt x="1011537" y="91185"/>
                  </a:lnTo>
                  <a:lnTo>
                    <a:pt x="1083790" y="97494"/>
                  </a:lnTo>
                  <a:lnTo>
                    <a:pt x="1156043" y="103766"/>
                  </a:lnTo>
                  <a:lnTo>
                    <a:pt x="1228295" y="109999"/>
                  </a:lnTo>
                  <a:lnTo>
                    <a:pt x="1300548" y="116191"/>
                  </a:lnTo>
                  <a:lnTo>
                    <a:pt x="1372801" y="122340"/>
                  </a:lnTo>
                  <a:lnTo>
                    <a:pt x="1445053" y="128441"/>
                  </a:lnTo>
                  <a:lnTo>
                    <a:pt x="1517306" y="134493"/>
                  </a:lnTo>
                  <a:lnTo>
                    <a:pt x="1589559" y="140492"/>
                  </a:lnTo>
                  <a:lnTo>
                    <a:pt x="1661811" y="146435"/>
                  </a:lnTo>
                  <a:lnTo>
                    <a:pt x="1734064" y="152317"/>
                  </a:lnTo>
                  <a:lnTo>
                    <a:pt x="1806317" y="158136"/>
                  </a:lnTo>
                  <a:lnTo>
                    <a:pt x="1878569" y="163887"/>
                  </a:lnTo>
                  <a:lnTo>
                    <a:pt x="1950822" y="169565"/>
                  </a:lnTo>
                  <a:lnTo>
                    <a:pt x="2023075" y="175167"/>
                  </a:lnTo>
                  <a:lnTo>
                    <a:pt x="2095328" y="180687"/>
                  </a:lnTo>
                  <a:lnTo>
                    <a:pt x="2167580" y="186119"/>
                  </a:lnTo>
                  <a:lnTo>
                    <a:pt x="2239833" y="191460"/>
                  </a:lnTo>
                  <a:lnTo>
                    <a:pt x="2312086" y="196702"/>
                  </a:lnTo>
                  <a:lnTo>
                    <a:pt x="2384338" y="201841"/>
                  </a:lnTo>
                  <a:lnTo>
                    <a:pt x="2456591" y="206870"/>
                  </a:lnTo>
                  <a:lnTo>
                    <a:pt x="2528844" y="211784"/>
                  </a:lnTo>
                  <a:lnTo>
                    <a:pt x="2601096" y="216576"/>
                  </a:lnTo>
                  <a:lnTo>
                    <a:pt x="2673349" y="221240"/>
                  </a:lnTo>
                  <a:lnTo>
                    <a:pt x="2745602" y="225771"/>
                  </a:lnTo>
                  <a:lnTo>
                    <a:pt x="2817854" y="230162"/>
                  </a:lnTo>
                  <a:lnTo>
                    <a:pt x="2890107" y="234408"/>
                  </a:lnTo>
                  <a:lnTo>
                    <a:pt x="2962360" y="238504"/>
                  </a:lnTo>
                  <a:lnTo>
                    <a:pt x="3034612" y="242445"/>
                  </a:lnTo>
                  <a:lnTo>
                    <a:pt x="3106865" y="246227"/>
                  </a:lnTo>
                  <a:lnTo>
                    <a:pt x="3179118" y="249846"/>
                  </a:lnTo>
                  <a:lnTo>
                    <a:pt x="3251371" y="253300"/>
                  </a:lnTo>
                  <a:lnTo>
                    <a:pt x="3323623" y="256586"/>
                  </a:lnTo>
                  <a:lnTo>
                    <a:pt x="3395876" y="259703"/>
                  </a:lnTo>
                  <a:lnTo>
                    <a:pt x="3468129" y="262652"/>
                  </a:lnTo>
                  <a:lnTo>
                    <a:pt x="3540381" y="265432"/>
                  </a:lnTo>
                  <a:lnTo>
                    <a:pt x="3612634" y="268045"/>
                  </a:lnTo>
                  <a:lnTo>
                    <a:pt x="3684887" y="270493"/>
                  </a:lnTo>
                  <a:lnTo>
                    <a:pt x="3757139" y="272780"/>
                  </a:lnTo>
                  <a:lnTo>
                    <a:pt x="3829392" y="274910"/>
                  </a:lnTo>
                  <a:lnTo>
                    <a:pt x="3901645" y="276885"/>
                  </a:lnTo>
                  <a:lnTo>
                    <a:pt x="3973897" y="278713"/>
                  </a:lnTo>
                  <a:lnTo>
                    <a:pt x="4046150" y="280397"/>
                  </a:lnTo>
                  <a:lnTo>
                    <a:pt x="4118403" y="281944"/>
                  </a:lnTo>
                  <a:lnTo>
                    <a:pt x="4190656" y="283359"/>
                  </a:lnTo>
                  <a:lnTo>
                    <a:pt x="4262908" y="284649"/>
                  </a:lnTo>
                  <a:lnTo>
                    <a:pt x="4335161" y="285819"/>
                  </a:lnTo>
                  <a:lnTo>
                    <a:pt x="4407414" y="286876"/>
                  </a:lnTo>
                  <a:lnTo>
                    <a:pt x="4479666" y="287826"/>
                  </a:lnTo>
                  <a:lnTo>
                    <a:pt x="4551919" y="288673"/>
                  </a:lnTo>
                  <a:lnTo>
                    <a:pt x="4624172" y="289425"/>
                  </a:lnTo>
                  <a:lnTo>
                    <a:pt x="4696424" y="290086"/>
                  </a:lnTo>
                  <a:lnTo>
                    <a:pt x="4768677" y="290663"/>
                  </a:lnTo>
                  <a:lnTo>
                    <a:pt x="4840930" y="291159"/>
                  </a:lnTo>
                  <a:lnTo>
                    <a:pt x="4913182" y="291580"/>
                  </a:lnTo>
                  <a:lnTo>
                    <a:pt x="4985435" y="291930"/>
                  </a:lnTo>
                  <a:lnTo>
                    <a:pt x="5057688" y="292213"/>
                  </a:lnTo>
                  <a:lnTo>
                    <a:pt x="5129941" y="292434"/>
                  </a:lnTo>
                  <a:lnTo>
                    <a:pt x="5202193" y="292597"/>
                  </a:lnTo>
                  <a:lnTo>
                    <a:pt x="5274446" y="292704"/>
                  </a:lnTo>
                  <a:lnTo>
                    <a:pt x="5346699" y="292759"/>
                  </a:lnTo>
                  <a:lnTo>
                    <a:pt x="5418951" y="292766"/>
                  </a:lnTo>
                  <a:lnTo>
                    <a:pt x="5491204" y="292728"/>
                  </a:lnTo>
                  <a:lnTo>
                    <a:pt x="5563457" y="292646"/>
                  </a:lnTo>
                  <a:lnTo>
                    <a:pt x="5635709" y="292524"/>
                  </a:lnTo>
                  <a:lnTo>
                    <a:pt x="5707962" y="29236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27274" y="5153750"/>
              <a:ext cx="5707962" cy="197493"/>
            </a:xfrm>
            <a:custGeom>
              <a:avLst/>
              <a:gdLst/>
              <a:ahLst/>
              <a:cxnLst/>
              <a:rect l="0" t="0" r="0" b="0"/>
              <a:pathLst>
                <a:path w="5707962" h="197493">
                  <a:moveTo>
                    <a:pt x="5707962" y="197493"/>
                  </a:moveTo>
                  <a:lnTo>
                    <a:pt x="5635709" y="191207"/>
                  </a:lnTo>
                  <a:lnTo>
                    <a:pt x="5563457" y="184960"/>
                  </a:lnTo>
                  <a:lnTo>
                    <a:pt x="5491204" y="178753"/>
                  </a:lnTo>
                  <a:lnTo>
                    <a:pt x="5418951" y="172589"/>
                  </a:lnTo>
                  <a:lnTo>
                    <a:pt x="5346699" y="166471"/>
                  </a:lnTo>
                  <a:lnTo>
                    <a:pt x="5274446" y="160401"/>
                  </a:lnTo>
                  <a:lnTo>
                    <a:pt x="5202193" y="154383"/>
                  </a:lnTo>
                  <a:lnTo>
                    <a:pt x="5129941" y="148420"/>
                  </a:lnTo>
                  <a:lnTo>
                    <a:pt x="5057688" y="142516"/>
                  </a:lnTo>
                  <a:lnTo>
                    <a:pt x="4985435" y="136674"/>
                  </a:lnTo>
                  <a:lnTo>
                    <a:pt x="4913182" y="130899"/>
                  </a:lnTo>
                  <a:lnTo>
                    <a:pt x="4840930" y="125195"/>
                  </a:lnTo>
                  <a:lnTo>
                    <a:pt x="4768677" y="119565"/>
                  </a:lnTo>
                  <a:lnTo>
                    <a:pt x="4696424" y="114016"/>
                  </a:lnTo>
                  <a:lnTo>
                    <a:pt x="4624172" y="108552"/>
                  </a:lnTo>
                  <a:lnTo>
                    <a:pt x="4551919" y="103179"/>
                  </a:lnTo>
                  <a:lnTo>
                    <a:pt x="4479666" y="97901"/>
                  </a:lnTo>
                  <a:lnTo>
                    <a:pt x="4407414" y="92725"/>
                  </a:lnTo>
                  <a:lnTo>
                    <a:pt x="4335161" y="87657"/>
                  </a:lnTo>
                  <a:lnTo>
                    <a:pt x="4262908" y="82702"/>
                  </a:lnTo>
                  <a:lnTo>
                    <a:pt x="4190656" y="77866"/>
                  </a:lnTo>
                  <a:lnTo>
                    <a:pt x="4118403" y="73156"/>
                  </a:lnTo>
                  <a:lnTo>
                    <a:pt x="4046150" y="68578"/>
                  </a:lnTo>
                  <a:lnTo>
                    <a:pt x="3973897" y="64137"/>
                  </a:lnTo>
                  <a:lnTo>
                    <a:pt x="3901645" y="59839"/>
                  </a:lnTo>
                  <a:lnTo>
                    <a:pt x="3829392" y="55690"/>
                  </a:lnTo>
                  <a:lnTo>
                    <a:pt x="3757139" y="51694"/>
                  </a:lnTo>
                  <a:lnTo>
                    <a:pt x="3684887" y="47855"/>
                  </a:lnTo>
                  <a:lnTo>
                    <a:pt x="3612634" y="44179"/>
                  </a:lnTo>
                  <a:lnTo>
                    <a:pt x="3540381" y="40666"/>
                  </a:lnTo>
                  <a:lnTo>
                    <a:pt x="3468129" y="37321"/>
                  </a:lnTo>
                  <a:lnTo>
                    <a:pt x="3395876" y="34144"/>
                  </a:lnTo>
                  <a:lnTo>
                    <a:pt x="3323623" y="31136"/>
                  </a:lnTo>
                  <a:lnTo>
                    <a:pt x="3251371" y="28297"/>
                  </a:lnTo>
                  <a:lnTo>
                    <a:pt x="3179118" y="25625"/>
                  </a:lnTo>
                  <a:lnTo>
                    <a:pt x="3106865" y="23119"/>
                  </a:lnTo>
                  <a:lnTo>
                    <a:pt x="3034612" y="20776"/>
                  </a:lnTo>
                  <a:lnTo>
                    <a:pt x="2962360" y="18591"/>
                  </a:lnTo>
                  <a:lnTo>
                    <a:pt x="2890107" y="16562"/>
                  </a:lnTo>
                  <a:lnTo>
                    <a:pt x="2817854" y="14683"/>
                  </a:lnTo>
                  <a:lnTo>
                    <a:pt x="2745602" y="12949"/>
                  </a:lnTo>
                  <a:lnTo>
                    <a:pt x="2673349" y="11354"/>
                  </a:lnTo>
                  <a:lnTo>
                    <a:pt x="2601096" y="9893"/>
                  </a:lnTo>
                  <a:lnTo>
                    <a:pt x="2528844" y="8560"/>
                  </a:lnTo>
                  <a:lnTo>
                    <a:pt x="2456591" y="7348"/>
                  </a:lnTo>
                  <a:lnTo>
                    <a:pt x="2384338" y="6252"/>
                  </a:lnTo>
                  <a:lnTo>
                    <a:pt x="2312086" y="5266"/>
                  </a:lnTo>
                  <a:lnTo>
                    <a:pt x="2239833" y="4383"/>
                  </a:lnTo>
                  <a:lnTo>
                    <a:pt x="2167580" y="3598"/>
                  </a:lnTo>
                  <a:lnTo>
                    <a:pt x="2095328" y="2905"/>
                  </a:lnTo>
                  <a:lnTo>
                    <a:pt x="2023075" y="2300"/>
                  </a:lnTo>
                  <a:lnTo>
                    <a:pt x="1950822" y="1776"/>
                  </a:lnTo>
                  <a:lnTo>
                    <a:pt x="1878569" y="1329"/>
                  </a:lnTo>
                  <a:lnTo>
                    <a:pt x="1806317" y="955"/>
                  </a:lnTo>
                  <a:lnTo>
                    <a:pt x="1734064" y="648"/>
                  </a:lnTo>
                  <a:lnTo>
                    <a:pt x="1661811" y="406"/>
                  </a:lnTo>
                  <a:lnTo>
                    <a:pt x="1589559" y="223"/>
                  </a:lnTo>
                  <a:lnTo>
                    <a:pt x="1517306" y="97"/>
                  </a:lnTo>
                  <a:lnTo>
                    <a:pt x="1445053" y="23"/>
                  </a:lnTo>
                  <a:lnTo>
                    <a:pt x="1372801" y="0"/>
                  </a:lnTo>
                  <a:lnTo>
                    <a:pt x="1300548" y="22"/>
                  </a:lnTo>
                  <a:lnTo>
                    <a:pt x="1228295" y="89"/>
                  </a:lnTo>
                  <a:lnTo>
                    <a:pt x="1156043" y="197"/>
                  </a:lnTo>
                  <a:lnTo>
                    <a:pt x="1083790" y="344"/>
                  </a:lnTo>
                  <a:lnTo>
                    <a:pt x="1011537" y="527"/>
                  </a:lnTo>
                  <a:lnTo>
                    <a:pt x="939284" y="745"/>
                  </a:lnTo>
                  <a:lnTo>
                    <a:pt x="867032" y="995"/>
                  </a:lnTo>
                  <a:lnTo>
                    <a:pt x="794779" y="1276"/>
                  </a:lnTo>
                  <a:lnTo>
                    <a:pt x="722526" y="1586"/>
                  </a:lnTo>
                  <a:lnTo>
                    <a:pt x="650274" y="1923"/>
                  </a:lnTo>
                  <a:lnTo>
                    <a:pt x="578021" y="2285"/>
                  </a:lnTo>
                  <a:lnTo>
                    <a:pt x="505768" y="2672"/>
                  </a:lnTo>
                  <a:lnTo>
                    <a:pt x="433516" y="3082"/>
                  </a:lnTo>
                  <a:lnTo>
                    <a:pt x="361263" y="3513"/>
                  </a:lnTo>
                  <a:lnTo>
                    <a:pt x="289010" y="3965"/>
                  </a:lnTo>
                  <a:lnTo>
                    <a:pt x="216758" y="4437"/>
                  </a:lnTo>
                  <a:lnTo>
                    <a:pt x="144505" y="4927"/>
                  </a:lnTo>
                  <a:lnTo>
                    <a:pt x="72252" y="5435"/>
                  </a:lnTo>
                  <a:lnTo>
                    <a:pt x="0" y="595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27274" y="4947635"/>
              <a:ext cx="5707962" cy="241949"/>
            </a:xfrm>
            <a:custGeom>
              <a:avLst/>
              <a:gdLst/>
              <a:ahLst/>
              <a:cxnLst/>
              <a:rect l="0" t="0" r="0" b="0"/>
              <a:pathLst>
                <a:path w="5707962" h="241949">
                  <a:moveTo>
                    <a:pt x="0" y="0"/>
                  </a:moveTo>
                  <a:lnTo>
                    <a:pt x="72252" y="3062"/>
                  </a:lnTo>
                  <a:lnTo>
                    <a:pt x="144505" y="6125"/>
                  </a:lnTo>
                  <a:lnTo>
                    <a:pt x="216758" y="9187"/>
                  </a:lnTo>
                  <a:lnTo>
                    <a:pt x="289010" y="12250"/>
                  </a:lnTo>
                  <a:lnTo>
                    <a:pt x="361263" y="15313"/>
                  </a:lnTo>
                  <a:lnTo>
                    <a:pt x="433516" y="18375"/>
                  </a:lnTo>
                  <a:lnTo>
                    <a:pt x="505768" y="21438"/>
                  </a:lnTo>
                  <a:lnTo>
                    <a:pt x="578021" y="24501"/>
                  </a:lnTo>
                  <a:lnTo>
                    <a:pt x="650274" y="27563"/>
                  </a:lnTo>
                  <a:lnTo>
                    <a:pt x="722526" y="30626"/>
                  </a:lnTo>
                  <a:lnTo>
                    <a:pt x="794779" y="33689"/>
                  </a:lnTo>
                  <a:lnTo>
                    <a:pt x="867032" y="36751"/>
                  </a:lnTo>
                  <a:lnTo>
                    <a:pt x="939284" y="39814"/>
                  </a:lnTo>
                  <a:lnTo>
                    <a:pt x="1011537" y="42877"/>
                  </a:lnTo>
                  <a:lnTo>
                    <a:pt x="1083790" y="45939"/>
                  </a:lnTo>
                  <a:lnTo>
                    <a:pt x="1156043" y="49002"/>
                  </a:lnTo>
                  <a:lnTo>
                    <a:pt x="1228295" y="52065"/>
                  </a:lnTo>
                  <a:lnTo>
                    <a:pt x="1300548" y="55127"/>
                  </a:lnTo>
                  <a:lnTo>
                    <a:pt x="1372801" y="58190"/>
                  </a:lnTo>
                  <a:lnTo>
                    <a:pt x="1445053" y="61252"/>
                  </a:lnTo>
                  <a:lnTo>
                    <a:pt x="1517306" y="64315"/>
                  </a:lnTo>
                  <a:lnTo>
                    <a:pt x="1589559" y="67378"/>
                  </a:lnTo>
                  <a:lnTo>
                    <a:pt x="1661811" y="70440"/>
                  </a:lnTo>
                  <a:lnTo>
                    <a:pt x="1734064" y="73503"/>
                  </a:lnTo>
                  <a:lnTo>
                    <a:pt x="1806317" y="76566"/>
                  </a:lnTo>
                  <a:lnTo>
                    <a:pt x="1878569" y="79628"/>
                  </a:lnTo>
                  <a:lnTo>
                    <a:pt x="1950822" y="82691"/>
                  </a:lnTo>
                  <a:lnTo>
                    <a:pt x="2023075" y="85754"/>
                  </a:lnTo>
                  <a:lnTo>
                    <a:pt x="2095328" y="88816"/>
                  </a:lnTo>
                  <a:lnTo>
                    <a:pt x="2167580" y="91879"/>
                  </a:lnTo>
                  <a:lnTo>
                    <a:pt x="2239833" y="94942"/>
                  </a:lnTo>
                  <a:lnTo>
                    <a:pt x="2312086" y="98004"/>
                  </a:lnTo>
                  <a:lnTo>
                    <a:pt x="2384338" y="101067"/>
                  </a:lnTo>
                  <a:lnTo>
                    <a:pt x="2456591" y="104130"/>
                  </a:lnTo>
                  <a:lnTo>
                    <a:pt x="2528844" y="107192"/>
                  </a:lnTo>
                  <a:lnTo>
                    <a:pt x="2601096" y="110255"/>
                  </a:lnTo>
                  <a:lnTo>
                    <a:pt x="2673349" y="113318"/>
                  </a:lnTo>
                  <a:lnTo>
                    <a:pt x="2745602" y="116380"/>
                  </a:lnTo>
                  <a:lnTo>
                    <a:pt x="2817854" y="119443"/>
                  </a:lnTo>
                  <a:lnTo>
                    <a:pt x="2890107" y="122505"/>
                  </a:lnTo>
                  <a:lnTo>
                    <a:pt x="2962360" y="125568"/>
                  </a:lnTo>
                  <a:lnTo>
                    <a:pt x="3034612" y="128631"/>
                  </a:lnTo>
                  <a:lnTo>
                    <a:pt x="3106865" y="131693"/>
                  </a:lnTo>
                  <a:lnTo>
                    <a:pt x="3179118" y="134756"/>
                  </a:lnTo>
                  <a:lnTo>
                    <a:pt x="3251371" y="137819"/>
                  </a:lnTo>
                  <a:lnTo>
                    <a:pt x="3323623" y="140881"/>
                  </a:lnTo>
                  <a:lnTo>
                    <a:pt x="3395876" y="143944"/>
                  </a:lnTo>
                  <a:lnTo>
                    <a:pt x="3468129" y="147007"/>
                  </a:lnTo>
                  <a:lnTo>
                    <a:pt x="3540381" y="150069"/>
                  </a:lnTo>
                  <a:lnTo>
                    <a:pt x="3612634" y="153132"/>
                  </a:lnTo>
                  <a:lnTo>
                    <a:pt x="3684887" y="156195"/>
                  </a:lnTo>
                  <a:lnTo>
                    <a:pt x="3757139" y="159257"/>
                  </a:lnTo>
                  <a:lnTo>
                    <a:pt x="3829392" y="162320"/>
                  </a:lnTo>
                  <a:lnTo>
                    <a:pt x="3901645" y="165383"/>
                  </a:lnTo>
                  <a:lnTo>
                    <a:pt x="3973897" y="168445"/>
                  </a:lnTo>
                  <a:lnTo>
                    <a:pt x="4046150" y="171508"/>
                  </a:lnTo>
                  <a:lnTo>
                    <a:pt x="4118403" y="174570"/>
                  </a:lnTo>
                  <a:lnTo>
                    <a:pt x="4190656" y="177633"/>
                  </a:lnTo>
                  <a:lnTo>
                    <a:pt x="4262908" y="180696"/>
                  </a:lnTo>
                  <a:lnTo>
                    <a:pt x="4335161" y="183758"/>
                  </a:lnTo>
                  <a:lnTo>
                    <a:pt x="4407414" y="186821"/>
                  </a:lnTo>
                  <a:lnTo>
                    <a:pt x="4479666" y="189884"/>
                  </a:lnTo>
                  <a:lnTo>
                    <a:pt x="4551919" y="192946"/>
                  </a:lnTo>
                  <a:lnTo>
                    <a:pt x="4624172" y="196009"/>
                  </a:lnTo>
                  <a:lnTo>
                    <a:pt x="4696424" y="199072"/>
                  </a:lnTo>
                  <a:lnTo>
                    <a:pt x="4768677" y="202134"/>
                  </a:lnTo>
                  <a:lnTo>
                    <a:pt x="4840930" y="205197"/>
                  </a:lnTo>
                  <a:lnTo>
                    <a:pt x="4913182" y="208260"/>
                  </a:lnTo>
                  <a:lnTo>
                    <a:pt x="4985435" y="211322"/>
                  </a:lnTo>
                  <a:lnTo>
                    <a:pt x="5057688" y="214385"/>
                  </a:lnTo>
                  <a:lnTo>
                    <a:pt x="5129941" y="217448"/>
                  </a:lnTo>
                  <a:lnTo>
                    <a:pt x="5202193" y="220510"/>
                  </a:lnTo>
                  <a:lnTo>
                    <a:pt x="5274446" y="223573"/>
                  </a:lnTo>
                  <a:lnTo>
                    <a:pt x="5346699" y="226636"/>
                  </a:lnTo>
                  <a:lnTo>
                    <a:pt x="5418951" y="229698"/>
                  </a:lnTo>
                  <a:lnTo>
                    <a:pt x="5491204" y="232761"/>
                  </a:lnTo>
                  <a:lnTo>
                    <a:pt x="5563457" y="235823"/>
                  </a:lnTo>
                  <a:lnTo>
                    <a:pt x="5635709" y="238886"/>
                  </a:lnTo>
                  <a:lnTo>
                    <a:pt x="5707962" y="241949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1168571" y="44097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1168571" y="473945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1168571" y="45738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3678302" y="47263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3678302" y="461732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3678302" y="465423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5257562" y="454567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5257562" y="448620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5257562" y="460653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5028010" y="46519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5028010" y="469182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5028010" y="467511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6376362" y="483199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6376362" y="464735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6376362" y="476332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3134806" y="499429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3134806" y="445790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3134806" y="482079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4893655" y="51044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4893655" y="515227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4893655" y="50498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6876534" y="492044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t56"/>
            <p:cNvSpPr/>
            <p:nvPr/>
          </p:nvSpPr>
          <p:spPr>
            <a:xfrm>
              <a:off x="6876534" y="52199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t57"/>
            <p:cNvSpPr/>
            <p:nvPr/>
          </p:nvSpPr>
          <p:spPr>
            <a:xfrm>
              <a:off x="6876534" y="492932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1227274" y="4450849"/>
              <a:ext cx="5707962" cy="637360"/>
            </a:xfrm>
            <a:custGeom>
              <a:avLst/>
              <a:gdLst/>
              <a:ahLst/>
              <a:cxnLst/>
              <a:rect l="0" t="0" r="0" b="0"/>
              <a:pathLst>
                <a:path w="5707962" h="637360">
                  <a:moveTo>
                    <a:pt x="0" y="0"/>
                  </a:moveTo>
                  <a:lnTo>
                    <a:pt x="72252" y="7018"/>
                  </a:lnTo>
                  <a:lnTo>
                    <a:pt x="144505" y="14021"/>
                  </a:lnTo>
                  <a:lnTo>
                    <a:pt x="216758" y="21008"/>
                  </a:lnTo>
                  <a:lnTo>
                    <a:pt x="289010" y="27978"/>
                  </a:lnTo>
                  <a:lnTo>
                    <a:pt x="361263" y="34930"/>
                  </a:lnTo>
                  <a:lnTo>
                    <a:pt x="433516" y="41863"/>
                  </a:lnTo>
                  <a:lnTo>
                    <a:pt x="505768" y="48777"/>
                  </a:lnTo>
                  <a:lnTo>
                    <a:pt x="578021" y="55669"/>
                  </a:lnTo>
                  <a:lnTo>
                    <a:pt x="650274" y="62539"/>
                  </a:lnTo>
                  <a:lnTo>
                    <a:pt x="722526" y="69385"/>
                  </a:lnTo>
                  <a:lnTo>
                    <a:pt x="794779" y="76207"/>
                  </a:lnTo>
                  <a:lnTo>
                    <a:pt x="867032" y="83002"/>
                  </a:lnTo>
                  <a:lnTo>
                    <a:pt x="939284" y="89768"/>
                  </a:lnTo>
                  <a:lnTo>
                    <a:pt x="1011537" y="96506"/>
                  </a:lnTo>
                  <a:lnTo>
                    <a:pt x="1083790" y="103211"/>
                  </a:lnTo>
                  <a:lnTo>
                    <a:pt x="1156043" y="109883"/>
                  </a:lnTo>
                  <a:lnTo>
                    <a:pt x="1228295" y="116520"/>
                  </a:lnTo>
                  <a:lnTo>
                    <a:pt x="1300548" y="123118"/>
                  </a:lnTo>
                  <a:lnTo>
                    <a:pt x="1372801" y="129677"/>
                  </a:lnTo>
                  <a:lnTo>
                    <a:pt x="1445053" y="136192"/>
                  </a:lnTo>
                  <a:lnTo>
                    <a:pt x="1517306" y="142662"/>
                  </a:lnTo>
                  <a:lnTo>
                    <a:pt x="1589559" y="149083"/>
                  </a:lnTo>
                  <a:lnTo>
                    <a:pt x="1661811" y="155453"/>
                  </a:lnTo>
                  <a:lnTo>
                    <a:pt x="1734064" y="161768"/>
                  </a:lnTo>
                  <a:lnTo>
                    <a:pt x="1806317" y="168024"/>
                  </a:lnTo>
                  <a:lnTo>
                    <a:pt x="1878569" y="174218"/>
                  </a:lnTo>
                  <a:lnTo>
                    <a:pt x="1950822" y="180345"/>
                  </a:lnTo>
                  <a:lnTo>
                    <a:pt x="2023075" y="186402"/>
                  </a:lnTo>
                  <a:lnTo>
                    <a:pt x="2095328" y="192384"/>
                  </a:lnTo>
                  <a:lnTo>
                    <a:pt x="2167580" y="198286"/>
                  </a:lnTo>
                  <a:lnTo>
                    <a:pt x="2239833" y="204103"/>
                  </a:lnTo>
                  <a:lnTo>
                    <a:pt x="2312086" y="209830"/>
                  </a:lnTo>
                  <a:lnTo>
                    <a:pt x="2384338" y="215462"/>
                  </a:lnTo>
                  <a:lnTo>
                    <a:pt x="2456591" y="220994"/>
                  </a:lnTo>
                  <a:lnTo>
                    <a:pt x="2528844" y="226420"/>
                  </a:lnTo>
                  <a:lnTo>
                    <a:pt x="2601096" y="231734"/>
                  </a:lnTo>
                  <a:lnTo>
                    <a:pt x="2673349" y="236930"/>
                  </a:lnTo>
                  <a:lnTo>
                    <a:pt x="2745602" y="242005"/>
                  </a:lnTo>
                  <a:lnTo>
                    <a:pt x="2817854" y="246951"/>
                  </a:lnTo>
                  <a:lnTo>
                    <a:pt x="2890107" y="251764"/>
                  </a:lnTo>
                  <a:lnTo>
                    <a:pt x="2962360" y="256440"/>
                  </a:lnTo>
                  <a:lnTo>
                    <a:pt x="3034612" y="260973"/>
                  </a:lnTo>
                  <a:lnTo>
                    <a:pt x="3106865" y="265360"/>
                  </a:lnTo>
                  <a:lnTo>
                    <a:pt x="3179118" y="269598"/>
                  </a:lnTo>
                  <a:lnTo>
                    <a:pt x="3251371" y="273684"/>
                  </a:lnTo>
                  <a:lnTo>
                    <a:pt x="3323623" y="277616"/>
                  </a:lnTo>
                  <a:lnTo>
                    <a:pt x="3395876" y="281394"/>
                  </a:lnTo>
                  <a:lnTo>
                    <a:pt x="3468129" y="285016"/>
                  </a:lnTo>
                  <a:lnTo>
                    <a:pt x="3540381" y="288484"/>
                  </a:lnTo>
                  <a:lnTo>
                    <a:pt x="3612634" y="291799"/>
                  </a:lnTo>
                  <a:lnTo>
                    <a:pt x="3684887" y="294963"/>
                  </a:lnTo>
                  <a:lnTo>
                    <a:pt x="3757139" y="297979"/>
                  </a:lnTo>
                  <a:lnTo>
                    <a:pt x="3829392" y="300850"/>
                  </a:lnTo>
                  <a:lnTo>
                    <a:pt x="3901645" y="303580"/>
                  </a:lnTo>
                  <a:lnTo>
                    <a:pt x="3973897" y="306174"/>
                  </a:lnTo>
                  <a:lnTo>
                    <a:pt x="4046150" y="308637"/>
                  </a:lnTo>
                  <a:lnTo>
                    <a:pt x="4118403" y="310973"/>
                  </a:lnTo>
                  <a:lnTo>
                    <a:pt x="4190656" y="313189"/>
                  </a:lnTo>
                  <a:lnTo>
                    <a:pt x="4262908" y="315290"/>
                  </a:lnTo>
                  <a:lnTo>
                    <a:pt x="4335161" y="317281"/>
                  </a:lnTo>
                  <a:lnTo>
                    <a:pt x="4407414" y="319168"/>
                  </a:lnTo>
                  <a:lnTo>
                    <a:pt x="4479666" y="320956"/>
                  </a:lnTo>
                  <a:lnTo>
                    <a:pt x="4551919" y="322651"/>
                  </a:lnTo>
                  <a:lnTo>
                    <a:pt x="4624172" y="324258"/>
                  </a:lnTo>
                  <a:lnTo>
                    <a:pt x="4696424" y="325782"/>
                  </a:lnTo>
                  <a:lnTo>
                    <a:pt x="4768677" y="327228"/>
                  </a:lnTo>
                  <a:lnTo>
                    <a:pt x="4840930" y="328601"/>
                  </a:lnTo>
                  <a:lnTo>
                    <a:pt x="4913182" y="329904"/>
                  </a:lnTo>
                  <a:lnTo>
                    <a:pt x="4985435" y="331143"/>
                  </a:lnTo>
                  <a:lnTo>
                    <a:pt x="5057688" y="332320"/>
                  </a:lnTo>
                  <a:lnTo>
                    <a:pt x="5129941" y="333440"/>
                  </a:lnTo>
                  <a:lnTo>
                    <a:pt x="5202193" y="334507"/>
                  </a:lnTo>
                  <a:lnTo>
                    <a:pt x="5274446" y="335523"/>
                  </a:lnTo>
                  <a:lnTo>
                    <a:pt x="5346699" y="336491"/>
                  </a:lnTo>
                  <a:lnTo>
                    <a:pt x="5418951" y="337415"/>
                  </a:lnTo>
                  <a:lnTo>
                    <a:pt x="5491204" y="338297"/>
                  </a:lnTo>
                  <a:lnTo>
                    <a:pt x="5563457" y="339139"/>
                  </a:lnTo>
                  <a:lnTo>
                    <a:pt x="5635709" y="339944"/>
                  </a:lnTo>
                  <a:lnTo>
                    <a:pt x="5707962" y="340715"/>
                  </a:lnTo>
                  <a:lnTo>
                    <a:pt x="5707962" y="637360"/>
                  </a:lnTo>
                  <a:lnTo>
                    <a:pt x="5635709" y="630676"/>
                  </a:lnTo>
                  <a:lnTo>
                    <a:pt x="5563457" y="624027"/>
                  </a:lnTo>
                  <a:lnTo>
                    <a:pt x="5491204" y="617415"/>
                  </a:lnTo>
                  <a:lnTo>
                    <a:pt x="5418951" y="610842"/>
                  </a:lnTo>
                  <a:lnTo>
                    <a:pt x="5346699" y="604311"/>
                  </a:lnTo>
                  <a:lnTo>
                    <a:pt x="5274446" y="597825"/>
                  </a:lnTo>
                  <a:lnTo>
                    <a:pt x="5202193" y="591386"/>
                  </a:lnTo>
                  <a:lnTo>
                    <a:pt x="5129941" y="584997"/>
                  </a:lnTo>
                  <a:lnTo>
                    <a:pt x="5057688" y="578663"/>
                  </a:lnTo>
                  <a:lnTo>
                    <a:pt x="4985435" y="572386"/>
                  </a:lnTo>
                  <a:lnTo>
                    <a:pt x="4913182" y="566170"/>
                  </a:lnTo>
                  <a:lnTo>
                    <a:pt x="4840930" y="560018"/>
                  </a:lnTo>
                  <a:lnTo>
                    <a:pt x="4768677" y="553936"/>
                  </a:lnTo>
                  <a:lnTo>
                    <a:pt x="4696424" y="547928"/>
                  </a:lnTo>
                  <a:lnTo>
                    <a:pt x="4624172" y="541997"/>
                  </a:lnTo>
                  <a:lnTo>
                    <a:pt x="4551919" y="536149"/>
                  </a:lnTo>
                  <a:lnTo>
                    <a:pt x="4479666" y="530390"/>
                  </a:lnTo>
                  <a:lnTo>
                    <a:pt x="4407414" y="524724"/>
                  </a:lnTo>
                  <a:lnTo>
                    <a:pt x="4335161" y="519156"/>
                  </a:lnTo>
                  <a:lnTo>
                    <a:pt x="4262908" y="513692"/>
                  </a:lnTo>
                  <a:lnTo>
                    <a:pt x="4190656" y="508338"/>
                  </a:lnTo>
                  <a:lnTo>
                    <a:pt x="4118403" y="503099"/>
                  </a:lnTo>
                  <a:lnTo>
                    <a:pt x="4046150" y="497981"/>
                  </a:lnTo>
                  <a:lnTo>
                    <a:pt x="3973897" y="492990"/>
                  </a:lnTo>
                  <a:lnTo>
                    <a:pt x="3901645" y="488129"/>
                  </a:lnTo>
                  <a:lnTo>
                    <a:pt x="3829392" y="483404"/>
                  </a:lnTo>
                  <a:lnTo>
                    <a:pt x="3757139" y="478821"/>
                  </a:lnTo>
                  <a:lnTo>
                    <a:pt x="3684887" y="474382"/>
                  </a:lnTo>
                  <a:lnTo>
                    <a:pt x="3612634" y="470091"/>
                  </a:lnTo>
                  <a:lnTo>
                    <a:pt x="3540381" y="465951"/>
                  </a:lnTo>
                  <a:lnTo>
                    <a:pt x="3468129" y="461965"/>
                  </a:lnTo>
                  <a:lnTo>
                    <a:pt x="3395876" y="458132"/>
                  </a:lnTo>
                  <a:lnTo>
                    <a:pt x="3323623" y="454455"/>
                  </a:lnTo>
                  <a:lnTo>
                    <a:pt x="3251371" y="450933"/>
                  </a:lnTo>
                  <a:lnTo>
                    <a:pt x="3179118" y="447564"/>
                  </a:lnTo>
                  <a:lnTo>
                    <a:pt x="3106865" y="444348"/>
                  </a:lnTo>
                  <a:lnTo>
                    <a:pt x="3034612" y="441280"/>
                  </a:lnTo>
                  <a:lnTo>
                    <a:pt x="2962360" y="438359"/>
                  </a:lnTo>
                  <a:lnTo>
                    <a:pt x="2890107" y="435579"/>
                  </a:lnTo>
                  <a:lnTo>
                    <a:pt x="2817854" y="432938"/>
                  </a:lnTo>
                  <a:lnTo>
                    <a:pt x="2745602" y="430430"/>
                  </a:lnTo>
                  <a:lnTo>
                    <a:pt x="2673349" y="428049"/>
                  </a:lnTo>
                  <a:lnTo>
                    <a:pt x="2601096" y="425791"/>
                  </a:lnTo>
                  <a:lnTo>
                    <a:pt x="2528844" y="423651"/>
                  </a:lnTo>
                  <a:lnTo>
                    <a:pt x="2456591" y="421622"/>
                  </a:lnTo>
                  <a:lnTo>
                    <a:pt x="2384338" y="419699"/>
                  </a:lnTo>
                  <a:lnTo>
                    <a:pt x="2312086" y="417876"/>
                  </a:lnTo>
                  <a:lnTo>
                    <a:pt x="2239833" y="416149"/>
                  </a:lnTo>
                  <a:lnTo>
                    <a:pt x="2167580" y="414511"/>
                  </a:lnTo>
                  <a:lnTo>
                    <a:pt x="2095328" y="412959"/>
                  </a:lnTo>
                  <a:lnTo>
                    <a:pt x="2023075" y="411486"/>
                  </a:lnTo>
                  <a:lnTo>
                    <a:pt x="1950822" y="410088"/>
                  </a:lnTo>
                  <a:lnTo>
                    <a:pt x="1878569" y="408761"/>
                  </a:lnTo>
                  <a:lnTo>
                    <a:pt x="1806317" y="407500"/>
                  </a:lnTo>
                  <a:lnTo>
                    <a:pt x="1734064" y="406301"/>
                  </a:lnTo>
                  <a:lnTo>
                    <a:pt x="1661811" y="405161"/>
                  </a:lnTo>
                  <a:lnTo>
                    <a:pt x="1589559" y="404076"/>
                  </a:lnTo>
                  <a:lnTo>
                    <a:pt x="1517306" y="403043"/>
                  </a:lnTo>
                  <a:lnTo>
                    <a:pt x="1445053" y="402058"/>
                  </a:lnTo>
                  <a:lnTo>
                    <a:pt x="1372801" y="401119"/>
                  </a:lnTo>
                  <a:lnTo>
                    <a:pt x="1300548" y="400223"/>
                  </a:lnTo>
                  <a:lnTo>
                    <a:pt x="1228295" y="399367"/>
                  </a:lnTo>
                  <a:lnTo>
                    <a:pt x="1156043" y="398549"/>
                  </a:lnTo>
                  <a:lnTo>
                    <a:pt x="1083790" y="397766"/>
                  </a:lnTo>
                  <a:lnTo>
                    <a:pt x="1011537" y="397017"/>
                  </a:lnTo>
                  <a:lnTo>
                    <a:pt x="939284" y="396299"/>
                  </a:lnTo>
                  <a:lnTo>
                    <a:pt x="867032" y="395612"/>
                  </a:lnTo>
                  <a:lnTo>
                    <a:pt x="794779" y="394952"/>
                  </a:lnTo>
                  <a:lnTo>
                    <a:pt x="722526" y="394319"/>
                  </a:lnTo>
                  <a:lnTo>
                    <a:pt x="650274" y="393710"/>
                  </a:lnTo>
                  <a:lnTo>
                    <a:pt x="578021" y="393126"/>
                  </a:lnTo>
                  <a:lnTo>
                    <a:pt x="505768" y="392563"/>
                  </a:lnTo>
                  <a:lnTo>
                    <a:pt x="433516" y="392022"/>
                  </a:lnTo>
                  <a:lnTo>
                    <a:pt x="361263" y="391500"/>
                  </a:lnTo>
                  <a:lnTo>
                    <a:pt x="289010" y="390998"/>
                  </a:lnTo>
                  <a:lnTo>
                    <a:pt x="216758" y="390513"/>
                  </a:lnTo>
                  <a:lnTo>
                    <a:pt x="144505" y="390046"/>
                  </a:lnTo>
                  <a:lnTo>
                    <a:pt x="72252" y="389594"/>
                  </a:lnTo>
                  <a:lnTo>
                    <a:pt x="0" y="389158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27274" y="4450849"/>
              <a:ext cx="5707962" cy="340715"/>
            </a:xfrm>
            <a:custGeom>
              <a:avLst/>
              <a:gdLst/>
              <a:ahLst/>
              <a:cxnLst/>
              <a:rect l="0" t="0" r="0" b="0"/>
              <a:pathLst>
                <a:path w="5707962" h="340715">
                  <a:moveTo>
                    <a:pt x="0" y="0"/>
                  </a:moveTo>
                  <a:lnTo>
                    <a:pt x="72252" y="7018"/>
                  </a:lnTo>
                  <a:lnTo>
                    <a:pt x="144505" y="14021"/>
                  </a:lnTo>
                  <a:lnTo>
                    <a:pt x="216758" y="21008"/>
                  </a:lnTo>
                  <a:lnTo>
                    <a:pt x="289010" y="27978"/>
                  </a:lnTo>
                  <a:lnTo>
                    <a:pt x="361263" y="34930"/>
                  </a:lnTo>
                  <a:lnTo>
                    <a:pt x="433516" y="41863"/>
                  </a:lnTo>
                  <a:lnTo>
                    <a:pt x="505768" y="48777"/>
                  </a:lnTo>
                  <a:lnTo>
                    <a:pt x="578021" y="55669"/>
                  </a:lnTo>
                  <a:lnTo>
                    <a:pt x="650274" y="62539"/>
                  </a:lnTo>
                  <a:lnTo>
                    <a:pt x="722526" y="69385"/>
                  </a:lnTo>
                  <a:lnTo>
                    <a:pt x="794779" y="76207"/>
                  </a:lnTo>
                  <a:lnTo>
                    <a:pt x="867032" y="83002"/>
                  </a:lnTo>
                  <a:lnTo>
                    <a:pt x="939284" y="89768"/>
                  </a:lnTo>
                  <a:lnTo>
                    <a:pt x="1011537" y="96506"/>
                  </a:lnTo>
                  <a:lnTo>
                    <a:pt x="1083790" y="103211"/>
                  </a:lnTo>
                  <a:lnTo>
                    <a:pt x="1156043" y="109883"/>
                  </a:lnTo>
                  <a:lnTo>
                    <a:pt x="1228295" y="116520"/>
                  </a:lnTo>
                  <a:lnTo>
                    <a:pt x="1300548" y="123118"/>
                  </a:lnTo>
                  <a:lnTo>
                    <a:pt x="1372801" y="129677"/>
                  </a:lnTo>
                  <a:lnTo>
                    <a:pt x="1445053" y="136192"/>
                  </a:lnTo>
                  <a:lnTo>
                    <a:pt x="1517306" y="142662"/>
                  </a:lnTo>
                  <a:lnTo>
                    <a:pt x="1589559" y="149083"/>
                  </a:lnTo>
                  <a:lnTo>
                    <a:pt x="1661811" y="155453"/>
                  </a:lnTo>
                  <a:lnTo>
                    <a:pt x="1734064" y="161768"/>
                  </a:lnTo>
                  <a:lnTo>
                    <a:pt x="1806317" y="168024"/>
                  </a:lnTo>
                  <a:lnTo>
                    <a:pt x="1878569" y="174218"/>
                  </a:lnTo>
                  <a:lnTo>
                    <a:pt x="1950822" y="180345"/>
                  </a:lnTo>
                  <a:lnTo>
                    <a:pt x="2023075" y="186402"/>
                  </a:lnTo>
                  <a:lnTo>
                    <a:pt x="2095328" y="192384"/>
                  </a:lnTo>
                  <a:lnTo>
                    <a:pt x="2167580" y="198286"/>
                  </a:lnTo>
                  <a:lnTo>
                    <a:pt x="2239833" y="204103"/>
                  </a:lnTo>
                  <a:lnTo>
                    <a:pt x="2312086" y="209830"/>
                  </a:lnTo>
                  <a:lnTo>
                    <a:pt x="2384338" y="215462"/>
                  </a:lnTo>
                  <a:lnTo>
                    <a:pt x="2456591" y="220994"/>
                  </a:lnTo>
                  <a:lnTo>
                    <a:pt x="2528844" y="226420"/>
                  </a:lnTo>
                  <a:lnTo>
                    <a:pt x="2601096" y="231734"/>
                  </a:lnTo>
                  <a:lnTo>
                    <a:pt x="2673349" y="236930"/>
                  </a:lnTo>
                  <a:lnTo>
                    <a:pt x="2745602" y="242005"/>
                  </a:lnTo>
                  <a:lnTo>
                    <a:pt x="2817854" y="246951"/>
                  </a:lnTo>
                  <a:lnTo>
                    <a:pt x="2890107" y="251764"/>
                  </a:lnTo>
                  <a:lnTo>
                    <a:pt x="2962360" y="256440"/>
                  </a:lnTo>
                  <a:lnTo>
                    <a:pt x="3034612" y="260973"/>
                  </a:lnTo>
                  <a:lnTo>
                    <a:pt x="3106865" y="265360"/>
                  </a:lnTo>
                  <a:lnTo>
                    <a:pt x="3179118" y="269598"/>
                  </a:lnTo>
                  <a:lnTo>
                    <a:pt x="3251371" y="273684"/>
                  </a:lnTo>
                  <a:lnTo>
                    <a:pt x="3323623" y="277616"/>
                  </a:lnTo>
                  <a:lnTo>
                    <a:pt x="3395876" y="281394"/>
                  </a:lnTo>
                  <a:lnTo>
                    <a:pt x="3468129" y="285016"/>
                  </a:lnTo>
                  <a:lnTo>
                    <a:pt x="3540381" y="288484"/>
                  </a:lnTo>
                  <a:lnTo>
                    <a:pt x="3612634" y="291799"/>
                  </a:lnTo>
                  <a:lnTo>
                    <a:pt x="3684887" y="294963"/>
                  </a:lnTo>
                  <a:lnTo>
                    <a:pt x="3757139" y="297979"/>
                  </a:lnTo>
                  <a:lnTo>
                    <a:pt x="3829392" y="300850"/>
                  </a:lnTo>
                  <a:lnTo>
                    <a:pt x="3901645" y="303580"/>
                  </a:lnTo>
                  <a:lnTo>
                    <a:pt x="3973897" y="306174"/>
                  </a:lnTo>
                  <a:lnTo>
                    <a:pt x="4046150" y="308637"/>
                  </a:lnTo>
                  <a:lnTo>
                    <a:pt x="4118403" y="310973"/>
                  </a:lnTo>
                  <a:lnTo>
                    <a:pt x="4190656" y="313189"/>
                  </a:lnTo>
                  <a:lnTo>
                    <a:pt x="4262908" y="315290"/>
                  </a:lnTo>
                  <a:lnTo>
                    <a:pt x="4335161" y="317281"/>
                  </a:lnTo>
                  <a:lnTo>
                    <a:pt x="4407414" y="319168"/>
                  </a:lnTo>
                  <a:lnTo>
                    <a:pt x="4479666" y="320956"/>
                  </a:lnTo>
                  <a:lnTo>
                    <a:pt x="4551919" y="322651"/>
                  </a:lnTo>
                  <a:lnTo>
                    <a:pt x="4624172" y="324258"/>
                  </a:lnTo>
                  <a:lnTo>
                    <a:pt x="4696424" y="325782"/>
                  </a:lnTo>
                  <a:lnTo>
                    <a:pt x="4768677" y="327228"/>
                  </a:lnTo>
                  <a:lnTo>
                    <a:pt x="4840930" y="328601"/>
                  </a:lnTo>
                  <a:lnTo>
                    <a:pt x="4913182" y="329904"/>
                  </a:lnTo>
                  <a:lnTo>
                    <a:pt x="4985435" y="331143"/>
                  </a:lnTo>
                  <a:lnTo>
                    <a:pt x="5057688" y="332320"/>
                  </a:lnTo>
                  <a:lnTo>
                    <a:pt x="5129941" y="333440"/>
                  </a:lnTo>
                  <a:lnTo>
                    <a:pt x="5202193" y="334507"/>
                  </a:lnTo>
                  <a:lnTo>
                    <a:pt x="5274446" y="335523"/>
                  </a:lnTo>
                  <a:lnTo>
                    <a:pt x="5346699" y="336491"/>
                  </a:lnTo>
                  <a:lnTo>
                    <a:pt x="5418951" y="337415"/>
                  </a:lnTo>
                  <a:lnTo>
                    <a:pt x="5491204" y="338297"/>
                  </a:lnTo>
                  <a:lnTo>
                    <a:pt x="5563457" y="339139"/>
                  </a:lnTo>
                  <a:lnTo>
                    <a:pt x="5635709" y="339944"/>
                  </a:lnTo>
                  <a:lnTo>
                    <a:pt x="5707962" y="340715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1227274" y="4840007"/>
              <a:ext cx="5707962" cy="248202"/>
            </a:xfrm>
            <a:custGeom>
              <a:avLst/>
              <a:gdLst/>
              <a:ahLst/>
              <a:cxnLst/>
              <a:rect l="0" t="0" r="0" b="0"/>
              <a:pathLst>
                <a:path w="5707962" h="248202">
                  <a:moveTo>
                    <a:pt x="5707962" y="248202"/>
                  </a:moveTo>
                  <a:lnTo>
                    <a:pt x="5635709" y="241518"/>
                  </a:lnTo>
                  <a:lnTo>
                    <a:pt x="5563457" y="234869"/>
                  </a:lnTo>
                  <a:lnTo>
                    <a:pt x="5491204" y="228256"/>
                  </a:lnTo>
                  <a:lnTo>
                    <a:pt x="5418951" y="221684"/>
                  </a:lnTo>
                  <a:lnTo>
                    <a:pt x="5346699" y="215153"/>
                  </a:lnTo>
                  <a:lnTo>
                    <a:pt x="5274446" y="208666"/>
                  </a:lnTo>
                  <a:lnTo>
                    <a:pt x="5202193" y="202228"/>
                  </a:lnTo>
                  <a:lnTo>
                    <a:pt x="5129941" y="195839"/>
                  </a:lnTo>
                  <a:lnTo>
                    <a:pt x="5057688" y="189505"/>
                  </a:lnTo>
                  <a:lnTo>
                    <a:pt x="4985435" y="183227"/>
                  </a:lnTo>
                  <a:lnTo>
                    <a:pt x="4913182" y="177011"/>
                  </a:lnTo>
                  <a:lnTo>
                    <a:pt x="4840930" y="170860"/>
                  </a:lnTo>
                  <a:lnTo>
                    <a:pt x="4768677" y="164778"/>
                  </a:lnTo>
                  <a:lnTo>
                    <a:pt x="4696424" y="158769"/>
                  </a:lnTo>
                  <a:lnTo>
                    <a:pt x="4624172" y="152839"/>
                  </a:lnTo>
                  <a:lnTo>
                    <a:pt x="4551919" y="146991"/>
                  </a:lnTo>
                  <a:lnTo>
                    <a:pt x="4479666" y="141232"/>
                  </a:lnTo>
                  <a:lnTo>
                    <a:pt x="4407414" y="135565"/>
                  </a:lnTo>
                  <a:lnTo>
                    <a:pt x="4335161" y="129998"/>
                  </a:lnTo>
                  <a:lnTo>
                    <a:pt x="4262908" y="124534"/>
                  </a:lnTo>
                  <a:lnTo>
                    <a:pt x="4190656" y="119180"/>
                  </a:lnTo>
                  <a:lnTo>
                    <a:pt x="4118403" y="113941"/>
                  </a:lnTo>
                  <a:lnTo>
                    <a:pt x="4046150" y="108823"/>
                  </a:lnTo>
                  <a:lnTo>
                    <a:pt x="3973897" y="103831"/>
                  </a:lnTo>
                  <a:lnTo>
                    <a:pt x="3901645" y="98971"/>
                  </a:lnTo>
                  <a:lnTo>
                    <a:pt x="3829392" y="94246"/>
                  </a:lnTo>
                  <a:lnTo>
                    <a:pt x="3757139" y="89662"/>
                  </a:lnTo>
                  <a:lnTo>
                    <a:pt x="3684887" y="85223"/>
                  </a:lnTo>
                  <a:lnTo>
                    <a:pt x="3612634" y="80933"/>
                  </a:lnTo>
                  <a:lnTo>
                    <a:pt x="3540381" y="76793"/>
                  </a:lnTo>
                  <a:lnTo>
                    <a:pt x="3468129" y="72806"/>
                  </a:lnTo>
                  <a:lnTo>
                    <a:pt x="3395876" y="68974"/>
                  </a:lnTo>
                  <a:lnTo>
                    <a:pt x="3323623" y="65297"/>
                  </a:lnTo>
                  <a:lnTo>
                    <a:pt x="3251371" y="61775"/>
                  </a:lnTo>
                  <a:lnTo>
                    <a:pt x="3179118" y="58406"/>
                  </a:lnTo>
                  <a:lnTo>
                    <a:pt x="3106865" y="55189"/>
                  </a:lnTo>
                  <a:lnTo>
                    <a:pt x="3034612" y="52122"/>
                  </a:lnTo>
                  <a:lnTo>
                    <a:pt x="2962360" y="49200"/>
                  </a:lnTo>
                  <a:lnTo>
                    <a:pt x="2890107" y="46421"/>
                  </a:lnTo>
                  <a:lnTo>
                    <a:pt x="2817854" y="43780"/>
                  </a:lnTo>
                  <a:lnTo>
                    <a:pt x="2745602" y="41271"/>
                  </a:lnTo>
                  <a:lnTo>
                    <a:pt x="2673349" y="38891"/>
                  </a:lnTo>
                  <a:lnTo>
                    <a:pt x="2601096" y="36633"/>
                  </a:lnTo>
                  <a:lnTo>
                    <a:pt x="2528844" y="34492"/>
                  </a:lnTo>
                  <a:lnTo>
                    <a:pt x="2456591" y="32463"/>
                  </a:lnTo>
                  <a:lnTo>
                    <a:pt x="2384338" y="30540"/>
                  </a:lnTo>
                  <a:lnTo>
                    <a:pt x="2312086" y="28718"/>
                  </a:lnTo>
                  <a:lnTo>
                    <a:pt x="2239833" y="26991"/>
                  </a:lnTo>
                  <a:lnTo>
                    <a:pt x="2167580" y="25353"/>
                  </a:lnTo>
                  <a:lnTo>
                    <a:pt x="2095328" y="23800"/>
                  </a:lnTo>
                  <a:lnTo>
                    <a:pt x="2023075" y="22327"/>
                  </a:lnTo>
                  <a:lnTo>
                    <a:pt x="1950822" y="20929"/>
                  </a:lnTo>
                  <a:lnTo>
                    <a:pt x="1878569" y="19602"/>
                  </a:lnTo>
                  <a:lnTo>
                    <a:pt x="1806317" y="18341"/>
                  </a:lnTo>
                  <a:lnTo>
                    <a:pt x="1734064" y="17143"/>
                  </a:lnTo>
                  <a:lnTo>
                    <a:pt x="1661811" y="16003"/>
                  </a:lnTo>
                  <a:lnTo>
                    <a:pt x="1589559" y="14918"/>
                  </a:lnTo>
                  <a:lnTo>
                    <a:pt x="1517306" y="13885"/>
                  </a:lnTo>
                  <a:lnTo>
                    <a:pt x="1445053" y="12900"/>
                  </a:lnTo>
                  <a:lnTo>
                    <a:pt x="1372801" y="11961"/>
                  </a:lnTo>
                  <a:lnTo>
                    <a:pt x="1300548" y="11065"/>
                  </a:lnTo>
                  <a:lnTo>
                    <a:pt x="1228295" y="10209"/>
                  </a:lnTo>
                  <a:lnTo>
                    <a:pt x="1156043" y="9390"/>
                  </a:lnTo>
                  <a:lnTo>
                    <a:pt x="1083790" y="8608"/>
                  </a:lnTo>
                  <a:lnTo>
                    <a:pt x="1011537" y="7859"/>
                  </a:lnTo>
                  <a:lnTo>
                    <a:pt x="939284" y="7141"/>
                  </a:lnTo>
                  <a:lnTo>
                    <a:pt x="867032" y="6453"/>
                  </a:lnTo>
                  <a:lnTo>
                    <a:pt x="794779" y="5794"/>
                  </a:lnTo>
                  <a:lnTo>
                    <a:pt x="722526" y="5160"/>
                  </a:lnTo>
                  <a:lnTo>
                    <a:pt x="650274" y="4552"/>
                  </a:lnTo>
                  <a:lnTo>
                    <a:pt x="578021" y="3967"/>
                  </a:lnTo>
                  <a:lnTo>
                    <a:pt x="505768" y="3405"/>
                  </a:lnTo>
                  <a:lnTo>
                    <a:pt x="433516" y="2863"/>
                  </a:lnTo>
                  <a:lnTo>
                    <a:pt x="361263" y="2342"/>
                  </a:lnTo>
                  <a:lnTo>
                    <a:pt x="289010" y="1840"/>
                  </a:lnTo>
                  <a:lnTo>
                    <a:pt x="216758" y="1355"/>
                  </a:lnTo>
                  <a:lnTo>
                    <a:pt x="144505" y="887"/>
                  </a:lnTo>
                  <a:lnTo>
                    <a:pt x="72252" y="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1227274" y="4645428"/>
              <a:ext cx="5707962" cy="294458"/>
            </a:xfrm>
            <a:custGeom>
              <a:avLst/>
              <a:gdLst/>
              <a:ahLst/>
              <a:cxnLst/>
              <a:rect l="0" t="0" r="0" b="0"/>
              <a:pathLst>
                <a:path w="5707962" h="294458">
                  <a:moveTo>
                    <a:pt x="0" y="0"/>
                  </a:moveTo>
                  <a:lnTo>
                    <a:pt x="72252" y="3727"/>
                  </a:lnTo>
                  <a:lnTo>
                    <a:pt x="144505" y="7454"/>
                  </a:lnTo>
                  <a:lnTo>
                    <a:pt x="216758" y="11181"/>
                  </a:lnTo>
                  <a:lnTo>
                    <a:pt x="289010" y="14909"/>
                  </a:lnTo>
                  <a:lnTo>
                    <a:pt x="361263" y="18636"/>
                  </a:lnTo>
                  <a:lnTo>
                    <a:pt x="433516" y="22363"/>
                  </a:lnTo>
                  <a:lnTo>
                    <a:pt x="505768" y="26091"/>
                  </a:lnTo>
                  <a:lnTo>
                    <a:pt x="578021" y="29818"/>
                  </a:lnTo>
                  <a:lnTo>
                    <a:pt x="650274" y="33545"/>
                  </a:lnTo>
                  <a:lnTo>
                    <a:pt x="722526" y="37273"/>
                  </a:lnTo>
                  <a:lnTo>
                    <a:pt x="794779" y="41000"/>
                  </a:lnTo>
                  <a:lnTo>
                    <a:pt x="867032" y="44727"/>
                  </a:lnTo>
                  <a:lnTo>
                    <a:pt x="939284" y="48455"/>
                  </a:lnTo>
                  <a:lnTo>
                    <a:pt x="1011537" y="52182"/>
                  </a:lnTo>
                  <a:lnTo>
                    <a:pt x="1083790" y="55909"/>
                  </a:lnTo>
                  <a:lnTo>
                    <a:pt x="1156043" y="59637"/>
                  </a:lnTo>
                  <a:lnTo>
                    <a:pt x="1228295" y="63364"/>
                  </a:lnTo>
                  <a:lnTo>
                    <a:pt x="1300548" y="67091"/>
                  </a:lnTo>
                  <a:lnTo>
                    <a:pt x="1372801" y="70819"/>
                  </a:lnTo>
                  <a:lnTo>
                    <a:pt x="1445053" y="74546"/>
                  </a:lnTo>
                  <a:lnTo>
                    <a:pt x="1517306" y="78273"/>
                  </a:lnTo>
                  <a:lnTo>
                    <a:pt x="1589559" y="82001"/>
                  </a:lnTo>
                  <a:lnTo>
                    <a:pt x="1661811" y="85728"/>
                  </a:lnTo>
                  <a:lnTo>
                    <a:pt x="1734064" y="89455"/>
                  </a:lnTo>
                  <a:lnTo>
                    <a:pt x="1806317" y="93183"/>
                  </a:lnTo>
                  <a:lnTo>
                    <a:pt x="1878569" y="96910"/>
                  </a:lnTo>
                  <a:lnTo>
                    <a:pt x="1950822" y="100637"/>
                  </a:lnTo>
                  <a:lnTo>
                    <a:pt x="2023075" y="104365"/>
                  </a:lnTo>
                  <a:lnTo>
                    <a:pt x="2095328" y="108092"/>
                  </a:lnTo>
                  <a:lnTo>
                    <a:pt x="2167580" y="111819"/>
                  </a:lnTo>
                  <a:lnTo>
                    <a:pt x="2239833" y="115547"/>
                  </a:lnTo>
                  <a:lnTo>
                    <a:pt x="2312086" y="119274"/>
                  </a:lnTo>
                  <a:lnTo>
                    <a:pt x="2384338" y="123001"/>
                  </a:lnTo>
                  <a:lnTo>
                    <a:pt x="2456591" y="126729"/>
                  </a:lnTo>
                  <a:lnTo>
                    <a:pt x="2528844" y="130456"/>
                  </a:lnTo>
                  <a:lnTo>
                    <a:pt x="2601096" y="134183"/>
                  </a:lnTo>
                  <a:lnTo>
                    <a:pt x="2673349" y="137911"/>
                  </a:lnTo>
                  <a:lnTo>
                    <a:pt x="2745602" y="141638"/>
                  </a:lnTo>
                  <a:lnTo>
                    <a:pt x="2817854" y="145365"/>
                  </a:lnTo>
                  <a:lnTo>
                    <a:pt x="2890107" y="149093"/>
                  </a:lnTo>
                  <a:lnTo>
                    <a:pt x="2962360" y="152820"/>
                  </a:lnTo>
                  <a:lnTo>
                    <a:pt x="3034612" y="156547"/>
                  </a:lnTo>
                  <a:lnTo>
                    <a:pt x="3106865" y="160275"/>
                  </a:lnTo>
                  <a:lnTo>
                    <a:pt x="3179118" y="164002"/>
                  </a:lnTo>
                  <a:lnTo>
                    <a:pt x="3251371" y="167729"/>
                  </a:lnTo>
                  <a:lnTo>
                    <a:pt x="3323623" y="171457"/>
                  </a:lnTo>
                  <a:lnTo>
                    <a:pt x="3395876" y="175184"/>
                  </a:lnTo>
                  <a:lnTo>
                    <a:pt x="3468129" y="178911"/>
                  </a:lnTo>
                  <a:lnTo>
                    <a:pt x="3540381" y="182639"/>
                  </a:lnTo>
                  <a:lnTo>
                    <a:pt x="3612634" y="186366"/>
                  </a:lnTo>
                  <a:lnTo>
                    <a:pt x="3684887" y="190093"/>
                  </a:lnTo>
                  <a:lnTo>
                    <a:pt x="3757139" y="193821"/>
                  </a:lnTo>
                  <a:lnTo>
                    <a:pt x="3829392" y="197548"/>
                  </a:lnTo>
                  <a:lnTo>
                    <a:pt x="3901645" y="201275"/>
                  </a:lnTo>
                  <a:lnTo>
                    <a:pt x="3973897" y="205003"/>
                  </a:lnTo>
                  <a:lnTo>
                    <a:pt x="4046150" y="208730"/>
                  </a:lnTo>
                  <a:lnTo>
                    <a:pt x="4118403" y="212457"/>
                  </a:lnTo>
                  <a:lnTo>
                    <a:pt x="4190656" y="216185"/>
                  </a:lnTo>
                  <a:lnTo>
                    <a:pt x="4262908" y="219912"/>
                  </a:lnTo>
                  <a:lnTo>
                    <a:pt x="4335161" y="223639"/>
                  </a:lnTo>
                  <a:lnTo>
                    <a:pt x="4407414" y="227367"/>
                  </a:lnTo>
                  <a:lnTo>
                    <a:pt x="4479666" y="231094"/>
                  </a:lnTo>
                  <a:lnTo>
                    <a:pt x="4551919" y="234821"/>
                  </a:lnTo>
                  <a:lnTo>
                    <a:pt x="4624172" y="238549"/>
                  </a:lnTo>
                  <a:lnTo>
                    <a:pt x="4696424" y="242276"/>
                  </a:lnTo>
                  <a:lnTo>
                    <a:pt x="4768677" y="246003"/>
                  </a:lnTo>
                  <a:lnTo>
                    <a:pt x="4840930" y="249731"/>
                  </a:lnTo>
                  <a:lnTo>
                    <a:pt x="4913182" y="253458"/>
                  </a:lnTo>
                  <a:lnTo>
                    <a:pt x="4985435" y="257185"/>
                  </a:lnTo>
                  <a:lnTo>
                    <a:pt x="5057688" y="260912"/>
                  </a:lnTo>
                  <a:lnTo>
                    <a:pt x="5129941" y="264640"/>
                  </a:lnTo>
                  <a:lnTo>
                    <a:pt x="5202193" y="268367"/>
                  </a:lnTo>
                  <a:lnTo>
                    <a:pt x="5274446" y="272094"/>
                  </a:lnTo>
                  <a:lnTo>
                    <a:pt x="5346699" y="275822"/>
                  </a:lnTo>
                  <a:lnTo>
                    <a:pt x="5418951" y="279549"/>
                  </a:lnTo>
                  <a:lnTo>
                    <a:pt x="5491204" y="283276"/>
                  </a:lnTo>
                  <a:lnTo>
                    <a:pt x="5563457" y="287004"/>
                  </a:lnTo>
                  <a:lnTo>
                    <a:pt x="5635709" y="290731"/>
                  </a:lnTo>
                  <a:lnTo>
                    <a:pt x="5707962" y="294458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t62"/>
            <p:cNvSpPr/>
            <p:nvPr/>
          </p:nvSpPr>
          <p:spPr>
            <a:xfrm>
              <a:off x="1168571" y="30478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t63"/>
            <p:cNvSpPr/>
            <p:nvPr/>
          </p:nvSpPr>
          <p:spPr>
            <a:xfrm>
              <a:off x="1168571" y="33842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t64"/>
            <p:cNvSpPr/>
            <p:nvPr/>
          </p:nvSpPr>
          <p:spPr>
            <a:xfrm>
              <a:off x="1168571" y="290099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t65"/>
            <p:cNvSpPr/>
            <p:nvPr/>
          </p:nvSpPr>
          <p:spPr>
            <a:xfrm>
              <a:off x="3678302" y="363445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t66"/>
            <p:cNvSpPr/>
            <p:nvPr/>
          </p:nvSpPr>
          <p:spPr>
            <a:xfrm>
              <a:off x="3678302" y="314370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t67"/>
            <p:cNvSpPr/>
            <p:nvPr/>
          </p:nvSpPr>
          <p:spPr>
            <a:xfrm>
              <a:off x="3678302" y="362814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t68"/>
            <p:cNvSpPr/>
            <p:nvPr/>
          </p:nvSpPr>
          <p:spPr>
            <a:xfrm>
              <a:off x="5257562" y="372667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t69"/>
            <p:cNvSpPr/>
            <p:nvPr/>
          </p:nvSpPr>
          <p:spPr>
            <a:xfrm>
              <a:off x="5257562" y="357508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t70"/>
            <p:cNvSpPr/>
            <p:nvPr/>
          </p:nvSpPr>
          <p:spPr>
            <a:xfrm>
              <a:off x="5257562" y="346418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t71"/>
            <p:cNvSpPr/>
            <p:nvPr/>
          </p:nvSpPr>
          <p:spPr>
            <a:xfrm>
              <a:off x="5028010" y="260191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t72"/>
            <p:cNvSpPr/>
            <p:nvPr/>
          </p:nvSpPr>
          <p:spPr>
            <a:xfrm>
              <a:off x="5028010" y="345189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t73"/>
            <p:cNvSpPr/>
            <p:nvPr/>
          </p:nvSpPr>
          <p:spPr>
            <a:xfrm>
              <a:off x="5028010" y="327568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t74"/>
            <p:cNvSpPr/>
            <p:nvPr/>
          </p:nvSpPr>
          <p:spPr>
            <a:xfrm>
              <a:off x="6376362" y="369303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t75"/>
            <p:cNvSpPr/>
            <p:nvPr/>
          </p:nvSpPr>
          <p:spPr>
            <a:xfrm>
              <a:off x="6376362" y="43873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t76"/>
            <p:cNvSpPr/>
            <p:nvPr/>
          </p:nvSpPr>
          <p:spPr>
            <a:xfrm>
              <a:off x="6376362" y="378668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t77"/>
            <p:cNvSpPr/>
            <p:nvPr/>
          </p:nvSpPr>
          <p:spPr>
            <a:xfrm>
              <a:off x="3134806" y="362474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t78"/>
            <p:cNvSpPr/>
            <p:nvPr/>
          </p:nvSpPr>
          <p:spPr>
            <a:xfrm>
              <a:off x="3134806" y="384353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t79"/>
            <p:cNvSpPr/>
            <p:nvPr/>
          </p:nvSpPr>
          <p:spPr>
            <a:xfrm>
              <a:off x="3134806" y="400638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t80"/>
            <p:cNvSpPr/>
            <p:nvPr/>
          </p:nvSpPr>
          <p:spPr>
            <a:xfrm>
              <a:off x="4893655" y="494970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t81"/>
            <p:cNvSpPr/>
            <p:nvPr/>
          </p:nvSpPr>
          <p:spPr>
            <a:xfrm>
              <a:off x="4893655" y="45186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t82"/>
            <p:cNvSpPr/>
            <p:nvPr/>
          </p:nvSpPr>
          <p:spPr>
            <a:xfrm>
              <a:off x="4893655" y="52385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6876534" y="438232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t84"/>
            <p:cNvSpPr/>
            <p:nvPr/>
          </p:nvSpPr>
          <p:spPr>
            <a:xfrm>
              <a:off x="6876534" y="426647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6876534" y="484973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1227274" y="2693691"/>
              <a:ext cx="5707962" cy="2019513"/>
            </a:xfrm>
            <a:custGeom>
              <a:avLst/>
              <a:gdLst/>
              <a:ahLst/>
              <a:cxnLst/>
              <a:rect l="0" t="0" r="0" b="0"/>
              <a:pathLst>
                <a:path w="5707962" h="2019513">
                  <a:moveTo>
                    <a:pt x="0" y="0"/>
                  </a:moveTo>
                  <a:lnTo>
                    <a:pt x="72252" y="22609"/>
                  </a:lnTo>
                  <a:lnTo>
                    <a:pt x="144505" y="45175"/>
                  </a:lnTo>
                  <a:lnTo>
                    <a:pt x="216758" y="67696"/>
                  </a:lnTo>
                  <a:lnTo>
                    <a:pt x="289010" y="90169"/>
                  </a:lnTo>
                  <a:lnTo>
                    <a:pt x="361263" y="112591"/>
                  </a:lnTo>
                  <a:lnTo>
                    <a:pt x="433516" y="134961"/>
                  </a:lnTo>
                  <a:lnTo>
                    <a:pt x="505768" y="157274"/>
                  </a:lnTo>
                  <a:lnTo>
                    <a:pt x="578021" y="179528"/>
                  </a:lnTo>
                  <a:lnTo>
                    <a:pt x="650274" y="201719"/>
                  </a:lnTo>
                  <a:lnTo>
                    <a:pt x="722526" y="223844"/>
                  </a:lnTo>
                  <a:lnTo>
                    <a:pt x="794779" y="245898"/>
                  </a:lnTo>
                  <a:lnTo>
                    <a:pt x="867032" y="267878"/>
                  </a:lnTo>
                  <a:lnTo>
                    <a:pt x="939284" y="289779"/>
                  </a:lnTo>
                  <a:lnTo>
                    <a:pt x="1011537" y="311597"/>
                  </a:lnTo>
                  <a:lnTo>
                    <a:pt x="1083790" y="333325"/>
                  </a:lnTo>
                  <a:lnTo>
                    <a:pt x="1156043" y="354960"/>
                  </a:lnTo>
                  <a:lnTo>
                    <a:pt x="1228295" y="376493"/>
                  </a:lnTo>
                  <a:lnTo>
                    <a:pt x="1300548" y="397921"/>
                  </a:lnTo>
                  <a:lnTo>
                    <a:pt x="1372801" y="419235"/>
                  </a:lnTo>
                  <a:lnTo>
                    <a:pt x="1445053" y="440428"/>
                  </a:lnTo>
                  <a:lnTo>
                    <a:pt x="1517306" y="461494"/>
                  </a:lnTo>
                  <a:lnTo>
                    <a:pt x="1589559" y="482422"/>
                  </a:lnTo>
                  <a:lnTo>
                    <a:pt x="1661811" y="503205"/>
                  </a:lnTo>
                  <a:lnTo>
                    <a:pt x="1734064" y="523833"/>
                  </a:lnTo>
                  <a:lnTo>
                    <a:pt x="1806317" y="544297"/>
                  </a:lnTo>
                  <a:lnTo>
                    <a:pt x="1878569" y="564585"/>
                  </a:lnTo>
                  <a:lnTo>
                    <a:pt x="1950822" y="584686"/>
                  </a:lnTo>
                  <a:lnTo>
                    <a:pt x="2023075" y="604588"/>
                  </a:lnTo>
                  <a:lnTo>
                    <a:pt x="2095328" y="624278"/>
                  </a:lnTo>
                  <a:lnTo>
                    <a:pt x="2167580" y="643744"/>
                  </a:lnTo>
                  <a:lnTo>
                    <a:pt x="2239833" y="662972"/>
                  </a:lnTo>
                  <a:lnTo>
                    <a:pt x="2312086" y="681946"/>
                  </a:lnTo>
                  <a:lnTo>
                    <a:pt x="2384338" y="700653"/>
                  </a:lnTo>
                  <a:lnTo>
                    <a:pt x="2456591" y="719077"/>
                  </a:lnTo>
                  <a:lnTo>
                    <a:pt x="2528844" y="737203"/>
                  </a:lnTo>
                  <a:lnTo>
                    <a:pt x="2601096" y="755014"/>
                  </a:lnTo>
                  <a:lnTo>
                    <a:pt x="2673349" y="772495"/>
                  </a:lnTo>
                  <a:lnTo>
                    <a:pt x="2745602" y="789632"/>
                  </a:lnTo>
                  <a:lnTo>
                    <a:pt x="2817854" y="806408"/>
                  </a:lnTo>
                  <a:lnTo>
                    <a:pt x="2890107" y="822809"/>
                  </a:lnTo>
                  <a:lnTo>
                    <a:pt x="2962360" y="838822"/>
                  </a:lnTo>
                  <a:lnTo>
                    <a:pt x="3034612" y="854435"/>
                  </a:lnTo>
                  <a:lnTo>
                    <a:pt x="3106865" y="869637"/>
                  </a:lnTo>
                  <a:lnTo>
                    <a:pt x="3179118" y="884419"/>
                  </a:lnTo>
                  <a:lnTo>
                    <a:pt x="3251371" y="898773"/>
                  </a:lnTo>
                  <a:lnTo>
                    <a:pt x="3323623" y="912695"/>
                  </a:lnTo>
                  <a:lnTo>
                    <a:pt x="3395876" y="926181"/>
                  </a:lnTo>
                  <a:lnTo>
                    <a:pt x="3468129" y="939230"/>
                  </a:lnTo>
                  <a:lnTo>
                    <a:pt x="3540381" y="951845"/>
                  </a:lnTo>
                  <a:lnTo>
                    <a:pt x="3612634" y="964028"/>
                  </a:lnTo>
                  <a:lnTo>
                    <a:pt x="3684887" y="975787"/>
                  </a:lnTo>
                  <a:lnTo>
                    <a:pt x="3757139" y="987128"/>
                  </a:lnTo>
                  <a:lnTo>
                    <a:pt x="3829392" y="998061"/>
                  </a:lnTo>
                  <a:lnTo>
                    <a:pt x="3901645" y="1008599"/>
                  </a:lnTo>
                  <a:lnTo>
                    <a:pt x="3973897" y="1018753"/>
                  </a:lnTo>
                  <a:lnTo>
                    <a:pt x="4046150" y="1028538"/>
                  </a:lnTo>
                  <a:lnTo>
                    <a:pt x="4118403" y="1037967"/>
                  </a:lnTo>
                  <a:lnTo>
                    <a:pt x="4190656" y="1047057"/>
                  </a:lnTo>
                  <a:lnTo>
                    <a:pt x="4262908" y="1055822"/>
                  </a:lnTo>
                  <a:lnTo>
                    <a:pt x="4335161" y="1064279"/>
                  </a:lnTo>
                  <a:lnTo>
                    <a:pt x="4407414" y="1072442"/>
                  </a:lnTo>
                  <a:lnTo>
                    <a:pt x="4479666" y="1080329"/>
                  </a:lnTo>
                  <a:lnTo>
                    <a:pt x="4551919" y="1087952"/>
                  </a:lnTo>
                  <a:lnTo>
                    <a:pt x="4624172" y="1095328"/>
                  </a:lnTo>
                  <a:lnTo>
                    <a:pt x="4696424" y="1102470"/>
                  </a:lnTo>
                  <a:lnTo>
                    <a:pt x="4768677" y="1109393"/>
                  </a:lnTo>
                  <a:lnTo>
                    <a:pt x="4840930" y="1116108"/>
                  </a:lnTo>
                  <a:lnTo>
                    <a:pt x="4913182" y="1122629"/>
                  </a:lnTo>
                  <a:lnTo>
                    <a:pt x="4985435" y="1128967"/>
                  </a:lnTo>
                  <a:lnTo>
                    <a:pt x="5057688" y="1135134"/>
                  </a:lnTo>
                  <a:lnTo>
                    <a:pt x="5129941" y="1141139"/>
                  </a:lnTo>
                  <a:lnTo>
                    <a:pt x="5202193" y="1146992"/>
                  </a:lnTo>
                  <a:lnTo>
                    <a:pt x="5274446" y="1152704"/>
                  </a:lnTo>
                  <a:lnTo>
                    <a:pt x="5346699" y="1158282"/>
                  </a:lnTo>
                  <a:lnTo>
                    <a:pt x="5418951" y="1163734"/>
                  </a:lnTo>
                  <a:lnTo>
                    <a:pt x="5491204" y="1169068"/>
                  </a:lnTo>
                  <a:lnTo>
                    <a:pt x="5563457" y="1174291"/>
                  </a:lnTo>
                  <a:lnTo>
                    <a:pt x="5635709" y="1179410"/>
                  </a:lnTo>
                  <a:lnTo>
                    <a:pt x="5707962" y="1184431"/>
                  </a:lnTo>
                  <a:lnTo>
                    <a:pt x="5707962" y="2019513"/>
                  </a:lnTo>
                  <a:lnTo>
                    <a:pt x="5635709" y="1997845"/>
                  </a:lnTo>
                  <a:lnTo>
                    <a:pt x="5563457" y="1976275"/>
                  </a:lnTo>
                  <a:lnTo>
                    <a:pt x="5491204" y="1954810"/>
                  </a:lnTo>
                  <a:lnTo>
                    <a:pt x="5418951" y="1933455"/>
                  </a:lnTo>
                  <a:lnTo>
                    <a:pt x="5346699" y="1912218"/>
                  </a:lnTo>
                  <a:lnTo>
                    <a:pt x="5274446" y="1891107"/>
                  </a:lnTo>
                  <a:lnTo>
                    <a:pt x="5202193" y="1870129"/>
                  </a:lnTo>
                  <a:lnTo>
                    <a:pt x="5129941" y="1849294"/>
                  </a:lnTo>
                  <a:lnTo>
                    <a:pt x="5057688" y="1828610"/>
                  </a:lnTo>
                  <a:lnTo>
                    <a:pt x="4985435" y="1808087"/>
                  </a:lnTo>
                  <a:lnTo>
                    <a:pt x="4913182" y="1787736"/>
                  </a:lnTo>
                  <a:lnTo>
                    <a:pt x="4840930" y="1767568"/>
                  </a:lnTo>
                  <a:lnTo>
                    <a:pt x="4768677" y="1747595"/>
                  </a:lnTo>
                  <a:lnTo>
                    <a:pt x="4696424" y="1727828"/>
                  </a:lnTo>
                  <a:lnTo>
                    <a:pt x="4624172" y="1708281"/>
                  </a:lnTo>
                  <a:lnTo>
                    <a:pt x="4551919" y="1688968"/>
                  </a:lnTo>
                  <a:lnTo>
                    <a:pt x="4479666" y="1669903"/>
                  </a:lnTo>
                  <a:lnTo>
                    <a:pt x="4407414" y="1651100"/>
                  </a:lnTo>
                  <a:lnTo>
                    <a:pt x="4335161" y="1632575"/>
                  </a:lnTo>
                  <a:lnTo>
                    <a:pt x="4262908" y="1614342"/>
                  </a:lnTo>
                  <a:lnTo>
                    <a:pt x="4190656" y="1596419"/>
                  </a:lnTo>
                  <a:lnTo>
                    <a:pt x="4118403" y="1578819"/>
                  </a:lnTo>
                  <a:lnTo>
                    <a:pt x="4046150" y="1561560"/>
                  </a:lnTo>
                  <a:lnTo>
                    <a:pt x="3973897" y="1544655"/>
                  </a:lnTo>
                  <a:lnTo>
                    <a:pt x="3901645" y="1528120"/>
                  </a:lnTo>
                  <a:lnTo>
                    <a:pt x="3829392" y="1511969"/>
                  </a:lnTo>
                  <a:lnTo>
                    <a:pt x="3757139" y="1496214"/>
                  </a:lnTo>
                  <a:lnTo>
                    <a:pt x="3684887" y="1480866"/>
                  </a:lnTo>
                  <a:lnTo>
                    <a:pt x="3612634" y="1465935"/>
                  </a:lnTo>
                  <a:lnTo>
                    <a:pt x="3540381" y="1451430"/>
                  </a:lnTo>
                  <a:lnTo>
                    <a:pt x="3468129" y="1437355"/>
                  </a:lnTo>
                  <a:lnTo>
                    <a:pt x="3395876" y="1423716"/>
                  </a:lnTo>
                  <a:lnTo>
                    <a:pt x="3323623" y="1410513"/>
                  </a:lnTo>
                  <a:lnTo>
                    <a:pt x="3251371" y="1397745"/>
                  </a:lnTo>
                  <a:lnTo>
                    <a:pt x="3179118" y="1385410"/>
                  </a:lnTo>
                  <a:lnTo>
                    <a:pt x="3106865" y="1373503"/>
                  </a:lnTo>
                  <a:lnTo>
                    <a:pt x="3034612" y="1362016"/>
                  </a:lnTo>
                  <a:lnTo>
                    <a:pt x="2962360" y="1350940"/>
                  </a:lnTo>
                  <a:lnTo>
                    <a:pt x="2890107" y="1340264"/>
                  </a:lnTo>
                  <a:lnTo>
                    <a:pt x="2817854" y="1329977"/>
                  </a:lnTo>
                  <a:lnTo>
                    <a:pt x="2745602" y="1320064"/>
                  </a:lnTo>
                  <a:lnTo>
                    <a:pt x="2673349" y="1310511"/>
                  </a:lnTo>
                  <a:lnTo>
                    <a:pt x="2601096" y="1301303"/>
                  </a:lnTo>
                  <a:lnTo>
                    <a:pt x="2528844" y="1292426"/>
                  </a:lnTo>
                  <a:lnTo>
                    <a:pt x="2456591" y="1283862"/>
                  </a:lnTo>
                  <a:lnTo>
                    <a:pt x="2384338" y="1275597"/>
                  </a:lnTo>
                  <a:lnTo>
                    <a:pt x="2312086" y="1267615"/>
                  </a:lnTo>
                  <a:lnTo>
                    <a:pt x="2239833" y="1259900"/>
                  </a:lnTo>
                  <a:lnTo>
                    <a:pt x="2167580" y="1252439"/>
                  </a:lnTo>
                  <a:lnTo>
                    <a:pt x="2095328" y="1245216"/>
                  </a:lnTo>
                  <a:lnTo>
                    <a:pt x="2023075" y="1238218"/>
                  </a:lnTo>
                  <a:lnTo>
                    <a:pt x="1950822" y="1231431"/>
                  </a:lnTo>
                  <a:lnTo>
                    <a:pt x="1878569" y="1224843"/>
                  </a:lnTo>
                  <a:lnTo>
                    <a:pt x="1806317" y="1218441"/>
                  </a:lnTo>
                  <a:lnTo>
                    <a:pt x="1734064" y="1212216"/>
                  </a:lnTo>
                  <a:lnTo>
                    <a:pt x="1661811" y="1206155"/>
                  </a:lnTo>
                  <a:lnTo>
                    <a:pt x="1589559" y="1200249"/>
                  </a:lnTo>
                  <a:lnTo>
                    <a:pt x="1517306" y="1194489"/>
                  </a:lnTo>
                  <a:lnTo>
                    <a:pt x="1445053" y="1188865"/>
                  </a:lnTo>
                  <a:lnTo>
                    <a:pt x="1372801" y="1183369"/>
                  </a:lnTo>
                  <a:lnTo>
                    <a:pt x="1300548" y="1177994"/>
                  </a:lnTo>
                  <a:lnTo>
                    <a:pt x="1228295" y="1172733"/>
                  </a:lnTo>
                  <a:lnTo>
                    <a:pt x="1156043" y="1167578"/>
                  </a:lnTo>
                  <a:lnTo>
                    <a:pt x="1083790" y="1162523"/>
                  </a:lnTo>
                  <a:lnTo>
                    <a:pt x="1011537" y="1157562"/>
                  </a:lnTo>
                  <a:lnTo>
                    <a:pt x="939284" y="1152691"/>
                  </a:lnTo>
                  <a:lnTo>
                    <a:pt x="867032" y="1147903"/>
                  </a:lnTo>
                  <a:lnTo>
                    <a:pt x="794779" y="1143194"/>
                  </a:lnTo>
                  <a:lnTo>
                    <a:pt x="722526" y="1138559"/>
                  </a:lnTo>
                  <a:lnTo>
                    <a:pt x="650274" y="1133995"/>
                  </a:lnTo>
                  <a:lnTo>
                    <a:pt x="578021" y="1129497"/>
                  </a:lnTo>
                  <a:lnTo>
                    <a:pt x="505768" y="1125062"/>
                  </a:lnTo>
                  <a:lnTo>
                    <a:pt x="433516" y="1120686"/>
                  </a:lnTo>
                  <a:lnTo>
                    <a:pt x="361263" y="1116367"/>
                  </a:lnTo>
                  <a:lnTo>
                    <a:pt x="289010" y="1112100"/>
                  </a:lnTo>
                  <a:lnTo>
                    <a:pt x="216758" y="1107884"/>
                  </a:lnTo>
                  <a:lnTo>
                    <a:pt x="144505" y="1103716"/>
                  </a:lnTo>
                  <a:lnTo>
                    <a:pt x="72252" y="1099593"/>
                  </a:lnTo>
                  <a:lnTo>
                    <a:pt x="0" y="1095514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1227274" y="2693691"/>
              <a:ext cx="5707962" cy="1184431"/>
            </a:xfrm>
            <a:custGeom>
              <a:avLst/>
              <a:gdLst/>
              <a:ahLst/>
              <a:cxnLst/>
              <a:rect l="0" t="0" r="0" b="0"/>
              <a:pathLst>
                <a:path w="5707962" h="1184431">
                  <a:moveTo>
                    <a:pt x="0" y="0"/>
                  </a:moveTo>
                  <a:lnTo>
                    <a:pt x="72252" y="22609"/>
                  </a:lnTo>
                  <a:lnTo>
                    <a:pt x="144505" y="45175"/>
                  </a:lnTo>
                  <a:lnTo>
                    <a:pt x="216758" y="67696"/>
                  </a:lnTo>
                  <a:lnTo>
                    <a:pt x="289010" y="90169"/>
                  </a:lnTo>
                  <a:lnTo>
                    <a:pt x="361263" y="112591"/>
                  </a:lnTo>
                  <a:lnTo>
                    <a:pt x="433516" y="134961"/>
                  </a:lnTo>
                  <a:lnTo>
                    <a:pt x="505768" y="157274"/>
                  </a:lnTo>
                  <a:lnTo>
                    <a:pt x="578021" y="179528"/>
                  </a:lnTo>
                  <a:lnTo>
                    <a:pt x="650274" y="201719"/>
                  </a:lnTo>
                  <a:lnTo>
                    <a:pt x="722526" y="223844"/>
                  </a:lnTo>
                  <a:lnTo>
                    <a:pt x="794779" y="245898"/>
                  </a:lnTo>
                  <a:lnTo>
                    <a:pt x="867032" y="267878"/>
                  </a:lnTo>
                  <a:lnTo>
                    <a:pt x="939284" y="289779"/>
                  </a:lnTo>
                  <a:lnTo>
                    <a:pt x="1011537" y="311597"/>
                  </a:lnTo>
                  <a:lnTo>
                    <a:pt x="1083790" y="333325"/>
                  </a:lnTo>
                  <a:lnTo>
                    <a:pt x="1156043" y="354960"/>
                  </a:lnTo>
                  <a:lnTo>
                    <a:pt x="1228295" y="376493"/>
                  </a:lnTo>
                  <a:lnTo>
                    <a:pt x="1300548" y="397921"/>
                  </a:lnTo>
                  <a:lnTo>
                    <a:pt x="1372801" y="419235"/>
                  </a:lnTo>
                  <a:lnTo>
                    <a:pt x="1445053" y="440428"/>
                  </a:lnTo>
                  <a:lnTo>
                    <a:pt x="1517306" y="461494"/>
                  </a:lnTo>
                  <a:lnTo>
                    <a:pt x="1589559" y="482422"/>
                  </a:lnTo>
                  <a:lnTo>
                    <a:pt x="1661811" y="503205"/>
                  </a:lnTo>
                  <a:lnTo>
                    <a:pt x="1734064" y="523833"/>
                  </a:lnTo>
                  <a:lnTo>
                    <a:pt x="1806317" y="544297"/>
                  </a:lnTo>
                  <a:lnTo>
                    <a:pt x="1878569" y="564585"/>
                  </a:lnTo>
                  <a:lnTo>
                    <a:pt x="1950822" y="584686"/>
                  </a:lnTo>
                  <a:lnTo>
                    <a:pt x="2023075" y="604588"/>
                  </a:lnTo>
                  <a:lnTo>
                    <a:pt x="2095328" y="624278"/>
                  </a:lnTo>
                  <a:lnTo>
                    <a:pt x="2167580" y="643744"/>
                  </a:lnTo>
                  <a:lnTo>
                    <a:pt x="2239833" y="662972"/>
                  </a:lnTo>
                  <a:lnTo>
                    <a:pt x="2312086" y="681946"/>
                  </a:lnTo>
                  <a:lnTo>
                    <a:pt x="2384338" y="700653"/>
                  </a:lnTo>
                  <a:lnTo>
                    <a:pt x="2456591" y="719077"/>
                  </a:lnTo>
                  <a:lnTo>
                    <a:pt x="2528844" y="737203"/>
                  </a:lnTo>
                  <a:lnTo>
                    <a:pt x="2601096" y="755014"/>
                  </a:lnTo>
                  <a:lnTo>
                    <a:pt x="2673349" y="772495"/>
                  </a:lnTo>
                  <a:lnTo>
                    <a:pt x="2745602" y="789632"/>
                  </a:lnTo>
                  <a:lnTo>
                    <a:pt x="2817854" y="806408"/>
                  </a:lnTo>
                  <a:lnTo>
                    <a:pt x="2890107" y="822809"/>
                  </a:lnTo>
                  <a:lnTo>
                    <a:pt x="2962360" y="838822"/>
                  </a:lnTo>
                  <a:lnTo>
                    <a:pt x="3034612" y="854435"/>
                  </a:lnTo>
                  <a:lnTo>
                    <a:pt x="3106865" y="869637"/>
                  </a:lnTo>
                  <a:lnTo>
                    <a:pt x="3179118" y="884419"/>
                  </a:lnTo>
                  <a:lnTo>
                    <a:pt x="3251371" y="898773"/>
                  </a:lnTo>
                  <a:lnTo>
                    <a:pt x="3323623" y="912695"/>
                  </a:lnTo>
                  <a:lnTo>
                    <a:pt x="3395876" y="926181"/>
                  </a:lnTo>
                  <a:lnTo>
                    <a:pt x="3468129" y="939230"/>
                  </a:lnTo>
                  <a:lnTo>
                    <a:pt x="3540381" y="951845"/>
                  </a:lnTo>
                  <a:lnTo>
                    <a:pt x="3612634" y="964028"/>
                  </a:lnTo>
                  <a:lnTo>
                    <a:pt x="3684887" y="975787"/>
                  </a:lnTo>
                  <a:lnTo>
                    <a:pt x="3757139" y="987128"/>
                  </a:lnTo>
                  <a:lnTo>
                    <a:pt x="3829392" y="998061"/>
                  </a:lnTo>
                  <a:lnTo>
                    <a:pt x="3901645" y="1008599"/>
                  </a:lnTo>
                  <a:lnTo>
                    <a:pt x="3973897" y="1018753"/>
                  </a:lnTo>
                  <a:lnTo>
                    <a:pt x="4046150" y="1028538"/>
                  </a:lnTo>
                  <a:lnTo>
                    <a:pt x="4118403" y="1037967"/>
                  </a:lnTo>
                  <a:lnTo>
                    <a:pt x="4190656" y="1047057"/>
                  </a:lnTo>
                  <a:lnTo>
                    <a:pt x="4262908" y="1055822"/>
                  </a:lnTo>
                  <a:lnTo>
                    <a:pt x="4335161" y="1064279"/>
                  </a:lnTo>
                  <a:lnTo>
                    <a:pt x="4407414" y="1072442"/>
                  </a:lnTo>
                  <a:lnTo>
                    <a:pt x="4479666" y="1080329"/>
                  </a:lnTo>
                  <a:lnTo>
                    <a:pt x="4551919" y="1087952"/>
                  </a:lnTo>
                  <a:lnTo>
                    <a:pt x="4624172" y="1095328"/>
                  </a:lnTo>
                  <a:lnTo>
                    <a:pt x="4696424" y="1102470"/>
                  </a:lnTo>
                  <a:lnTo>
                    <a:pt x="4768677" y="1109393"/>
                  </a:lnTo>
                  <a:lnTo>
                    <a:pt x="4840930" y="1116108"/>
                  </a:lnTo>
                  <a:lnTo>
                    <a:pt x="4913182" y="1122629"/>
                  </a:lnTo>
                  <a:lnTo>
                    <a:pt x="4985435" y="1128967"/>
                  </a:lnTo>
                  <a:lnTo>
                    <a:pt x="5057688" y="1135134"/>
                  </a:lnTo>
                  <a:lnTo>
                    <a:pt x="5129941" y="1141139"/>
                  </a:lnTo>
                  <a:lnTo>
                    <a:pt x="5202193" y="1146992"/>
                  </a:lnTo>
                  <a:lnTo>
                    <a:pt x="5274446" y="1152704"/>
                  </a:lnTo>
                  <a:lnTo>
                    <a:pt x="5346699" y="1158282"/>
                  </a:lnTo>
                  <a:lnTo>
                    <a:pt x="5418951" y="1163734"/>
                  </a:lnTo>
                  <a:lnTo>
                    <a:pt x="5491204" y="1169068"/>
                  </a:lnTo>
                  <a:lnTo>
                    <a:pt x="5563457" y="1174291"/>
                  </a:lnTo>
                  <a:lnTo>
                    <a:pt x="5635709" y="1179410"/>
                  </a:lnTo>
                  <a:lnTo>
                    <a:pt x="5707962" y="1184431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1227274" y="3789205"/>
              <a:ext cx="5707962" cy="923999"/>
            </a:xfrm>
            <a:custGeom>
              <a:avLst/>
              <a:gdLst/>
              <a:ahLst/>
              <a:cxnLst/>
              <a:rect l="0" t="0" r="0" b="0"/>
              <a:pathLst>
                <a:path w="5707962" h="923999">
                  <a:moveTo>
                    <a:pt x="5707962" y="923999"/>
                  </a:moveTo>
                  <a:lnTo>
                    <a:pt x="5635709" y="902331"/>
                  </a:lnTo>
                  <a:lnTo>
                    <a:pt x="5563457" y="880761"/>
                  </a:lnTo>
                  <a:lnTo>
                    <a:pt x="5491204" y="859295"/>
                  </a:lnTo>
                  <a:lnTo>
                    <a:pt x="5418951" y="837941"/>
                  </a:lnTo>
                  <a:lnTo>
                    <a:pt x="5346699" y="816704"/>
                  </a:lnTo>
                  <a:lnTo>
                    <a:pt x="5274446" y="795593"/>
                  </a:lnTo>
                  <a:lnTo>
                    <a:pt x="5202193" y="774615"/>
                  </a:lnTo>
                  <a:lnTo>
                    <a:pt x="5129941" y="753779"/>
                  </a:lnTo>
                  <a:lnTo>
                    <a:pt x="5057688" y="733096"/>
                  </a:lnTo>
                  <a:lnTo>
                    <a:pt x="4985435" y="712573"/>
                  </a:lnTo>
                  <a:lnTo>
                    <a:pt x="4913182" y="692222"/>
                  </a:lnTo>
                  <a:lnTo>
                    <a:pt x="4840930" y="672054"/>
                  </a:lnTo>
                  <a:lnTo>
                    <a:pt x="4768677" y="652080"/>
                  </a:lnTo>
                  <a:lnTo>
                    <a:pt x="4696424" y="632314"/>
                  </a:lnTo>
                  <a:lnTo>
                    <a:pt x="4624172" y="612767"/>
                  </a:lnTo>
                  <a:lnTo>
                    <a:pt x="4551919" y="593454"/>
                  </a:lnTo>
                  <a:lnTo>
                    <a:pt x="4479666" y="574389"/>
                  </a:lnTo>
                  <a:lnTo>
                    <a:pt x="4407414" y="555586"/>
                  </a:lnTo>
                  <a:lnTo>
                    <a:pt x="4335161" y="537060"/>
                  </a:lnTo>
                  <a:lnTo>
                    <a:pt x="4262908" y="518828"/>
                  </a:lnTo>
                  <a:lnTo>
                    <a:pt x="4190656" y="500904"/>
                  </a:lnTo>
                  <a:lnTo>
                    <a:pt x="4118403" y="483305"/>
                  </a:lnTo>
                  <a:lnTo>
                    <a:pt x="4046150" y="466046"/>
                  </a:lnTo>
                  <a:lnTo>
                    <a:pt x="3973897" y="449141"/>
                  </a:lnTo>
                  <a:lnTo>
                    <a:pt x="3901645" y="432606"/>
                  </a:lnTo>
                  <a:lnTo>
                    <a:pt x="3829392" y="416455"/>
                  </a:lnTo>
                  <a:lnTo>
                    <a:pt x="3757139" y="400700"/>
                  </a:lnTo>
                  <a:lnTo>
                    <a:pt x="3684887" y="385352"/>
                  </a:lnTo>
                  <a:lnTo>
                    <a:pt x="3612634" y="370421"/>
                  </a:lnTo>
                  <a:lnTo>
                    <a:pt x="3540381" y="355916"/>
                  </a:lnTo>
                  <a:lnTo>
                    <a:pt x="3468129" y="341841"/>
                  </a:lnTo>
                  <a:lnTo>
                    <a:pt x="3395876" y="328202"/>
                  </a:lnTo>
                  <a:lnTo>
                    <a:pt x="3323623" y="314998"/>
                  </a:lnTo>
                  <a:lnTo>
                    <a:pt x="3251371" y="302231"/>
                  </a:lnTo>
                  <a:lnTo>
                    <a:pt x="3179118" y="289896"/>
                  </a:lnTo>
                  <a:lnTo>
                    <a:pt x="3106865" y="277989"/>
                  </a:lnTo>
                  <a:lnTo>
                    <a:pt x="3034612" y="266502"/>
                  </a:lnTo>
                  <a:lnTo>
                    <a:pt x="2962360" y="255426"/>
                  </a:lnTo>
                  <a:lnTo>
                    <a:pt x="2890107" y="244750"/>
                  </a:lnTo>
                  <a:lnTo>
                    <a:pt x="2817854" y="234463"/>
                  </a:lnTo>
                  <a:lnTo>
                    <a:pt x="2745602" y="224550"/>
                  </a:lnTo>
                  <a:lnTo>
                    <a:pt x="2673349" y="214997"/>
                  </a:lnTo>
                  <a:lnTo>
                    <a:pt x="2601096" y="205789"/>
                  </a:lnTo>
                  <a:lnTo>
                    <a:pt x="2528844" y="196911"/>
                  </a:lnTo>
                  <a:lnTo>
                    <a:pt x="2456591" y="188348"/>
                  </a:lnTo>
                  <a:lnTo>
                    <a:pt x="2384338" y="180083"/>
                  </a:lnTo>
                  <a:lnTo>
                    <a:pt x="2312086" y="172101"/>
                  </a:lnTo>
                  <a:lnTo>
                    <a:pt x="2239833" y="164386"/>
                  </a:lnTo>
                  <a:lnTo>
                    <a:pt x="2167580" y="156925"/>
                  </a:lnTo>
                  <a:lnTo>
                    <a:pt x="2095328" y="149702"/>
                  </a:lnTo>
                  <a:lnTo>
                    <a:pt x="2023075" y="142703"/>
                  </a:lnTo>
                  <a:lnTo>
                    <a:pt x="1950822" y="135917"/>
                  </a:lnTo>
                  <a:lnTo>
                    <a:pt x="1878569" y="129328"/>
                  </a:lnTo>
                  <a:lnTo>
                    <a:pt x="1806317" y="122927"/>
                  </a:lnTo>
                  <a:lnTo>
                    <a:pt x="1734064" y="116702"/>
                  </a:lnTo>
                  <a:lnTo>
                    <a:pt x="1661811" y="110641"/>
                  </a:lnTo>
                  <a:lnTo>
                    <a:pt x="1589559" y="104735"/>
                  </a:lnTo>
                  <a:lnTo>
                    <a:pt x="1517306" y="98975"/>
                  </a:lnTo>
                  <a:lnTo>
                    <a:pt x="1445053" y="93351"/>
                  </a:lnTo>
                  <a:lnTo>
                    <a:pt x="1372801" y="87855"/>
                  </a:lnTo>
                  <a:lnTo>
                    <a:pt x="1300548" y="82480"/>
                  </a:lnTo>
                  <a:lnTo>
                    <a:pt x="1228295" y="77219"/>
                  </a:lnTo>
                  <a:lnTo>
                    <a:pt x="1156043" y="72064"/>
                  </a:lnTo>
                  <a:lnTo>
                    <a:pt x="1083790" y="67009"/>
                  </a:lnTo>
                  <a:lnTo>
                    <a:pt x="1011537" y="62048"/>
                  </a:lnTo>
                  <a:lnTo>
                    <a:pt x="939284" y="57177"/>
                  </a:lnTo>
                  <a:lnTo>
                    <a:pt x="867032" y="52389"/>
                  </a:lnTo>
                  <a:lnTo>
                    <a:pt x="794779" y="47680"/>
                  </a:lnTo>
                  <a:lnTo>
                    <a:pt x="722526" y="43045"/>
                  </a:lnTo>
                  <a:lnTo>
                    <a:pt x="650274" y="38481"/>
                  </a:lnTo>
                  <a:lnTo>
                    <a:pt x="578021" y="33983"/>
                  </a:lnTo>
                  <a:lnTo>
                    <a:pt x="505768" y="29548"/>
                  </a:lnTo>
                  <a:lnTo>
                    <a:pt x="433516" y="25172"/>
                  </a:lnTo>
                  <a:lnTo>
                    <a:pt x="361263" y="20853"/>
                  </a:lnTo>
                  <a:lnTo>
                    <a:pt x="289010" y="16586"/>
                  </a:lnTo>
                  <a:lnTo>
                    <a:pt x="216758" y="12370"/>
                  </a:lnTo>
                  <a:lnTo>
                    <a:pt x="144505" y="8202"/>
                  </a:lnTo>
                  <a:lnTo>
                    <a:pt x="72252" y="4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1227274" y="3241448"/>
              <a:ext cx="5707962" cy="1054215"/>
            </a:xfrm>
            <a:custGeom>
              <a:avLst/>
              <a:gdLst/>
              <a:ahLst/>
              <a:cxnLst/>
              <a:rect l="0" t="0" r="0" b="0"/>
              <a:pathLst>
                <a:path w="5707962" h="1054215">
                  <a:moveTo>
                    <a:pt x="0" y="0"/>
                  </a:moveTo>
                  <a:lnTo>
                    <a:pt x="72252" y="13344"/>
                  </a:lnTo>
                  <a:lnTo>
                    <a:pt x="144505" y="26689"/>
                  </a:lnTo>
                  <a:lnTo>
                    <a:pt x="216758" y="40033"/>
                  </a:lnTo>
                  <a:lnTo>
                    <a:pt x="289010" y="53378"/>
                  </a:lnTo>
                  <a:lnTo>
                    <a:pt x="361263" y="66722"/>
                  </a:lnTo>
                  <a:lnTo>
                    <a:pt x="433516" y="80067"/>
                  </a:lnTo>
                  <a:lnTo>
                    <a:pt x="505768" y="93411"/>
                  </a:lnTo>
                  <a:lnTo>
                    <a:pt x="578021" y="106756"/>
                  </a:lnTo>
                  <a:lnTo>
                    <a:pt x="650274" y="120100"/>
                  </a:lnTo>
                  <a:lnTo>
                    <a:pt x="722526" y="133445"/>
                  </a:lnTo>
                  <a:lnTo>
                    <a:pt x="794779" y="146789"/>
                  </a:lnTo>
                  <a:lnTo>
                    <a:pt x="867032" y="160134"/>
                  </a:lnTo>
                  <a:lnTo>
                    <a:pt x="939284" y="173478"/>
                  </a:lnTo>
                  <a:lnTo>
                    <a:pt x="1011537" y="186823"/>
                  </a:lnTo>
                  <a:lnTo>
                    <a:pt x="1083790" y="200167"/>
                  </a:lnTo>
                  <a:lnTo>
                    <a:pt x="1156043" y="213512"/>
                  </a:lnTo>
                  <a:lnTo>
                    <a:pt x="1228295" y="226856"/>
                  </a:lnTo>
                  <a:lnTo>
                    <a:pt x="1300548" y="240201"/>
                  </a:lnTo>
                  <a:lnTo>
                    <a:pt x="1372801" y="253545"/>
                  </a:lnTo>
                  <a:lnTo>
                    <a:pt x="1445053" y="266890"/>
                  </a:lnTo>
                  <a:lnTo>
                    <a:pt x="1517306" y="280234"/>
                  </a:lnTo>
                  <a:lnTo>
                    <a:pt x="1589559" y="293579"/>
                  </a:lnTo>
                  <a:lnTo>
                    <a:pt x="1661811" y="306923"/>
                  </a:lnTo>
                  <a:lnTo>
                    <a:pt x="1734064" y="320268"/>
                  </a:lnTo>
                  <a:lnTo>
                    <a:pt x="1806317" y="333612"/>
                  </a:lnTo>
                  <a:lnTo>
                    <a:pt x="1878569" y="346957"/>
                  </a:lnTo>
                  <a:lnTo>
                    <a:pt x="1950822" y="360301"/>
                  </a:lnTo>
                  <a:lnTo>
                    <a:pt x="2023075" y="373646"/>
                  </a:lnTo>
                  <a:lnTo>
                    <a:pt x="2095328" y="386990"/>
                  </a:lnTo>
                  <a:lnTo>
                    <a:pt x="2167580" y="400335"/>
                  </a:lnTo>
                  <a:lnTo>
                    <a:pt x="2239833" y="413679"/>
                  </a:lnTo>
                  <a:lnTo>
                    <a:pt x="2312086" y="427024"/>
                  </a:lnTo>
                  <a:lnTo>
                    <a:pt x="2384338" y="440368"/>
                  </a:lnTo>
                  <a:lnTo>
                    <a:pt x="2456591" y="453713"/>
                  </a:lnTo>
                  <a:lnTo>
                    <a:pt x="2528844" y="467057"/>
                  </a:lnTo>
                  <a:lnTo>
                    <a:pt x="2601096" y="480402"/>
                  </a:lnTo>
                  <a:lnTo>
                    <a:pt x="2673349" y="493746"/>
                  </a:lnTo>
                  <a:lnTo>
                    <a:pt x="2745602" y="507091"/>
                  </a:lnTo>
                  <a:lnTo>
                    <a:pt x="2817854" y="520435"/>
                  </a:lnTo>
                  <a:lnTo>
                    <a:pt x="2890107" y="533780"/>
                  </a:lnTo>
                  <a:lnTo>
                    <a:pt x="2962360" y="547124"/>
                  </a:lnTo>
                  <a:lnTo>
                    <a:pt x="3034612" y="560469"/>
                  </a:lnTo>
                  <a:lnTo>
                    <a:pt x="3106865" y="573813"/>
                  </a:lnTo>
                  <a:lnTo>
                    <a:pt x="3179118" y="587158"/>
                  </a:lnTo>
                  <a:lnTo>
                    <a:pt x="3251371" y="600502"/>
                  </a:lnTo>
                  <a:lnTo>
                    <a:pt x="3323623" y="613847"/>
                  </a:lnTo>
                  <a:lnTo>
                    <a:pt x="3395876" y="627191"/>
                  </a:lnTo>
                  <a:lnTo>
                    <a:pt x="3468129" y="640536"/>
                  </a:lnTo>
                  <a:lnTo>
                    <a:pt x="3540381" y="653880"/>
                  </a:lnTo>
                  <a:lnTo>
                    <a:pt x="3612634" y="667225"/>
                  </a:lnTo>
                  <a:lnTo>
                    <a:pt x="3684887" y="680569"/>
                  </a:lnTo>
                  <a:lnTo>
                    <a:pt x="3757139" y="693914"/>
                  </a:lnTo>
                  <a:lnTo>
                    <a:pt x="3829392" y="707258"/>
                  </a:lnTo>
                  <a:lnTo>
                    <a:pt x="3901645" y="720603"/>
                  </a:lnTo>
                  <a:lnTo>
                    <a:pt x="3973897" y="733947"/>
                  </a:lnTo>
                  <a:lnTo>
                    <a:pt x="4046150" y="747292"/>
                  </a:lnTo>
                  <a:lnTo>
                    <a:pt x="4118403" y="760636"/>
                  </a:lnTo>
                  <a:lnTo>
                    <a:pt x="4190656" y="773981"/>
                  </a:lnTo>
                  <a:lnTo>
                    <a:pt x="4262908" y="787325"/>
                  </a:lnTo>
                  <a:lnTo>
                    <a:pt x="4335161" y="800670"/>
                  </a:lnTo>
                  <a:lnTo>
                    <a:pt x="4407414" y="814014"/>
                  </a:lnTo>
                  <a:lnTo>
                    <a:pt x="4479666" y="827359"/>
                  </a:lnTo>
                  <a:lnTo>
                    <a:pt x="4551919" y="840703"/>
                  </a:lnTo>
                  <a:lnTo>
                    <a:pt x="4624172" y="854048"/>
                  </a:lnTo>
                  <a:lnTo>
                    <a:pt x="4696424" y="867392"/>
                  </a:lnTo>
                  <a:lnTo>
                    <a:pt x="4768677" y="880737"/>
                  </a:lnTo>
                  <a:lnTo>
                    <a:pt x="4840930" y="894081"/>
                  </a:lnTo>
                  <a:lnTo>
                    <a:pt x="4913182" y="907426"/>
                  </a:lnTo>
                  <a:lnTo>
                    <a:pt x="4985435" y="920770"/>
                  </a:lnTo>
                  <a:lnTo>
                    <a:pt x="5057688" y="934115"/>
                  </a:lnTo>
                  <a:lnTo>
                    <a:pt x="5129941" y="947459"/>
                  </a:lnTo>
                  <a:lnTo>
                    <a:pt x="5202193" y="960804"/>
                  </a:lnTo>
                  <a:lnTo>
                    <a:pt x="5274446" y="974148"/>
                  </a:lnTo>
                  <a:lnTo>
                    <a:pt x="5346699" y="987493"/>
                  </a:lnTo>
                  <a:lnTo>
                    <a:pt x="5418951" y="1000837"/>
                  </a:lnTo>
                  <a:lnTo>
                    <a:pt x="5491204" y="1014182"/>
                  </a:lnTo>
                  <a:lnTo>
                    <a:pt x="5563457" y="1027526"/>
                  </a:lnTo>
                  <a:lnTo>
                    <a:pt x="5635709" y="1040871"/>
                  </a:lnTo>
                  <a:lnTo>
                    <a:pt x="5707962" y="1054215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t90"/>
            <p:cNvSpPr/>
            <p:nvPr/>
          </p:nvSpPr>
          <p:spPr>
            <a:xfrm>
              <a:off x="1168571" y="278210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t91"/>
            <p:cNvSpPr/>
            <p:nvPr/>
          </p:nvSpPr>
          <p:spPr>
            <a:xfrm>
              <a:off x="1168571" y="228996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t92"/>
            <p:cNvSpPr/>
            <p:nvPr/>
          </p:nvSpPr>
          <p:spPr>
            <a:xfrm>
              <a:off x="1168571" y="237521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t93"/>
            <p:cNvSpPr/>
            <p:nvPr/>
          </p:nvSpPr>
          <p:spPr>
            <a:xfrm>
              <a:off x="3678302" y="260831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t94"/>
            <p:cNvSpPr/>
            <p:nvPr/>
          </p:nvSpPr>
          <p:spPr>
            <a:xfrm>
              <a:off x="3678302" y="275243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t95"/>
            <p:cNvSpPr/>
            <p:nvPr/>
          </p:nvSpPr>
          <p:spPr>
            <a:xfrm>
              <a:off x="3678302" y="258719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t96"/>
            <p:cNvSpPr/>
            <p:nvPr/>
          </p:nvSpPr>
          <p:spPr>
            <a:xfrm>
              <a:off x="5257562" y="288805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t97"/>
            <p:cNvSpPr/>
            <p:nvPr/>
          </p:nvSpPr>
          <p:spPr>
            <a:xfrm>
              <a:off x="5257562" y="284172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t98"/>
            <p:cNvSpPr/>
            <p:nvPr/>
          </p:nvSpPr>
          <p:spPr>
            <a:xfrm>
              <a:off x="5257562" y="297039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t99"/>
            <p:cNvSpPr/>
            <p:nvPr/>
          </p:nvSpPr>
          <p:spPr>
            <a:xfrm>
              <a:off x="5028010" y="208542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t100"/>
            <p:cNvSpPr/>
            <p:nvPr/>
          </p:nvSpPr>
          <p:spPr>
            <a:xfrm>
              <a:off x="5028010" y="277713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t101"/>
            <p:cNvSpPr/>
            <p:nvPr/>
          </p:nvSpPr>
          <p:spPr>
            <a:xfrm>
              <a:off x="5028010" y="281325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t102"/>
            <p:cNvSpPr/>
            <p:nvPr/>
          </p:nvSpPr>
          <p:spPr>
            <a:xfrm>
              <a:off x="6376362" y="304482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t103"/>
            <p:cNvSpPr/>
            <p:nvPr/>
          </p:nvSpPr>
          <p:spPr>
            <a:xfrm>
              <a:off x="6376362" y="302448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t104"/>
            <p:cNvSpPr/>
            <p:nvPr/>
          </p:nvSpPr>
          <p:spPr>
            <a:xfrm>
              <a:off x="6376362" y="320253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t105"/>
            <p:cNvSpPr/>
            <p:nvPr/>
          </p:nvSpPr>
          <p:spPr>
            <a:xfrm>
              <a:off x="3134806" y="291214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t106"/>
            <p:cNvSpPr/>
            <p:nvPr/>
          </p:nvSpPr>
          <p:spPr>
            <a:xfrm>
              <a:off x="3134806" y="292828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t107"/>
            <p:cNvSpPr/>
            <p:nvPr/>
          </p:nvSpPr>
          <p:spPr>
            <a:xfrm>
              <a:off x="3134806" y="276261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t108"/>
            <p:cNvSpPr/>
            <p:nvPr/>
          </p:nvSpPr>
          <p:spPr>
            <a:xfrm>
              <a:off x="4893655" y="488384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t109"/>
            <p:cNvSpPr/>
            <p:nvPr/>
          </p:nvSpPr>
          <p:spPr>
            <a:xfrm>
              <a:off x="4893655" y="413552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t110"/>
            <p:cNvSpPr/>
            <p:nvPr/>
          </p:nvSpPr>
          <p:spPr>
            <a:xfrm>
              <a:off x="4893655" y="396518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t111"/>
            <p:cNvSpPr/>
            <p:nvPr/>
          </p:nvSpPr>
          <p:spPr>
            <a:xfrm>
              <a:off x="6876534" y="33603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t112"/>
            <p:cNvSpPr/>
            <p:nvPr/>
          </p:nvSpPr>
          <p:spPr>
            <a:xfrm>
              <a:off x="6876534" y="339605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t113"/>
            <p:cNvSpPr/>
            <p:nvPr/>
          </p:nvSpPr>
          <p:spPr>
            <a:xfrm>
              <a:off x="6876534" y="337169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1227274" y="2070498"/>
              <a:ext cx="5707962" cy="1760271"/>
            </a:xfrm>
            <a:custGeom>
              <a:avLst/>
              <a:gdLst/>
              <a:ahLst/>
              <a:cxnLst/>
              <a:rect l="0" t="0" r="0" b="0"/>
              <a:pathLst>
                <a:path w="5707962" h="1760271">
                  <a:moveTo>
                    <a:pt x="0" y="0"/>
                  </a:moveTo>
                  <a:lnTo>
                    <a:pt x="72252" y="19433"/>
                  </a:lnTo>
                  <a:lnTo>
                    <a:pt x="144505" y="38825"/>
                  </a:lnTo>
                  <a:lnTo>
                    <a:pt x="216758" y="58173"/>
                  </a:lnTo>
                  <a:lnTo>
                    <a:pt x="289010" y="77475"/>
                  </a:lnTo>
                  <a:lnTo>
                    <a:pt x="361263" y="96729"/>
                  </a:lnTo>
                  <a:lnTo>
                    <a:pt x="433516" y="115931"/>
                  </a:lnTo>
                  <a:lnTo>
                    <a:pt x="505768" y="135079"/>
                  </a:lnTo>
                  <a:lnTo>
                    <a:pt x="578021" y="154170"/>
                  </a:lnTo>
                  <a:lnTo>
                    <a:pt x="650274" y="173200"/>
                  </a:lnTo>
                  <a:lnTo>
                    <a:pt x="722526" y="192166"/>
                  </a:lnTo>
                  <a:lnTo>
                    <a:pt x="794779" y="211065"/>
                  </a:lnTo>
                  <a:lnTo>
                    <a:pt x="867032" y="229892"/>
                  </a:lnTo>
                  <a:lnTo>
                    <a:pt x="939284" y="248642"/>
                  </a:lnTo>
                  <a:lnTo>
                    <a:pt x="1011537" y="267312"/>
                  </a:lnTo>
                  <a:lnTo>
                    <a:pt x="1083790" y="285897"/>
                  </a:lnTo>
                  <a:lnTo>
                    <a:pt x="1156043" y="304390"/>
                  </a:lnTo>
                  <a:lnTo>
                    <a:pt x="1228295" y="322787"/>
                  </a:lnTo>
                  <a:lnTo>
                    <a:pt x="1300548" y="341081"/>
                  </a:lnTo>
                  <a:lnTo>
                    <a:pt x="1372801" y="359265"/>
                  </a:lnTo>
                  <a:lnTo>
                    <a:pt x="1445053" y="377334"/>
                  </a:lnTo>
                  <a:lnTo>
                    <a:pt x="1517306" y="395278"/>
                  </a:lnTo>
                  <a:lnTo>
                    <a:pt x="1589559" y="413091"/>
                  </a:lnTo>
                  <a:lnTo>
                    <a:pt x="1661811" y="430764"/>
                  </a:lnTo>
                  <a:lnTo>
                    <a:pt x="1734064" y="448287"/>
                  </a:lnTo>
                  <a:lnTo>
                    <a:pt x="1806317" y="465652"/>
                  </a:lnTo>
                  <a:lnTo>
                    <a:pt x="1878569" y="482847"/>
                  </a:lnTo>
                  <a:lnTo>
                    <a:pt x="1950822" y="499862"/>
                  </a:lnTo>
                  <a:lnTo>
                    <a:pt x="2023075" y="516685"/>
                  </a:lnTo>
                  <a:lnTo>
                    <a:pt x="2095328" y="533305"/>
                  </a:lnTo>
                  <a:lnTo>
                    <a:pt x="2167580" y="549707"/>
                  </a:lnTo>
                  <a:lnTo>
                    <a:pt x="2239833" y="565880"/>
                  </a:lnTo>
                  <a:lnTo>
                    <a:pt x="2312086" y="581809"/>
                  </a:lnTo>
                  <a:lnTo>
                    <a:pt x="2384338" y="597480"/>
                  </a:lnTo>
                  <a:lnTo>
                    <a:pt x="2456591" y="612878"/>
                  </a:lnTo>
                  <a:lnTo>
                    <a:pt x="2528844" y="627988"/>
                  </a:lnTo>
                  <a:lnTo>
                    <a:pt x="2601096" y="642795"/>
                  </a:lnTo>
                  <a:lnTo>
                    <a:pt x="2673349" y="657285"/>
                  </a:lnTo>
                  <a:lnTo>
                    <a:pt x="2745602" y="671441"/>
                  </a:lnTo>
                  <a:lnTo>
                    <a:pt x="2817854" y="685250"/>
                  </a:lnTo>
                  <a:lnTo>
                    <a:pt x="2890107" y="698698"/>
                  </a:lnTo>
                  <a:lnTo>
                    <a:pt x="2962360" y="711771"/>
                  </a:lnTo>
                  <a:lnTo>
                    <a:pt x="3034612" y="724459"/>
                  </a:lnTo>
                  <a:lnTo>
                    <a:pt x="3106865" y="736751"/>
                  </a:lnTo>
                  <a:lnTo>
                    <a:pt x="3179118" y="748637"/>
                  </a:lnTo>
                  <a:lnTo>
                    <a:pt x="3251371" y="760111"/>
                  </a:lnTo>
                  <a:lnTo>
                    <a:pt x="3323623" y="771168"/>
                  </a:lnTo>
                  <a:lnTo>
                    <a:pt x="3395876" y="781804"/>
                  </a:lnTo>
                  <a:lnTo>
                    <a:pt x="3468129" y="792020"/>
                  </a:lnTo>
                  <a:lnTo>
                    <a:pt x="3540381" y="801817"/>
                  </a:lnTo>
                  <a:lnTo>
                    <a:pt x="3612634" y="811198"/>
                  </a:lnTo>
                  <a:lnTo>
                    <a:pt x="3684887" y="820169"/>
                  </a:lnTo>
                  <a:lnTo>
                    <a:pt x="3757139" y="828738"/>
                  </a:lnTo>
                  <a:lnTo>
                    <a:pt x="3829392" y="836914"/>
                  </a:lnTo>
                  <a:lnTo>
                    <a:pt x="3901645" y="844708"/>
                  </a:lnTo>
                  <a:lnTo>
                    <a:pt x="3973897" y="852132"/>
                  </a:lnTo>
                  <a:lnTo>
                    <a:pt x="4046150" y="859200"/>
                  </a:lnTo>
                  <a:lnTo>
                    <a:pt x="4118403" y="865926"/>
                  </a:lnTo>
                  <a:lnTo>
                    <a:pt x="4190656" y="872323"/>
                  </a:lnTo>
                  <a:lnTo>
                    <a:pt x="4262908" y="878409"/>
                  </a:lnTo>
                  <a:lnTo>
                    <a:pt x="4335161" y="884196"/>
                  </a:lnTo>
                  <a:lnTo>
                    <a:pt x="4407414" y="889701"/>
                  </a:lnTo>
                  <a:lnTo>
                    <a:pt x="4479666" y="894939"/>
                  </a:lnTo>
                  <a:lnTo>
                    <a:pt x="4551919" y="899923"/>
                  </a:lnTo>
                  <a:lnTo>
                    <a:pt x="4624172" y="904669"/>
                  </a:lnTo>
                  <a:lnTo>
                    <a:pt x="4696424" y="909189"/>
                  </a:lnTo>
                  <a:lnTo>
                    <a:pt x="4768677" y="913497"/>
                  </a:lnTo>
                  <a:lnTo>
                    <a:pt x="4840930" y="917606"/>
                  </a:lnTo>
                  <a:lnTo>
                    <a:pt x="4913182" y="921527"/>
                  </a:lnTo>
                  <a:lnTo>
                    <a:pt x="4985435" y="925272"/>
                  </a:lnTo>
                  <a:lnTo>
                    <a:pt x="5057688" y="928851"/>
                  </a:lnTo>
                  <a:lnTo>
                    <a:pt x="5129941" y="932275"/>
                  </a:lnTo>
                  <a:lnTo>
                    <a:pt x="5202193" y="935553"/>
                  </a:lnTo>
                  <a:lnTo>
                    <a:pt x="5274446" y="938693"/>
                  </a:lnTo>
                  <a:lnTo>
                    <a:pt x="5346699" y="941705"/>
                  </a:lnTo>
                  <a:lnTo>
                    <a:pt x="5418951" y="944596"/>
                  </a:lnTo>
                  <a:lnTo>
                    <a:pt x="5491204" y="947373"/>
                  </a:lnTo>
                  <a:lnTo>
                    <a:pt x="5563457" y="950043"/>
                  </a:lnTo>
                  <a:lnTo>
                    <a:pt x="5635709" y="952612"/>
                  </a:lnTo>
                  <a:lnTo>
                    <a:pt x="5707962" y="955087"/>
                  </a:lnTo>
                  <a:lnTo>
                    <a:pt x="5707962" y="1760271"/>
                  </a:lnTo>
                  <a:lnTo>
                    <a:pt x="5635709" y="1741745"/>
                  </a:lnTo>
                  <a:lnTo>
                    <a:pt x="5563457" y="1723313"/>
                  </a:lnTo>
                  <a:lnTo>
                    <a:pt x="5491204" y="1704983"/>
                  </a:lnTo>
                  <a:lnTo>
                    <a:pt x="5418951" y="1686759"/>
                  </a:lnTo>
                  <a:lnTo>
                    <a:pt x="5346699" y="1668649"/>
                  </a:lnTo>
                  <a:lnTo>
                    <a:pt x="5274446" y="1650659"/>
                  </a:lnTo>
                  <a:lnTo>
                    <a:pt x="5202193" y="1632799"/>
                  </a:lnTo>
                  <a:lnTo>
                    <a:pt x="5129941" y="1615076"/>
                  </a:lnTo>
                  <a:lnTo>
                    <a:pt x="5057688" y="1597499"/>
                  </a:lnTo>
                  <a:lnTo>
                    <a:pt x="4985435" y="1580077"/>
                  </a:lnTo>
                  <a:lnTo>
                    <a:pt x="4913182" y="1562821"/>
                  </a:lnTo>
                  <a:lnTo>
                    <a:pt x="4840930" y="1545742"/>
                  </a:lnTo>
                  <a:lnTo>
                    <a:pt x="4768677" y="1528850"/>
                  </a:lnTo>
                  <a:lnTo>
                    <a:pt x="4696424" y="1512157"/>
                  </a:lnTo>
                  <a:lnTo>
                    <a:pt x="4624172" y="1495677"/>
                  </a:lnTo>
                  <a:lnTo>
                    <a:pt x="4551919" y="1479421"/>
                  </a:lnTo>
                  <a:lnTo>
                    <a:pt x="4479666" y="1463405"/>
                  </a:lnTo>
                  <a:lnTo>
                    <a:pt x="4407414" y="1447641"/>
                  </a:lnTo>
                  <a:lnTo>
                    <a:pt x="4335161" y="1432146"/>
                  </a:lnTo>
                  <a:lnTo>
                    <a:pt x="4262908" y="1416932"/>
                  </a:lnTo>
                  <a:lnTo>
                    <a:pt x="4190656" y="1402017"/>
                  </a:lnTo>
                  <a:lnTo>
                    <a:pt x="4118403" y="1387414"/>
                  </a:lnTo>
                  <a:lnTo>
                    <a:pt x="4046150" y="1373138"/>
                  </a:lnTo>
                  <a:lnTo>
                    <a:pt x="3973897" y="1359205"/>
                  </a:lnTo>
                  <a:lnTo>
                    <a:pt x="3901645" y="1345629"/>
                  </a:lnTo>
                  <a:lnTo>
                    <a:pt x="3829392" y="1332422"/>
                  </a:lnTo>
                  <a:lnTo>
                    <a:pt x="3757139" y="1319597"/>
                  </a:lnTo>
                  <a:lnTo>
                    <a:pt x="3684887" y="1307165"/>
                  </a:lnTo>
                  <a:lnTo>
                    <a:pt x="3612634" y="1295135"/>
                  </a:lnTo>
                  <a:lnTo>
                    <a:pt x="3540381" y="1283515"/>
                  </a:lnTo>
                  <a:lnTo>
                    <a:pt x="3468129" y="1272311"/>
                  </a:lnTo>
                  <a:lnTo>
                    <a:pt x="3395876" y="1261526"/>
                  </a:lnTo>
                  <a:lnTo>
                    <a:pt x="3323623" y="1251162"/>
                  </a:lnTo>
                  <a:lnTo>
                    <a:pt x="3251371" y="1241218"/>
                  </a:lnTo>
                  <a:lnTo>
                    <a:pt x="3179118" y="1231691"/>
                  </a:lnTo>
                  <a:lnTo>
                    <a:pt x="3106865" y="1222577"/>
                  </a:lnTo>
                  <a:lnTo>
                    <a:pt x="3034612" y="1213867"/>
                  </a:lnTo>
                  <a:lnTo>
                    <a:pt x="2962360" y="1205554"/>
                  </a:lnTo>
                  <a:lnTo>
                    <a:pt x="2890107" y="1197627"/>
                  </a:lnTo>
                  <a:lnTo>
                    <a:pt x="2817854" y="1190074"/>
                  </a:lnTo>
                  <a:lnTo>
                    <a:pt x="2745602" y="1182882"/>
                  </a:lnTo>
                  <a:lnTo>
                    <a:pt x="2673349" y="1176038"/>
                  </a:lnTo>
                  <a:lnTo>
                    <a:pt x="2601096" y="1169526"/>
                  </a:lnTo>
                  <a:lnTo>
                    <a:pt x="2528844" y="1163332"/>
                  </a:lnTo>
                  <a:lnTo>
                    <a:pt x="2456591" y="1157442"/>
                  </a:lnTo>
                  <a:lnTo>
                    <a:pt x="2384338" y="1151839"/>
                  </a:lnTo>
                  <a:lnTo>
                    <a:pt x="2312086" y="1146509"/>
                  </a:lnTo>
                  <a:lnTo>
                    <a:pt x="2239833" y="1141437"/>
                  </a:lnTo>
                  <a:lnTo>
                    <a:pt x="2167580" y="1136609"/>
                  </a:lnTo>
                  <a:lnTo>
                    <a:pt x="2095328" y="1132011"/>
                  </a:lnTo>
                  <a:lnTo>
                    <a:pt x="2023075" y="1127629"/>
                  </a:lnTo>
                  <a:lnTo>
                    <a:pt x="1950822" y="1123452"/>
                  </a:lnTo>
                  <a:lnTo>
                    <a:pt x="1878569" y="1119466"/>
                  </a:lnTo>
                  <a:lnTo>
                    <a:pt x="1806317" y="1115660"/>
                  </a:lnTo>
                  <a:lnTo>
                    <a:pt x="1734064" y="1112024"/>
                  </a:lnTo>
                  <a:lnTo>
                    <a:pt x="1661811" y="1108546"/>
                  </a:lnTo>
                  <a:lnTo>
                    <a:pt x="1589559" y="1105218"/>
                  </a:lnTo>
                  <a:lnTo>
                    <a:pt x="1517306" y="1102030"/>
                  </a:lnTo>
                  <a:lnTo>
                    <a:pt x="1445053" y="1098974"/>
                  </a:lnTo>
                  <a:lnTo>
                    <a:pt x="1372801" y="1096042"/>
                  </a:lnTo>
                  <a:lnTo>
                    <a:pt x="1300548" y="1093226"/>
                  </a:lnTo>
                  <a:lnTo>
                    <a:pt x="1228295" y="1090519"/>
                  </a:lnTo>
                  <a:lnTo>
                    <a:pt x="1156043" y="1087914"/>
                  </a:lnTo>
                  <a:lnTo>
                    <a:pt x="1083790" y="1085407"/>
                  </a:lnTo>
                  <a:lnTo>
                    <a:pt x="1011537" y="1082990"/>
                  </a:lnTo>
                  <a:lnTo>
                    <a:pt x="939284" y="1080659"/>
                  </a:lnTo>
                  <a:lnTo>
                    <a:pt x="867032" y="1078409"/>
                  </a:lnTo>
                  <a:lnTo>
                    <a:pt x="794779" y="1076235"/>
                  </a:lnTo>
                  <a:lnTo>
                    <a:pt x="722526" y="1074133"/>
                  </a:lnTo>
                  <a:lnTo>
                    <a:pt x="650274" y="1072098"/>
                  </a:lnTo>
                  <a:lnTo>
                    <a:pt x="578021" y="1070128"/>
                  </a:lnTo>
                  <a:lnTo>
                    <a:pt x="505768" y="1068218"/>
                  </a:lnTo>
                  <a:lnTo>
                    <a:pt x="433516" y="1066365"/>
                  </a:lnTo>
                  <a:lnTo>
                    <a:pt x="361263" y="1064567"/>
                  </a:lnTo>
                  <a:lnTo>
                    <a:pt x="289010" y="1062819"/>
                  </a:lnTo>
                  <a:lnTo>
                    <a:pt x="216758" y="1061120"/>
                  </a:lnTo>
                  <a:lnTo>
                    <a:pt x="144505" y="1059468"/>
                  </a:lnTo>
                  <a:lnTo>
                    <a:pt x="72252" y="1057859"/>
                  </a:lnTo>
                  <a:lnTo>
                    <a:pt x="0" y="1056291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1227274" y="2070498"/>
              <a:ext cx="5707962" cy="955087"/>
            </a:xfrm>
            <a:custGeom>
              <a:avLst/>
              <a:gdLst/>
              <a:ahLst/>
              <a:cxnLst/>
              <a:rect l="0" t="0" r="0" b="0"/>
              <a:pathLst>
                <a:path w="5707962" h="955087">
                  <a:moveTo>
                    <a:pt x="0" y="0"/>
                  </a:moveTo>
                  <a:lnTo>
                    <a:pt x="72252" y="19433"/>
                  </a:lnTo>
                  <a:lnTo>
                    <a:pt x="144505" y="38825"/>
                  </a:lnTo>
                  <a:lnTo>
                    <a:pt x="216758" y="58173"/>
                  </a:lnTo>
                  <a:lnTo>
                    <a:pt x="289010" y="77475"/>
                  </a:lnTo>
                  <a:lnTo>
                    <a:pt x="361263" y="96729"/>
                  </a:lnTo>
                  <a:lnTo>
                    <a:pt x="433516" y="115931"/>
                  </a:lnTo>
                  <a:lnTo>
                    <a:pt x="505768" y="135079"/>
                  </a:lnTo>
                  <a:lnTo>
                    <a:pt x="578021" y="154170"/>
                  </a:lnTo>
                  <a:lnTo>
                    <a:pt x="650274" y="173200"/>
                  </a:lnTo>
                  <a:lnTo>
                    <a:pt x="722526" y="192166"/>
                  </a:lnTo>
                  <a:lnTo>
                    <a:pt x="794779" y="211065"/>
                  </a:lnTo>
                  <a:lnTo>
                    <a:pt x="867032" y="229892"/>
                  </a:lnTo>
                  <a:lnTo>
                    <a:pt x="939284" y="248642"/>
                  </a:lnTo>
                  <a:lnTo>
                    <a:pt x="1011537" y="267312"/>
                  </a:lnTo>
                  <a:lnTo>
                    <a:pt x="1083790" y="285897"/>
                  </a:lnTo>
                  <a:lnTo>
                    <a:pt x="1156043" y="304390"/>
                  </a:lnTo>
                  <a:lnTo>
                    <a:pt x="1228295" y="322787"/>
                  </a:lnTo>
                  <a:lnTo>
                    <a:pt x="1300548" y="341081"/>
                  </a:lnTo>
                  <a:lnTo>
                    <a:pt x="1372801" y="359265"/>
                  </a:lnTo>
                  <a:lnTo>
                    <a:pt x="1445053" y="377334"/>
                  </a:lnTo>
                  <a:lnTo>
                    <a:pt x="1517306" y="395278"/>
                  </a:lnTo>
                  <a:lnTo>
                    <a:pt x="1589559" y="413091"/>
                  </a:lnTo>
                  <a:lnTo>
                    <a:pt x="1661811" y="430764"/>
                  </a:lnTo>
                  <a:lnTo>
                    <a:pt x="1734064" y="448287"/>
                  </a:lnTo>
                  <a:lnTo>
                    <a:pt x="1806317" y="465652"/>
                  </a:lnTo>
                  <a:lnTo>
                    <a:pt x="1878569" y="482847"/>
                  </a:lnTo>
                  <a:lnTo>
                    <a:pt x="1950822" y="499862"/>
                  </a:lnTo>
                  <a:lnTo>
                    <a:pt x="2023075" y="516685"/>
                  </a:lnTo>
                  <a:lnTo>
                    <a:pt x="2095328" y="533305"/>
                  </a:lnTo>
                  <a:lnTo>
                    <a:pt x="2167580" y="549707"/>
                  </a:lnTo>
                  <a:lnTo>
                    <a:pt x="2239833" y="565880"/>
                  </a:lnTo>
                  <a:lnTo>
                    <a:pt x="2312086" y="581809"/>
                  </a:lnTo>
                  <a:lnTo>
                    <a:pt x="2384338" y="597480"/>
                  </a:lnTo>
                  <a:lnTo>
                    <a:pt x="2456591" y="612878"/>
                  </a:lnTo>
                  <a:lnTo>
                    <a:pt x="2528844" y="627988"/>
                  </a:lnTo>
                  <a:lnTo>
                    <a:pt x="2601096" y="642795"/>
                  </a:lnTo>
                  <a:lnTo>
                    <a:pt x="2673349" y="657285"/>
                  </a:lnTo>
                  <a:lnTo>
                    <a:pt x="2745602" y="671441"/>
                  </a:lnTo>
                  <a:lnTo>
                    <a:pt x="2817854" y="685250"/>
                  </a:lnTo>
                  <a:lnTo>
                    <a:pt x="2890107" y="698698"/>
                  </a:lnTo>
                  <a:lnTo>
                    <a:pt x="2962360" y="711771"/>
                  </a:lnTo>
                  <a:lnTo>
                    <a:pt x="3034612" y="724459"/>
                  </a:lnTo>
                  <a:lnTo>
                    <a:pt x="3106865" y="736751"/>
                  </a:lnTo>
                  <a:lnTo>
                    <a:pt x="3179118" y="748637"/>
                  </a:lnTo>
                  <a:lnTo>
                    <a:pt x="3251371" y="760111"/>
                  </a:lnTo>
                  <a:lnTo>
                    <a:pt x="3323623" y="771168"/>
                  </a:lnTo>
                  <a:lnTo>
                    <a:pt x="3395876" y="781804"/>
                  </a:lnTo>
                  <a:lnTo>
                    <a:pt x="3468129" y="792020"/>
                  </a:lnTo>
                  <a:lnTo>
                    <a:pt x="3540381" y="801817"/>
                  </a:lnTo>
                  <a:lnTo>
                    <a:pt x="3612634" y="811198"/>
                  </a:lnTo>
                  <a:lnTo>
                    <a:pt x="3684887" y="820169"/>
                  </a:lnTo>
                  <a:lnTo>
                    <a:pt x="3757139" y="828738"/>
                  </a:lnTo>
                  <a:lnTo>
                    <a:pt x="3829392" y="836914"/>
                  </a:lnTo>
                  <a:lnTo>
                    <a:pt x="3901645" y="844708"/>
                  </a:lnTo>
                  <a:lnTo>
                    <a:pt x="3973897" y="852132"/>
                  </a:lnTo>
                  <a:lnTo>
                    <a:pt x="4046150" y="859200"/>
                  </a:lnTo>
                  <a:lnTo>
                    <a:pt x="4118403" y="865926"/>
                  </a:lnTo>
                  <a:lnTo>
                    <a:pt x="4190656" y="872323"/>
                  </a:lnTo>
                  <a:lnTo>
                    <a:pt x="4262908" y="878409"/>
                  </a:lnTo>
                  <a:lnTo>
                    <a:pt x="4335161" y="884196"/>
                  </a:lnTo>
                  <a:lnTo>
                    <a:pt x="4407414" y="889701"/>
                  </a:lnTo>
                  <a:lnTo>
                    <a:pt x="4479666" y="894939"/>
                  </a:lnTo>
                  <a:lnTo>
                    <a:pt x="4551919" y="899923"/>
                  </a:lnTo>
                  <a:lnTo>
                    <a:pt x="4624172" y="904669"/>
                  </a:lnTo>
                  <a:lnTo>
                    <a:pt x="4696424" y="909189"/>
                  </a:lnTo>
                  <a:lnTo>
                    <a:pt x="4768677" y="913497"/>
                  </a:lnTo>
                  <a:lnTo>
                    <a:pt x="4840930" y="917606"/>
                  </a:lnTo>
                  <a:lnTo>
                    <a:pt x="4913182" y="921527"/>
                  </a:lnTo>
                  <a:lnTo>
                    <a:pt x="4985435" y="925272"/>
                  </a:lnTo>
                  <a:lnTo>
                    <a:pt x="5057688" y="928851"/>
                  </a:lnTo>
                  <a:lnTo>
                    <a:pt x="5129941" y="932275"/>
                  </a:lnTo>
                  <a:lnTo>
                    <a:pt x="5202193" y="935553"/>
                  </a:lnTo>
                  <a:lnTo>
                    <a:pt x="5274446" y="938693"/>
                  </a:lnTo>
                  <a:lnTo>
                    <a:pt x="5346699" y="941705"/>
                  </a:lnTo>
                  <a:lnTo>
                    <a:pt x="5418951" y="944596"/>
                  </a:lnTo>
                  <a:lnTo>
                    <a:pt x="5491204" y="947373"/>
                  </a:lnTo>
                  <a:lnTo>
                    <a:pt x="5563457" y="950043"/>
                  </a:lnTo>
                  <a:lnTo>
                    <a:pt x="5635709" y="952612"/>
                  </a:lnTo>
                  <a:lnTo>
                    <a:pt x="5707962" y="95508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1227274" y="3126790"/>
              <a:ext cx="5707962" cy="703979"/>
            </a:xfrm>
            <a:custGeom>
              <a:avLst/>
              <a:gdLst/>
              <a:ahLst/>
              <a:cxnLst/>
              <a:rect l="0" t="0" r="0" b="0"/>
              <a:pathLst>
                <a:path w="5707962" h="703979">
                  <a:moveTo>
                    <a:pt x="5707962" y="703979"/>
                  </a:moveTo>
                  <a:lnTo>
                    <a:pt x="5635709" y="685453"/>
                  </a:lnTo>
                  <a:lnTo>
                    <a:pt x="5563457" y="667021"/>
                  </a:lnTo>
                  <a:lnTo>
                    <a:pt x="5491204" y="648691"/>
                  </a:lnTo>
                  <a:lnTo>
                    <a:pt x="5418951" y="630467"/>
                  </a:lnTo>
                  <a:lnTo>
                    <a:pt x="5346699" y="612357"/>
                  </a:lnTo>
                  <a:lnTo>
                    <a:pt x="5274446" y="594367"/>
                  </a:lnTo>
                  <a:lnTo>
                    <a:pt x="5202193" y="576507"/>
                  </a:lnTo>
                  <a:lnTo>
                    <a:pt x="5129941" y="558784"/>
                  </a:lnTo>
                  <a:lnTo>
                    <a:pt x="5057688" y="541207"/>
                  </a:lnTo>
                  <a:lnTo>
                    <a:pt x="4985435" y="523785"/>
                  </a:lnTo>
                  <a:lnTo>
                    <a:pt x="4913182" y="506529"/>
                  </a:lnTo>
                  <a:lnTo>
                    <a:pt x="4840930" y="489450"/>
                  </a:lnTo>
                  <a:lnTo>
                    <a:pt x="4768677" y="472558"/>
                  </a:lnTo>
                  <a:lnTo>
                    <a:pt x="4696424" y="455865"/>
                  </a:lnTo>
                  <a:lnTo>
                    <a:pt x="4624172" y="439385"/>
                  </a:lnTo>
                  <a:lnTo>
                    <a:pt x="4551919" y="423129"/>
                  </a:lnTo>
                  <a:lnTo>
                    <a:pt x="4479666" y="407113"/>
                  </a:lnTo>
                  <a:lnTo>
                    <a:pt x="4407414" y="391349"/>
                  </a:lnTo>
                  <a:lnTo>
                    <a:pt x="4335161" y="375854"/>
                  </a:lnTo>
                  <a:lnTo>
                    <a:pt x="4262908" y="360640"/>
                  </a:lnTo>
                  <a:lnTo>
                    <a:pt x="4190656" y="345725"/>
                  </a:lnTo>
                  <a:lnTo>
                    <a:pt x="4118403" y="331122"/>
                  </a:lnTo>
                  <a:lnTo>
                    <a:pt x="4046150" y="316846"/>
                  </a:lnTo>
                  <a:lnTo>
                    <a:pt x="3973897" y="302913"/>
                  </a:lnTo>
                  <a:lnTo>
                    <a:pt x="3901645" y="289337"/>
                  </a:lnTo>
                  <a:lnTo>
                    <a:pt x="3829392" y="276130"/>
                  </a:lnTo>
                  <a:lnTo>
                    <a:pt x="3757139" y="263305"/>
                  </a:lnTo>
                  <a:lnTo>
                    <a:pt x="3684887" y="250873"/>
                  </a:lnTo>
                  <a:lnTo>
                    <a:pt x="3612634" y="238843"/>
                  </a:lnTo>
                  <a:lnTo>
                    <a:pt x="3540381" y="227223"/>
                  </a:lnTo>
                  <a:lnTo>
                    <a:pt x="3468129" y="216019"/>
                  </a:lnTo>
                  <a:lnTo>
                    <a:pt x="3395876" y="205234"/>
                  </a:lnTo>
                  <a:lnTo>
                    <a:pt x="3323623" y="194870"/>
                  </a:lnTo>
                  <a:lnTo>
                    <a:pt x="3251371" y="184926"/>
                  </a:lnTo>
                  <a:lnTo>
                    <a:pt x="3179118" y="175399"/>
                  </a:lnTo>
                  <a:lnTo>
                    <a:pt x="3106865" y="166285"/>
                  </a:lnTo>
                  <a:lnTo>
                    <a:pt x="3034612" y="157575"/>
                  </a:lnTo>
                  <a:lnTo>
                    <a:pt x="2962360" y="149262"/>
                  </a:lnTo>
                  <a:lnTo>
                    <a:pt x="2890107" y="141335"/>
                  </a:lnTo>
                  <a:lnTo>
                    <a:pt x="2817854" y="133782"/>
                  </a:lnTo>
                  <a:lnTo>
                    <a:pt x="2745602" y="126590"/>
                  </a:lnTo>
                  <a:lnTo>
                    <a:pt x="2673349" y="119746"/>
                  </a:lnTo>
                  <a:lnTo>
                    <a:pt x="2601096" y="113234"/>
                  </a:lnTo>
                  <a:lnTo>
                    <a:pt x="2528844" y="107041"/>
                  </a:lnTo>
                  <a:lnTo>
                    <a:pt x="2456591" y="101150"/>
                  </a:lnTo>
                  <a:lnTo>
                    <a:pt x="2384338" y="95547"/>
                  </a:lnTo>
                  <a:lnTo>
                    <a:pt x="2312086" y="90217"/>
                  </a:lnTo>
                  <a:lnTo>
                    <a:pt x="2239833" y="85145"/>
                  </a:lnTo>
                  <a:lnTo>
                    <a:pt x="2167580" y="80317"/>
                  </a:lnTo>
                  <a:lnTo>
                    <a:pt x="2095328" y="75719"/>
                  </a:lnTo>
                  <a:lnTo>
                    <a:pt x="2023075" y="71338"/>
                  </a:lnTo>
                  <a:lnTo>
                    <a:pt x="1950822" y="67160"/>
                  </a:lnTo>
                  <a:lnTo>
                    <a:pt x="1878569" y="63174"/>
                  </a:lnTo>
                  <a:lnTo>
                    <a:pt x="1806317" y="59368"/>
                  </a:lnTo>
                  <a:lnTo>
                    <a:pt x="1734064" y="55732"/>
                  </a:lnTo>
                  <a:lnTo>
                    <a:pt x="1661811" y="52254"/>
                  </a:lnTo>
                  <a:lnTo>
                    <a:pt x="1589559" y="48926"/>
                  </a:lnTo>
                  <a:lnTo>
                    <a:pt x="1517306" y="45738"/>
                  </a:lnTo>
                  <a:lnTo>
                    <a:pt x="1445053" y="42682"/>
                  </a:lnTo>
                  <a:lnTo>
                    <a:pt x="1372801" y="39750"/>
                  </a:lnTo>
                  <a:lnTo>
                    <a:pt x="1300548" y="36934"/>
                  </a:lnTo>
                  <a:lnTo>
                    <a:pt x="1228295" y="34227"/>
                  </a:lnTo>
                  <a:lnTo>
                    <a:pt x="1156043" y="31622"/>
                  </a:lnTo>
                  <a:lnTo>
                    <a:pt x="1083790" y="29115"/>
                  </a:lnTo>
                  <a:lnTo>
                    <a:pt x="1011537" y="26698"/>
                  </a:lnTo>
                  <a:lnTo>
                    <a:pt x="939284" y="24367"/>
                  </a:lnTo>
                  <a:lnTo>
                    <a:pt x="867032" y="22117"/>
                  </a:lnTo>
                  <a:lnTo>
                    <a:pt x="794779" y="19943"/>
                  </a:lnTo>
                  <a:lnTo>
                    <a:pt x="722526" y="17841"/>
                  </a:lnTo>
                  <a:lnTo>
                    <a:pt x="650274" y="15806"/>
                  </a:lnTo>
                  <a:lnTo>
                    <a:pt x="578021" y="13836"/>
                  </a:lnTo>
                  <a:lnTo>
                    <a:pt x="505768" y="11926"/>
                  </a:lnTo>
                  <a:lnTo>
                    <a:pt x="433516" y="10073"/>
                  </a:lnTo>
                  <a:lnTo>
                    <a:pt x="361263" y="8275"/>
                  </a:lnTo>
                  <a:lnTo>
                    <a:pt x="289010" y="6527"/>
                  </a:lnTo>
                  <a:lnTo>
                    <a:pt x="216758" y="4829"/>
                  </a:lnTo>
                  <a:lnTo>
                    <a:pt x="144505" y="3176"/>
                  </a:lnTo>
                  <a:lnTo>
                    <a:pt x="72252" y="15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7" name="pl117"/>
            <p:cNvSpPr/>
            <p:nvPr/>
          </p:nvSpPr>
          <p:spPr>
            <a:xfrm>
              <a:off x="1227274" y="2598644"/>
              <a:ext cx="5707962" cy="829533"/>
            </a:xfrm>
            <a:custGeom>
              <a:avLst/>
              <a:gdLst/>
              <a:ahLst/>
              <a:cxnLst/>
              <a:rect l="0" t="0" r="0" b="0"/>
              <a:pathLst>
                <a:path w="5707962" h="829533">
                  <a:moveTo>
                    <a:pt x="0" y="0"/>
                  </a:moveTo>
                  <a:lnTo>
                    <a:pt x="72252" y="10500"/>
                  </a:lnTo>
                  <a:lnTo>
                    <a:pt x="144505" y="21000"/>
                  </a:lnTo>
                  <a:lnTo>
                    <a:pt x="216758" y="31501"/>
                  </a:lnTo>
                  <a:lnTo>
                    <a:pt x="289010" y="42001"/>
                  </a:lnTo>
                  <a:lnTo>
                    <a:pt x="361263" y="52502"/>
                  </a:lnTo>
                  <a:lnTo>
                    <a:pt x="433516" y="63002"/>
                  </a:lnTo>
                  <a:lnTo>
                    <a:pt x="505768" y="73502"/>
                  </a:lnTo>
                  <a:lnTo>
                    <a:pt x="578021" y="84003"/>
                  </a:lnTo>
                  <a:lnTo>
                    <a:pt x="650274" y="94503"/>
                  </a:lnTo>
                  <a:lnTo>
                    <a:pt x="722526" y="105004"/>
                  </a:lnTo>
                  <a:lnTo>
                    <a:pt x="794779" y="115504"/>
                  </a:lnTo>
                  <a:lnTo>
                    <a:pt x="867032" y="126005"/>
                  </a:lnTo>
                  <a:lnTo>
                    <a:pt x="939284" y="136505"/>
                  </a:lnTo>
                  <a:lnTo>
                    <a:pt x="1011537" y="147005"/>
                  </a:lnTo>
                  <a:lnTo>
                    <a:pt x="1083790" y="157506"/>
                  </a:lnTo>
                  <a:lnTo>
                    <a:pt x="1156043" y="168006"/>
                  </a:lnTo>
                  <a:lnTo>
                    <a:pt x="1228295" y="178507"/>
                  </a:lnTo>
                  <a:lnTo>
                    <a:pt x="1300548" y="189007"/>
                  </a:lnTo>
                  <a:lnTo>
                    <a:pt x="1372801" y="199508"/>
                  </a:lnTo>
                  <a:lnTo>
                    <a:pt x="1445053" y="210008"/>
                  </a:lnTo>
                  <a:lnTo>
                    <a:pt x="1517306" y="220508"/>
                  </a:lnTo>
                  <a:lnTo>
                    <a:pt x="1589559" y="231009"/>
                  </a:lnTo>
                  <a:lnTo>
                    <a:pt x="1661811" y="241509"/>
                  </a:lnTo>
                  <a:lnTo>
                    <a:pt x="1734064" y="252010"/>
                  </a:lnTo>
                  <a:lnTo>
                    <a:pt x="1806317" y="262510"/>
                  </a:lnTo>
                  <a:lnTo>
                    <a:pt x="1878569" y="273010"/>
                  </a:lnTo>
                  <a:lnTo>
                    <a:pt x="1950822" y="283511"/>
                  </a:lnTo>
                  <a:lnTo>
                    <a:pt x="2023075" y="294011"/>
                  </a:lnTo>
                  <a:lnTo>
                    <a:pt x="2095328" y="304512"/>
                  </a:lnTo>
                  <a:lnTo>
                    <a:pt x="2167580" y="315012"/>
                  </a:lnTo>
                  <a:lnTo>
                    <a:pt x="2239833" y="325513"/>
                  </a:lnTo>
                  <a:lnTo>
                    <a:pt x="2312086" y="336013"/>
                  </a:lnTo>
                  <a:lnTo>
                    <a:pt x="2384338" y="346513"/>
                  </a:lnTo>
                  <a:lnTo>
                    <a:pt x="2456591" y="357014"/>
                  </a:lnTo>
                  <a:lnTo>
                    <a:pt x="2528844" y="367514"/>
                  </a:lnTo>
                  <a:lnTo>
                    <a:pt x="2601096" y="378015"/>
                  </a:lnTo>
                  <a:lnTo>
                    <a:pt x="2673349" y="388515"/>
                  </a:lnTo>
                  <a:lnTo>
                    <a:pt x="2745602" y="399016"/>
                  </a:lnTo>
                  <a:lnTo>
                    <a:pt x="2817854" y="409516"/>
                  </a:lnTo>
                  <a:lnTo>
                    <a:pt x="2890107" y="420016"/>
                  </a:lnTo>
                  <a:lnTo>
                    <a:pt x="2962360" y="430517"/>
                  </a:lnTo>
                  <a:lnTo>
                    <a:pt x="3034612" y="441017"/>
                  </a:lnTo>
                  <a:lnTo>
                    <a:pt x="3106865" y="451518"/>
                  </a:lnTo>
                  <a:lnTo>
                    <a:pt x="3179118" y="462018"/>
                  </a:lnTo>
                  <a:lnTo>
                    <a:pt x="3251371" y="472519"/>
                  </a:lnTo>
                  <a:lnTo>
                    <a:pt x="3323623" y="483019"/>
                  </a:lnTo>
                  <a:lnTo>
                    <a:pt x="3395876" y="493519"/>
                  </a:lnTo>
                  <a:lnTo>
                    <a:pt x="3468129" y="504020"/>
                  </a:lnTo>
                  <a:lnTo>
                    <a:pt x="3540381" y="514520"/>
                  </a:lnTo>
                  <a:lnTo>
                    <a:pt x="3612634" y="525021"/>
                  </a:lnTo>
                  <a:lnTo>
                    <a:pt x="3684887" y="535521"/>
                  </a:lnTo>
                  <a:lnTo>
                    <a:pt x="3757139" y="546021"/>
                  </a:lnTo>
                  <a:lnTo>
                    <a:pt x="3829392" y="556522"/>
                  </a:lnTo>
                  <a:lnTo>
                    <a:pt x="3901645" y="567022"/>
                  </a:lnTo>
                  <a:lnTo>
                    <a:pt x="3973897" y="577523"/>
                  </a:lnTo>
                  <a:lnTo>
                    <a:pt x="4046150" y="588023"/>
                  </a:lnTo>
                  <a:lnTo>
                    <a:pt x="4118403" y="598524"/>
                  </a:lnTo>
                  <a:lnTo>
                    <a:pt x="4190656" y="609024"/>
                  </a:lnTo>
                  <a:lnTo>
                    <a:pt x="4262908" y="619524"/>
                  </a:lnTo>
                  <a:lnTo>
                    <a:pt x="4335161" y="630025"/>
                  </a:lnTo>
                  <a:lnTo>
                    <a:pt x="4407414" y="640525"/>
                  </a:lnTo>
                  <a:lnTo>
                    <a:pt x="4479666" y="651026"/>
                  </a:lnTo>
                  <a:lnTo>
                    <a:pt x="4551919" y="661526"/>
                  </a:lnTo>
                  <a:lnTo>
                    <a:pt x="4624172" y="672027"/>
                  </a:lnTo>
                  <a:lnTo>
                    <a:pt x="4696424" y="682527"/>
                  </a:lnTo>
                  <a:lnTo>
                    <a:pt x="4768677" y="693027"/>
                  </a:lnTo>
                  <a:lnTo>
                    <a:pt x="4840930" y="703528"/>
                  </a:lnTo>
                  <a:lnTo>
                    <a:pt x="4913182" y="714028"/>
                  </a:lnTo>
                  <a:lnTo>
                    <a:pt x="4985435" y="724529"/>
                  </a:lnTo>
                  <a:lnTo>
                    <a:pt x="5057688" y="735029"/>
                  </a:lnTo>
                  <a:lnTo>
                    <a:pt x="5129941" y="745530"/>
                  </a:lnTo>
                  <a:lnTo>
                    <a:pt x="5202193" y="756030"/>
                  </a:lnTo>
                  <a:lnTo>
                    <a:pt x="5274446" y="766530"/>
                  </a:lnTo>
                  <a:lnTo>
                    <a:pt x="5346699" y="777031"/>
                  </a:lnTo>
                  <a:lnTo>
                    <a:pt x="5418951" y="787531"/>
                  </a:lnTo>
                  <a:lnTo>
                    <a:pt x="5491204" y="798032"/>
                  </a:lnTo>
                  <a:lnTo>
                    <a:pt x="5563457" y="808532"/>
                  </a:lnTo>
                  <a:lnTo>
                    <a:pt x="5635709" y="819032"/>
                  </a:lnTo>
                  <a:lnTo>
                    <a:pt x="5707962" y="829533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l118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tx119"/>
            <p:cNvSpPr/>
            <p:nvPr/>
          </p:nvSpPr>
          <p:spPr>
            <a:xfrm>
              <a:off x="754887" y="5675623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754887" y="476606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754887" y="385649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54887" y="2946935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037372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07081" y="571567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907081" y="48061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907081" y="389654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907081" y="298698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907081" y="207742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941876" y="5723142"/>
              <a:ext cx="6278758" cy="0"/>
            </a:xfrm>
            <a:custGeom>
              <a:avLst/>
              <a:gdLst/>
              <a:ahLst/>
              <a:cxnLst/>
              <a:rect l="0" t="0" r="0" b="0"/>
              <a:pathLst>
                <a:path w="6278758">
                  <a:moveTo>
                    <a:pt x="0" y="0"/>
                  </a:moveTo>
                  <a:lnTo>
                    <a:pt x="627875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262733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462885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663037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tx133"/>
            <p:cNvSpPr/>
            <p:nvPr/>
          </p:nvSpPr>
          <p:spPr>
            <a:xfrm>
              <a:off x="2518565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4520085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6521606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3778634" y="5925448"/>
              <a:ext cx="60524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137" name="tx137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9" name="tx139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1" name="pt141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3" name="pt143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rc144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5" name="pt145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rc146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7" name="pt147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941876" y="1669789"/>
              <a:ext cx="293266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(GF) vs Size at Lewisetta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879697" y="1896563"/>
              <a:ext cx="634093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3951097" y="470570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3951097" y="46276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3951097" y="462709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1109219" y="51056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1109219" y="49016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1109219" y="48207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6868536" y="50062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6868536" y="515536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6868536" y="499160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6873708" y="532213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6873708" y="52794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6873708" y="51057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4910568" y="46067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4910568" y="46120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4910568" y="463355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2438007" y="502008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2438007" y="498566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2438007" y="51100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5103387" y="53599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5103387" y="521881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5103387" y="54905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4926303" y="51230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4926303" y="486515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4926303" y="472396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167921" y="4681615"/>
              <a:ext cx="5764489" cy="613544"/>
            </a:xfrm>
            <a:custGeom>
              <a:avLst/>
              <a:gdLst/>
              <a:ahLst/>
              <a:cxnLst/>
              <a:rect l="0" t="0" r="0" b="0"/>
              <a:pathLst>
                <a:path w="5764489" h="613544">
                  <a:moveTo>
                    <a:pt x="0" y="0"/>
                  </a:moveTo>
                  <a:lnTo>
                    <a:pt x="72968" y="6383"/>
                  </a:lnTo>
                  <a:lnTo>
                    <a:pt x="145936" y="12747"/>
                  </a:lnTo>
                  <a:lnTo>
                    <a:pt x="218904" y="19090"/>
                  </a:lnTo>
                  <a:lnTo>
                    <a:pt x="291872" y="25412"/>
                  </a:lnTo>
                  <a:lnTo>
                    <a:pt x="364841" y="31711"/>
                  </a:lnTo>
                  <a:lnTo>
                    <a:pt x="437809" y="37986"/>
                  </a:lnTo>
                  <a:lnTo>
                    <a:pt x="510777" y="44235"/>
                  </a:lnTo>
                  <a:lnTo>
                    <a:pt x="583745" y="50458"/>
                  </a:lnTo>
                  <a:lnTo>
                    <a:pt x="656713" y="56653"/>
                  </a:lnTo>
                  <a:lnTo>
                    <a:pt x="729682" y="62818"/>
                  </a:lnTo>
                  <a:lnTo>
                    <a:pt x="802650" y="68952"/>
                  </a:lnTo>
                  <a:lnTo>
                    <a:pt x="875618" y="75053"/>
                  </a:lnTo>
                  <a:lnTo>
                    <a:pt x="948586" y="81118"/>
                  </a:lnTo>
                  <a:lnTo>
                    <a:pt x="1021555" y="87147"/>
                  </a:lnTo>
                  <a:lnTo>
                    <a:pt x="1094523" y="93136"/>
                  </a:lnTo>
                  <a:lnTo>
                    <a:pt x="1167491" y="99084"/>
                  </a:lnTo>
                  <a:lnTo>
                    <a:pt x="1240459" y="104988"/>
                  </a:lnTo>
                  <a:lnTo>
                    <a:pt x="1313427" y="110845"/>
                  </a:lnTo>
                  <a:lnTo>
                    <a:pt x="1386396" y="116653"/>
                  </a:lnTo>
                  <a:lnTo>
                    <a:pt x="1459364" y="122409"/>
                  </a:lnTo>
                  <a:lnTo>
                    <a:pt x="1532332" y="128109"/>
                  </a:lnTo>
                  <a:lnTo>
                    <a:pt x="1605300" y="133750"/>
                  </a:lnTo>
                  <a:lnTo>
                    <a:pt x="1678268" y="139329"/>
                  </a:lnTo>
                  <a:lnTo>
                    <a:pt x="1751237" y="144842"/>
                  </a:lnTo>
                  <a:lnTo>
                    <a:pt x="1824205" y="150285"/>
                  </a:lnTo>
                  <a:lnTo>
                    <a:pt x="1897173" y="155654"/>
                  </a:lnTo>
                  <a:lnTo>
                    <a:pt x="1970141" y="160944"/>
                  </a:lnTo>
                  <a:lnTo>
                    <a:pt x="2043110" y="166151"/>
                  </a:lnTo>
                  <a:lnTo>
                    <a:pt x="2116078" y="171270"/>
                  </a:lnTo>
                  <a:lnTo>
                    <a:pt x="2189046" y="176296"/>
                  </a:lnTo>
                  <a:lnTo>
                    <a:pt x="2262014" y="181223"/>
                  </a:lnTo>
                  <a:lnTo>
                    <a:pt x="2334982" y="186047"/>
                  </a:lnTo>
                  <a:lnTo>
                    <a:pt x="2407951" y="190762"/>
                  </a:lnTo>
                  <a:lnTo>
                    <a:pt x="2480919" y="195363"/>
                  </a:lnTo>
                  <a:lnTo>
                    <a:pt x="2553887" y="199843"/>
                  </a:lnTo>
                  <a:lnTo>
                    <a:pt x="2626855" y="204198"/>
                  </a:lnTo>
                  <a:lnTo>
                    <a:pt x="2699823" y="208421"/>
                  </a:lnTo>
                  <a:lnTo>
                    <a:pt x="2772792" y="212508"/>
                  </a:lnTo>
                  <a:lnTo>
                    <a:pt x="2845760" y="216453"/>
                  </a:lnTo>
                  <a:lnTo>
                    <a:pt x="2918728" y="220250"/>
                  </a:lnTo>
                  <a:lnTo>
                    <a:pt x="2991696" y="223897"/>
                  </a:lnTo>
                  <a:lnTo>
                    <a:pt x="3064665" y="227388"/>
                  </a:lnTo>
                  <a:lnTo>
                    <a:pt x="3137633" y="230720"/>
                  </a:lnTo>
                  <a:lnTo>
                    <a:pt x="3210601" y="233889"/>
                  </a:lnTo>
                  <a:lnTo>
                    <a:pt x="3283569" y="236894"/>
                  </a:lnTo>
                  <a:lnTo>
                    <a:pt x="3356537" y="239733"/>
                  </a:lnTo>
                  <a:lnTo>
                    <a:pt x="3429506" y="242404"/>
                  </a:lnTo>
                  <a:lnTo>
                    <a:pt x="3502474" y="244908"/>
                  </a:lnTo>
                  <a:lnTo>
                    <a:pt x="3575442" y="247244"/>
                  </a:lnTo>
                  <a:lnTo>
                    <a:pt x="3648410" y="249416"/>
                  </a:lnTo>
                  <a:lnTo>
                    <a:pt x="3721379" y="251423"/>
                  </a:lnTo>
                  <a:lnTo>
                    <a:pt x="3794347" y="253270"/>
                  </a:lnTo>
                  <a:lnTo>
                    <a:pt x="3867315" y="254958"/>
                  </a:lnTo>
                  <a:lnTo>
                    <a:pt x="3940283" y="256494"/>
                  </a:lnTo>
                  <a:lnTo>
                    <a:pt x="4013251" y="257879"/>
                  </a:lnTo>
                  <a:lnTo>
                    <a:pt x="4086220" y="259120"/>
                  </a:lnTo>
                  <a:lnTo>
                    <a:pt x="4159188" y="260221"/>
                  </a:lnTo>
                  <a:lnTo>
                    <a:pt x="4232156" y="261189"/>
                  </a:lnTo>
                  <a:lnTo>
                    <a:pt x="4305124" y="262027"/>
                  </a:lnTo>
                  <a:lnTo>
                    <a:pt x="4378092" y="262742"/>
                  </a:lnTo>
                  <a:lnTo>
                    <a:pt x="4451061" y="263339"/>
                  </a:lnTo>
                  <a:lnTo>
                    <a:pt x="4524029" y="263824"/>
                  </a:lnTo>
                  <a:lnTo>
                    <a:pt x="4596997" y="264202"/>
                  </a:lnTo>
                  <a:lnTo>
                    <a:pt x="4669965" y="264480"/>
                  </a:lnTo>
                  <a:lnTo>
                    <a:pt x="4742934" y="264661"/>
                  </a:lnTo>
                  <a:lnTo>
                    <a:pt x="4815902" y="264752"/>
                  </a:lnTo>
                  <a:lnTo>
                    <a:pt x="4888870" y="264757"/>
                  </a:lnTo>
                  <a:lnTo>
                    <a:pt x="4961838" y="264680"/>
                  </a:lnTo>
                  <a:lnTo>
                    <a:pt x="5034806" y="264527"/>
                  </a:lnTo>
                  <a:lnTo>
                    <a:pt x="5107775" y="264302"/>
                  </a:lnTo>
                  <a:lnTo>
                    <a:pt x="5180743" y="264008"/>
                  </a:lnTo>
                  <a:lnTo>
                    <a:pt x="5253711" y="263650"/>
                  </a:lnTo>
                  <a:lnTo>
                    <a:pt x="5326679" y="263232"/>
                  </a:lnTo>
                  <a:lnTo>
                    <a:pt x="5399647" y="262756"/>
                  </a:lnTo>
                  <a:lnTo>
                    <a:pt x="5472616" y="262225"/>
                  </a:lnTo>
                  <a:lnTo>
                    <a:pt x="5545584" y="261644"/>
                  </a:lnTo>
                  <a:lnTo>
                    <a:pt x="5618552" y="261015"/>
                  </a:lnTo>
                  <a:lnTo>
                    <a:pt x="5691520" y="260341"/>
                  </a:lnTo>
                  <a:lnTo>
                    <a:pt x="5764489" y="259623"/>
                  </a:lnTo>
                  <a:lnTo>
                    <a:pt x="5764489" y="613544"/>
                  </a:lnTo>
                  <a:lnTo>
                    <a:pt x="5691520" y="607577"/>
                  </a:lnTo>
                  <a:lnTo>
                    <a:pt x="5618552" y="601654"/>
                  </a:lnTo>
                  <a:lnTo>
                    <a:pt x="5545584" y="595776"/>
                  </a:lnTo>
                  <a:lnTo>
                    <a:pt x="5472616" y="589945"/>
                  </a:lnTo>
                  <a:lnTo>
                    <a:pt x="5399647" y="584166"/>
                  </a:lnTo>
                  <a:lnTo>
                    <a:pt x="5326679" y="578441"/>
                  </a:lnTo>
                  <a:lnTo>
                    <a:pt x="5253711" y="572773"/>
                  </a:lnTo>
                  <a:lnTo>
                    <a:pt x="5180743" y="567166"/>
                  </a:lnTo>
                  <a:lnTo>
                    <a:pt x="5107775" y="561624"/>
                  </a:lnTo>
                  <a:lnTo>
                    <a:pt x="5034806" y="556149"/>
                  </a:lnTo>
                  <a:lnTo>
                    <a:pt x="4961838" y="550747"/>
                  </a:lnTo>
                  <a:lnTo>
                    <a:pt x="4888870" y="545422"/>
                  </a:lnTo>
                  <a:lnTo>
                    <a:pt x="4815902" y="540178"/>
                  </a:lnTo>
                  <a:lnTo>
                    <a:pt x="4742934" y="535019"/>
                  </a:lnTo>
                  <a:lnTo>
                    <a:pt x="4669965" y="529952"/>
                  </a:lnTo>
                  <a:lnTo>
                    <a:pt x="4596997" y="524980"/>
                  </a:lnTo>
                  <a:lnTo>
                    <a:pt x="4524029" y="520110"/>
                  </a:lnTo>
                  <a:lnTo>
                    <a:pt x="4451061" y="515346"/>
                  </a:lnTo>
                  <a:lnTo>
                    <a:pt x="4378092" y="510694"/>
                  </a:lnTo>
                  <a:lnTo>
                    <a:pt x="4305124" y="506160"/>
                  </a:lnTo>
                  <a:lnTo>
                    <a:pt x="4232156" y="501749"/>
                  </a:lnTo>
                  <a:lnTo>
                    <a:pt x="4159188" y="497467"/>
                  </a:lnTo>
                  <a:lnTo>
                    <a:pt x="4086220" y="493319"/>
                  </a:lnTo>
                  <a:lnTo>
                    <a:pt x="4013251" y="489311"/>
                  </a:lnTo>
                  <a:lnTo>
                    <a:pt x="3940283" y="485448"/>
                  </a:lnTo>
                  <a:lnTo>
                    <a:pt x="3867315" y="481734"/>
                  </a:lnTo>
                  <a:lnTo>
                    <a:pt x="3794347" y="478174"/>
                  </a:lnTo>
                  <a:lnTo>
                    <a:pt x="3721379" y="474771"/>
                  </a:lnTo>
                  <a:lnTo>
                    <a:pt x="3648410" y="471530"/>
                  </a:lnTo>
                  <a:lnTo>
                    <a:pt x="3575442" y="468452"/>
                  </a:lnTo>
                  <a:lnTo>
                    <a:pt x="3502474" y="465540"/>
                  </a:lnTo>
                  <a:lnTo>
                    <a:pt x="3429506" y="462794"/>
                  </a:lnTo>
                  <a:lnTo>
                    <a:pt x="3356537" y="460217"/>
                  </a:lnTo>
                  <a:lnTo>
                    <a:pt x="3283569" y="457806"/>
                  </a:lnTo>
                  <a:lnTo>
                    <a:pt x="3210601" y="455562"/>
                  </a:lnTo>
                  <a:lnTo>
                    <a:pt x="3137633" y="453483"/>
                  </a:lnTo>
                  <a:lnTo>
                    <a:pt x="3064665" y="451565"/>
                  </a:lnTo>
                  <a:lnTo>
                    <a:pt x="2991696" y="449807"/>
                  </a:lnTo>
                  <a:lnTo>
                    <a:pt x="2918728" y="448205"/>
                  </a:lnTo>
                  <a:lnTo>
                    <a:pt x="2845760" y="446754"/>
                  </a:lnTo>
                  <a:lnTo>
                    <a:pt x="2772792" y="445449"/>
                  </a:lnTo>
                  <a:lnTo>
                    <a:pt x="2699823" y="444287"/>
                  </a:lnTo>
                  <a:lnTo>
                    <a:pt x="2626855" y="443261"/>
                  </a:lnTo>
                  <a:lnTo>
                    <a:pt x="2553887" y="442367"/>
                  </a:lnTo>
                  <a:lnTo>
                    <a:pt x="2480919" y="441598"/>
                  </a:lnTo>
                  <a:lnTo>
                    <a:pt x="2407951" y="440950"/>
                  </a:lnTo>
                  <a:lnTo>
                    <a:pt x="2334982" y="440416"/>
                  </a:lnTo>
                  <a:lnTo>
                    <a:pt x="2262014" y="439991"/>
                  </a:lnTo>
                  <a:lnTo>
                    <a:pt x="2189046" y="439669"/>
                  </a:lnTo>
                  <a:lnTo>
                    <a:pt x="2116078" y="439446"/>
                  </a:lnTo>
                  <a:lnTo>
                    <a:pt x="2043110" y="439316"/>
                  </a:lnTo>
                  <a:lnTo>
                    <a:pt x="1970141" y="439274"/>
                  </a:lnTo>
                  <a:lnTo>
                    <a:pt x="1897173" y="439315"/>
                  </a:lnTo>
                  <a:lnTo>
                    <a:pt x="1824205" y="439434"/>
                  </a:lnTo>
                  <a:lnTo>
                    <a:pt x="1751237" y="439628"/>
                  </a:lnTo>
                  <a:lnTo>
                    <a:pt x="1678268" y="439892"/>
                  </a:lnTo>
                  <a:lnTo>
                    <a:pt x="1605300" y="440222"/>
                  </a:lnTo>
                  <a:lnTo>
                    <a:pt x="1532332" y="440615"/>
                  </a:lnTo>
                  <a:lnTo>
                    <a:pt x="1459364" y="441066"/>
                  </a:lnTo>
                  <a:lnTo>
                    <a:pt x="1386396" y="441572"/>
                  </a:lnTo>
                  <a:lnTo>
                    <a:pt x="1313427" y="442131"/>
                  </a:lnTo>
                  <a:lnTo>
                    <a:pt x="1240459" y="442740"/>
                  </a:lnTo>
                  <a:lnTo>
                    <a:pt x="1167491" y="443394"/>
                  </a:lnTo>
                  <a:lnTo>
                    <a:pt x="1094523" y="444093"/>
                  </a:lnTo>
                  <a:lnTo>
                    <a:pt x="1021555" y="444834"/>
                  </a:lnTo>
                  <a:lnTo>
                    <a:pt x="948586" y="445613"/>
                  </a:lnTo>
                  <a:lnTo>
                    <a:pt x="875618" y="446430"/>
                  </a:lnTo>
                  <a:lnTo>
                    <a:pt x="802650" y="447281"/>
                  </a:lnTo>
                  <a:lnTo>
                    <a:pt x="729682" y="448166"/>
                  </a:lnTo>
                  <a:lnTo>
                    <a:pt x="656713" y="449082"/>
                  </a:lnTo>
                  <a:lnTo>
                    <a:pt x="583745" y="450028"/>
                  </a:lnTo>
                  <a:lnTo>
                    <a:pt x="510777" y="451002"/>
                  </a:lnTo>
                  <a:lnTo>
                    <a:pt x="437809" y="452003"/>
                  </a:lnTo>
                  <a:lnTo>
                    <a:pt x="364841" y="453029"/>
                  </a:lnTo>
                  <a:lnTo>
                    <a:pt x="291872" y="454078"/>
                  </a:lnTo>
                  <a:lnTo>
                    <a:pt x="218904" y="455151"/>
                  </a:lnTo>
                  <a:lnTo>
                    <a:pt x="145936" y="456245"/>
                  </a:lnTo>
                  <a:lnTo>
                    <a:pt x="72968" y="457360"/>
                  </a:lnTo>
                  <a:lnTo>
                    <a:pt x="0" y="458495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167921" y="4681615"/>
              <a:ext cx="5764489" cy="264757"/>
            </a:xfrm>
            <a:custGeom>
              <a:avLst/>
              <a:gdLst/>
              <a:ahLst/>
              <a:cxnLst/>
              <a:rect l="0" t="0" r="0" b="0"/>
              <a:pathLst>
                <a:path w="5764489" h="264757">
                  <a:moveTo>
                    <a:pt x="0" y="0"/>
                  </a:moveTo>
                  <a:lnTo>
                    <a:pt x="72968" y="6383"/>
                  </a:lnTo>
                  <a:lnTo>
                    <a:pt x="145936" y="12747"/>
                  </a:lnTo>
                  <a:lnTo>
                    <a:pt x="218904" y="19090"/>
                  </a:lnTo>
                  <a:lnTo>
                    <a:pt x="291872" y="25412"/>
                  </a:lnTo>
                  <a:lnTo>
                    <a:pt x="364841" y="31711"/>
                  </a:lnTo>
                  <a:lnTo>
                    <a:pt x="437809" y="37986"/>
                  </a:lnTo>
                  <a:lnTo>
                    <a:pt x="510777" y="44235"/>
                  </a:lnTo>
                  <a:lnTo>
                    <a:pt x="583745" y="50458"/>
                  </a:lnTo>
                  <a:lnTo>
                    <a:pt x="656713" y="56653"/>
                  </a:lnTo>
                  <a:lnTo>
                    <a:pt x="729682" y="62818"/>
                  </a:lnTo>
                  <a:lnTo>
                    <a:pt x="802650" y="68952"/>
                  </a:lnTo>
                  <a:lnTo>
                    <a:pt x="875618" y="75053"/>
                  </a:lnTo>
                  <a:lnTo>
                    <a:pt x="948586" y="81118"/>
                  </a:lnTo>
                  <a:lnTo>
                    <a:pt x="1021555" y="87147"/>
                  </a:lnTo>
                  <a:lnTo>
                    <a:pt x="1094523" y="93136"/>
                  </a:lnTo>
                  <a:lnTo>
                    <a:pt x="1167491" y="99084"/>
                  </a:lnTo>
                  <a:lnTo>
                    <a:pt x="1240459" y="104988"/>
                  </a:lnTo>
                  <a:lnTo>
                    <a:pt x="1313427" y="110845"/>
                  </a:lnTo>
                  <a:lnTo>
                    <a:pt x="1386396" y="116653"/>
                  </a:lnTo>
                  <a:lnTo>
                    <a:pt x="1459364" y="122409"/>
                  </a:lnTo>
                  <a:lnTo>
                    <a:pt x="1532332" y="128109"/>
                  </a:lnTo>
                  <a:lnTo>
                    <a:pt x="1605300" y="133750"/>
                  </a:lnTo>
                  <a:lnTo>
                    <a:pt x="1678268" y="139329"/>
                  </a:lnTo>
                  <a:lnTo>
                    <a:pt x="1751237" y="144842"/>
                  </a:lnTo>
                  <a:lnTo>
                    <a:pt x="1824205" y="150285"/>
                  </a:lnTo>
                  <a:lnTo>
                    <a:pt x="1897173" y="155654"/>
                  </a:lnTo>
                  <a:lnTo>
                    <a:pt x="1970141" y="160944"/>
                  </a:lnTo>
                  <a:lnTo>
                    <a:pt x="2043110" y="166151"/>
                  </a:lnTo>
                  <a:lnTo>
                    <a:pt x="2116078" y="171270"/>
                  </a:lnTo>
                  <a:lnTo>
                    <a:pt x="2189046" y="176296"/>
                  </a:lnTo>
                  <a:lnTo>
                    <a:pt x="2262014" y="181223"/>
                  </a:lnTo>
                  <a:lnTo>
                    <a:pt x="2334982" y="186047"/>
                  </a:lnTo>
                  <a:lnTo>
                    <a:pt x="2407951" y="190762"/>
                  </a:lnTo>
                  <a:lnTo>
                    <a:pt x="2480919" y="195363"/>
                  </a:lnTo>
                  <a:lnTo>
                    <a:pt x="2553887" y="199843"/>
                  </a:lnTo>
                  <a:lnTo>
                    <a:pt x="2626855" y="204198"/>
                  </a:lnTo>
                  <a:lnTo>
                    <a:pt x="2699823" y="208421"/>
                  </a:lnTo>
                  <a:lnTo>
                    <a:pt x="2772792" y="212508"/>
                  </a:lnTo>
                  <a:lnTo>
                    <a:pt x="2845760" y="216453"/>
                  </a:lnTo>
                  <a:lnTo>
                    <a:pt x="2918728" y="220250"/>
                  </a:lnTo>
                  <a:lnTo>
                    <a:pt x="2991696" y="223897"/>
                  </a:lnTo>
                  <a:lnTo>
                    <a:pt x="3064665" y="227388"/>
                  </a:lnTo>
                  <a:lnTo>
                    <a:pt x="3137633" y="230720"/>
                  </a:lnTo>
                  <a:lnTo>
                    <a:pt x="3210601" y="233889"/>
                  </a:lnTo>
                  <a:lnTo>
                    <a:pt x="3283569" y="236894"/>
                  </a:lnTo>
                  <a:lnTo>
                    <a:pt x="3356537" y="239733"/>
                  </a:lnTo>
                  <a:lnTo>
                    <a:pt x="3429506" y="242404"/>
                  </a:lnTo>
                  <a:lnTo>
                    <a:pt x="3502474" y="244908"/>
                  </a:lnTo>
                  <a:lnTo>
                    <a:pt x="3575442" y="247244"/>
                  </a:lnTo>
                  <a:lnTo>
                    <a:pt x="3648410" y="249416"/>
                  </a:lnTo>
                  <a:lnTo>
                    <a:pt x="3721379" y="251423"/>
                  </a:lnTo>
                  <a:lnTo>
                    <a:pt x="3794347" y="253270"/>
                  </a:lnTo>
                  <a:lnTo>
                    <a:pt x="3867315" y="254958"/>
                  </a:lnTo>
                  <a:lnTo>
                    <a:pt x="3940283" y="256494"/>
                  </a:lnTo>
                  <a:lnTo>
                    <a:pt x="4013251" y="257879"/>
                  </a:lnTo>
                  <a:lnTo>
                    <a:pt x="4086220" y="259120"/>
                  </a:lnTo>
                  <a:lnTo>
                    <a:pt x="4159188" y="260221"/>
                  </a:lnTo>
                  <a:lnTo>
                    <a:pt x="4232156" y="261189"/>
                  </a:lnTo>
                  <a:lnTo>
                    <a:pt x="4305124" y="262027"/>
                  </a:lnTo>
                  <a:lnTo>
                    <a:pt x="4378092" y="262742"/>
                  </a:lnTo>
                  <a:lnTo>
                    <a:pt x="4451061" y="263339"/>
                  </a:lnTo>
                  <a:lnTo>
                    <a:pt x="4524029" y="263824"/>
                  </a:lnTo>
                  <a:lnTo>
                    <a:pt x="4596997" y="264202"/>
                  </a:lnTo>
                  <a:lnTo>
                    <a:pt x="4669965" y="264480"/>
                  </a:lnTo>
                  <a:lnTo>
                    <a:pt x="4742934" y="264661"/>
                  </a:lnTo>
                  <a:lnTo>
                    <a:pt x="4815902" y="264752"/>
                  </a:lnTo>
                  <a:lnTo>
                    <a:pt x="4888870" y="264757"/>
                  </a:lnTo>
                  <a:lnTo>
                    <a:pt x="4961838" y="264680"/>
                  </a:lnTo>
                  <a:lnTo>
                    <a:pt x="5034806" y="264527"/>
                  </a:lnTo>
                  <a:lnTo>
                    <a:pt x="5107775" y="264302"/>
                  </a:lnTo>
                  <a:lnTo>
                    <a:pt x="5180743" y="264008"/>
                  </a:lnTo>
                  <a:lnTo>
                    <a:pt x="5253711" y="263650"/>
                  </a:lnTo>
                  <a:lnTo>
                    <a:pt x="5326679" y="263232"/>
                  </a:lnTo>
                  <a:lnTo>
                    <a:pt x="5399647" y="262756"/>
                  </a:lnTo>
                  <a:lnTo>
                    <a:pt x="5472616" y="262225"/>
                  </a:lnTo>
                  <a:lnTo>
                    <a:pt x="5545584" y="261644"/>
                  </a:lnTo>
                  <a:lnTo>
                    <a:pt x="5618552" y="261015"/>
                  </a:lnTo>
                  <a:lnTo>
                    <a:pt x="5691520" y="260341"/>
                  </a:lnTo>
                  <a:lnTo>
                    <a:pt x="5764489" y="25962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167921" y="5120889"/>
              <a:ext cx="5764489" cy="174270"/>
            </a:xfrm>
            <a:custGeom>
              <a:avLst/>
              <a:gdLst/>
              <a:ahLst/>
              <a:cxnLst/>
              <a:rect l="0" t="0" r="0" b="0"/>
              <a:pathLst>
                <a:path w="5764489" h="174270">
                  <a:moveTo>
                    <a:pt x="5764489" y="174270"/>
                  </a:moveTo>
                  <a:lnTo>
                    <a:pt x="5691520" y="168303"/>
                  </a:lnTo>
                  <a:lnTo>
                    <a:pt x="5618552" y="162380"/>
                  </a:lnTo>
                  <a:lnTo>
                    <a:pt x="5545584" y="156501"/>
                  </a:lnTo>
                  <a:lnTo>
                    <a:pt x="5472616" y="150671"/>
                  </a:lnTo>
                  <a:lnTo>
                    <a:pt x="5399647" y="144892"/>
                  </a:lnTo>
                  <a:lnTo>
                    <a:pt x="5326679" y="139167"/>
                  </a:lnTo>
                  <a:lnTo>
                    <a:pt x="5253711" y="133499"/>
                  </a:lnTo>
                  <a:lnTo>
                    <a:pt x="5180743" y="127892"/>
                  </a:lnTo>
                  <a:lnTo>
                    <a:pt x="5107775" y="122350"/>
                  </a:lnTo>
                  <a:lnTo>
                    <a:pt x="5034806" y="116875"/>
                  </a:lnTo>
                  <a:lnTo>
                    <a:pt x="4961838" y="111473"/>
                  </a:lnTo>
                  <a:lnTo>
                    <a:pt x="4888870" y="106148"/>
                  </a:lnTo>
                  <a:lnTo>
                    <a:pt x="4815902" y="100904"/>
                  </a:lnTo>
                  <a:lnTo>
                    <a:pt x="4742934" y="95745"/>
                  </a:lnTo>
                  <a:lnTo>
                    <a:pt x="4669965" y="90678"/>
                  </a:lnTo>
                  <a:lnTo>
                    <a:pt x="4596997" y="85706"/>
                  </a:lnTo>
                  <a:lnTo>
                    <a:pt x="4524029" y="80836"/>
                  </a:lnTo>
                  <a:lnTo>
                    <a:pt x="4451061" y="76072"/>
                  </a:lnTo>
                  <a:lnTo>
                    <a:pt x="4378092" y="71420"/>
                  </a:lnTo>
                  <a:lnTo>
                    <a:pt x="4305124" y="66886"/>
                  </a:lnTo>
                  <a:lnTo>
                    <a:pt x="4232156" y="62475"/>
                  </a:lnTo>
                  <a:lnTo>
                    <a:pt x="4159188" y="58193"/>
                  </a:lnTo>
                  <a:lnTo>
                    <a:pt x="4086220" y="54045"/>
                  </a:lnTo>
                  <a:lnTo>
                    <a:pt x="4013251" y="50037"/>
                  </a:lnTo>
                  <a:lnTo>
                    <a:pt x="3940283" y="46174"/>
                  </a:lnTo>
                  <a:lnTo>
                    <a:pt x="3867315" y="42460"/>
                  </a:lnTo>
                  <a:lnTo>
                    <a:pt x="3794347" y="38900"/>
                  </a:lnTo>
                  <a:lnTo>
                    <a:pt x="3721379" y="35497"/>
                  </a:lnTo>
                  <a:lnTo>
                    <a:pt x="3648410" y="32256"/>
                  </a:lnTo>
                  <a:lnTo>
                    <a:pt x="3575442" y="29178"/>
                  </a:lnTo>
                  <a:lnTo>
                    <a:pt x="3502474" y="26265"/>
                  </a:lnTo>
                  <a:lnTo>
                    <a:pt x="3429506" y="23520"/>
                  </a:lnTo>
                  <a:lnTo>
                    <a:pt x="3356537" y="20942"/>
                  </a:lnTo>
                  <a:lnTo>
                    <a:pt x="3283569" y="18532"/>
                  </a:lnTo>
                  <a:lnTo>
                    <a:pt x="3210601" y="16288"/>
                  </a:lnTo>
                  <a:lnTo>
                    <a:pt x="3137633" y="14208"/>
                  </a:lnTo>
                  <a:lnTo>
                    <a:pt x="3064665" y="12291"/>
                  </a:lnTo>
                  <a:lnTo>
                    <a:pt x="2991696" y="10533"/>
                  </a:lnTo>
                  <a:lnTo>
                    <a:pt x="2918728" y="8930"/>
                  </a:lnTo>
                  <a:lnTo>
                    <a:pt x="2845760" y="7479"/>
                  </a:lnTo>
                  <a:lnTo>
                    <a:pt x="2772792" y="6175"/>
                  </a:lnTo>
                  <a:lnTo>
                    <a:pt x="2699823" y="5013"/>
                  </a:lnTo>
                  <a:lnTo>
                    <a:pt x="2626855" y="3987"/>
                  </a:lnTo>
                  <a:lnTo>
                    <a:pt x="2553887" y="3093"/>
                  </a:lnTo>
                  <a:lnTo>
                    <a:pt x="2480919" y="2324"/>
                  </a:lnTo>
                  <a:lnTo>
                    <a:pt x="2407951" y="1675"/>
                  </a:lnTo>
                  <a:lnTo>
                    <a:pt x="2334982" y="1141"/>
                  </a:lnTo>
                  <a:lnTo>
                    <a:pt x="2262014" y="716"/>
                  </a:lnTo>
                  <a:lnTo>
                    <a:pt x="2189046" y="395"/>
                  </a:lnTo>
                  <a:lnTo>
                    <a:pt x="2116078" y="172"/>
                  </a:lnTo>
                  <a:lnTo>
                    <a:pt x="2043110" y="42"/>
                  </a:lnTo>
                  <a:lnTo>
                    <a:pt x="1970141" y="0"/>
                  </a:lnTo>
                  <a:lnTo>
                    <a:pt x="1897173" y="41"/>
                  </a:lnTo>
                  <a:lnTo>
                    <a:pt x="1824205" y="160"/>
                  </a:lnTo>
                  <a:lnTo>
                    <a:pt x="1751237" y="354"/>
                  </a:lnTo>
                  <a:lnTo>
                    <a:pt x="1678268" y="618"/>
                  </a:lnTo>
                  <a:lnTo>
                    <a:pt x="1605300" y="948"/>
                  </a:lnTo>
                  <a:lnTo>
                    <a:pt x="1532332" y="1340"/>
                  </a:lnTo>
                  <a:lnTo>
                    <a:pt x="1459364" y="1792"/>
                  </a:lnTo>
                  <a:lnTo>
                    <a:pt x="1386396" y="2298"/>
                  </a:lnTo>
                  <a:lnTo>
                    <a:pt x="1313427" y="2857"/>
                  </a:lnTo>
                  <a:lnTo>
                    <a:pt x="1240459" y="3465"/>
                  </a:lnTo>
                  <a:lnTo>
                    <a:pt x="1167491" y="4120"/>
                  </a:lnTo>
                  <a:lnTo>
                    <a:pt x="1094523" y="4819"/>
                  </a:lnTo>
                  <a:lnTo>
                    <a:pt x="1021555" y="5559"/>
                  </a:lnTo>
                  <a:lnTo>
                    <a:pt x="948586" y="6339"/>
                  </a:lnTo>
                  <a:lnTo>
                    <a:pt x="875618" y="7156"/>
                  </a:lnTo>
                  <a:lnTo>
                    <a:pt x="802650" y="8007"/>
                  </a:lnTo>
                  <a:lnTo>
                    <a:pt x="729682" y="8892"/>
                  </a:lnTo>
                  <a:lnTo>
                    <a:pt x="656713" y="9808"/>
                  </a:lnTo>
                  <a:lnTo>
                    <a:pt x="583745" y="10754"/>
                  </a:lnTo>
                  <a:lnTo>
                    <a:pt x="510777" y="11728"/>
                  </a:lnTo>
                  <a:lnTo>
                    <a:pt x="437809" y="12728"/>
                  </a:lnTo>
                  <a:lnTo>
                    <a:pt x="364841" y="13754"/>
                  </a:lnTo>
                  <a:lnTo>
                    <a:pt x="291872" y="14804"/>
                  </a:lnTo>
                  <a:lnTo>
                    <a:pt x="218904" y="15877"/>
                  </a:lnTo>
                  <a:lnTo>
                    <a:pt x="145936" y="16971"/>
                  </a:lnTo>
                  <a:lnTo>
                    <a:pt x="72968" y="18086"/>
                  </a:lnTo>
                  <a:lnTo>
                    <a:pt x="0" y="19221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167921" y="4910862"/>
              <a:ext cx="5764489" cy="207336"/>
            </a:xfrm>
            <a:custGeom>
              <a:avLst/>
              <a:gdLst/>
              <a:ahLst/>
              <a:cxnLst/>
              <a:rect l="0" t="0" r="0" b="0"/>
              <a:pathLst>
                <a:path w="5764489" h="207336">
                  <a:moveTo>
                    <a:pt x="0" y="0"/>
                  </a:moveTo>
                  <a:lnTo>
                    <a:pt x="72968" y="2624"/>
                  </a:lnTo>
                  <a:lnTo>
                    <a:pt x="145936" y="5249"/>
                  </a:lnTo>
                  <a:lnTo>
                    <a:pt x="218904" y="7873"/>
                  </a:lnTo>
                  <a:lnTo>
                    <a:pt x="291872" y="10498"/>
                  </a:lnTo>
                  <a:lnTo>
                    <a:pt x="364841" y="13122"/>
                  </a:lnTo>
                  <a:lnTo>
                    <a:pt x="437809" y="15747"/>
                  </a:lnTo>
                  <a:lnTo>
                    <a:pt x="510777" y="18371"/>
                  </a:lnTo>
                  <a:lnTo>
                    <a:pt x="583745" y="20996"/>
                  </a:lnTo>
                  <a:lnTo>
                    <a:pt x="656713" y="23620"/>
                  </a:lnTo>
                  <a:lnTo>
                    <a:pt x="729682" y="26245"/>
                  </a:lnTo>
                  <a:lnTo>
                    <a:pt x="802650" y="28869"/>
                  </a:lnTo>
                  <a:lnTo>
                    <a:pt x="875618" y="31494"/>
                  </a:lnTo>
                  <a:lnTo>
                    <a:pt x="948586" y="34118"/>
                  </a:lnTo>
                  <a:lnTo>
                    <a:pt x="1021555" y="36743"/>
                  </a:lnTo>
                  <a:lnTo>
                    <a:pt x="1094523" y="39367"/>
                  </a:lnTo>
                  <a:lnTo>
                    <a:pt x="1167491" y="41992"/>
                  </a:lnTo>
                  <a:lnTo>
                    <a:pt x="1240459" y="44616"/>
                  </a:lnTo>
                  <a:lnTo>
                    <a:pt x="1313427" y="47241"/>
                  </a:lnTo>
                  <a:lnTo>
                    <a:pt x="1386396" y="49865"/>
                  </a:lnTo>
                  <a:lnTo>
                    <a:pt x="1459364" y="52490"/>
                  </a:lnTo>
                  <a:lnTo>
                    <a:pt x="1532332" y="55114"/>
                  </a:lnTo>
                  <a:lnTo>
                    <a:pt x="1605300" y="57739"/>
                  </a:lnTo>
                  <a:lnTo>
                    <a:pt x="1678268" y="60363"/>
                  </a:lnTo>
                  <a:lnTo>
                    <a:pt x="1751237" y="62988"/>
                  </a:lnTo>
                  <a:lnTo>
                    <a:pt x="1824205" y="65612"/>
                  </a:lnTo>
                  <a:lnTo>
                    <a:pt x="1897173" y="68237"/>
                  </a:lnTo>
                  <a:lnTo>
                    <a:pt x="1970141" y="70861"/>
                  </a:lnTo>
                  <a:lnTo>
                    <a:pt x="2043110" y="73486"/>
                  </a:lnTo>
                  <a:lnTo>
                    <a:pt x="2116078" y="76110"/>
                  </a:lnTo>
                  <a:lnTo>
                    <a:pt x="2189046" y="78735"/>
                  </a:lnTo>
                  <a:lnTo>
                    <a:pt x="2262014" y="81359"/>
                  </a:lnTo>
                  <a:lnTo>
                    <a:pt x="2334982" y="83984"/>
                  </a:lnTo>
                  <a:lnTo>
                    <a:pt x="2407951" y="86608"/>
                  </a:lnTo>
                  <a:lnTo>
                    <a:pt x="2480919" y="89233"/>
                  </a:lnTo>
                  <a:lnTo>
                    <a:pt x="2553887" y="91857"/>
                  </a:lnTo>
                  <a:lnTo>
                    <a:pt x="2626855" y="94482"/>
                  </a:lnTo>
                  <a:lnTo>
                    <a:pt x="2699823" y="97106"/>
                  </a:lnTo>
                  <a:lnTo>
                    <a:pt x="2772792" y="99731"/>
                  </a:lnTo>
                  <a:lnTo>
                    <a:pt x="2845760" y="102355"/>
                  </a:lnTo>
                  <a:lnTo>
                    <a:pt x="2918728" y="104980"/>
                  </a:lnTo>
                  <a:lnTo>
                    <a:pt x="2991696" y="107604"/>
                  </a:lnTo>
                  <a:lnTo>
                    <a:pt x="3064665" y="110229"/>
                  </a:lnTo>
                  <a:lnTo>
                    <a:pt x="3137633" y="112853"/>
                  </a:lnTo>
                  <a:lnTo>
                    <a:pt x="3210601" y="115478"/>
                  </a:lnTo>
                  <a:lnTo>
                    <a:pt x="3283569" y="118103"/>
                  </a:lnTo>
                  <a:lnTo>
                    <a:pt x="3356537" y="120727"/>
                  </a:lnTo>
                  <a:lnTo>
                    <a:pt x="3429506" y="123352"/>
                  </a:lnTo>
                  <a:lnTo>
                    <a:pt x="3502474" y="125976"/>
                  </a:lnTo>
                  <a:lnTo>
                    <a:pt x="3575442" y="128601"/>
                  </a:lnTo>
                  <a:lnTo>
                    <a:pt x="3648410" y="131225"/>
                  </a:lnTo>
                  <a:lnTo>
                    <a:pt x="3721379" y="133850"/>
                  </a:lnTo>
                  <a:lnTo>
                    <a:pt x="3794347" y="136474"/>
                  </a:lnTo>
                  <a:lnTo>
                    <a:pt x="3867315" y="139099"/>
                  </a:lnTo>
                  <a:lnTo>
                    <a:pt x="3940283" y="141723"/>
                  </a:lnTo>
                  <a:lnTo>
                    <a:pt x="4013251" y="144348"/>
                  </a:lnTo>
                  <a:lnTo>
                    <a:pt x="4086220" y="146972"/>
                  </a:lnTo>
                  <a:lnTo>
                    <a:pt x="4159188" y="149597"/>
                  </a:lnTo>
                  <a:lnTo>
                    <a:pt x="4232156" y="152221"/>
                  </a:lnTo>
                  <a:lnTo>
                    <a:pt x="4305124" y="154846"/>
                  </a:lnTo>
                  <a:lnTo>
                    <a:pt x="4378092" y="157470"/>
                  </a:lnTo>
                  <a:lnTo>
                    <a:pt x="4451061" y="160095"/>
                  </a:lnTo>
                  <a:lnTo>
                    <a:pt x="4524029" y="162719"/>
                  </a:lnTo>
                  <a:lnTo>
                    <a:pt x="4596997" y="165344"/>
                  </a:lnTo>
                  <a:lnTo>
                    <a:pt x="4669965" y="167968"/>
                  </a:lnTo>
                  <a:lnTo>
                    <a:pt x="4742934" y="170593"/>
                  </a:lnTo>
                  <a:lnTo>
                    <a:pt x="4815902" y="173217"/>
                  </a:lnTo>
                  <a:lnTo>
                    <a:pt x="4888870" y="175842"/>
                  </a:lnTo>
                  <a:lnTo>
                    <a:pt x="4961838" y="178466"/>
                  </a:lnTo>
                  <a:lnTo>
                    <a:pt x="5034806" y="181091"/>
                  </a:lnTo>
                  <a:lnTo>
                    <a:pt x="5107775" y="183715"/>
                  </a:lnTo>
                  <a:lnTo>
                    <a:pt x="5180743" y="186340"/>
                  </a:lnTo>
                  <a:lnTo>
                    <a:pt x="5253711" y="188964"/>
                  </a:lnTo>
                  <a:lnTo>
                    <a:pt x="5326679" y="191589"/>
                  </a:lnTo>
                  <a:lnTo>
                    <a:pt x="5399647" y="194213"/>
                  </a:lnTo>
                  <a:lnTo>
                    <a:pt x="5472616" y="196838"/>
                  </a:lnTo>
                  <a:lnTo>
                    <a:pt x="5545584" y="199462"/>
                  </a:lnTo>
                  <a:lnTo>
                    <a:pt x="5618552" y="202087"/>
                  </a:lnTo>
                  <a:lnTo>
                    <a:pt x="5691520" y="204711"/>
                  </a:lnTo>
                  <a:lnTo>
                    <a:pt x="5764489" y="207336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3951097" y="44402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3951097" y="45830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3951097" y="45062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109219" y="480068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109219" y="44688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109219" y="44945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6868536" y="45775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6868536" y="46240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6868536" y="45348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6873708" y="49041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6873708" y="484529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6873708" y="481496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4910568" y="412186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4910568" y="43557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4910568" y="42574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2438007" y="459905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2438007" y="470790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2438007" y="45437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5103387" y="51672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5103387" y="51379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5103387" y="52292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4926303" y="485800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t56"/>
            <p:cNvSpPr/>
            <p:nvPr/>
          </p:nvSpPr>
          <p:spPr>
            <a:xfrm>
              <a:off x="4926303" y="46204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t57"/>
            <p:cNvSpPr/>
            <p:nvPr/>
          </p:nvSpPr>
          <p:spPr>
            <a:xfrm>
              <a:off x="4926303" y="476856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1167921" y="4377281"/>
              <a:ext cx="5764489" cy="605186"/>
            </a:xfrm>
            <a:custGeom>
              <a:avLst/>
              <a:gdLst/>
              <a:ahLst/>
              <a:cxnLst/>
              <a:rect l="0" t="0" r="0" b="0"/>
              <a:pathLst>
                <a:path w="5764489" h="605186">
                  <a:moveTo>
                    <a:pt x="0" y="0"/>
                  </a:moveTo>
                  <a:lnTo>
                    <a:pt x="72968" y="6206"/>
                  </a:lnTo>
                  <a:lnTo>
                    <a:pt x="145936" y="12391"/>
                  </a:lnTo>
                  <a:lnTo>
                    <a:pt x="218904" y="18555"/>
                  </a:lnTo>
                  <a:lnTo>
                    <a:pt x="291872" y="24697"/>
                  </a:lnTo>
                  <a:lnTo>
                    <a:pt x="364841" y="30814"/>
                  </a:lnTo>
                  <a:lnTo>
                    <a:pt x="437809" y="36906"/>
                  </a:lnTo>
                  <a:lnTo>
                    <a:pt x="510777" y="42972"/>
                  </a:lnTo>
                  <a:lnTo>
                    <a:pt x="583745" y="49009"/>
                  </a:lnTo>
                  <a:lnTo>
                    <a:pt x="656713" y="55017"/>
                  </a:lnTo>
                  <a:lnTo>
                    <a:pt x="729682" y="60994"/>
                  </a:lnTo>
                  <a:lnTo>
                    <a:pt x="802650" y="66937"/>
                  </a:lnTo>
                  <a:lnTo>
                    <a:pt x="875618" y="72846"/>
                  </a:lnTo>
                  <a:lnTo>
                    <a:pt x="948586" y="78718"/>
                  </a:lnTo>
                  <a:lnTo>
                    <a:pt x="1021555" y="84551"/>
                  </a:lnTo>
                  <a:lnTo>
                    <a:pt x="1094523" y="90343"/>
                  </a:lnTo>
                  <a:lnTo>
                    <a:pt x="1167491" y="96091"/>
                  </a:lnTo>
                  <a:lnTo>
                    <a:pt x="1240459" y="101793"/>
                  </a:lnTo>
                  <a:lnTo>
                    <a:pt x="1313427" y="107446"/>
                  </a:lnTo>
                  <a:lnTo>
                    <a:pt x="1386396" y="113047"/>
                  </a:lnTo>
                  <a:lnTo>
                    <a:pt x="1459364" y="118593"/>
                  </a:lnTo>
                  <a:lnTo>
                    <a:pt x="1532332" y="124081"/>
                  </a:lnTo>
                  <a:lnTo>
                    <a:pt x="1605300" y="129506"/>
                  </a:lnTo>
                  <a:lnTo>
                    <a:pt x="1678268" y="134867"/>
                  </a:lnTo>
                  <a:lnTo>
                    <a:pt x="1751237" y="140157"/>
                  </a:lnTo>
                  <a:lnTo>
                    <a:pt x="1824205" y="145375"/>
                  </a:lnTo>
                  <a:lnTo>
                    <a:pt x="1897173" y="150514"/>
                  </a:lnTo>
                  <a:lnTo>
                    <a:pt x="1970141" y="155570"/>
                  </a:lnTo>
                  <a:lnTo>
                    <a:pt x="2043110" y="160539"/>
                  </a:lnTo>
                  <a:lnTo>
                    <a:pt x="2116078" y="165415"/>
                  </a:lnTo>
                  <a:lnTo>
                    <a:pt x="2189046" y="170194"/>
                  </a:lnTo>
                  <a:lnTo>
                    <a:pt x="2262014" y="174869"/>
                  </a:lnTo>
                  <a:lnTo>
                    <a:pt x="2334982" y="179435"/>
                  </a:lnTo>
                  <a:lnTo>
                    <a:pt x="2407951" y="183887"/>
                  </a:lnTo>
                  <a:lnTo>
                    <a:pt x="2480919" y="188218"/>
                  </a:lnTo>
                  <a:lnTo>
                    <a:pt x="2553887" y="192423"/>
                  </a:lnTo>
                  <a:lnTo>
                    <a:pt x="2626855" y="196496"/>
                  </a:lnTo>
                  <a:lnTo>
                    <a:pt x="2699823" y="200430"/>
                  </a:lnTo>
                  <a:lnTo>
                    <a:pt x="2772792" y="204221"/>
                  </a:lnTo>
                  <a:lnTo>
                    <a:pt x="2845760" y="207862"/>
                  </a:lnTo>
                  <a:lnTo>
                    <a:pt x="2918728" y="211350"/>
                  </a:lnTo>
                  <a:lnTo>
                    <a:pt x="2991696" y="214678"/>
                  </a:lnTo>
                  <a:lnTo>
                    <a:pt x="3064665" y="217842"/>
                  </a:lnTo>
                  <a:lnTo>
                    <a:pt x="3137633" y="220839"/>
                  </a:lnTo>
                  <a:lnTo>
                    <a:pt x="3210601" y="223665"/>
                  </a:lnTo>
                  <a:lnTo>
                    <a:pt x="3283569" y="226318"/>
                  </a:lnTo>
                  <a:lnTo>
                    <a:pt x="3356537" y="228797"/>
                  </a:lnTo>
                  <a:lnTo>
                    <a:pt x="3429506" y="231099"/>
                  </a:lnTo>
                  <a:lnTo>
                    <a:pt x="3502474" y="233225"/>
                  </a:lnTo>
                  <a:lnTo>
                    <a:pt x="3575442" y="235176"/>
                  </a:lnTo>
                  <a:lnTo>
                    <a:pt x="3648410" y="236952"/>
                  </a:lnTo>
                  <a:lnTo>
                    <a:pt x="3721379" y="238556"/>
                  </a:lnTo>
                  <a:lnTo>
                    <a:pt x="3794347" y="239991"/>
                  </a:lnTo>
                  <a:lnTo>
                    <a:pt x="3867315" y="241260"/>
                  </a:lnTo>
                  <a:lnTo>
                    <a:pt x="3940283" y="242368"/>
                  </a:lnTo>
                  <a:lnTo>
                    <a:pt x="4013251" y="243318"/>
                  </a:lnTo>
                  <a:lnTo>
                    <a:pt x="4086220" y="244116"/>
                  </a:lnTo>
                  <a:lnTo>
                    <a:pt x="4159188" y="244768"/>
                  </a:lnTo>
                  <a:lnTo>
                    <a:pt x="4232156" y="245278"/>
                  </a:lnTo>
                  <a:lnTo>
                    <a:pt x="4305124" y="245652"/>
                  </a:lnTo>
                  <a:lnTo>
                    <a:pt x="4378092" y="245897"/>
                  </a:lnTo>
                  <a:lnTo>
                    <a:pt x="4451061" y="246018"/>
                  </a:lnTo>
                  <a:lnTo>
                    <a:pt x="4524029" y="246022"/>
                  </a:lnTo>
                  <a:lnTo>
                    <a:pt x="4596997" y="245913"/>
                  </a:lnTo>
                  <a:lnTo>
                    <a:pt x="4669965" y="245698"/>
                  </a:lnTo>
                  <a:lnTo>
                    <a:pt x="4742934" y="245381"/>
                  </a:lnTo>
                  <a:lnTo>
                    <a:pt x="4815902" y="244970"/>
                  </a:lnTo>
                  <a:lnTo>
                    <a:pt x="4888870" y="244468"/>
                  </a:lnTo>
                  <a:lnTo>
                    <a:pt x="4961838" y="243881"/>
                  </a:lnTo>
                  <a:lnTo>
                    <a:pt x="5034806" y="243213"/>
                  </a:lnTo>
                  <a:lnTo>
                    <a:pt x="5107775" y="242469"/>
                  </a:lnTo>
                  <a:lnTo>
                    <a:pt x="5180743" y="241653"/>
                  </a:lnTo>
                  <a:lnTo>
                    <a:pt x="5253711" y="240770"/>
                  </a:lnTo>
                  <a:lnTo>
                    <a:pt x="5326679" y="239823"/>
                  </a:lnTo>
                  <a:lnTo>
                    <a:pt x="5399647" y="238815"/>
                  </a:lnTo>
                  <a:lnTo>
                    <a:pt x="5472616" y="237751"/>
                  </a:lnTo>
                  <a:lnTo>
                    <a:pt x="5545584" y="236633"/>
                  </a:lnTo>
                  <a:lnTo>
                    <a:pt x="5618552" y="235464"/>
                  </a:lnTo>
                  <a:lnTo>
                    <a:pt x="5691520" y="234248"/>
                  </a:lnTo>
                  <a:lnTo>
                    <a:pt x="5764489" y="232986"/>
                  </a:lnTo>
                  <a:lnTo>
                    <a:pt x="5764489" y="605186"/>
                  </a:lnTo>
                  <a:lnTo>
                    <a:pt x="5691520" y="599419"/>
                  </a:lnTo>
                  <a:lnTo>
                    <a:pt x="5618552" y="593696"/>
                  </a:lnTo>
                  <a:lnTo>
                    <a:pt x="5545584" y="588021"/>
                  </a:lnTo>
                  <a:lnTo>
                    <a:pt x="5472616" y="582397"/>
                  </a:lnTo>
                  <a:lnTo>
                    <a:pt x="5399647" y="576826"/>
                  </a:lnTo>
                  <a:lnTo>
                    <a:pt x="5326679" y="571312"/>
                  </a:lnTo>
                  <a:lnTo>
                    <a:pt x="5253711" y="565858"/>
                  </a:lnTo>
                  <a:lnTo>
                    <a:pt x="5180743" y="560469"/>
                  </a:lnTo>
                  <a:lnTo>
                    <a:pt x="5107775" y="555147"/>
                  </a:lnTo>
                  <a:lnTo>
                    <a:pt x="5034806" y="549897"/>
                  </a:lnTo>
                  <a:lnTo>
                    <a:pt x="4961838" y="544722"/>
                  </a:lnTo>
                  <a:lnTo>
                    <a:pt x="4888870" y="539629"/>
                  </a:lnTo>
                  <a:lnTo>
                    <a:pt x="4815902" y="534621"/>
                  </a:lnTo>
                  <a:lnTo>
                    <a:pt x="4742934" y="529703"/>
                  </a:lnTo>
                  <a:lnTo>
                    <a:pt x="4669965" y="524881"/>
                  </a:lnTo>
                  <a:lnTo>
                    <a:pt x="4596997" y="520159"/>
                  </a:lnTo>
                  <a:lnTo>
                    <a:pt x="4524029" y="515544"/>
                  </a:lnTo>
                  <a:lnTo>
                    <a:pt x="4451061" y="511041"/>
                  </a:lnTo>
                  <a:lnTo>
                    <a:pt x="4378092" y="506656"/>
                  </a:lnTo>
                  <a:lnTo>
                    <a:pt x="4305124" y="502394"/>
                  </a:lnTo>
                  <a:lnTo>
                    <a:pt x="4232156" y="498262"/>
                  </a:lnTo>
                  <a:lnTo>
                    <a:pt x="4159188" y="494266"/>
                  </a:lnTo>
                  <a:lnTo>
                    <a:pt x="4086220" y="490411"/>
                  </a:lnTo>
                  <a:lnTo>
                    <a:pt x="4013251" y="486703"/>
                  </a:lnTo>
                  <a:lnTo>
                    <a:pt x="3940283" y="483147"/>
                  </a:lnTo>
                  <a:lnTo>
                    <a:pt x="3867315" y="479748"/>
                  </a:lnTo>
                  <a:lnTo>
                    <a:pt x="3794347" y="476511"/>
                  </a:lnTo>
                  <a:lnTo>
                    <a:pt x="3721379" y="473440"/>
                  </a:lnTo>
                  <a:lnTo>
                    <a:pt x="3648410" y="470538"/>
                  </a:lnTo>
                  <a:lnTo>
                    <a:pt x="3575442" y="467808"/>
                  </a:lnTo>
                  <a:lnTo>
                    <a:pt x="3502474" y="465252"/>
                  </a:lnTo>
                  <a:lnTo>
                    <a:pt x="3429506" y="462872"/>
                  </a:lnTo>
                  <a:lnTo>
                    <a:pt x="3356537" y="460668"/>
                  </a:lnTo>
                  <a:lnTo>
                    <a:pt x="3283569" y="458640"/>
                  </a:lnTo>
                  <a:lnTo>
                    <a:pt x="3210601" y="456787"/>
                  </a:lnTo>
                  <a:lnTo>
                    <a:pt x="3137633" y="455107"/>
                  </a:lnTo>
                  <a:lnTo>
                    <a:pt x="3064665" y="453597"/>
                  </a:lnTo>
                  <a:lnTo>
                    <a:pt x="2991696" y="452255"/>
                  </a:lnTo>
                  <a:lnTo>
                    <a:pt x="2918728" y="451077"/>
                  </a:lnTo>
                  <a:lnTo>
                    <a:pt x="2845760" y="450058"/>
                  </a:lnTo>
                  <a:lnTo>
                    <a:pt x="2772792" y="449193"/>
                  </a:lnTo>
                  <a:lnTo>
                    <a:pt x="2699823" y="448478"/>
                  </a:lnTo>
                  <a:lnTo>
                    <a:pt x="2626855" y="447906"/>
                  </a:lnTo>
                  <a:lnTo>
                    <a:pt x="2553887" y="447472"/>
                  </a:lnTo>
                  <a:lnTo>
                    <a:pt x="2480919" y="447171"/>
                  </a:lnTo>
                  <a:lnTo>
                    <a:pt x="2407951" y="446995"/>
                  </a:lnTo>
                  <a:lnTo>
                    <a:pt x="2334982" y="446941"/>
                  </a:lnTo>
                  <a:lnTo>
                    <a:pt x="2262014" y="447001"/>
                  </a:lnTo>
                  <a:lnTo>
                    <a:pt x="2189046" y="447170"/>
                  </a:lnTo>
                  <a:lnTo>
                    <a:pt x="2116078" y="447442"/>
                  </a:lnTo>
                  <a:lnTo>
                    <a:pt x="2043110" y="447812"/>
                  </a:lnTo>
                  <a:lnTo>
                    <a:pt x="1970141" y="448274"/>
                  </a:lnTo>
                  <a:lnTo>
                    <a:pt x="1897173" y="448825"/>
                  </a:lnTo>
                  <a:lnTo>
                    <a:pt x="1824205" y="449457"/>
                  </a:lnTo>
                  <a:lnTo>
                    <a:pt x="1751237" y="450168"/>
                  </a:lnTo>
                  <a:lnTo>
                    <a:pt x="1678268" y="450953"/>
                  </a:lnTo>
                  <a:lnTo>
                    <a:pt x="1605300" y="451807"/>
                  </a:lnTo>
                  <a:lnTo>
                    <a:pt x="1532332" y="452726"/>
                  </a:lnTo>
                  <a:lnTo>
                    <a:pt x="1459364" y="453707"/>
                  </a:lnTo>
                  <a:lnTo>
                    <a:pt x="1386396" y="454747"/>
                  </a:lnTo>
                  <a:lnTo>
                    <a:pt x="1313427" y="455842"/>
                  </a:lnTo>
                  <a:lnTo>
                    <a:pt x="1240459" y="456988"/>
                  </a:lnTo>
                  <a:lnTo>
                    <a:pt x="1167491" y="458184"/>
                  </a:lnTo>
                  <a:lnTo>
                    <a:pt x="1094523" y="459426"/>
                  </a:lnTo>
                  <a:lnTo>
                    <a:pt x="1021555" y="460711"/>
                  </a:lnTo>
                  <a:lnTo>
                    <a:pt x="948586" y="462038"/>
                  </a:lnTo>
                  <a:lnTo>
                    <a:pt x="875618" y="463404"/>
                  </a:lnTo>
                  <a:lnTo>
                    <a:pt x="802650" y="464806"/>
                  </a:lnTo>
                  <a:lnTo>
                    <a:pt x="729682" y="466244"/>
                  </a:lnTo>
                  <a:lnTo>
                    <a:pt x="656713" y="467714"/>
                  </a:lnTo>
                  <a:lnTo>
                    <a:pt x="583745" y="469215"/>
                  </a:lnTo>
                  <a:lnTo>
                    <a:pt x="510777" y="470747"/>
                  </a:lnTo>
                  <a:lnTo>
                    <a:pt x="437809" y="472306"/>
                  </a:lnTo>
                  <a:lnTo>
                    <a:pt x="364841" y="473892"/>
                  </a:lnTo>
                  <a:lnTo>
                    <a:pt x="291872" y="475503"/>
                  </a:lnTo>
                  <a:lnTo>
                    <a:pt x="218904" y="477138"/>
                  </a:lnTo>
                  <a:lnTo>
                    <a:pt x="145936" y="478795"/>
                  </a:lnTo>
                  <a:lnTo>
                    <a:pt x="72968" y="480475"/>
                  </a:lnTo>
                  <a:lnTo>
                    <a:pt x="0" y="482175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167921" y="4377281"/>
              <a:ext cx="5764489" cy="246022"/>
            </a:xfrm>
            <a:custGeom>
              <a:avLst/>
              <a:gdLst/>
              <a:ahLst/>
              <a:cxnLst/>
              <a:rect l="0" t="0" r="0" b="0"/>
              <a:pathLst>
                <a:path w="5764489" h="246022">
                  <a:moveTo>
                    <a:pt x="0" y="0"/>
                  </a:moveTo>
                  <a:lnTo>
                    <a:pt x="72968" y="6206"/>
                  </a:lnTo>
                  <a:lnTo>
                    <a:pt x="145936" y="12391"/>
                  </a:lnTo>
                  <a:lnTo>
                    <a:pt x="218904" y="18555"/>
                  </a:lnTo>
                  <a:lnTo>
                    <a:pt x="291872" y="24697"/>
                  </a:lnTo>
                  <a:lnTo>
                    <a:pt x="364841" y="30814"/>
                  </a:lnTo>
                  <a:lnTo>
                    <a:pt x="437809" y="36906"/>
                  </a:lnTo>
                  <a:lnTo>
                    <a:pt x="510777" y="42972"/>
                  </a:lnTo>
                  <a:lnTo>
                    <a:pt x="583745" y="49009"/>
                  </a:lnTo>
                  <a:lnTo>
                    <a:pt x="656713" y="55017"/>
                  </a:lnTo>
                  <a:lnTo>
                    <a:pt x="729682" y="60994"/>
                  </a:lnTo>
                  <a:lnTo>
                    <a:pt x="802650" y="66937"/>
                  </a:lnTo>
                  <a:lnTo>
                    <a:pt x="875618" y="72846"/>
                  </a:lnTo>
                  <a:lnTo>
                    <a:pt x="948586" y="78718"/>
                  </a:lnTo>
                  <a:lnTo>
                    <a:pt x="1021555" y="84551"/>
                  </a:lnTo>
                  <a:lnTo>
                    <a:pt x="1094523" y="90343"/>
                  </a:lnTo>
                  <a:lnTo>
                    <a:pt x="1167491" y="96091"/>
                  </a:lnTo>
                  <a:lnTo>
                    <a:pt x="1240459" y="101793"/>
                  </a:lnTo>
                  <a:lnTo>
                    <a:pt x="1313427" y="107446"/>
                  </a:lnTo>
                  <a:lnTo>
                    <a:pt x="1386396" y="113047"/>
                  </a:lnTo>
                  <a:lnTo>
                    <a:pt x="1459364" y="118593"/>
                  </a:lnTo>
                  <a:lnTo>
                    <a:pt x="1532332" y="124081"/>
                  </a:lnTo>
                  <a:lnTo>
                    <a:pt x="1605300" y="129506"/>
                  </a:lnTo>
                  <a:lnTo>
                    <a:pt x="1678268" y="134867"/>
                  </a:lnTo>
                  <a:lnTo>
                    <a:pt x="1751237" y="140157"/>
                  </a:lnTo>
                  <a:lnTo>
                    <a:pt x="1824205" y="145375"/>
                  </a:lnTo>
                  <a:lnTo>
                    <a:pt x="1897173" y="150514"/>
                  </a:lnTo>
                  <a:lnTo>
                    <a:pt x="1970141" y="155570"/>
                  </a:lnTo>
                  <a:lnTo>
                    <a:pt x="2043110" y="160539"/>
                  </a:lnTo>
                  <a:lnTo>
                    <a:pt x="2116078" y="165415"/>
                  </a:lnTo>
                  <a:lnTo>
                    <a:pt x="2189046" y="170194"/>
                  </a:lnTo>
                  <a:lnTo>
                    <a:pt x="2262014" y="174869"/>
                  </a:lnTo>
                  <a:lnTo>
                    <a:pt x="2334982" y="179435"/>
                  </a:lnTo>
                  <a:lnTo>
                    <a:pt x="2407951" y="183887"/>
                  </a:lnTo>
                  <a:lnTo>
                    <a:pt x="2480919" y="188218"/>
                  </a:lnTo>
                  <a:lnTo>
                    <a:pt x="2553887" y="192423"/>
                  </a:lnTo>
                  <a:lnTo>
                    <a:pt x="2626855" y="196496"/>
                  </a:lnTo>
                  <a:lnTo>
                    <a:pt x="2699823" y="200430"/>
                  </a:lnTo>
                  <a:lnTo>
                    <a:pt x="2772792" y="204221"/>
                  </a:lnTo>
                  <a:lnTo>
                    <a:pt x="2845760" y="207862"/>
                  </a:lnTo>
                  <a:lnTo>
                    <a:pt x="2918728" y="211350"/>
                  </a:lnTo>
                  <a:lnTo>
                    <a:pt x="2991696" y="214678"/>
                  </a:lnTo>
                  <a:lnTo>
                    <a:pt x="3064665" y="217842"/>
                  </a:lnTo>
                  <a:lnTo>
                    <a:pt x="3137633" y="220839"/>
                  </a:lnTo>
                  <a:lnTo>
                    <a:pt x="3210601" y="223665"/>
                  </a:lnTo>
                  <a:lnTo>
                    <a:pt x="3283569" y="226318"/>
                  </a:lnTo>
                  <a:lnTo>
                    <a:pt x="3356537" y="228797"/>
                  </a:lnTo>
                  <a:lnTo>
                    <a:pt x="3429506" y="231099"/>
                  </a:lnTo>
                  <a:lnTo>
                    <a:pt x="3502474" y="233225"/>
                  </a:lnTo>
                  <a:lnTo>
                    <a:pt x="3575442" y="235176"/>
                  </a:lnTo>
                  <a:lnTo>
                    <a:pt x="3648410" y="236952"/>
                  </a:lnTo>
                  <a:lnTo>
                    <a:pt x="3721379" y="238556"/>
                  </a:lnTo>
                  <a:lnTo>
                    <a:pt x="3794347" y="239991"/>
                  </a:lnTo>
                  <a:lnTo>
                    <a:pt x="3867315" y="241260"/>
                  </a:lnTo>
                  <a:lnTo>
                    <a:pt x="3940283" y="242368"/>
                  </a:lnTo>
                  <a:lnTo>
                    <a:pt x="4013251" y="243318"/>
                  </a:lnTo>
                  <a:lnTo>
                    <a:pt x="4086220" y="244116"/>
                  </a:lnTo>
                  <a:lnTo>
                    <a:pt x="4159188" y="244768"/>
                  </a:lnTo>
                  <a:lnTo>
                    <a:pt x="4232156" y="245278"/>
                  </a:lnTo>
                  <a:lnTo>
                    <a:pt x="4305124" y="245652"/>
                  </a:lnTo>
                  <a:lnTo>
                    <a:pt x="4378092" y="245897"/>
                  </a:lnTo>
                  <a:lnTo>
                    <a:pt x="4451061" y="246018"/>
                  </a:lnTo>
                  <a:lnTo>
                    <a:pt x="4524029" y="246022"/>
                  </a:lnTo>
                  <a:lnTo>
                    <a:pt x="4596997" y="245913"/>
                  </a:lnTo>
                  <a:lnTo>
                    <a:pt x="4669965" y="245698"/>
                  </a:lnTo>
                  <a:lnTo>
                    <a:pt x="4742934" y="245381"/>
                  </a:lnTo>
                  <a:lnTo>
                    <a:pt x="4815902" y="244970"/>
                  </a:lnTo>
                  <a:lnTo>
                    <a:pt x="4888870" y="244468"/>
                  </a:lnTo>
                  <a:lnTo>
                    <a:pt x="4961838" y="243881"/>
                  </a:lnTo>
                  <a:lnTo>
                    <a:pt x="5034806" y="243213"/>
                  </a:lnTo>
                  <a:lnTo>
                    <a:pt x="5107775" y="242469"/>
                  </a:lnTo>
                  <a:lnTo>
                    <a:pt x="5180743" y="241653"/>
                  </a:lnTo>
                  <a:lnTo>
                    <a:pt x="5253711" y="240770"/>
                  </a:lnTo>
                  <a:lnTo>
                    <a:pt x="5326679" y="239823"/>
                  </a:lnTo>
                  <a:lnTo>
                    <a:pt x="5399647" y="238815"/>
                  </a:lnTo>
                  <a:lnTo>
                    <a:pt x="5472616" y="237751"/>
                  </a:lnTo>
                  <a:lnTo>
                    <a:pt x="5545584" y="236633"/>
                  </a:lnTo>
                  <a:lnTo>
                    <a:pt x="5618552" y="235464"/>
                  </a:lnTo>
                  <a:lnTo>
                    <a:pt x="5691520" y="234248"/>
                  </a:lnTo>
                  <a:lnTo>
                    <a:pt x="5764489" y="23298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1167921" y="4824222"/>
              <a:ext cx="5764489" cy="158245"/>
            </a:xfrm>
            <a:custGeom>
              <a:avLst/>
              <a:gdLst/>
              <a:ahLst/>
              <a:cxnLst/>
              <a:rect l="0" t="0" r="0" b="0"/>
              <a:pathLst>
                <a:path w="5764489" h="158245">
                  <a:moveTo>
                    <a:pt x="5764489" y="158245"/>
                  </a:moveTo>
                  <a:lnTo>
                    <a:pt x="5691520" y="152477"/>
                  </a:lnTo>
                  <a:lnTo>
                    <a:pt x="5618552" y="146755"/>
                  </a:lnTo>
                  <a:lnTo>
                    <a:pt x="5545584" y="141080"/>
                  </a:lnTo>
                  <a:lnTo>
                    <a:pt x="5472616" y="135455"/>
                  </a:lnTo>
                  <a:lnTo>
                    <a:pt x="5399647" y="129885"/>
                  </a:lnTo>
                  <a:lnTo>
                    <a:pt x="5326679" y="124371"/>
                  </a:lnTo>
                  <a:lnTo>
                    <a:pt x="5253711" y="118917"/>
                  </a:lnTo>
                  <a:lnTo>
                    <a:pt x="5180743" y="113527"/>
                  </a:lnTo>
                  <a:lnTo>
                    <a:pt x="5107775" y="108205"/>
                  </a:lnTo>
                  <a:lnTo>
                    <a:pt x="5034806" y="102955"/>
                  </a:lnTo>
                  <a:lnTo>
                    <a:pt x="4961838" y="97781"/>
                  </a:lnTo>
                  <a:lnTo>
                    <a:pt x="4888870" y="92688"/>
                  </a:lnTo>
                  <a:lnTo>
                    <a:pt x="4815902" y="87679"/>
                  </a:lnTo>
                  <a:lnTo>
                    <a:pt x="4742934" y="82762"/>
                  </a:lnTo>
                  <a:lnTo>
                    <a:pt x="4669965" y="77939"/>
                  </a:lnTo>
                  <a:lnTo>
                    <a:pt x="4596997" y="73218"/>
                  </a:lnTo>
                  <a:lnTo>
                    <a:pt x="4524029" y="68603"/>
                  </a:lnTo>
                  <a:lnTo>
                    <a:pt x="4451061" y="64099"/>
                  </a:lnTo>
                  <a:lnTo>
                    <a:pt x="4378092" y="59714"/>
                  </a:lnTo>
                  <a:lnTo>
                    <a:pt x="4305124" y="55453"/>
                  </a:lnTo>
                  <a:lnTo>
                    <a:pt x="4232156" y="51321"/>
                  </a:lnTo>
                  <a:lnTo>
                    <a:pt x="4159188" y="47325"/>
                  </a:lnTo>
                  <a:lnTo>
                    <a:pt x="4086220" y="43470"/>
                  </a:lnTo>
                  <a:lnTo>
                    <a:pt x="4013251" y="39762"/>
                  </a:lnTo>
                  <a:lnTo>
                    <a:pt x="3940283" y="36206"/>
                  </a:lnTo>
                  <a:lnTo>
                    <a:pt x="3867315" y="32807"/>
                  </a:lnTo>
                  <a:lnTo>
                    <a:pt x="3794347" y="29570"/>
                  </a:lnTo>
                  <a:lnTo>
                    <a:pt x="3721379" y="26498"/>
                  </a:lnTo>
                  <a:lnTo>
                    <a:pt x="3648410" y="23596"/>
                  </a:lnTo>
                  <a:lnTo>
                    <a:pt x="3575442" y="20866"/>
                  </a:lnTo>
                  <a:lnTo>
                    <a:pt x="3502474" y="18311"/>
                  </a:lnTo>
                  <a:lnTo>
                    <a:pt x="3429506" y="15931"/>
                  </a:lnTo>
                  <a:lnTo>
                    <a:pt x="3356537" y="13727"/>
                  </a:lnTo>
                  <a:lnTo>
                    <a:pt x="3283569" y="11699"/>
                  </a:lnTo>
                  <a:lnTo>
                    <a:pt x="3210601" y="9845"/>
                  </a:lnTo>
                  <a:lnTo>
                    <a:pt x="3137633" y="8165"/>
                  </a:lnTo>
                  <a:lnTo>
                    <a:pt x="3064665" y="6656"/>
                  </a:lnTo>
                  <a:lnTo>
                    <a:pt x="2991696" y="5314"/>
                  </a:lnTo>
                  <a:lnTo>
                    <a:pt x="2918728" y="4136"/>
                  </a:lnTo>
                  <a:lnTo>
                    <a:pt x="2845760" y="3116"/>
                  </a:lnTo>
                  <a:lnTo>
                    <a:pt x="2772792" y="2252"/>
                  </a:lnTo>
                  <a:lnTo>
                    <a:pt x="2699823" y="1536"/>
                  </a:lnTo>
                  <a:lnTo>
                    <a:pt x="2626855" y="964"/>
                  </a:lnTo>
                  <a:lnTo>
                    <a:pt x="2553887" y="531"/>
                  </a:lnTo>
                  <a:lnTo>
                    <a:pt x="2480919" y="229"/>
                  </a:lnTo>
                  <a:lnTo>
                    <a:pt x="2407951" y="54"/>
                  </a:lnTo>
                  <a:lnTo>
                    <a:pt x="2334982" y="0"/>
                  </a:lnTo>
                  <a:lnTo>
                    <a:pt x="2262014" y="60"/>
                  </a:lnTo>
                  <a:lnTo>
                    <a:pt x="2189046" y="228"/>
                  </a:lnTo>
                  <a:lnTo>
                    <a:pt x="2116078" y="501"/>
                  </a:lnTo>
                  <a:lnTo>
                    <a:pt x="2043110" y="871"/>
                  </a:lnTo>
                  <a:lnTo>
                    <a:pt x="1970141" y="1333"/>
                  </a:lnTo>
                  <a:lnTo>
                    <a:pt x="1897173" y="1883"/>
                  </a:lnTo>
                  <a:lnTo>
                    <a:pt x="1824205" y="2516"/>
                  </a:lnTo>
                  <a:lnTo>
                    <a:pt x="1751237" y="3227"/>
                  </a:lnTo>
                  <a:lnTo>
                    <a:pt x="1678268" y="4011"/>
                  </a:lnTo>
                  <a:lnTo>
                    <a:pt x="1605300" y="4865"/>
                  </a:lnTo>
                  <a:lnTo>
                    <a:pt x="1532332" y="5785"/>
                  </a:lnTo>
                  <a:lnTo>
                    <a:pt x="1459364" y="6766"/>
                  </a:lnTo>
                  <a:lnTo>
                    <a:pt x="1386396" y="7806"/>
                  </a:lnTo>
                  <a:lnTo>
                    <a:pt x="1313427" y="8901"/>
                  </a:lnTo>
                  <a:lnTo>
                    <a:pt x="1240459" y="10047"/>
                  </a:lnTo>
                  <a:lnTo>
                    <a:pt x="1167491" y="11243"/>
                  </a:lnTo>
                  <a:lnTo>
                    <a:pt x="1094523" y="12485"/>
                  </a:lnTo>
                  <a:lnTo>
                    <a:pt x="1021555" y="13770"/>
                  </a:lnTo>
                  <a:lnTo>
                    <a:pt x="948586" y="15097"/>
                  </a:lnTo>
                  <a:lnTo>
                    <a:pt x="875618" y="16462"/>
                  </a:lnTo>
                  <a:lnTo>
                    <a:pt x="802650" y="17865"/>
                  </a:lnTo>
                  <a:lnTo>
                    <a:pt x="729682" y="19302"/>
                  </a:lnTo>
                  <a:lnTo>
                    <a:pt x="656713" y="20773"/>
                  </a:lnTo>
                  <a:lnTo>
                    <a:pt x="583745" y="22274"/>
                  </a:lnTo>
                  <a:lnTo>
                    <a:pt x="510777" y="23805"/>
                  </a:lnTo>
                  <a:lnTo>
                    <a:pt x="437809" y="25364"/>
                  </a:lnTo>
                  <a:lnTo>
                    <a:pt x="364841" y="26950"/>
                  </a:lnTo>
                  <a:lnTo>
                    <a:pt x="291872" y="28561"/>
                  </a:lnTo>
                  <a:lnTo>
                    <a:pt x="218904" y="30196"/>
                  </a:lnTo>
                  <a:lnTo>
                    <a:pt x="145936" y="31854"/>
                  </a:lnTo>
                  <a:lnTo>
                    <a:pt x="72968" y="33533"/>
                  </a:lnTo>
                  <a:lnTo>
                    <a:pt x="0" y="3523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1167921" y="4618368"/>
              <a:ext cx="5764489" cy="177999"/>
            </a:xfrm>
            <a:custGeom>
              <a:avLst/>
              <a:gdLst/>
              <a:ahLst/>
              <a:cxnLst/>
              <a:rect l="0" t="0" r="0" b="0"/>
              <a:pathLst>
                <a:path w="5764489" h="177999">
                  <a:moveTo>
                    <a:pt x="0" y="0"/>
                  </a:moveTo>
                  <a:lnTo>
                    <a:pt x="72968" y="2253"/>
                  </a:lnTo>
                  <a:lnTo>
                    <a:pt x="145936" y="4506"/>
                  </a:lnTo>
                  <a:lnTo>
                    <a:pt x="218904" y="6759"/>
                  </a:lnTo>
                  <a:lnTo>
                    <a:pt x="291872" y="9012"/>
                  </a:lnTo>
                  <a:lnTo>
                    <a:pt x="364841" y="11265"/>
                  </a:lnTo>
                  <a:lnTo>
                    <a:pt x="437809" y="13518"/>
                  </a:lnTo>
                  <a:lnTo>
                    <a:pt x="510777" y="15772"/>
                  </a:lnTo>
                  <a:lnTo>
                    <a:pt x="583745" y="18025"/>
                  </a:lnTo>
                  <a:lnTo>
                    <a:pt x="656713" y="20278"/>
                  </a:lnTo>
                  <a:lnTo>
                    <a:pt x="729682" y="22531"/>
                  </a:lnTo>
                  <a:lnTo>
                    <a:pt x="802650" y="24784"/>
                  </a:lnTo>
                  <a:lnTo>
                    <a:pt x="875618" y="27037"/>
                  </a:lnTo>
                  <a:lnTo>
                    <a:pt x="948586" y="29291"/>
                  </a:lnTo>
                  <a:lnTo>
                    <a:pt x="1021555" y="31544"/>
                  </a:lnTo>
                  <a:lnTo>
                    <a:pt x="1094523" y="33797"/>
                  </a:lnTo>
                  <a:lnTo>
                    <a:pt x="1167491" y="36050"/>
                  </a:lnTo>
                  <a:lnTo>
                    <a:pt x="1240459" y="38303"/>
                  </a:lnTo>
                  <a:lnTo>
                    <a:pt x="1313427" y="40556"/>
                  </a:lnTo>
                  <a:lnTo>
                    <a:pt x="1386396" y="42809"/>
                  </a:lnTo>
                  <a:lnTo>
                    <a:pt x="1459364" y="45063"/>
                  </a:lnTo>
                  <a:lnTo>
                    <a:pt x="1532332" y="47316"/>
                  </a:lnTo>
                  <a:lnTo>
                    <a:pt x="1605300" y="49569"/>
                  </a:lnTo>
                  <a:lnTo>
                    <a:pt x="1678268" y="51822"/>
                  </a:lnTo>
                  <a:lnTo>
                    <a:pt x="1751237" y="54075"/>
                  </a:lnTo>
                  <a:lnTo>
                    <a:pt x="1824205" y="56328"/>
                  </a:lnTo>
                  <a:lnTo>
                    <a:pt x="1897173" y="58582"/>
                  </a:lnTo>
                  <a:lnTo>
                    <a:pt x="1970141" y="60835"/>
                  </a:lnTo>
                  <a:lnTo>
                    <a:pt x="2043110" y="63088"/>
                  </a:lnTo>
                  <a:lnTo>
                    <a:pt x="2116078" y="65341"/>
                  </a:lnTo>
                  <a:lnTo>
                    <a:pt x="2189046" y="67594"/>
                  </a:lnTo>
                  <a:lnTo>
                    <a:pt x="2262014" y="69847"/>
                  </a:lnTo>
                  <a:lnTo>
                    <a:pt x="2334982" y="72100"/>
                  </a:lnTo>
                  <a:lnTo>
                    <a:pt x="2407951" y="74354"/>
                  </a:lnTo>
                  <a:lnTo>
                    <a:pt x="2480919" y="76607"/>
                  </a:lnTo>
                  <a:lnTo>
                    <a:pt x="2553887" y="78860"/>
                  </a:lnTo>
                  <a:lnTo>
                    <a:pt x="2626855" y="81113"/>
                  </a:lnTo>
                  <a:lnTo>
                    <a:pt x="2699823" y="83366"/>
                  </a:lnTo>
                  <a:lnTo>
                    <a:pt x="2772792" y="85619"/>
                  </a:lnTo>
                  <a:lnTo>
                    <a:pt x="2845760" y="87873"/>
                  </a:lnTo>
                  <a:lnTo>
                    <a:pt x="2918728" y="90126"/>
                  </a:lnTo>
                  <a:lnTo>
                    <a:pt x="2991696" y="92379"/>
                  </a:lnTo>
                  <a:lnTo>
                    <a:pt x="3064665" y="94632"/>
                  </a:lnTo>
                  <a:lnTo>
                    <a:pt x="3137633" y="96885"/>
                  </a:lnTo>
                  <a:lnTo>
                    <a:pt x="3210601" y="99138"/>
                  </a:lnTo>
                  <a:lnTo>
                    <a:pt x="3283569" y="101392"/>
                  </a:lnTo>
                  <a:lnTo>
                    <a:pt x="3356537" y="103645"/>
                  </a:lnTo>
                  <a:lnTo>
                    <a:pt x="3429506" y="105898"/>
                  </a:lnTo>
                  <a:lnTo>
                    <a:pt x="3502474" y="108151"/>
                  </a:lnTo>
                  <a:lnTo>
                    <a:pt x="3575442" y="110404"/>
                  </a:lnTo>
                  <a:lnTo>
                    <a:pt x="3648410" y="112657"/>
                  </a:lnTo>
                  <a:lnTo>
                    <a:pt x="3721379" y="114910"/>
                  </a:lnTo>
                  <a:lnTo>
                    <a:pt x="3794347" y="117164"/>
                  </a:lnTo>
                  <a:lnTo>
                    <a:pt x="3867315" y="119417"/>
                  </a:lnTo>
                  <a:lnTo>
                    <a:pt x="3940283" y="121670"/>
                  </a:lnTo>
                  <a:lnTo>
                    <a:pt x="4013251" y="123923"/>
                  </a:lnTo>
                  <a:lnTo>
                    <a:pt x="4086220" y="126176"/>
                  </a:lnTo>
                  <a:lnTo>
                    <a:pt x="4159188" y="128429"/>
                  </a:lnTo>
                  <a:lnTo>
                    <a:pt x="4232156" y="130683"/>
                  </a:lnTo>
                  <a:lnTo>
                    <a:pt x="4305124" y="132936"/>
                  </a:lnTo>
                  <a:lnTo>
                    <a:pt x="4378092" y="135189"/>
                  </a:lnTo>
                  <a:lnTo>
                    <a:pt x="4451061" y="137442"/>
                  </a:lnTo>
                  <a:lnTo>
                    <a:pt x="4524029" y="139695"/>
                  </a:lnTo>
                  <a:lnTo>
                    <a:pt x="4596997" y="141948"/>
                  </a:lnTo>
                  <a:lnTo>
                    <a:pt x="4669965" y="144201"/>
                  </a:lnTo>
                  <a:lnTo>
                    <a:pt x="4742934" y="146455"/>
                  </a:lnTo>
                  <a:lnTo>
                    <a:pt x="4815902" y="148708"/>
                  </a:lnTo>
                  <a:lnTo>
                    <a:pt x="4888870" y="150961"/>
                  </a:lnTo>
                  <a:lnTo>
                    <a:pt x="4961838" y="153214"/>
                  </a:lnTo>
                  <a:lnTo>
                    <a:pt x="5034806" y="155467"/>
                  </a:lnTo>
                  <a:lnTo>
                    <a:pt x="5107775" y="157720"/>
                  </a:lnTo>
                  <a:lnTo>
                    <a:pt x="5180743" y="159974"/>
                  </a:lnTo>
                  <a:lnTo>
                    <a:pt x="5253711" y="162227"/>
                  </a:lnTo>
                  <a:lnTo>
                    <a:pt x="5326679" y="164480"/>
                  </a:lnTo>
                  <a:lnTo>
                    <a:pt x="5399647" y="166733"/>
                  </a:lnTo>
                  <a:lnTo>
                    <a:pt x="5472616" y="168986"/>
                  </a:lnTo>
                  <a:lnTo>
                    <a:pt x="5545584" y="171239"/>
                  </a:lnTo>
                  <a:lnTo>
                    <a:pt x="5618552" y="173493"/>
                  </a:lnTo>
                  <a:lnTo>
                    <a:pt x="5691520" y="175746"/>
                  </a:lnTo>
                  <a:lnTo>
                    <a:pt x="5764489" y="177999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t62"/>
            <p:cNvSpPr/>
            <p:nvPr/>
          </p:nvSpPr>
          <p:spPr>
            <a:xfrm>
              <a:off x="3951097" y="42481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t63"/>
            <p:cNvSpPr/>
            <p:nvPr/>
          </p:nvSpPr>
          <p:spPr>
            <a:xfrm>
              <a:off x="3951097" y="35545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t64"/>
            <p:cNvSpPr/>
            <p:nvPr/>
          </p:nvSpPr>
          <p:spPr>
            <a:xfrm>
              <a:off x="3951097" y="36348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t65"/>
            <p:cNvSpPr/>
            <p:nvPr/>
          </p:nvSpPr>
          <p:spPr>
            <a:xfrm>
              <a:off x="1109219" y="295885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t66"/>
            <p:cNvSpPr/>
            <p:nvPr/>
          </p:nvSpPr>
          <p:spPr>
            <a:xfrm>
              <a:off x="1109219" y="29262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t67"/>
            <p:cNvSpPr/>
            <p:nvPr/>
          </p:nvSpPr>
          <p:spPr>
            <a:xfrm>
              <a:off x="1109219" y="39683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t68"/>
            <p:cNvSpPr/>
            <p:nvPr/>
          </p:nvSpPr>
          <p:spPr>
            <a:xfrm>
              <a:off x="6868536" y="447761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t69"/>
            <p:cNvSpPr/>
            <p:nvPr/>
          </p:nvSpPr>
          <p:spPr>
            <a:xfrm>
              <a:off x="6868536" y="45926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t70"/>
            <p:cNvSpPr/>
            <p:nvPr/>
          </p:nvSpPr>
          <p:spPr>
            <a:xfrm>
              <a:off x="6868536" y="46611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t71"/>
            <p:cNvSpPr/>
            <p:nvPr/>
          </p:nvSpPr>
          <p:spPr>
            <a:xfrm>
              <a:off x="6873708" y="44180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t72"/>
            <p:cNvSpPr/>
            <p:nvPr/>
          </p:nvSpPr>
          <p:spPr>
            <a:xfrm>
              <a:off x="6873708" y="43168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t73"/>
            <p:cNvSpPr/>
            <p:nvPr/>
          </p:nvSpPr>
          <p:spPr>
            <a:xfrm>
              <a:off x="6873708" y="47990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t74"/>
            <p:cNvSpPr/>
            <p:nvPr/>
          </p:nvSpPr>
          <p:spPr>
            <a:xfrm>
              <a:off x="4910568" y="3337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t75"/>
            <p:cNvSpPr/>
            <p:nvPr/>
          </p:nvSpPr>
          <p:spPr>
            <a:xfrm>
              <a:off x="4910568" y="316360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t76"/>
            <p:cNvSpPr/>
            <p:nvPr/>
          </p:nvSpPr>
          <p:spPr>
            <a:xfrm>
              <a:off x="4910568" y="3838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t77"/>
            <p:cNvSpPr/>
            <p:nvPr/>
          </p:nvSpPr>
          <p:spPr>
            <a:xfrm>
              <a:off x="2438007" y="38764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t78"/>
            <p:cNvSpPr/>
            <p:nvPr/>
          </p:nvSpPr>
          <p:spPr>
            <a:xfrm>
              <a:off x="2438007" y="326795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t79"/>
            <p:cNvSpPr/>
            <p:nvPr/>
          </p:nvSpPr>
          <p:spPr>
            <a:xfrm>
              <a:off x="2438007" y="394116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t80"/>
            <p:cNvSpPr/>
            <p:nvPr/>
          </p:nvSpPr>
          <p:spPr>
            <a:xfrm>
              <a:off x="5103387" y="436263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t81"/>
            <p:cNvSpPr/>
            <p:nvPr/>
          </p:nvSpPr>
          <p:spPr>
            <a:xfrm>
              <a:off x="5103387" y="42838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t82"/>
            <p:cNvSpPr/>
            <p:nvPr/>
          </p:nvSpPr>
          <p:spPr>
            <a:xfrm>
              <a:off x="5103387" y="473109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4926303" y="47074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t84"/>
            <p:cNvSpPr/>
            <p:nvPr/>
          </p:nvSpPr>
          <p:spPr>
            <a:xfrm>
              <a:off x="4926303" y="4791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4926303" y="414108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1167921" y="2979845"/>
              <a:ext cx="5764489" cy="1924494"/>
            </a:xfrm>
            <a:custGeom>
              <a:avLst/>
              <a:gdLst/>
              <a:ahLst/>
              <a:cxnLst/>
              <a:rect l="0" t="0" r="0" b="0"/>
              <a:pathLst>
                <a:path w="5764489" h="1924494">
                  <a:moveTo>
                    <a:pt x="0" y="0"/>
                  </a:moveTo>
                  <a:lnTo>
                    <a:pt x="72968" y="22022"/>
                  </a:lnTo>
                  <a:lnTo>
                    <a:pt x="145936" y="44012"/>
                  </a:lnTo>
                  <a:lnTo>
                    <a:pt x="218904" y="65967"/>
                  </a:lnTo>
                  <a:lnTo>
                    <a:pt x="291872" y="87886"/>
                  </a:lnTo>
                  <a:lnTo>
                    <a:pt x="364841" y="109766"/>
                  </a:lnTo>
                  <a:lnTo>
                    <a:pt x="437809" y="131605"/>
                  </a:lnTo>
                  <a:lnTo>
                    <a:pt x="510777" y="153402"/>
                  </a:lnTo>
                  <a:lnTo>
                    <a:pt x="583745" y="175154"/>
                  </a:lnTo>
                  <a:lnTo>
                    <a:pt x="656713" y="196858"/>
                  </a:lnTo>
                  <a:lnTo>
                    <a:pt x="729682" y="218512"/>
                  </a:lnTo>
                  <a:lnTo>
                    <a:pt x="802650" y="240113"/>
                  </a:lnTo>
                  <a:lnTo>
                    <a:pt x="875618" y="261658"/>
                  </a:lnTo>
                  <a:lnTo>
                    <a:pt x="948586" y="283143"/>
                  </a:lnTo>
                  <a:lnTo>
                    <a:pt x="1021555" y="304566"/>
                  </a:lnTo>
                  <a:lnTo>
                    <a:pt x="1094523" y="325923"/>
                  </a:lnTo>
                  <a:lnTo>
                    <a:pt x="1167491" y="347210"/>
                  </a:lnTo>
                  <a:lnTo>
                    <a:pt x="1240459" y="368422"/>
                  </a:lnTo>
                  <a:lnTo>
                    <a:pt x="1313427" y="389555"/>
                  </a:lnTo>
                  <a:lnTo>
                    <a:pt x="1386396" y="410605"/>
                  </a:lnTo>
                  <a:lnTo>
                    <a:pt x="1459364" y="431567"/>
                  </a:lnTo>
                  <a:lnTo>
                    <a:pt x="1532332" y="452435"/>
                  </a:lnTo>
                  <a:lnTo>
                    <a:pt x="1605300" y="473204"/>
                  </a:lnTo>
                  <a:lnTo>
                    <a:pt x="1678268" y="493867"/>
                  </a:lnTo>
                  <a:lnTo>
                    <a:pt x="1751237" y="514418"/>
                  </a:lnTo>
                  <a:lnTo>
                    <a:pt x="1824205" y="534851"/>
                  </a:lnTo>
                  <a:lnTo>
                    <a:pt x="1897173" y="555159"/>
                  </a:lnTo>
                  <a:lnTo>
                    <a:pt x="1970141" y="575333"/>
                  </a:lnTo>
                  <a:lnTo>
                    <a:pt x="2043110" y="595367"/>
                  </a:lnTo>
                  <a:lnTo>
                    <a:pt x="2116078" y="615253"/>
                  </a:lnTo>
                  <a:lnTo>
                    <a:pt x="2189046" y="634980"/>
                  </a:lnTo>
                  <a:lnTo>
                    <a:pt x="2262014" y="654542"/>
                  </a:lnTo>
                  <a:lnTo>
                    <a:pt x="2334982" y="673929"/>
                  </a:lnTo>
                  <a:lnTo>
                    <a:pt x="2407951" y="693132"/>
                  </a:lnTo>
                  <a:lnTo>
                    <a:pt x="2480919" y="712141"/>
                  </a:lnTo>
                  <a:lnTo>
                    <a:pt x="2553887" y="730947"/>
                  </a:lnTo>
                  <a:lnTo>
                    <a:pt x="2626855" y="749540"/>
                  </a:lnTo>
                  <a:lnTo>
                    <a:pt x="2699823" y="767912"/>
                  </a:lnTo>
                  <a:lnTo>
                    <a:pt x="2772792" y="786052"/>
                  </a:lnTo>
                  <a:lnTo>
                    <a:pt x="2845760" y="803952"/>
                  </a:lnTo>
                  <a:lnTo>
                    <a:pt x="2918728" y="821604"/>
                  </a:lnTo>
                  <a:lnTo>
                    <a:pt x="2991696" y="839001"/>
                  </a:lnTo>
                  <a:lnTo>
                    <a:pt x="3064665" y="856134"/>
                  </a:lnTo>
                  <a:lnTo>
                    <a:pt x="3137633" y="872998"/>
                  </a:lnTo>
                  <a:lnTo>
                    <a:pt x="3210601" y="889588"/>
                  </a:lnTo>
                  <a:lnTo>
                    <a:pt x="3283569" y="905900"/>
                  </a:lnTo>
                  <a:lnTo>
                    <a:pt x="3356537" y="921931"/>
                  </a:lnTo>
                  <a:lnTo>
                    <a:pt x="3429506" y="937678"/>
                  </a:lnTo>
                  <a:lnTo>
                    <a:pt x="3502474" y="953143"/>
                  </a:lnTo>
                  <a:lnTo>
                    <a:pt x="3575442" y="968325"/>
                  </a:lnTo>
                  <a:lnTo>
                    <a:pt x="3648410" y="983228"/>
                  </a:lnTo>
                  <a:lnTo>
                    <a:pt x="3721379" y="997853"/>
                  </a:lnTo>
                  <a:lnTo>
                    <a:pt x="3794347" y="1012207"/>
                  </a:lnTo>
                  <a:lnTo>
                    <a:pt x="3867315" y="1026294"/>
                  </a:lnTo>
                  <a:lnTo>
                    <a:pt x="3940283" y="1040121"/>
                  </a:lnTo>
                  <a:lnTo>
                    <a:pt x="4013251" y="1053695"/>
                  </a:lnTo>
                  <a:lnTo>
                    <a:pt x="4086220" y="1067025"/>
                  </a:lnTo>
                  <a:lnTo>
                    <a:pt x="4159188" y="1080119"/>
                  </a:lnTo>
                  <a:lnTo>
                    <a:pt x="4232156" y="1092986"/>
                  </a:lnTo>
                  <a:lnTo>
                    <a:pt x="4305124" y="1105635"/>
                  </a:lnTo>
                  <a:lnTo>
                    <a:pt x="4378092" y="1118076"/>
                  </a:lnTo>
                  <a:lnTo>
                    <a:pt x="4451061" y="1130317"/>
                  </a:lnTo>
                  <a:lnTo>
                    <a:pt x="4524029" y="1142369"/>
                  </a:lnTo>
                  <a:lnTo>
                    <a:pt x="4596997" y="1154241"/>
                  </a:lnTo>
                  <a:lnTo>
                    <a:pt x="4669965" y="1165942"/>
                  </a:lnTo>
                  <a:lnTo>
                    <a:pt x="4742934" y="1177481"/>
                  </a:lnTo>
                  <a:lnTo>
                    <a:pt x="4815902" y="1188867"/>
                  </a:lnTo>
                  <a:lnTo>
                    <a:pt x="4888870" y="1200107"/>
                  </a:lnTo>
                  <a:lnTo>
                    <a:pt x="4961838" y="1211210"/>
                  </a:lnTo>
                  <a:lnTo>
                    <a:pt x="5034806" y="1222184"/>
                  </a:lnTo>
                  <a:lnTo>
                    <a:pt x="5107775" y="1233035"/>
                  </a:lnTo>
                  <a:lnTo>
                    <a:pt x="5180743" y="1243771"/>
                  </a:lnTo>
                  <a:lnTo>
                    <a:pt x="5253711" y="1254397"/>
                  </a:lnTo>
                  <a:lnTo>
                    <a:pt x="5326679" y="1264922"/>
                  </a:lnTo>
                  <a:lnTo>
                    <a:pt x="5399647" y="1275349"/>
                  </a:lnTo>
                  <a:lnTo>
                    <a:pt x="5472616" y="1285685"/>
                  </a:lnTo>
                  <a:lnTo>
                    <a:pt x="5545584" y="1295935"/>
                  </a:lnTo>
                  <a:lnTo>
                    <a:pt x="5618552" y="1306103"/>
                  </a:lnTo>
                  <a:lnTo>
                    <a:pt x="5691520" y="1316195"/>
                  </a:lnTo>
                  <a:lnTo>
                    <a:pt x="5764489" y="1326215"/>
                  </a:lnTo>
                  <a:lnTo>
                    <a:pt x="5764489" y="1924494"/>
                  </a:lnTo>
                  <a:lnTo>
                    <a:pt x="5691520" y="1903176"/>
                  </a:lnTo>
                  <a:lnTo>
                    <a:pt x="5618552" y="1881931"/>
                  </a:lnTo>
                  <a:lnTo>
                    <a:pt x="5545584" y="1860762"/>
                  </a:lnTo>
                  <a:lnTo>
                    <a:pt x="5472616" y="1839674"/>
                  </a:lnTo>
                  <a:lnTo>
                    <a:pt x="5399647" y="1818673"/>
                  </a:lnTo>
                  <a:lnTo>
                    <a:pt x="5326679" y="1797763"/>
                  </a:lnTo>
                  <a:lnTo>
                    <a:pt x="5253711" y="1776950"/>
                  </a:lnTo>
                  <a:lnTo>
                    <a:pt x="5180743" y="1756239"/>
                  </a:lnTo>
                  <a:lnTo>
                    <a:pt x="5107775" y="1735637"/>
                  </a:lnTo>
                  <a:lnTo>
                    <a:pt x="5034806" y="1715151"/>
                  </a:lnTo>
                  <a:lnTo>
                    <a:pt x="4961838" y="1694787"/>
                  </a:lnTo>
                  <a:lnTo>
                    <a:pt x="4888870" y="1674553"/>
                  </a:lnTo>
                  <a:lnTo>
                    <a:pt x="4815902" y="1654456"/>
                  </a:lnTo>
                  <a:lnTo>
                    <a:pt x="4742934" y="1634504"/>
                  </a:lnTo>
                  <a:lnTo>
                    <a:pt x="4669965" y="1614705"/>
                  </a:lnTo>
                  <a:lnTo>
                    <a:pt x="4596997" y="1595069"/>
                  </a:lnTo>
                  <a:lnTo>
                    <a:pt x="4524029" y="1575604"/>
                  </a:lnTo>
                  <a:lnTo>
                    <a:pt x="4451061" y="1556318"/>
                  </a:lnTo>
                  <a:lnTo>
                    <a:pt x="4378092" y="1537223"/>
                  </a:lnTo>
                  <a:lnTo>
                    <a:pt x="4305124" y="1518326"/>
                  </a:lnTo>
                  <a:lnTo>
                    <a:pt x="4232156" y="1499638"/>
                  </a:lnTo>
                  <a:lnTo>
                    <a:pt x="4159188" y="1481167"/>
                  </a:lnTo>
                  <a:lnTo>
                    <a:pt x="4086220" y="1462923"/>
                  </a:lnTo>
                  <a:lnTo>
                    <a:pt x="4013251" y="1444916"/>
                  </a:lnTo>
                  <a:lnTo>
                    <a:pt x="3940283" y="1427153"/>
                  </a:lnTo>
                  <a:lnTo>
                    <a:pt x="3867315" y="1409643"/>
                  </a:lnTo>
                  <a:lnTo>
                    <a:pt x="3794347" y="1392392"/>
                  </a:lnTo>
                  <a:lnTo>
                    <a:pt x="3721379" y="1375409"/>
                  </a:lnTo>
                  <a:lnTo>
                    <a:pt x="3648410" y="1358697"/>
                  </a:lnTo>
                  <a:lnTo>
                    <a:pt x="3575442" y="1342262"/>
                  </a:lnTo>
                  <a:lnTo>
                    <a:pt x="3502474" y="1326107"/>
                  </a:lnTo>
                  <a:lnTo>
                    <a:pt x="3429506" y="1310234"/>
                  </a:lnTo>
                  <a:lnTo>
                    <a:pt x="3356537" y="1294644"/>
                  </a:lnTo>
                  <a:lnTo>
                    <a:pt x="3283569" y="1279337"/>
                  </a:lnTo>
                  <a:lnTo>
                    <a:pt x="3210601" y="1264312"/>
                  </a:lnTo>
                  <a:lnTo>
                    <a:pt x="3137633" y="1249564"/>
                  </a:lnTo>
                  <a:lnTo>
                    <a:pt x="3064665" y="1235091"/>
                  </a:lnTo>
                  <a:lnTo>
                    <a:pt x="2991696" y="1220887"/>
                  </a:lnTo>
                  <a:lnTo>
                    <a:pt x="2918728" y="1206946"/>
                  </a:lnTo>
                  <a:lnTo>
                    <a:pt x="2845760" y="1193261"/>
                  </a:lnTo>
                  <a:lnTo>
                    <a:pt x="2772792" y="1179824"/>
                  </a:lnTo>
                  <a:lnTo>
                    <a:pt x="2699823" y="1166627"/>
                  </a:lnTo>
                  <a:lnTo>
                    <a:pt x="2626855" y="1153661"/>
                  </a:lnTo>
                  <a:lnTo>
                    <a:pt x="2553887" y="1140917"/>
                  </a:lnTo>
                  <a:lnTo>
                    <a:pt x="2480919" y="1128385"/>
                  </a:lnTo>
                  <a:lnTo>
                    <a:pt x="2407951" y="1116057"/>
                  </a:lnTo>
                  <a:lnTo>
                    <a:pt x="2334982" y="1103922"/>
                  </a:lnTo>
                  <a:lnTo>
                    <a:pt x="2262014" y="1091971"/>
                  </a:lnTo>
                  <a:lnTo>
                    <a:pt x="2189046" y="1080196"/>
                  </a:lnTo>
                  <a:lnTo>
                    <a:pt x="2116078" y="1068587"/>
                  </a:lnTo>
                  <a:lnTo>
                    <a:pt x="2043110" y="1057134"/>
                  </a:lnTo>
                  <a:lnTo>
                    <a:pt x="1970141" y="1045831"/>
                  </a:lnTo>
                  <a:lnTo>
                    <a:pt x="1897173" y="1034668"/>
                  </a:lnTo>
                  <a:lnTo>
                    <a:pt x="1824205" y="1023638"/>
                  </a:lnTo>
                  <a:lnTo>
                    <a:pt x="1751237" y="1012734"/>
                  </a:lnTo>
                  <a:lnTo>
                    <a:pt x="1678268" y="1001948"/>
                  </a:lnTo>
                  <a:lnTo>
                    <a:pt x="1605300" y="991274"/>
                  </a:lnTo>
                  <a:lnTo>
                    <a:pt x="1532332" y="980705"/>
                  </a:lnTo>
                  <a:lnTo>
                    <a:pt x="1459364" y="970235"/>
                  </a:lnTo>
                  <a:lnTo>
                    <a:pt x="1386396" y="959860"/>
                  </a:lnTo>
                  <a:lnTo>
                    <a:pt x="1313427" y="949572"/>
                  </a:lnTo>
                  <a:lnTo>
                    <a:pt x="1240459" y="939369"/>
                  </a:lnTo>
                  <a:lnTo>
                    <a:pt x="1167491" y="929243"/>
                  </a:lnTo>
                  <a:lnTo>
                    <a:pt x="1094523" y="919193"/>
                  </a:lnTo>
                  <a:lnTo>
                    <a:pt x="1021555" y="909212"/>
                  </a:lnTo>
                  <a:lnTo>
                    <a:pt x="948586" y="899298"/>
                  </a:lnTo>
                  <a:lnTo>
                    <a:pt x="875618" y="889446"/>
                  </a:lnTo>
                  <a:lnTo>
                    <a:pt x="802650" y="879653"/>
                  </a:lnTo>
                  <a:lnTo>
                    <a:pt x="729682" y="869917"/>
                  </a:lnTo>
                  <a:lnTo>
                    <a:pt x="656713" y="860233"/>
                  </a:lnTo>
                  <a:lnTo>
                    <a:pt x="583745" y="850600"/>
                  </a:lnTo>
                  <a:lnTo>
                    <a:pt x="510777" y="841014"/>
                  </a:lnTo>
                  <a:lnTo>
                    <a:pt x="437809" y="831474"/>
                  </a:lnTo>
                  <a:lnTo>
                    <a:pt x="364841" y="821976"/>
                  </a:lnTo>
                  <a:lnTo>
                    <a:pt x="291872" y="812518"/>
                  </a:lnTo>
                  <a:lnTo>
                    <a:pt x="218904" y="803099"/>
                  </a:lnTo>
                  <a:lnTo>
                    <a:pt x="145936" y="793717"/>
                  </a:lnTo>
                  <a:lnTo>
                    <a:pt x="72968" y="784370"/>
                  </a:lnTo>
                  <a:lnTo>
                    <a:pt x="0" y="775055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1167921" y="2979845"/>
              <a:ext cx="5764489" cy="1326215"/>
            </a:xfrm>
            <a:custGeom>
              <a:avLst/>
              <a:gdLst/>
              <a:ahLst/>
              <a:cxnLst/>
              <a:rect l="0" t="0" r="0" b="0"/>
              <a:pathLst>
                <a:path w="5764489" h="1326215">
                  <a:moveTo>
                    <a:pt x="0" y="0"/>
                  </a:moveTo>
                  <a:lnTo>
                    <a:pt x="72968" y="22022"/>
                  </a:lnTo>
                  <a:lnTo>
                    <a:pt x="145936" y="44012"/>
                  </a:lnTo>
                  <a:lnTo>
                    <a:pt x="218904" y="65967"/>
                  </a:lnTo>
                  <a:lnTo>
                    <a:pt x="291872" y="87886"/>
                  </a:lnTo>
                  <a:lnTo>
                    <a:pt x="364841" y="109766"/>
                  </a:lnTo>
                  <a:lnTo>
                    <a:pt x="437809" y="131605"/>
                  </a:lnTo>
                  <a:lnTo>
                    <a:pt x="510777" y="153402"/>
                  </a:lnTo>
                  <a:lnTo>
                    <a:pt x="583745" y="175154"/>
                  </a:lnTo>
                  <a:lnTo>
                    <a:pt x="656713" y="196858"/>
                  </a:lnTo>
                  <a:lnTo>
                    <a:pt x="729682" y="218512"/>
                  </a:lnTo>
                  <a:lnTo>
                    <a:pt x="802650" y="240113"/>
                  </a:lnTo>
                  <a:lnTo>
                    <a:pt x="875618" y="261658"/>
                  </a:lnTo>
                  <a:lnTo>
                    <a:pt x="948586" y="283143"/>
                  </a:lnTo>
                  <a:lnTo>
                    <a:pt x="1021555" y="304566"/>
                  </a:lnTo>
                  <a:lnTo>
                    <a:pt x="1094523" y="325923"/>
                  </a:lnTo>
                  <a:lnTo>
                    <a:pt x="1167491" y="347210"/>
                  </a:lnTo>
                  <a:lnTo>
                    <a:pt x="1240459" y="368422"/>
                  </a:lnTo>
                  <a:lnTo>
                    <a:pt x="1313427" y="389555"/>
                  </a:lnTo>
                  <a:lnTo>
                    <a:pt x="1386396" y="410605"/>
                  </a:lnTo>
                  <a:lnTo>
                    <a:pt x="1459364" y="431567"/>
                  </a:lnTo>
                  <a:lnTo>
                    <a:pt x="1532332" y="452435"/>
                  </a:lnTo>
                  <a:lnTo>
                    <a:pt x="1605300" y="473204"/>
                  </a:lnTo>
                  <a:lnTo>
                    <a:pt x="1678268" y="493867"/>
                  </a:lnTo>
                  <a:lnTo>
                    <a:pt x="1751237" y="514418"/>
                  </a:lnTo>
                  <a:lnTo>
                    <a:pt x="1824205" y="534851"/>
                  </a:lnTo>
                  <a:lnTo>
                    <a:pt x="1897173" y="555159"/>
                  </a:lnTo>
                  <a:lnTo>
                    <a:pt x="1970141" y="575333"/>
                  </a:lnTo>
                  <a:lnTo>
                    <a:pt x="2043110" y="595367"/>
                  </a:lnTo>
                  <a:lnTo>
                    <a:pt x="2116078" y="615253"/>
                  </a:lnTo>
                  <a:lnTo>
                    <a:pt x="2189046" y="634980"/>
                  </a:lnTo>
                  <a:lnTo>
                    <a:pt x="2262014" y="654542"/>
                  </a:lnTo>
                  <a:lnTo>
                    <a:pt x="2334982" y="673929"/>
                  </a:lnTo>
                  <a:lnTo>
                    <a:pt x="2407951" y="693132"/>
                  </a:lnTo>
                  <a:lnTo>
                    <a:pt x="2480919" y="712141"/>
                  </a:lnTo>
                  <a:lnTo>
                    <a:pt x="2553887" y="730947"/>
                  </a:lnTo>
                  <a:lnTo>
                    <a:pt x="2626855" y="749540"/>
                  </a:lnTo>
                  <a:lnTo>
                    <a:pt x="2699823" y="767912"/>
                  </a:lnTo>
                  <a:lnTo>
                    <a:pt x="2772792" y="786052"/>
                  </a:lnTo>
                  <a:lnTo>
                    <a:pt x="2845760" y="803952"/>
                  </a:lnTo>
                  <a:lnTo>
                    <a:pt x="2918728" y="821604"/>
                  </a:lnTo>
                  <a:lnTo>
                    <a:pt x="2991696" y="839001"/>
                  </a:lnTo>
                  <a:lnTo>
                    <a:pt x="3064665" y="856134"/>
                  </a:lnTo>
                  <a:lnTo>
                    <a:pt x="3137633" y="872998"/>
                  </a:lnTo>
                  <a:lnTo>
                    <a:pt x="3210601" y="889588"/>
                  </a:lnTo>
                  <a:lnTo>
                    <a:pt x="3283569" y="905900"/>
                  </a:lnTo>
                  <a:lnTo>
                    <a:pt x="3356537" y="921931"/>
                  </a:lnTo>
                  <a:lnTo>
                    <a:pt x="3429506" y="937678"/>
                  </a:lnTo>
                  <a:lnTo>
                    <a:pt x="3502474" y="953143"/>
                  </a:lnTo>
                  <a:lnTo>
                    <a:pt x="3575442" y="968325"/>
                  </a:lnTo>
                  <a:lnTo>
                    <a:pt x="3648410" y="983228"/>
                  </a:lnTo>
                  <a:lnTo>
                    <a:pt x="3721379" y="997853"/>
                  </a:lnTo>
                  <a:lnTo>
                    <a:pt x="3794347" y="1012207"/>
                  </a:lnTo>
                  <a:lnTo>
                    <a:pt x="3867315" y="1026294"/>
                  </a:lnTo>
                  <a:lnTo>
                    <a:pt x="3940283" y="1040121"/>
                  </a:lnTo>
                  <a:lnTo>
                    <a:pt x="4013251" y="1053695"/>
                  </a:lnTo>
                  <a:lnTo>
                    <a:pt x="4086220" y="1067025"/>
                  </a:lnTo>
                  <a:lnTo>
                    <a:pt x="4159188" y="1080119"/>
                  </a:lnTo>
                  <a:lnTo>
                    <a:pt x="4232156" y="1092986"/>
                  </a:lnTo>
                  <a:lnTo>
                    <a:pt x="4305124" y="1105635"/>
                  </a:lnTo>
                  <a:lnTo>
                    <a:pt x="4378092" y="1118076"/>
                  </a:lnTo>
                  <a:lnTo>
                    <a:pt x="4451061" y="1130317"/>
                  </a:lnTo>
                  <a:lnTo>
                    <a:pt x="4524029" y="1142369"/>
                  </a:lnTo>
                  <a:lnTo>
                    <a:pt x="4596997" y="1154241"/>
                  </a:lnTo>
                  <a:lnTo>
                    <a:pt x="4669965" y="1165942"/>
                  </a:lnTo>
                  <a:lnTo>
                    <a:pt x="4742934" y="1177481"/>
                  </a:lnTo>
                  <a:lnTo>
                    <a:pt x="4815902" y="1188867"/>
                  </a:lnTo>
                  <a:lnTo>
                    <a:pt x="4888870" y="1200107"/>
                  </a:lnTo>
                  <a:lnTo>
                    <a:pt x="4961838" y="1211210"/>
                  </a:lnTo>
                  <a:lnTo>
                    <a:pt x="5034806" y="1222184"/>
                  </a:lnTo>
                  <a:lnTo>
                    <a:pt x="5107775" y="1233035"/>
                  </a:lnTo>
                  <a:lnTo>
                    <a:pt x="5180743" y="1243771"/>
                  </a:lnTo>
                  <a:lnTo>
                    <a:pt x="5253711" y="1254397"/>
                  </a:lnTo>
                  <a:lnTo>
                    <a:pt x="5326679" y="1264922"/>
                  </a:lnTo>
                  <a:lnTo>
                    <a:pt x="5399647" y="1275349"/>
                  </a:lnTo>
                  <a:lnTo>
                    <a:pt x="5472616" y="1285685"/>
                  </a:lnTo>
                  <a:lnTo>
                    <a:pt x="5545584" y="1295935"/>
                  </a:lnTo>
                  <a:lnTo>
                    <a:pt x="5618552" y="1306103"/>
                  </a:lnTo>
                  <a:lnTo>
                    <a:pt x="5691520" y="1316195"/>
                  </a:lnTo>
                  <a:lnTo>
                    <a:pt x="5764489" y="1326215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1167921" y="3754900"/>
              <a:ext cx="5764489" cy="1149439"/>
            </a:xfrm>
            <a:custGeom>
              <a:avLst/>
              <a:gdLst/>
              <a:ahLst/>
              <a:cxnLst/>
              <a:rect l="0" t="0" r="0" b="0"/>
              <a:pathLst>
                <a:path w="5764489" h="1149439">
                  <a:moveTo>
                    <a:pt x="5764489" y="1149439"/>
                  </a:moveTo>
                  <a:lnTo>
                    <a:pt x="5691520" y="1128121"/>
                  </a:lnTo>
                  <a:lnTo>
                    <a:pt x="5618552" y="1106875"/>
                  </a:lnTo>
                  <a:lnTo>
                    <a:pt x="5545584" y="1085706"/>
                  </a:lnTo>
                  <a:lnTo>
                    <a:pt x="5472616" y="1064618"/>
                  </a:lnTo>
                  <a:lnTo>
                    <a:pt x="5399647" y="1043617"/>
                  </a:lnTo>
                  <a:lnTo>
                    <a:pt x="5326679" y="1022707"/>
                  </a:lnTo>
                  <a:lnTo>
                    <a:pt x="5253711" y="1001894"/>
                  </a:lnTo>
                  <a:lnTo>
                    <a:pt x="5180743" y="981183"/>
                  </a:lnTo>
                  <a:lnTo>
                    <a:pt x="5107775" y="960582"/>
                  </a:lnTo>
                  <a:lnTo>
                    <a:pt x="5034806" y="940096"/>
                  </a:lnTo>
                  <a:lnTo>
                    <a:pt x="4961838" y="919732"/>
                  </a:lnTo>
                  <a:lnTo>
                    <a:pt x="4888870" y="899497"/>
                  </a:lnTo>
                  <a:lnTo>
                    <a:pt x="4815902" y="879400"/>
                  </a:lnTo>
                  <a:lnTo>
                    <a:pt x="4742934" y="859448"/>
                  </a:lnTo>
                  <a:lnTo>
                    <a:pt x="4669965" y="839650"/>
                  </a:lnTo>
                  <a:lnTo>
                    <a:pt x="4596997" y="820013"/>
                  </a:lnTo>
                  <a:lnTo>
                    <a:pt x="4524029" y="800548"/>
                  </a:lnTo>
                  <a:lnTo>
                    <a:pt x="4451061" y="781263"/>
                  </a:lnTo>
                  <a:lnTo>
                    <a:pt x="4378092" y="762167"/>
                  </a:lnTo>
                  <a:lnTo>
                    <a:pt x="4305124" y="743270"/>
                  </a:lnTo>
                  <a:lnTo>
                    <a:pt x="4232156" y="724582"/>
                  </a:lnTo>
                  <a:lnTo>
                    <a:pt x="4159188" y="706111"/>
                  </a:lnTo>
                  <a:lnTo>
                    <a:pt x="4086220" y="687868"/>
                  </a:lnTo>
                  <a:lnTo>
                    <a:pt x="4013251" y="669860"/>
                  </a:lnTo>
                  <a:lnTo>
                    <a:pt x="3940283" y="652097"/>
                  </a:lnTo>
                  <a:lnTo>
                    <a:pt x="3867315" y="634587"/>
                  </a:lnTo>
                  <a:lnTo>
                    <a:pt x="3794347" y="617337"/>
                  </a:lnTo>
                  <a:lnTo>
                    <a:pt x="3721379" y="600353"/>
                  </a:lnTo>
                  <a:lnTo>
                    <a:pt x="3648410" y="583641"/>
                  </a:lnTo>
                  <a:lnTo>
                    <a:pt x="3575442" y="567206"/>
                  </a:lnTo>
                  <a:lnTo>
                    <a:pt x="3502474" y="551051"/>
                  </a:lnTo>
                  <a:lnTo>
                    <a:pt x="3429506" y="535178"/>
                  </a:lnTo>
                  <a:lnTo>
                    <a:pt x="3356537" y="519589"/>
                  </a:lnTo>
                  <a:lnTo>
                    <a:pt x="3283569" y="504282"/>
                  </a:lnTo>
                  <a:lnTo>
                    <a:pt x="3210601" y="489256"/>
                  </a:lnTo>
                  <a:lnTo>
                    <a:pt x="3137633" y="474509"/>
                  </a:lnTo>
                  <a:lnTo>
                    <a:pt x="3064665" y="460035"/>
                  </a:lnTo>
                  <a:lnTo>
                    <a:pt x="2991696" y="445831"/>
                  </a:lnTo>
                  <a:lnTo>
                    <a:pt x="2918728" y="431890"/>
                  </a:lnTo>
                  <a:lnTo>
                    <a:pt x="2845760" y="418205"/>
                  </a:lnTo>
                  <a:lnTo>
                    <a:pt x="2772792" y="404768"/>
                  </a:lnTo>
                  <a:lnTo>
                    <a:pt x="2699823" y="391571"/>
                  </a:lnTo>
                  <a:lnTo>
                    <a:pt x="2626855" y="378605"/>
                  </a:lnTo>
                  <a:lnTo>
                    <a:pt x="2553887" y="365861"/>
                  </a:lnTo>
                  <a:lnTo>
                    <a:pt x="2480919" y="353329"/>
                  </a:lnTo>
                  <a:lnTo>
                    <a:pt x="2407951" y="341001"/>
                  </a:lnTo>
                  <a:lnTo>
                    <a:pt x="2334982" y="328866"/>
                  </a:lnTo>
                  <a:lnTo>
                    <a:pt x="2262014" y="316916"/>
                  </a:lnTo>
                  <a:lnTo>
                    <a:pt x="2189046" y="305140"/>
                  </a:lnTo>
                  <a:lnTo>
                    <a:pt x="2116078" y="293531"/>
                  </a:lnTo>
                  <a:lnTo>
                    <a:pt x="2043110" y="282079"/>
                  </a:lnTo>
                  <a:lnTo>
                    <a:pt x="1970141" y="270775"/>
                  </a:lnTo>
                  <a:lnTo>
                    <a:pt x="1897173" y="259613"/>
                  </a:lnTo>
                  <a:lnTo>
                    <a:pt x="1824205" y="248583"/>
                  </a:lnTo>
                  <a:lnTo>
                    <a:pt x="1751237" y="237678"/>
                  </a:lnTo>
                  <a:lnTo>
                    <a:pt x="1678268" y="226892"/>
                  </a:lnTo>
                  <a:lnTo>
                    <a:pt x="1605300" y="216218"/>
                  </a:lnTo>
                  <a:lnTo>
                    <a:pt x="1532332" y="205649"/>
                  </a:lnTo>
                  <a:lnTo>
                    <a:pt x="1459364" y="195180"/>
                  </a:lnTo>
                  <a:lnTo>
                    <a:pt x="1386396" y="184804"/>
                  </a:lnTo>
                  <a:lnTo>
                    <a:pt x="1313427" y="174517"/>
                  </a:lnTo>
                  <a:lnTo>
                    <a:pt x="1240459" y="164313"/>
                  </a:lnTo>
                  <a:lnTo>
                    <a:pt x="1167491" y="154188"/>
                  </a:lnTo>
                  <a:lnTo>
                    <a:pt x="1094523" y="144137"/>
                  </a:lnTo>
                  <a:lnTo>
                    <a:pt x="1021555" y="134156"/>
                  </a:lnTo>
                  <a:lnTo>
                    <a:pt x="948586" y="124242"/>
                  </a:lnTo>
                  <a:lnTo>
                    <a:pt x="875618" y="114390"/>
                  </a:lnTo>
                  <a:lnTo>
                    <a:pt x="802650" y="104598"/>
                  </a:lnTo>
                  <a:lnTo>
                    <a:pt x="729682" y="94861"/>
                  </a:lnTo>
                  <a:lnTo>
                    <a:pt x="656713" y="85178"/>
                  </a:lnTo>
                  <a:lnTo>
                    <a:pt x="583745" y="75544"/>
                  </a:lnTo>
                  <a:lnTo>
                    <a:pt x="510777" y="65959"/>
                  </a:lnTo>
                  <a:lnTo>
                    <a:pt x="437809" y="56418"/>
                  </a:lnTo>
                  <a:lnTo>
                    <a:pt x="364841" y="46920"/>
                  </a:lnTo>
                  <a:lnTo>
                    <a:pt x="291872" y="37463"/>
                  </a:lnTo>
                  <a:lnTo>
                    <a:pt x="218904" y="28044"/>
                  </a:lnTo>
                  <a:lnTo>
                    <a:pt x="145936" y="18661"/>
                  </a:lnTo>
                  <a:lnTo>
                    <a:pt x="72968" y="93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1167921" y="3367372"/>
              <a:ext cx="5764489" cy="1237827"/>
            </a:xfrm>
            <a:custGeom>
              <a:avLst/>
              <a:gdLst/>
              <a:ahLst/>
              <a:cxnLst/>
              <a:rect l="0" t="0" r="0" b="0"/>
              <a:pathLst>
                <a:path w="5764489" h="1237827">
                  <a:moveTo>
                    <a:pt x="0" y="0"/>
                  </a:moveTo>
                  <a:lnTo>
                    <a:pt x="72968" y="15668"/>
                  </a:lnTo>
                  <a:lnTo>
                    <a:pt x="145936" y="31337"/>
                  </a:lnTo>
                  <a:lnTo>
                    <a:pt x="218904" y="47006"/>
                  </a:lnTo>
                  <a:lnTo>
                    <a:pt x="291872" y="62674"/>
                  </a:lnTo>
                  <a:lnTo>
                    <a:pt x="364841" y="78343"/>
                  </a:lnTo>
                  <a:lnTo>
                    <a:pt x="437809" y="94012"/>
                  </a:lnTo>
                  <a:lnTo>
                    <a:pt x="510777" y="109680"/>
                  </a:lnTo>
                  <a:lnTo>
                    <a:pt x="583745" y="125349"/>
                  </a:lnTo>
                  <a:lnTo>
                    <a:pt x="656713" y="141018"/>
                  </a:lnTo>
                  <a:lnTo>
                    <a:pt x="729682" y="156686"/>
                  </a:lnTo>
                  <a:lnTo>
                    <a:pt x="802650" y="172355"/>
                  </a:lnTo>
                  <a:lnTo>
                    <a:pt x="875618" y="188024"/>
                  </a:lnTo>
                  <a:lnTo>
                    <a:pt x="948586" y="203693"/>
                  </a:lnTo>
                  <a:lnTo>
                    <a:pt x="1021555" y="219361"/>
                  </a:lnTo>
                  <a:lnTo>
                    <a:pt x="1094523" y="235030"/>
                  </a:lnTo>
                  <a:lnTo>
                    <a:pt x="1167491" y="250699"/>
                  </a:lnTo>
                  <a:lnTo>
                    <a:pt x="1240459" y="266367"/>
                  </a:lnTo>
                  <a:lnTo>
                    <a:pt x="1313427" y="282036"/>
                  </a:lnTo>
                  <a:lnTo>
                    <a:pt x="1386396" y="297705"/>
                  </a:lnTo>
                  <a:lnTo>
                    <a:pt x="1459364" y="313373"/>
                  </a:lnTo>
                  <a:lnTo>
                    <a:pt x="1532332" y="329042"/>
                  </a:lnTo>
                  <a:lnTo>
                    <a:pt x="1605300" y="344711"/>
                  </a:lnTo>
                  <a:lnTo>
                    <a:pt x="1678268" y="360380"/>
                  </a:lnTo>
                  <a:lnTo>
                    <a:pt x="1751237" y="376048"/>
                  </a:lnTo>
                  <a:lnTo>
                    <a:pt x="1824205" y="391717"/>
                  </a:lnTo>
                  <a:lnTo>
                    <a:pt x="1897173" y="407386"/>
                  </a:lnTo>
                  <a:lnTo>
                    <a:pt x="1970141" y="423054"/>
                  </a:lnTo>
                  <a:lnTo>
                    <a:pt x="2043110" y="438723"/>
                  </a:lnTo>
                  <a:lnTo>
                    <a:pt x="2116078" y="454392"/>
                  </a:lnTo>
                  <a:lnTo>
                    <a:pt x="2189046" y="470060"/>
                  </a:lnTo>
                  <a:lnTo>
                    <a:pt x="2262014" y="485729"/>
                  </a:lnTo>
                  <a:lnTo>
                    <a:pt x="2334982" y="501398"/>
                  </a:lnTo>
                  <a:lnTo>
                    <a:pt x="2407951" y="517067"/>
                  </a:lnTo>
                  <a:lnTo>
                    <a:pt x="2480919" y="532735"/>
                  </a:lnTo>
                  <a:lnTo>
                    <a:pt x="2553887" y="548404"/>
                  </a:lnTo>
                  <a:lnTo>
                    <a:pt x="2626855" y="564073"/>
                  </a:lnTo>
                  <a:lnTo>
                    <a:pt x="2699823" y="579741"/>
                  </a:lnTo>
                  <a:lnTo>
                    <a:pt x="2772792" y="595410"/>
                  </a:lnTo>
                  <a:lnTo>
                    <a:pt x="2845760" y="611079"/>
                  </a:lnTo>
                  <a:lnTo>
                    <a:pt x="2918728" y="626747"/>
                  </a:lnTo>
                  <a:lnTo>
                    <a:pt x="2991696" y="642416"/>
                  </a:lnTo>
                  <a:lnTo>
                    <a:pt x="3064665" y="658085"/>
                  </a:lnTo>
                  <a:lnTo>
                    <a:pt x="3137633" y="673753"/>
                  </a:lnTo>
                  <a:lnTo>
                    <a:pt x="3210601" y="689422"/>
                  </a:lnTo>
                  <a:lnTo>
                    <a:pt x="3283569" y="705091"/>
                  </a:lnTo>
                  <a:lnTo>
                    <a:pt x="3356537" y="720760"/>
                  </a:lnTo>
                  <a:lnTo>
                    <a:pt x="3429506" y="736428"/>
                  </a:lnTo>
                  <a:lnTo>
                    <a:pt x="3502474" y="752097"/>
                  </a:lnTo>
                  <a:lnTo>
                    <a:pt x="3575442" y="767766"/>
                  </a:lnTo>
                  <a:lnTo>
                    <a:pt x="3648410" y="783434"/>
                  </a:lnTo>
                  <a:lnTo>
                    <a:pt x="3721379" y="799103"/>
                  </a:lnTo>
                  <a:lnTo>
                    <a:pt x="3794347" y="814772"/>
                  </a:lnTo>
                  <a:lnTo>
                    <a:pt x="3867315" y="830440"/>
                  </a:lnTo>
                  <a:lnTo>
                    <a:pt x="3940283" y="846109"/>
                  </a:lnTo>
                  <a:lnTo>
                    <a:pt x="4013251" y="861778"/>
                  </a:lnTo>
                  <a:lnTo>
                    <a:pt x="4086220" y="877447"/>
                  </a:lnTo>
                  <a:lnTo>
                    <a:pt x="4159188" y="893115"/>
                  </a:lnTo>
                  <a:lnTo>
                    <a:pt x="4232156" y="908784"/>
                  </a:lnTo>
                  <a:lnTo>
                    <a:pt x="4305124" y="924453"/>
                  </a:lnTo>
                  <a:lnTo>
                    <a:pt x="4378092" y="940121"/>
                  </a:lnTo>
                  <a:lnTo>
                    <a:pt x="4451061" y="955790"/>
                  </a:lnTo>
                  <a:lnTo>
                    <a:pt x="4524029" y="971459"/>
                  </a:lnTo>
                  <a:lnTo>
                    <a:pt x="4596997" y="987127"/>
                  </a:lnTo>
                  <a:lnTo>
                    <a:pt x="4669965" y="1002796"/>
                  </a:lnTo>
                  <a:lnTo>
                    <a:pt x="4742934" y="1018465"/>
                  </a:lnTo>
                  <a:lnTo>
                    <a:pt x="4815902" y="1034134"/>
                  </a:lnTo>
                  <a:lnTo>
                    <a:pt x="4888870" y="1049802"/>
                  </a:lnTo>
                  <a:lnTo>
                    <a:pt x="4961838" y="1065471"/>
                  </a:lnTo>
                  <a:lnTo>
                    <a:pt x="5034806" y="1081140"/>
                  </a:lnTo>
                  <a:lnTo>
                    <a:pt x="5107775" y="1096808"/>
                  </a:lnTo>
                  <a:lnTo>
                    <a:pt x="5180743" y="1112477"/>
                  </a:lnTo>
                  <a:lnTo>
                    <a:pt x="5253711" y="1128146"/>
                  </a:lnTo>
                  <a:lnTo>
                    <a:pt x="5326679" y="1143814"/>
                  </a:lnTo>
                  <a:lnTo>
                    <a:pt x="5399647" y="1159483"/>
                  </a:lnTo>
                  <a:lnTo>
                    <a:pt x="5472616" y="1175152"/>
                  </a:lnTo>
                  <a:lnTo>
                    <a:pt x="5545584" y="1190820"/>
                  </a:lnTo>
                  <a:lnTo>
                    <a:pt x="5618552" y="1206489"/>
                  </a:lnTo>
                  <a:lnTo>
                    <a:pt x="5691520" y="1222158"/>
                  </a:lnTo>
                  <a:lnTo>
                    <a:pt x="5764489" y="1237827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t90"/>
            <p:cNvSpPr/>
            <p:nvPr/>
          </p:nvSpPr>
          <p:spPr>
            <a:xfrm>
              <a:off x="3951097" y="23972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t91"/>
            <p:cNvSpPr/>
            <p:nvPr/>
          </p:nvSpPr>
          <p:spPr>
            <a:xfrm>
              <a:off x="3951097" y="23881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t92"/>
            <p:cNvSpPr/>
            <p:nvPr/>
          </p:nvSpPr>
          <p:spPr>
            <a:xfrm>
              <a:off x="3951097" y="255422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t93"/>
            <p:cNvSpPr/>
            <p:nvPr/>
          </p:nvSpPr>
          <p:spPr>
            <a:xfrm>
              <a:off x="1109219" y="232583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t94"/>
            <p:cNvSpPr/>
            <p:nvPr/>
          </p:nvSpPr>
          <p:spPr>
            <a:xfrm>
              <a:off x="1109219" y="266366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t95"/>
            <p:cNvSpPr/>
            <p:nvPr/>
          </p:nvSpPr>
          <p:spPr>
            <a:xfrm>
              <a:off x="1109219" y="20117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t96"/>
            <p:cNvSpPr/>
            <p:nvPr/>
          </p:nvSpPr>
          <p:spPr>
            <a:xfrm>
              <a:off x="6868536" y="35616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t97"/>
            <p:cNvSpPr/>
            <p:nvPr/>
          </p:nvSpPr>
          <p:spPr>
            <a:xfrm>
              <a:off x="6868536" y="322513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t98"/>
            <p:cNvSpPr/>
            <p:nvPr/>
          </p:nvSpPr>
          <p:spPr>
            <a:xfrm>
              <a:off x="6868536" y="33107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t99"/>
            <p:cNvSpPr/>
            <p:nvPr/>
          </p:nvSpPr>
          <p:spPr>
            <a:xfrm>
              <a:off x="6873708" y="325368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t100"/>
            <p:cNvSpPr/>
            <p:nvPr/>
          </p:nvSpPr>
          <p:spPr>
            <a:xfrm>
              <a:off x="6873708" y="336787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t101"/>
            <p:cNvSpPr/>
            <p:nvPr/>
          </p:nvSpPr>
          <p:spPr>
            <a:xfrm>
              <a:off x="6873708" y="28504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t102"/>
            <p:cNvSpPr/>
            <p:nvPr/>
          </p:nvSpPr>
          <p:spPr>
            <a:xfrm>
              <a:off x="4910568" y="283258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t103"/>
            <p:cNvSpPr/>
            <p:nvPr/>
          </p:nvSpPr>
          <p:spPr>
            <a:xfrm>
              <a:off x="4910568" y="29804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t104"/>
            <p:cNvSpPr/>
            <p:nvPr/>
          </p:nvSpPr>
          <p:spPr>
            <a:xfrm>
              <a:off x="4910568" y="29351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t105"/>
            <p:cNvSpPr/>
            <p:nvPr/>
          </p:nvSpPr>
          <p:spPr>
            <a:xfrm>
              <a:off x="2438007" y="283654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t106"/>
            <p:cNvSpPr/>
            <p:nvPr/>
          </p:nvSpPr>
          <p:spPr>
            <a:xfrm>
              <a:off x="2438007" y="28771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t107"/>
            <p:cNvSpPr/>
            <p:nvPr/>
          </p:nvSpPr>
          <p:spPr>
            <a:xfrm>
              <a:off x="2438007" y="343173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t108"/>
            <p:cNvSpPr/>
            <p:nvPr/>
          </p:nvSpPr>
          <p:spPr>
            <a:xfrm>
              <a:off x="5103387" y="443847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t109"/>
            <p:cNvSpPr/>
            <p:nvPr/>
          </p:nvSpPr>
          <p:spPr>
            <a:xfrm>
              <a:off x="5103387" y="355820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t110"/>
            <p:cNvSpPr/>
            <p:nvPr/>
          </p:nvSpPr>
          <p:spPr>
            <a:xfrm>
              <a:off x="4926303" y="340356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t111"/>
            <p:cNvSpPr/>
            <p:nvPr/>
          </p:nvSpPr>
          <p:spPr>
            <a:xfrm>
              <a:off x="4926303" y="293964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1167921" y="2162123"/>
              <a:ext cx="5764489" cy="1578714"/>
            </a:xfrm>
            <a:custGeom>
              <a:avLst/>
              <a:gdLst/>
              <a:ahLst/>
              <a:cxnLst/>
              <a:rect l="0" t="0" r="0" b="0"/>
              <a:pathLst>
                <a:path w="5764489" h="1578714">
                  <a:moveTo>
                    <a:pt x="0" y="0"/>
                  </a:moveTo>
                  <a:lnTo>
                    <a:pt x="72968" y="17349"/>
                  </a:lnTo>
                  <a:lnTo>
                    <a:pt x="145936" y="34662"/>
                  </a:lnTo>
                  <a:lnTo>
                    <a:pt x="218904" y="51935"/>
                  </a:lnTo>
                  <a:lnTo>
                    <a:pt x="291872" y="69167"/>
                  </a:lnTo>
                  <a:lnTo>
                    <a:pt x="364841" y="86355"/>
                  </a:lnTo>
                  <a:lnTo>
                    <a:pt x="437809" y="103497"/>
                  </a:lnTo>
                  <a:lnTo>
                    <a:pt x="510777" y="120592"/>
                  </a:lnTo>
                  <a:lnTo>
                    <a:pt x="583745" y="137635"/>
                  </a:lnTo>
                  <a:lnTo>
                    <a:pt x="656713" y="154625"/>
                  </a:lnTo>
                  <a:lnTo>
                    <a:pt x="729682" y="171559"/>
                  </a:lnTo>
                  <a:lnTo>
                    <a:pt x="802650" y="188433"/>
                  </a:lnTo>
                  <a:lnTo>
                    <a:pt x="875618" y="205245"/>
                  </a:lnTo>
                  <a:lnTo>
                    <a:pt x="948586" y="221990"/>
                  </a:lnTo>
                  <a:lnTo>
                    <a:pt x="1021555" y="238665"/>
                  </a:lnTo>
                  <a:lnTo>
                    <a:pt x="1094523" y="255266"/>
                  </a:lnTo>
                  <a:lnTo>
                    <a:pt x="1167491" y="271788"/>
                  </a:lnTo>
                  <a:lnTo>
                    <a:pt x="1240459" y="288229"/>
                  </a:lnTo>
                  <a:lnTo>
                    <a:pt x="1313427" y="304581"/>
                  </a:lnTo>
                  <a:lnTo>
                    <a:pt x="1386396" y="320841"/>
                  </a:lnTo>
                  <a:lnTo>
                    <a:pt x="1459364" y="337004"/>
                  </a:lnTo>
                  <a:lnTo>
                    <a:pt x="1532332" y="353063"/>
                  </a:lnTo>
                  <a:lnTo>
                    <a:pt x="1605300" y="369012"/>
                  </a:lnTo>
                  <a:lnTo>
                    <a:pt x="1678268" y="384846"/>
                  </a:lnTo>
                  <a:lnTo>
                    <a:pt x="1751237" y="400557"/>
                  </a:lnTo>
                  <a:lnTo>
                    <a:pt x="1824205" y="416139"/>
                  </a:lnTo>
                  <a:lnTo>
                    <a:pt x="1897173" y="431584"/>
                  </a:lnTo>
                  <a:lnTo>
                    <a:pt x="1970141" y="446885"/>
                  </a:lnTo>
                  <a:lnTo>
                    <a:pt x="2043110" y="462034"/>
                  </a:lnTo>
                  <a:lnTo>
                    <a:pt x="2116078" y="477022"/>
                  </a:lnTo>
                  <a:lnTo>
                    <a:pt x="2189046" y="491841"/>
                  </a:lnTo>
                  <a:lnTo>
                    <a:pt x="2262014" y="506483"/>
                  </a:lnTo>
                  <a:lnTo>
                    <a:pt x="2334982" y="520937"/>
                  </a:lnTo>
                  <a:lnTo>
                    <a:pt x="2407951" y="535196"/>
                  </a:lnTo>
                  <a:lnTo>
                    <a:pt x="2480919" y="549250"/>
                  </a:lnTo>
                  <a:lnTo>
                    <a:pt x="2553887" y="563090"/>
                  </a:lnTo>
                  <a:lnTo>
                    <a:pt x="2626855" y="576707"/>
                  </a:lnTo>
                  <a:lnTo>
                    <a:pt x="2699823" y="590092"/>
                  </a:lnTo>
                  <a:lnTo>
                    <a:pt x="2772792" y="603237"/>
                  </a:lnTo>
                  <a:lnTo>
                    <a:pt x="2845760" y="616134"/>
                  </a:lnTo>
                  <a:lnTo>
                    <a:pt x="2918728" y="628775"/>
                  </a:lnTo>
                  <a:lnTo>
                    <a:pt x="2991696" y="641153"/>
                  </a:lnTo>
                  <a:lnTo>
                    <a:pt x="3064665" y="653262"/>
                  </a:lnTo>
                  <a:lnTo>
                    <a:pt x="3137633" y="665098"/>
                  </a:lnTo>
                  <a:lnTo>
                    <a:pt x="3210601" y="676655"/>
                  </a:lnTo>
                  <a:lnTo>
                    <a:pt x="3283569" y="687931"/>
                  </a:lnTo>
                  <a:lnTo>
                    <a:pt x="3356537" y="698925"/>
                  </a:lnTo>
                  <a:lnTo>
                    <a:pt x="3429506" y="709634"/>
                  </a:lnTo>
                  <a:lnTo>
                    <a:pt x="3502474" y="720060"/>
                  </a:lnTo>
                  <a:lnTo>
                    <a:pt x="3575442" y="730203"/>
                  </a:lnTo>
                  <a:lnTo>
                    <a:pt x="3648410" y="740068"/>
                  </a:lnTo>
                  <a:lnTo>
                    <a:pt x="3721379" y="749657"/>
                  </a:lnTo>
                  <a:lnTo>
                    <a:pt x="3794347" y="758976"/>
                  </a:lnTo>
                  <a:lnTo>
                    <a:pt x="3867315" y="768030"/>
                  </a:lnTo>
                  <a:lnTo>
                    <a:pt x="3940283" y="776826"/>
                  </a:lnTo>
                  <a:lnTo>
                    <a:pt x="4013251" y="785371"/>
                  </a:lnTo>
                  <a:lnTo>
                    <a:pt x="4086220" y="793673"/>
                  </a:lnTo>
                  <a:lnTo>
                    <a:pt x="4159188" y="801740"/>
                  </a:lnTo>
                  <a:lnTo>
                    <a:pt x="4232156" y="809581"/>
                  </a:lnTo>
                  <a:lnTo>
                    <a:pt x="4305124" y="817206"/>
                  </a:lnTo>
                  <a:lnTo>
                    <a:pt x="4378092" y="824622"/>
                  </a:lnTo>
                  <a:lnTo>
                    <a:pt x="4451061" y="831840"/>
                  </a:lnTo>
                  <a:lnTo>
                    <a:pt x="4524029" y="838867"/>
                  </a:lnTo>
                  <a:lnTo>
                    <a:pt x="4596997" y="845715"/>
                  </a:lnTo>
                  <a:lnTo>
                    <a:pt x="4669965" y="852390"/>
                  </a:lnTo>
                  <a:lnTo>
                    <a:pt x="4742934" y="858902"/>
                  </a:lnTo>
                  <a:lnTo>
                    <a:pt x="4815902" y="865259"/>
                  </a:lnTo>
                  <a:lnTo>
                    <a:pt x="4888870" y="871469"/>
                  </a:lnTo>
                  <a:lnTo>
                    <a:pt x="4961838" y="877540"/>
                  </a:lnTo>
                  <a:lnTo>
                    <a:pt x="5034806" y="883479"/>
                  </a:lnTo>
                  <a:lnTo>
                    <a:pt x="5107775" y="889294"/>
                  </a:lnTo>
                  <a:lnTo>
                    <a:pt x="5180743" y="894990"/>
                  </a:lnTo>
                  <a:lnTo>
                    <a:pt x="5253711" y="900575"/>
                  </a:lnTo>
                  <a:lnTo>
                    <a:pt x="5326679" y="906055"/>
                  </a:lnTo>
                  <a:lnTo>
                    <a:pt x="5399647" y="911435"/>
                  </a:lnTo>
                  <a:lnTo>
                    <a:pt x="5472616" y="916721"/>
                  </a:lnTo>
                  <a:lnTo>
                    <a:pt x="5545584" y="921917"/>
                  </a:lnTo>
                  <a:lnTo>
                    <a:pt x="5618552" y="927030"/>
                  </a:lnTo>
                  <a:lnTo>
                    <a:pt x="5691520" y="932062"/>
                  </a:lnTo>
                  <a:lnTo>
                    <a:pt x="5764489" y="937020"/>
                  </a:lnTo>
                  <a:lnTo>
                    <a:pt x="5764489" y="1578714"/>
                  </a:lnTo>
                  <a:lnTo>
                    <a:pt x="5691520" y="1562063"/>
                  </a:lnTo>
                  <a:lnTo>
                    <a:pt x="5618552" y="1545488"/>
                  </a:lnTo>
                  <a:lnTo>
                    <a:pt x="5545584" y="1528992"/>
                  </a:lnTo>
                  <a:lnTo>
                    <a:pt x="5472616" y="1512580"/>
                  </a:lnTo>
                  <a:lnTo>
                    <a:pt x="5399647" y="1496258"/>
                  </a:lnTo>
                  <a:lnTo>
                    <a:pt x="5326679" y="1480029"/>
                  </a:lnTo>
                  <a:lnTo>
                    <a:pt x="5253711" y="1463901"/>
                  </a:lnTo>
                  <a:lnTo>
                    <a:pt x="5180743" y="1447877"/>
                  </a:lnTo>
                  <a:lnTo>
                    <a:pt x="5107775" y="1431965"/>
                  </a:lnTo>
                  <a:lnTo>
                    <a:pt x="5034806" y="1416172"/>
                  </a:lnTo>
                  <a:lnTo>
                    <a:pt x="4961838" y="1400502"/>
                  </a:lnTo>
                  <a:lnTo>
                    <a:pt x="4888870" y="1384965"/>
                  </a:lnTo>
                  <a:lnTo>
                    <a:pt x="4815902" y="1369567"/>
                  </a:lnTo>
                  <a:lnTo>
                    <a:pt x="4742934" y="1354315"/>
                  </a:lnTo>
                  <a:lnTo>
                    <a:pt x="4669965" y="1339219"/>
                  </a:lnTo>
                  <a:lnTo>
                    <a:pt x="4596997" y="1324286"/>
                  </a:lnTo>
                  <a:lnTo>
                    <a:pt x="4524029" y="1309525"/>
                  </a:lnTo>
                  <a:lnTo>
                    <a:pt x="4451061" y="1294944"/>
                  </a:lnTo>
                  <a:lnTo>
                    <a:pt x="4378092" y="1280554"/>
                  </a:lnTo>
                  <a:lnTo>
                    <a:pt x="4305124" y="1266362"/>
                  </a:lnTo>
                  <a:lnTo>
                    <a:pt x="4232156" y="1252378"/>
                  </a:lnTo>
                  <a:lnTo>
                    <a:pt x="4159188" y="1238611"/>
                  </a:lnTo>
                  <a:lnTo>
                    <a:pt x="4086220" y="1225069"/>
                  </a:lnTo>
                  <a:lnTo>
                    <a:pt x="4013251" y="1211763"/>
                  </a:lnTo>
                  <a:lnTo>
                    <a:pt x="3940283" y="1198700"/>
                  </a:lnTo>
                  <a:lnTo>
                    <a:pt x="3867315" y="1185887"/>
                  </a:lnTo>
                  <a:lnTo>
                    <a:pt x="3794347" y="1173333"/>
                  </a:lnTo>
                  <a:lnTo>
                    <a:pt x="3721379" y="1161043"/>
                  </a:lnTo>
                  <a:lnTo>
                    <a:pt x="3648410" y="1149024"/>
                  </a:lnTo>
                  <a:lnTo>
                    <a:pt x="3575442" y="1137280"/>
                  </a:lnTo>
                  <a:lnTo>
                    <a:pt x="3502474" y="1125816"/>
                  </a:lnTo>
                  <a:lnTo>
                    <a:pt x="3429506" y="1114633"/>
                  </a:lnTo>
                  <a:lnTo>
                    <a:pt x="3356537" y="1103734"/>
                  </a:lnTo>
                  <a:lnTo>
                    <a:pt x="3283569" y="1093119"/>
                  </a:lnTo>
                  <a:lnTo>
                    <a:pt x="3210601" y="1082787"/>
                  </a:lnTo>
                  <a:lnTo>
                    <a:pt x="3137633" y="1072736"/>
                  </a:lnTo>
                  <a:lnTo>
                    <a:pt x="3064665" y="1062963"/>
                  </a:lnTo>
                  <a:lnTo>
                    <a:pt x="2991696" y="1053464"/>
                  </a:lnTo>
                  <a:lnTo>
                    <a:pt x="2918728" y="1044234"/>
                  </a:lnTo>
                  <a:lnTo>
                    <a:pt x="2845760" y="1035266"/>
                  </a:lnTo>
                  <a:lnTo>
                    <a:pt x="2772792" y="1026554"/>
                  </a:lnTo>
                  <a:lnTo>
                    <a:pt x="2699823" y="1018091"/>
                  </a:lnTo>
                  <a:lnTo>
                    <a:pt x="2626855" y="1009868"/>
                  </a:lnTo>
                  <a:lnTo>
                    <a:pt x="2553887" y="1001876"/>
                  </a:lnTo>
                  <a:lnTo>
                    <a:pt x="2480919" y="994108"/>
                  </a:lnTo>
                  <a:lnTo>
                    <a:pt x="2407951" y="986554"/>
                  </a:lnTo>
                  <a:lnTo>
                    <a:pt x="2334982" y="979204"/>
                  </a:lnTo>
                  <a:lnTo>
                    <a:pt x="2262014" y="972050"/>
                  </a:lnTo>
                  <a:lnTo>
                    <a:pt x="2189046" y="965083"/>
                  </a:lnTo>
                  <a:lnTo>
                    <a:pt x="2116078" y="958294"/>
                  </a:lnTo>
                  <a:lnTo>
                    <a:pt x="2043110" y="951674"/>
                  </a:lnTo>
                  <a:lnTo>
                    <a:pt x="1970141" y="945214"/>
                  </a:lnTo>
                  <a:lnTo>
                    <a:pt x="1897173" y="938907"/>
                  </a:lnTo>
                  <a:lnTo>
                    <a:pt x="1824205" y="932744"/>
                  </a:lnTo>
                  <a:lnTo>
                    <a:pt x="1751237" y="926717"/>
                  </a:lnTo>
                  <a:lnTo>
                    <a:pt x="1678268" y="920820"/>
                  </a:lnTo>
                  <a:lnTo>
                    <a:pt x="1605300" y="915046"/>
                  </a:lnTo>
                  <a:lnTo>
                    <a:pt x="1532332" y="909387"/>
                  </a:lnTo>
                  <a:lnTo>
                    <a:pt x="1459364" y="903837"/>
                  </a:lnTo>
                  <a:lnTo>
                    <a:pt x="1386396" y="898391"/>
                  </a:lnTo>
                  <a:lnTo>
                    <a:pt x="1313427" y="893043"/>
                  </a:lnTo>
                  <a:lnTo>
                    <a:pt x="1240459" y="887788"/>
                  </a:lnTo>
                  <a:lnTo>
                    <a:pt x="1167491" y="882619"/>
                  </a:lnTo>
                  <a:lnTo>
                    <a:pt x="1094523" y="877534"/>
                  </a:lnTo>
                  <a:lnTo>
                    <a:pt x="1021555" y="872527"/>
                  </a:lnTo>
                  <a:lnTo>
                    <a:pt x="948586" y="867593"/>
                  </a:lnTo>
                  <a:lnTo>
                    <a:pt x="875618" y="862730"/>
                  </a:lnTo>
                  <a:lnTo>
                    <a:pt x="802650" y="857933"/>
                  </a:lnTo>
                  <a:lnTo>
                    <a:pt x="729682" y="853199"/>
                  </a:lnTo>
                  <a:lnTo>
                    <a:pt x="656713" y="848524"/>
                  </a:lnTo>
                  <a:lnTo>
                    <a:pt x="583745" y="843906"/>
                  </a:lnTo>
                  <a:lnTo>
                    <a:pt x="510777" y="839341"/>
                  </a:lnTo>
                  <a:lnTo>
                    <a:pt x="437809" y="834827"/>
                  </a:lnTo>
                  <a:lnTo>
                    <a:pt x="364841" y="830361"/>
                  </a:lnTo>
                  <a:lnTo>
                    <a:pt x="291872" y="825941"/>
                  </a:lnTo>
                  <a:lnTo>
                    <a:pt x="218904" y="821564"/>
                  </a:lnTo>
                  <a:lnTo>
                    <a:pt x="145936" y="817229"/>
                  </a:lnTo>
                  <a:lnTo>
                    <a:pt x="72968" y="812933"/>
                  </a:lnTo>
                  <a:lnTo>
                    <a:pt x="0" y="808675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3" name="pl113"/>
            <p:cNvSpPr/>
            <p:nvPr/>
          </p:nvSpPr>
          <p:spPr>
            <a:xfrm>
              <a:off x="1167921" y="2162123"/>
              <a:ext cx="5764489" cy="937020"/>
            </a:xfrm>
            <a:custGeom>
              <a:avLst/>
              <a:gdLst/>
              <a:ahLst/>
              <a:cxnLst/>
              <a:rect l="0" t="0" r="0" b="0"/>
              <a:pathLst>
                <a:path w="5764489" h="937020">
                  <a:moveTo>
                    <a:pt x="0" y="0"/>
                  </a:moveTo>
                  <a:lnTo>
                    <a:pt x="72968" y="17349"/>
                  </a:lnTo>
                  <a:lnTo>
                    <a:pt x="145936" y="34662"/>
                  </a:lnTo>
                  <a:lnTo>
                    <a:pt x="218904" y="51935"/>
                  </a:lnTo>
                  <a:lnTo>
                    <a:pt x="291872" y="69167"/>
                  </a:lnTo>
                  <a:lnTo>
                    <a:pt x="364841" y="86355"/>
                  </a:lnTo>
                  <a:lnTo>
                    <a:pt x="437809" y="103497"/>
                  </a:lnTo>
                  <a:lnTo>
                    <a:pt x="510777" y="120592"/>
                  </a:lnTo>
                  <a:lnTo>
                    <a:pt x="583745" y="137635"/>
                  </a:lnTo>
                  <a:lnTo>
                    <a:pt x="656713" y="154625"/>
                  </a:lnTo>
                  <a:lnTo>
                    <a:pt x="729682" y="171559"/>
                  </a:lnTo>
                  <a:lnTo>
                    <a:pt x="802650" y="188433"/>
                  </a:lnTo>
                  <a:lnTo>
                    <a:pt x="875618" y="205245"/>
                  </a:lnTo>
                  <a:lnTo>
                    <a:pt x="948586" y="221990"/>
                  </a:lnTo>
                  <a:lnTo>
                    <a:pt x="1021555" y="238665"/>
                  </a:lnTo>
                  <a:lnTo>
                    <a:pt x="1094523" y="255266"/>
                  </a:lnTo>
                  <a:lnTo>
                    <a:pt x="1167491" y="271788"/>
                  </a:lnTo>
                  <a:lnTo>
                    <a:pt x="1240459" y="288229"/>
                  </a:lnTo>
                  <a:lnTo>
                    <a:pt x="1313427" y="304581"/>
                  </a:lnTo>
                  <a:lnTo>
                    <a:pt x="1386396" y="320841"/>
                  </a:lnTo>
                  <a:lnTo>
                    <a:pt x="1459364" y="337004"/>
                  </a:lnTo>
                  <a:lnTo>
                    <a:pt x="1532332" y="353063"/>
                  </a:lnTo>
                  <a:lnTo>
                    <a:pt x="1605300" y="369012"/>
                  </a:lnTo>
                  <a:lnTo>
                    <a:pt x="1678268" y="384846"/>
                  </a:lnTo>
                  <a:lnTo>
                    <a:pt x="1751237" y="400557"/>
                  </a:lnTo>
                  <a:lnTo>
                    <a:pt x="1824205" y="416139"/>
                  </a:lnTo>
                  <a:lnTo>
                    <a:pt x="1897173" y="431584"/>
                  </a:lnTo>
                  <a:lnTo>
                    <a:pt x="1970141" y="446885"/>
                  </a:lnTo>
                  <a:lnTo>
                    <a:pt x="2043110" y="462034"/>
                  </a:lnTo>
                  <a:lnTo>
                    <a:pt x="2116078" y="477022"/>
                  </a:lnTo>
                  <a:lnTo>
                    <a:pt x="2189046" y="491841"/>
                  </a:lnTo>
                  <a:lnTo>
                    <a:pt x="2262014" y="506483"/>
                  </a:lnTo>
                  <a:lnTo>
                    <a:pt x="2334982" y="520937"/>
                  </a:lnTo>
                  <a:lnTo>
                    <a:pt x="2407951" y="535196"/>
                  </a:lnTo>
                  <a:lnTo>
                    <a:pt x="2480919" y="549250"/>
                  </a:lnTo>
                  <a:lnTo>
                    <a:pt x="2553887" y="563090"/>
                  </a:lnTo>
                  <a:lnTo>
                    <a:pt x="2626855" y="576707"/>
                  </a:lnTo>
                  <a:lnTo>
                    <a:pt x="2699823" y="590092"/>
                  </a:lnTo>
                  <a:lnTo>
                    <a:pt x="2772792" y="603237"/>
                  </a:lnTo>
                  <a:lnTo>
                    <a:pt x="2845760" y="616134"/>
                  </a:lnTo>
                  <a:lnTo>
                    <a:pt x="2918728" y="628775"/>
                  </a:lnTo>
                  <a:lnTo>
                    <a:pt x="2991696" y="641153"/>
                  </a:lnTo>
                  <a:lnTo>
                    <a:pt x="3064665" y="653262"/>
                  </a:lnTo>
                  <a:lnTo>
                    <a:pt x="3137633" y="665098"/>
                  </a:lnTo>
                  <a:lnTo>
                    <a:pt x="3210601" y="676655"/>
                  </a:lnTo>
                  <a:lnTo>
                    <a:pt x="3283569" y="687931"/>
                  </a:lnTo>
                  <a:lnTo>
                    <a:pt x="3356537" y="698925"/>
                  </a:lnTo>
                  <a:lnTo>
                    <a:pt x="3429506" y="709634"/>
                  </a:lnTo>
                  <a:lnTo>
                    <a:pt x="3502474" y="720060"/>
                  </a:lnTo>
                  <a:lnTo>
                    <a:pt x="3575442" y="730203"/>
                  </a:lnTo>
                  <a:lnTo>
                    <a:pt x="3648410" y="740068"/>
                  </a:lnTo>
                  <a:lnTo>
                    <a:pt x="3721379" y="749657"/>
                  </a:lnTo>
                  <a:lnTo>
                    <a:pt x="3794347" y="758976"/>
                  </a:lnTo>
                  <a:lnTo>
                    <a:pt x="3867315" y="768030"/>
                  </a:lnTo>
                  <a:lnTo>
                    <a:pt x="3940283" y="776826"/>
                  </a:lnTo>
                  <a:lnTo>
                    <a:pt x="4013251" y="785371"/>
                  </a:lnTo>
                  <a:lnTo>
                    <a:pt x="4086220" y="793673"/>
                  </a:lnTo>
                  <a:lnTo>
                    <a:pt x="4159188" y="801740"/>
                  </a:lnTo>
                  <a:lnTo>
                    <a:pt x="4232156" y="809581"/>
                  </a:lnTo>
                  <a:lnTo>
                    <a:pt x="4305124" y="817206"/>
                  </a:lnTo>
                  <a:lnTo>
                    <a:pt x="4378092" y="824622"/>
                  </a:lnTo>
                  <a:lnTo>
                    <a:pt x="4451061" y="831840"/>
                  </a:lnTo>
                  <a:lnTo>
                    <a:pt x="4524029" y="838867"/>
                  </a:lnTo>
                  <a:lnTo>
                    <a:pt x="4596997" y="845715"/>
                  </a:lnTo>
                  <a:lnTo>
                    <a:pt x="4669965" y="852390"/>
                  </a:lnTo>
                  <a:lnTo>
                    <a:pt x="4742934" y="858902"/>
                  </a:lnTo>
                  <a:lnTo>
                    <a:pt x="4815902" y="865259"/>
                  </a:lnTo>
                  <a:lnTo>
                    <a:pt x="4888870" y="871469"/>
                  </a:lnTo>
                  <a:lnTo>
                    <a:pt x="4961838" y="877540"/>
                  </a:lnTo>
                  <a:lnTo>
                    <a:pt x="5034806" y="883479"/>
                  </a:lnTo>
                  <a:lnTo>
                    <a:pt x="5107775" y="889294"/>
                  </a:lnTo>
                  <a:lnTo>
                    <a:pt x="5180743" y="894990"/>
                  </a:lnTo>
                  <a:lnTo>
                    <a:pt x="5253711" y="900575"/>
                  </a:lnTo>
                  <a:lnTo>
                    <a:pt x="5326679" y="906055"/>
                  </a:lnTo>
                  <a:lnTo>
                    <a:pt x="5399647" y="911435"/>
                  </a:lnTo>
                  <a:lnTo>
                    <a:pt x="5472616" y="916721"/>
                  </a:lnTo>
                  <a:lnTo>
                    <a:pt x="5545584" y="921917"/>
                  </a:lnTo>
                  <a:lnTo>
                    <a:pt x="5618552" y="927030"/>
                  </a:lnTo>
                  <a:lnTo>
                    <a:pt x="5691520" y="932062"/>
                  </a:lnTo>
                  <a:lnTo>
                    <a:pt x="5764489" y="93702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4" name="pl114"/>
            <p:cNvSpPr/>
            <p:nvPr/>
          </p:nvSpPr>
          <p:spPr>
            <a:xfrm>
              <a:off x="1167921" y="2970798"/>
              <a:ext cx="5764489" cy="770039"/>
            </a:xfrm>
            <a:custGeom>
              <a:avLst/>
              <a:gdLst/>
              <a:ahLst/>
              <a:cxnLst/>
              <a:rect l="0" t="0" r="0" b="0"/>
              <a:pathLst>
                <a:path w="5764489" h="770039">
                  <a:moveTo>
                    <a:pt x="5764489" y="770039"/>
                  </a:moveTo>
                  <a:lnTo>
                    <a:pt x="5691520" y="753388"/>
                  </a:lnTo>
                  <a:lnTo>
                    <a:pt x="5618552" y="736813"/>
                  </a:lnTo>
                  <a:lnTo>
                    <a:pt x="5545584" y="720317"/>
                  </a:lnTo>
                  <a:lnTo>
                    <a:pt x="5472616" y="703905"/>
                  </a:lnTo>
                  <a:lnTo>
                    <a:pt x="5399647" y="687582"/>
                  </a:lnTo>
                  <a:lnTo>
                    <a:pt x="5326679" y="671354"/>
                  </a:lnTo>
                  <a:lnTo>
                    <a:pt x="5253711" y="655225"/>
                  </a:lnTo>
                  <a:lnTo>
                    <a:pt x="5180743" y="639202"/>
                  </a:lnTo>
                  <a:lnTo>
                    <a:pt x="5107775" y="623290"/>
                  </a:lnTo>
                  <a:lnTo>
                    <a:pt x="5034806" y="607496"/>
                  </a:lnTo>
                  <a:lnTo>
                    <a:pt x="4961838" y="591827"/>
                  </a:lnTo>
                  <a:lnTo>
                    <a:pt x="4888870" y="576290"/>
                  </a:lnTo>
                  <a:lnTo>
                    <a:pt x="4815902" y="560891"/>
                  </a:lnTo>
                  <a:lnTo>
                    <a:pt x="4742934" y="545640"/>
                  </a:lnTo>
                  <a:lnTo>
                    <a:pt x="4669965" y="530544"/>
                  </a:lnTo>
                  <a:lnTo>
                    <a:pt x="4596997" y="515611"/>
                  </a:lnTo>
                  <a:lnTo>
                    <a:pt x="4524029" y="500849"/>
                  </a:lnTo>
                  <a:lnTo>
                    <a:pt x="4451061" y="486269"/>
                  </a:lnTo>
                  <a:lnTo>
                    <a:pt x="4378092" y="471878"/>
                  </a:lnTo>
                  <a:lnTo>
                    <a:pt x="4305124" y="457686"/>
                  </a:lnTo>
                  <a:lnTo>
                    <a:pt x="4232156" y="443702"/>
                  </a:lnTo>
                  <a:lnTo>
                    <a:pt x="4159188" y="429935"/>
                  </a:lnTo>
                  <a:lnTo>
                    <a:pt x="4086220" y="416394"/>
                  </a:lnTo>
                  <a:lnTo>
                    <a:pt x="4013251" y="403088"/>
                  </a:lnTo>
                  <a:lnTo>
                    <a:pt x="3940283" y="390024"/>
                  </a:lnTo>
                  <a:lnTo>
                    <a:pt x="3867315" y="377212"/>
                  </a:lnTo>
                  <a:lnTo>
                    <a:pt x="3794347" y="364657"/>
                  </a:lnTo>
                  <a:lnTo>
                    <a:pt x="3721379" y="352368"/>
                  </a:lnTo>
                  <a:lnTo>
                    <a:pt x="3648410" y="340349"/>
                  </a:lnTo>
                  <a:lnTo>
                    <a:pt x="3575442" y="328605"/>
                  </a:lnTo>
                  <a:lnTo>
                    <a:pt x="3502474" y="317140"/>
                  </a:lnTo>
                  <a:lnTo>
                    <a:pt x="3429506" y="305958"/>
                  </a:lnTo>
                  <a:lnTo>
                    <a:pt x="3356537" y="295059"/>
                  </a:lnTo>
                  <a:lnTo>
                    <a:pt x="3283569" y="284444"/>
                  </a:lnTo>
                  <a:lnTo>
                    <a:pt x="3210601" y="274111"/>
                  </a:lnTo>
                  <a:lnTo>
                    <a:pt x="3137633" y="264061"/>
                  </a:lnTo>
                  <a:lnTo>
                    <a:pt x="3064665" y="254288"/>
                  </a:lnTo>
                  <a:lnTo>
                    <a:pt x="2991696" y="244789"/>
                  </a:lnTo>
                  <a:lnTo>
                    <a:pt x="2918728" y="235559"/>
                  </a:lnTo>
                  <a:lnTo>
                    <a:pt x="2845760" y="226591"/>
                  </a:lnTo>
                  <a:lnTo>
                    <a:pt x="2772792" y="217879"/>
                  </a:lnTo>
                  <a:lnTo>
                    <a:pt x="2699823" y="209416"/>
                  </a:lnTo>
                  <a:lnTo>
                    <a:pt x="2626855" y="201193"/>
                  </a:lnTo>
                  <a:lnTo>
                    <a:pt x="2553887" y="193201"/>
                  </a:lnTo>
                  <a:lnTo>
                    <a:pt x="2480919" y="185433"/>
                  </a:lnTo>
                  <a:lnTo>
                    <a:pt x="2407951" y="177878"/>
                  </a:lnTo>
                  <a:lnTo>
                    <a:pt x="2334982" y="170529"/>
                  </a:lnTo>
                  <a:lnTo>
                    <a:pt x="2262014" y="163375"/>
                  </a:lnTo>
                  <a:lnTo>
                    <a:pt x="2189046" y="156408"/>
                  </a:lnTo>
                  <a:lnTo>
                    <a:pt x="2116078" y="149619"/>
                  </a:lnTo>
                  <a:lnTo>
                    <a:pt x="2043110" y="142999"/>
                  </a:lnTo>
                  <a:lnTo>
                    <a:pt x="1970141" y="136539"/>
                  </a:lnTo>
                  <a:lnTo>
                    <a:pt x="1897173" y="130232"/>
                  </a:lnTo>
                  <a:lnTo>
                    <a:pt x="1824205" y="124069"/>
                  </a:lnTo>
                  <a:lnTo>
                    <a:pt x="1751237" y="118042"/>
                  </a:lnTo>
                  <a:lnTo>
                    <a:pt x="1678268" y="112145"/>
                  </a:lnTo>
                  <a:lnTo>
                    <a:pt x="1605300" y="106371"/>
                  </a:lnTo>
                  <a:lnTo>
                    <a:pt x="1532332" y="100712"/>
                  </a:lnTo>
                  <a:lnTo>
                    <a:pt x="1459364" y="95162"/>
                  </a:lnTo>
                  <a:lnTo>
                    <a:pt x="1386396" y="89716"/>
                  </a:lnTo>
                  <a:lnTo>
                    <a:pt x="1313427" y="84368"/>
                  </a:lnTo>
                  <a:lnTo>
                    <a:pt x="1240459" y="79112"/>
                  </a:lnTo>
                  <a:lnTo>
                    <a:pt x="1167491" y="73944"/>
                  </a:lnTo>
                  <a:lnTo>
                    <a:pt x="1094523" y="68859"/>
                  </a:lnTo>
                  <a:lnTo>
                    <a:pt x="1021555" y="63851"/>
                  </a:lnTo>
                  <a:lnTo>
                    <a:pt x="948586" y="58918"/>
                  </a:lnTo>
                  <a:lnTo>
                    <a:pt x="875618" y="54055"/>
                  </a:lnTo>
                  <a:lnTo>
                    <a:pt x="802650" y="49258"/>
                  </a:lnTo>
                  <a:lnTo>
                    <a:pt x="729682" y="44524"/>
                  </a:lnTo>
                  <a:lnTo>
                    <a:pt x="656713" y="39849"/>
                  </a:lnTo>
                  <a:lnTo>
                    <a:pt x="583745" y="35231"/>
                  </a:lnTo>
                  <a:lnTo>
                    <a:pt x="510777" y="30666"/>
                  </a:lnTo>
                  <a:lnTo>
                    <a:pt x="437809" y="26152"/>
                  </a:lnTo>
                  <a:lnTo>
                    <a:pt x="364841" y="21686"/>
                  </a:lnTo>
                  <a:lnTo>
                    <a:pt x="291872" y="17266"/>
                  </a:lnTo>
                  <a:lnTo>
                    <a:pt x="218904" y="12889"/>
                  </a:lnTo>
                  <a:lnTo>
                    <a:pt x="145936" y="8554"/>
                  </a:lnTo>
                  <a:lnTo>
                    <a:pt x="72968" y="42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1167921" y="2566461"/>
              <a:ext cx="5764489" cy="853529"/>
            </a:xfrm>
            <a:custGeom>
              <a:avLst/>
              <a:gdLst/>
              <a:ahLst/>
              <a:cxnLst/>
              <a:rect l="0" t="0" r="0" b="0"/>
              <a:pathLst>
                <a:path w="5764489" h="853529">
                  <a:moveTo>
                    <a:pt x="0" y="0"/>
                  </a:moveTo>
                  <a:lnTo>
                    <a:pt x="72968" y="10804"/>
                  </a:lnTo>
                  <a:lnTo>
                    <a:pt x="145936" y="21608"/>
                  </a:lnTo>
                  <a:lnTo>
                    <a:pt x="218904" y="32412"/>
                  </a:lnTo>
                  <a:lnTo>
                    <a:pt x="291872" y="43216"/>
                  </a:lnTo>
                  <a:lnTo>
                    <a:pt x="364841" y="54020"/>
                  </a:lnTo>
                  <a:lnTo>
                    <a:pt x="437809" y="64825"/>
                  </a:lnTo>
                  <a:lnTo>
                    <a:pt x="510777" y="75629"/>
                  </a:lnTo>
                  <a:lnTo>
                    <a:pt x="583745" y="86433"/>
                  </a:lnTo>
                  <a:lnTo>
                    <a:pt x="656713" y="97237"/>
                  </a:lnTo>
                  <a:lnTo>
                    <a:pt x="729682" y="108041"/>
                  </a:lnTo>
                  <a:lnTo>
                    <a:pt x="802650" y="118845"/>
                  </a:lnTo>
                  <a:lnTo>
                    <a:pt x="875618" y="129650"/>
                  </a:lnTo>
                  <a:lnTo>
                    <a:pt x="948586" y="140454"/>
                  </a:lnTo>
                  <a:lnTo>
                    <a:pt x="1021555" y="151258"/>
                  </a:lnTo>
                  <a:lnTo>
                    <a:pt x="1094523" y="162062"/>
                  </a:lnTo>
                  <a:lnTo>
                    <a:pt x="1167491" y="172866"/>
                  </a:lnTo>
                  <a:lnTo>
                    <a:pt x="1240459" y="183671"/>
                  </a:lnTo>
                  <a:lnTo>
                    <a:pt x="1313427" y="194475"/>
                  </a:lnTo>
                  <a:lnTo>
                    <a:pt x="1386396" y="205279"/>
                  </a:lnTo>
                  <a:lnTo>
                    <a:pt x="1459364" y="216083"/>
                  </a:lnTo>
                  <a:lnTo>
                    <a:pt x="1532332" y="226887"/>
                  </a:lnTo>
                  <a:lnTo>
                    <a:pt x="1605300" y="237691"/>
                  </a:lnTo>
                  <a:lnTo>
                    <a:pt x="1678268" y="248496"/>
                  </a:lnTo>
                  <a:lnTo>
                    <a:pt x="1751237" y="259300"/>
                  </a:lnTo>
                  <a:lnTo>
                    <a:pt x="1824205" y="270104"/>
                  </a:lnTo>
                  <a:lnTo>
                    <a:pt x="1897173" y="280908"/>
                  </a:lnTo>
                  <a:lnTo>
                    <a:pt x="1970141" y="291712"/>
                  </a:lnTo>
                  <a:lnTo>
                    <a:pt x="2043110" y="302516"/>
                  </a:lnTo>
                  <a:lnTo>
                    <a:pt x="2116078" y="313321"/>
                  </a:lnTo>
                  <a:lnTo>
                    <a:pt x="2189046" y="324125"/>
                  </a:lnTo>
                  <a:lnTo>
                    <a:pt x="2262014" y="334929"/>
                  </a:lnTo>
                  <a:lnTo>
                    <a:pt x="2334982" y="345733"/>
                  </a:lnTo>
                  <a:lnTo>
                    <a:pt x="2407951" y="356537"/>
                  </a:lnTo>
                  <a:lnTo>
                    <a:pt x="2480919" y="367342"/>
                  </a:lnTo>
                  <a:lnTo>
                    <a:pt x="2553887" y="378146"/>
                  </a:lnTo>
                  <a:lnTo>
                    <a:pt x="2626855" y="388950"/>
                  </a:lnTo>
                  <a:lnTo>
                    <a:pt x="2699823" y="399754"/>
                  </a:lnTo>
                  <a:lnTo>
                    <a:pt x="2772792" y="410558"/>
                  </a:lnTo>
                  <a:lnTo>
                    <a:pt x="2845760" y="421362"/>
                  </a:lnTo>
                  <a:lnTo>
                    <a:pt x="2918728" y="432167"/>
                  </a:lnTo>
                  <a:lnTo>
                    <a:pt x="2991696" y="442971"/>
                  </a:lnTo>
                  <a:lnTo>
                    <a:pt x="3064665" y="453775"/>
                  </a:lnTo>
                  <a:lnTo>
                    <a:pt x="3137633" y="464579"/>
                  </a:lnTo>
                  <a:lnTo>
                    <a:pt x="3210601" y="475383"/>
                  </a:lnTo>
                  <a:lnTo>
                    <a:pt x="3283569" y="486187"/>
                  </a:lnTo>
                  <a:lnTo>
                    <a:pt x="3356537" y="496992"/>
                  </a:lnTo>
                  <a:lnTo>
                    <a:pt x="3429506" y="507796"/>
                  </a:lnTo>
                  <a:lnTo>
                    <a:pt x="3502474" y="518600"/>
                  </a:lnTo>
                  <a:lnTo>
                    <a:pt x="3575442" y="529404"/>
                  </a:lnTo>
                  <a:lnTo>
                    <a:pt x="3648410" y="540208"/>
                  </a:lnTo>
                  <a:lnTo>
                    <a:pt x="3721379" y="551013"/>
                  </a:lnTo>
                  <a:lnTo>
                    <a:pt x="3794347" y="561817"/>
                  </a:lnTo>
                  <a:lnTo>
                    <a:pt x="3867315" y="572621"/>
                  </a:lnTo>
                  <a:lnTo>
                    <a:pt x="3940283" y="583425"/>
                  </a:lnTo>
                  <a:lnTo>
                    <a:pt x="4013251" y="594229"/>
                  </a:lnTo>
                  <a:lnTo>
                    <a:pt x="4086220" y="605033"/>
                  </a:lnTo>
                  <a:lnTo>
                    <a:pt x="4159188" y="615838"/>
                  </a:lnTo>
                  <a:lnTo>
                    <a:pt x="4232156" y="626642"/>
                  </a:lnTo>
                  <a:lnTo>
                    <a:pt x="4305124" y="637446"/>
                  </a:lnTo>
                  <a:lnTo>
                    <a:pt x="4378092" y="648250"/>
                  </a:lnTo>
                  <a:lnTo>
                    <a:pt x="4451061" y="659054"/>
                  </a:lnTo>
                  <a:lnTo>
                    <a:pt x="4524029" y="669858"/>
                  </a:lnTo>
                  <a:lnTo>
                    <a:pt x="4596997" y="680663"/>
                  </a:lnTo>
                  <a:lnTo>
                    <a:pt x="4669965" y="691467"/>
                  </a:lnTo>
                  <a:lnTo>
                    <a:pt x="4742934" y="702271"/>
                  </a:lnTo>
                  <a:lnTo>
                    <a:pt x="4815902" y="713075"/>
                  </a:lnTo>
                  <a:lnTo>
                    <a:pt x="4888870" y="723879"/>
                  </a:lnTo>
                  <a:lnTo>
                    <a:pt x="4961838" y="734684"/>
                  </a:lnTo>
                  <a:lnTo>
                    <a:pt x="5034806" y="745488"/>
                  </a:lnTo>
                  <a:lnTo>
                    <a:pt x="5107775" y="756292"/>
                  </a:lnTo>
                  <a:lnTo>
                    <a:pt x="5180743" y="767096"/>
                  </a:lnTo>
                  <a:lnTo>
                    <a:pt x="5253711" y="777900"/>
                  </a:lnTo>
                  <a:lnTo>
                    <a:pt x="5326679" y="788704"/>
                  </a:lnTo>
                  <a:lnTo>
                    <a:pt x="5399647" y="799509"/>
                  </a:lnTo>
                  <a:lnTo>
                    <a:pt x="5472616" y="810313"/>
                  </a:lnTo>
                  <a:lnTo>
                    <a:pt x="5545584" y="821117"/>
                  </a:lnTo>
                  <a:lnTo>
                    <a:pt x="5618552" y="831921"/>
                  </a:lnTo>
                  <a:lnTo>
                    <a:pt x="5691520" y="842725"/>
                  </a:lnTo>
                  <a:lnTo>
                    <a:pt x="5764489" y="853529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879697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tx117"/>
            <p:cNvSpPr/>
            <p:nvPr/>
          </p:nvSpPr>
          <p:spPr>
            <a:xfrm>
              <a:off x="692708" y="509947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38574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672021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95829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224456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844902" y="51395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l123"/>
            <p:cNvSpPr/>
            <p:nvPr/>
          </p:nvSpPr>
          <p:spPr>
            <a:xfrm>
              <a:off x="844902" y="442579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124"/>
            <p:cNvSpPr/>
            <p:nvPr/>
          </p:nvSpPr>
          <p:spPr>
            <a:xfrm>
              <a:off x="844902" y="371207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844902" y="299834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844902" y="228461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879697" y="5723142"/>
              <a:ext cx="6340937" cy="0"/>
            </a:xfrm>
            <a:custGeom>
              <a:avLst/>
              <a:gdLst/>
              <a:ahLst/>
              <a:cxnLst/>
              <a:rect l="0" t="0" r="0" b="0"/>
              <a:pathLst>
                <a:path w="6340937">
                  <a:moveTo>
                    <a:pt x="0" y="0"/>
                  </a:moveTo>
                  <a:lnTo>
                    <a:pt x="634093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284857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487582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690307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tx131"/>
            <p:cNvSpPr/>
            <p:nvPr/>
          </p:nvSpPr>
          <p:spPr>
            <a:xfrm>
              <a:off x="2739806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4767054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6794303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747545" y="5925448"/>
              <a:ext cx="60524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7" name="tx137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9" name="pt139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rc140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1" name="pt141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3" name="pt143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rc144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5" name="pt145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tx146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79697" y="1669789"/>
              <a:ext cx="3006821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(GF) vs Size at York River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278758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68571" y="458195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68571" y="466028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68571" y="491511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4914010" y="503262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4914010" y="526434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4914010" y="493631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5438340" y="491418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5438340" y="481588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5438340" y="496071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3812749" y="491213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3812749" y="49228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3812749" y="48731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6876534" y="490725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6876534" y="495262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6876534" y="499101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6849455" y="51820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6849455" y="525488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6849455" y="518340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5410782" y="54905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5410782" y="532901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5410782" y="543414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567280" y="51784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567280" y="516863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567280" y="524145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27274" y="4623740"/>
              <a:ext cx="5707962" cy="719194"/>
            </a:xfrm>
            <a:custGeom>
              <a:avLst/>
              <a:gdLst/>
              <a:ahLst/>
              <a:cxnLst/>
              <a:rect l="0" t="0" r="0" b="0"/>
              <a:pathLst>
                <a:path w="5707962" h="719194">
                  <a:moveTo>
                    <a:pt x="0" y="0"/>
                  </a:moveTo>
                  <a:lnTo>
                    <a:pt x="72252" y="8164"/>
                  </a:lnTo>
                  <a:lnTo>
                    <a:pt x="144505" y="16319"/>
                  </a:lnTo>
                  <a:lnTo>
                    <a:pt x="216758" y="24464"/>
                  </a:lnTo>
                  <a:lnTo>
                    <a:pt x="289010" y="32598"/>
                  </a:lnTo>
                  <a:lnTo>
                    <a:pt x="361263" y="40721"/>
                  </a:lnTo>
                  <a:lnTo>
                    <a:pt x="433516" y="48833"/>
                  </a:lnTo>
                  <a:lnTo>
                    <a:pt x="505768" y="56933"/>
                  </a:lnTo>
                  <a:lnTo>
                    <a:pt x="578021" y="65020"/>
                  </a:lnTo>
                  <a:lnTo>
                    <a:pt x="650274" y="73093"/>
                  </a:lnTo>
                  <a:lnTo>
                    <a:pt x="722526" y="81153"/>
                  </a:lnTo>
                  <a:lnTo>
                    <a:pt x="794779" y="89198"/>
                  </a:lnTo>
                  <a:lnTo>
                    <a:pt x="867032" y="97227"/>
                  </a:lnTo>
                  <a:lnTo>
                    <a:pt x="939284" y="105240"/>
                  </a:lnTo>
                  <a:lnTo>
                    <a:pt x="1011537" y="113235"/>
                  </a:lnTo>
                  <a:lnTo>
                    <a:pt x="1083790" y="121212"/>
                  </a:lnTo>
                  <a:lnTo>
                    <a:pt x="1156043" y="129170"/>
                  </a:lnTo>
                  <a:lnTo>
                    <a:pt x="1228295" y="137108"/>
                  </a:lnTo>
                  <a:lnTo>
                    <a:pt x="1300548" y="145024"/>
                  </a:lnTo>
                  <a:lnTo>
                    <a:pt x="1372801" y="152917"/>
                  </a:lnTo>
                  <a:lnTo>
                    <a:pt x="1445053" y="160787"/>
                  </a:lnTo>
                  <a:lnTo>
                    <a:pt x="1517306" y="168630"/>
                  </a:lnTo>
                  <a:lnTo>
                    <a:pt x="1589559" y="176447"/>
                  </a:lnTo>
                  <a:lnTo>
                    <a:pt x="1661811" y="184236"/>
                  </a:lnTo>
                  <a:lnTo>
                    <a:pt x="1734064" y="191994"/>
                  </a:lnTo>
                  <a:lnTo>
                    <a:pt x="1806317" y="199720"/>
                  </a:lnTo>
                  <a:lnTo>
                    <a:pt x="1878569" y="207411"/>
                  </a:lnTo>
                  <a:lnTo>
                    <a:pt x="1950822" y="215067"/>
                  </a:lnTo>
                  <a:lnTo>
                    <a:pt x="2023075" y="222684"/>
                  </a:lnTo>
                  <a:lnTo>
                    <a:pt x="2095328" y="230261"/>
                  </a:lnTo>
                  <a:lnTo>
                    <a:pt x="2167580" y="237794"/>
                  </a:lnTo>
                  <a:lnTo>
                    <a:pt x="2239833" y="245281"/>
                  </a:lnTo>
                  <a:lnTo>
                    <a:pt x="2312086" y="252719"/>
                  </a:lnTo>
                  <a:lnTo>
                    <a:pt x="2384338" y="260106"/>
                  </a:lnTo>
                  <a:lnTo>
                    <a:pt x="2456591" y="267437"/>
                  </a:lnTo>
                  <a:lnTo>
                    <a:pt x="2528844" y="274710"/>
                  </a:lnTo>
                  <a:lnTo>
                    <a:pt x="2601096" y="281920"/>
                  </a:lnTo>
                  <a:lnTo>
                    <a:pt x="2673349" y="289065"/>
                  </a:lnTo>
                  <a:lnTo>
                    <a:pt x="2745602" y="296140"/>
                  </a:lnTo>
                  <a:lnTo>
                    <a:pt x="2817854" y="303141"/>
                  </a:lnTo>
                  <a:lnTo>
                    <a:pt x="2890107" y="310064"/>
                  </a:lnTo>
                  <a:lnTo>
                    <a:pt x="2962360" y="316904"/>
                  </a:lnTo>
                  <a:lnTo>
                    <a:pt x="3034612" y="323658"/>
                  </a:lnTo>
                  <a:lnTo>
                    <a:pt x="3106865" y="330321"/>
                  </a:lnTo>
                  <a:lnTo>
                    <a:pt x="3179118" y="336888"/>
                  </a:lnTo>
                  <a:lnTo>
                    <a:pt x="3251371" y="343354"/>
                  </a:lnTo>
                  <a:lnTo>
                    <a:pt x="3323623" y="349716"/>
                  </a:lnTo>
                  <a:lnTo>
                    <a:pt x="3395876" y="355969"/>
                  </a:lnTo>
                  <a:lnTo>
                    <a:pt x="3468129" y="362109"/>
                  </a:lnTo>
                  <a:lnTo>
                    <a:pt x="3540381" y="368133"/>
                  </a:lnTo>
                  <a:lnTo>
                    <a:pt x="3612634" y="374036"/>
                  </a:lnTo>
                  <a:lnTo>
                    <a:pt x="3684887" y="379816"/>
                  </a:lnTo>
                  <a:lnTo>
                    <a:pt x="3757139" y="385471"/>
                  </a:lnTo>
                  <a:lnTo>
                    <a:pt x="3829392" y="390998"/>
                  </a:lnTo>
                  <a:lnTo>
                    <a:pt x="3901645" y="396396"/>
                  </a:lnTo>
                  <a:lnTo>
                    <a:pt x="3973897" y="401664"/>
                  </a:lnTo>
                  <a:lnTo>
                    <a:pt x="4046150" y="406801"/>
                  </a:lnTo>
                  <a:lnTo>
                    <a:pt x="4118403" y="411810"/>
                  </a:lnTo>
                  <a:lnTo>
                    <a:pt x="4190656" y="416689"/>
                  </a:lnTo>
                  <a:lnTo>
                    <a:pt x="4262908" y="421442"/>
                  </a:lnTo>
                  <a:lnTo>
                    <a:pt x="4335161" y="426069"/>
                  </a:lnTo>
                  <a:lnTo>
                    <a:pt x="4407414" y="430575"/>
                  </a:lnTo>
                  <a:lnTo>
                    <a:pt x="4479666" y="434962"/>
                  </a:lnTo>
                  <a:lnTo>
                    <a:pt x="4551919" y="439233"/>
                  </a:lnTo>
                  <a:lnTo>
                    <a:pt x="4624172" y="443393"/>
                  </a:lnTo>
                  <a:lnTo>
                    <a:pt x="4696424" y="447445"/>
                  </a:lnTo>
                  <a:lnTo>
                    <a:pt x="4768677" y="451395"/>
                  </a:lnTo>
                  <a:lnTo>
                    <a:pt x="4840930" y="455245"/>
                  </a:lnTo>
                  <a:lnTo>
                    <a:pt x="4913182" y="459002"/>
                  </a:lnTo>
                  <a:lnTo>
                    <a:pt x="4985435" y="462668"/>
                  </a:lnTo>
                  <a:lnTo>
                    <a:pt x="5057688" y="466250"/>
                  </a:lnTo>
                  <a:lnTo>
                    <a:pt x="5129941" y="469751"/>
                  </a:lnTo>
                  <a:lnTo>
                    <a:pt x="5202193" y="473175"/>
                  </a:lnTo>
                  <a:lnTo>
                    <a:pt x="5274446" y="476527"/>
                  </a:lnTo>
                  <a:lnTo>
                    <a:pt x="5346699" y="479810"/>
                  </a:lnTo>
                  <a:lnTo>
                    <a:pt x="5418951" y="483029"/>
                  </a:lnTo>
                  <a:lnTo>
                    <a:pt x="5491204" y="486187"/>
                  </a:lnTo>
                  <a:lnTo>
                    <a:pt x="5563457" y="489288"/>
                  </a:lnTo>
                  <a:lnTo>
                    <a:pt x="5635709" y="492334"/>
                  </a:lnTo>
                  <a:lnTo>
                    <a:pt x="5707962" y="495330"/>
                  </a:lnTo>
                  <a:lnTo>
                    <a:pt x="5707962" y="719194"/>
                  </a:lnTo>
                  <a:lnTo>
                    <a:pt x="5635709" y="711738"/>
                  </a:lnTo>
                  <a:lnTo>
                    <a:pt x="5563457" y="704333"/>
                  </a:lnTo>
                  <a:lnTo>
                    <a:pt x="5491204" y="696982"/>
                  </a:lnTo>
                  <a:lnTo>
                    <a:pt x="5418951" y="689688"/>
                  </a:lnTo>
                  <a:lnTo>
                    <a:pt x="5346699" y="682455"/>
                  </a:lnTo>
                  <a:lnTo>
                    <a:pt x="5274446" y="675287"/>
                  </a:lnTo>
                  <a:lnTo>
                    <a:pt x="5202193" y="668187"/>
                  </a:lnTo>
                  <a:lnTo>
                    <a:pt x="5129941" y="661159"/>
                  </a:lnTo>
                  <a:lnTo>
                    <a:pt x="5057688" y="654208"/>
                  </a:lnTo>
                  <a:lnTo>
                    <a:pt x="4985435" y="647338"/>
                  </a:lnTo>
                  <a:lnTo>
                    <a:pt x="4913182" y="640553"/>
                  </a:lnTo>
                  <a:lnTo>
                    <a:pt x="4840930" y="633858"/>
                  </a:lnTo>
                  <a:lnTo>
                    <a:pt x="4768677" y="627257"/>
                  </a:lnTo>
                  <a:lnTo>
                    <a:pt x="4696424" y="620754"/>
                  </a:lnTo>
                  <a:lnTo>
                    <a:pt x="4624172" y="614355"/>
                  </a:lnTo>
                  <a:lnTo>
                    <a:pt x="4551919" y="608063"/>
                  </a:lnTo>
                  <a:lnTo>
                    <a:pt x="4479666" y="601883"/>
                  </a:lnTo>
                  <a:lnTo>
                    <a:pt x="4407414" y="595817"/>
                  </a:lnTo>
                  <a:lnTo>
                    <a:pt x="4335161" y="589871"/>
                  </a:lnTo>
                  <a:lnTo>
                    <a:pt x="4262908" y="584047"/>
                  </a:lnTo>
                  <a:lnTo>
                    <a:pt x="4190656" y="578348"/>
                  </a:lnTo>
                  <a:lnTo>
                    <a:pt x="4118403" y="572776"/>
                  </a:lnTo>
                  <a:lnTo>
                    <a:pt x="4046150" y="567332"/>
                  </a:lnTo>
                  <a:lnTo>
                    <a:pt x="3973897" y="562018"/>
                  </a:lnTo>
                  <a:lnTo>
                    <a:pt x="3901645" y="556835"/>
                  </a:lnTo>
                  <a:lnTo>
                    <a:pt x="3829392" y="551781"/>
                  </a:lnTo>
                  <a:lnTo>
                    <a:pt x="3757139" y="546856"/>
                  </a:lnTo>
                  <a:lnTo>
                    <a:pt x="3684887" y="542059"/>
                  </a:lnTo>
                  <a:lnTo>
                    <a:pt x="3612634" y="537387"/>
                  </a:lnTo>
                  <a:lnTo>
                    <a:pt x="3540381" y="532839"/>
                  </a:lnTo>
                  <a:lnTo>
                    <a:pt x="3468129" y="528411"/>
                  </a:lnTo>
                  <a:lnTo>
                    <a:pt x="3395876" y="524099"/>
                  </a:lnTo>
                  <a:lnTo>
                    <a:pt x="3323623" y="519900"/>
                  </a:lnTo>
                  <a:lnTo>
                    <a:pt x="3251371" y="515810"/>
                  </a:lnTo>
                  <a:lnTo>
                    <a:pt x="3179118" y="511825"/>
                  </a:lnTo>
                  <a:lnTo>
                    <a:pt x="3106865" y="507940"/>
                  </a:lnTo>
                  <a:lnTo>
                    <a:pt x="3034612" y="504151"/>
                  </a:lnTo>
                  <a:lnTo>
                    <a:pt x="2962360" y="500453"/>
                  </a:lnTo>
                  <a:lnTo>
                    <a:pt x="2890107" y="496842"/>
                  </a:lnTo>
                  <a:lnTo>
                    <a:pt x="2817854" y="493313"/>
                  </a:lnTo>
                  <a:lnTo>
                    <a:pt x="2745602" y="489863"/>
                  </a:lnTo>
                  <a:lnTo>
                    <a:pt x="2673349" y="486486"/>
                  </a:lnTo>
                  <a:lnTo>
                    <a:pt x="2601096" y="483179"/>
                  </a:lnTo>
                  <a:lnTo>
                    <a:pt x="2528844" y="479937"/>
                  </a:lnTo>
                  <a:lnTo>
                    <a:pt x="2456591" y="476758"/>
                  </a:lnTo>
                  <a:lnTo>
                    <a:pt x="2384338" y="473638"/>
                  </a:lnTo>
                  <a:lnTo>
                    <a:pt x="2312086" y="470572"/>
                  </a:lnTo>
                  <a:lnTo>
                    <a:pt x="2239833" y="467559"/>
                  </a:lnTo>
                  <a:lnTo>
                    <a:pt x="2167580" y="464594"/>
                  </a:lnTo>
                  <a:lnTo>
                    <a:pt x="2095328" y="461676"/>
                  </a:lnTo>
                  <a:lnTo>
                    <a:pt x="2023075" y="458800"/>
                  </a:lnTo>
                  <a:lnTo>
                    <a:pt x="1950822" y="455966"/>
                  </a:lnTo>
                  <a:lnTo>
                    <a:pt x="1878569" y="453170"/>
                  </a:lnTo>
                  <a:lnTo>
                    <a:pt x="1806317" y="450410"/>
                  </a:lnTo>
                  <a:lnTo>
                    <a:pt x="1734064" y="447684"/>
                  </a:lnTo>
                  <a:lnTo>
                    <a:pt x="1661811" y="444990"/>
                  </a:lnTo>
                  <a:lnTo>
                    <a:pt x="1589559" y="442327"/>
                  </a:lnTo>
                  <a:lnTo>
                    <a:pt x="1517306" y="439692"/>
                  </a:lnTo>
                  <a:lnTo>
                    <a:pt x="1445053" y="437084"/>
                  </a:lnTo>
                  <a:lnTo>
                    <a:pt x="1372801" y="434502"/>
                  </a:lnTo>
                  <a:lnTo>
                    <a:pt x="1300548" y="431943"/>
                  </a:lnTo>
                  <a:lnTo>
                    <a:pt x="1228295" y="429408"/>
                  </a:lnTo>
                  <a:lnTo>
                    <a:pt x="1156043" y="426894"/>
                  </a:lnTo>
                  <a:lnTo>
                    <a:pt x="1083790" y="424400"/>
                  </a:lnTo>
                  <a:lnTo>
                    <a:pt x="1011537" y="421925"/>
                  </a:lnTo>
                  <a:lnTo>
                    <a:pt x="939284" y="419469"/>
                  </a:lnTo>
                  <a:lnTo>
                    <a:pt x="867032" y="417030"/>
                  </a:lnTo>
                  <a:lnTo>
                    <a:pt x="794779" y="414607"/>
                  </a:lnTo>
                  <a:lnTo>
                    <a:pt x="722526" y="412200"/>
                  </a:lnTo>
                  <a:lnTo>
                    <a:pt x="650274" y="409808"/>
                  </a:lnTo>
                  <a:lnTo>
                    <a:pt x="578021" y="407430"/>
                  </a:lnTo>
                  <a:lnTo>
                    <a:pt x="505768" y="405065"/>
                  </a:lnTo>
                  <a:lnTo>
                    <a:pt x="433516" y="402713"/>
                  </a:lnTo>
                  <a:lnTo>
                    <a:pt x="361263" y="400373"/>
                  </a:lnTo>
                  <a:lnTo>
                    <a:pt x="289010" y="398045"/>
                  </a:lnTo>
                  <a:lnTo>
                    <a:pt x="216758" y="395727"/>
                  </a:lnTo>
                  <a:lnTo>
                    <a:pt x="144505" y="393420"/>
                  </a:lnTo>
                  <a:lnTo>
                    <a:pt x="72252" y="391124"/>
                  </a:lnTo>
                  <a:lnTo>
                    <a:pt x="0" y="388836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27274" y="4623740"/>
              <a:ext cx="5707962" cy="495330"/>
            </a:xfrm>
            <a:custGeom>
              <a:avLst/>
              <a:gdLst/>
              <a:ahLst/>
              <a:cxnLst/>
              <a:rect l="0" t="0" r="0" b="0"/>
              <a:pathLst>
                <a:path w="5707962" h="495330">
                  <a:moveTo>
                    <a:pt x="0" y="0"/>
                  </a:moveTo>
                  <a:lnTo>
                    <a:pt x="72252" y="8164"/>
                  </a:lnTo>
                  <a:lnTo>
                    <a:pt x="144505" y="16319"/>
                  </a:lnTo>
                  <a:lnTo>
                    <a:pt x="216758" y="24464"/>
                  </a:lnTo>
                  <a:lnTo>
                    <a:pt x="289010" y="32598"/>
                  </a:lnTo>
                  <a:lnTo>
                    <a:pt x="361263" y="40721"/>
                  </a:lnTo>
                  <a:lnTo>
                    <a:pt x="433516" y="48833"/>
                  </a:lnTo>
                  <a:lnTo>
                    <a:pt x="505768" y="56933"/>
                  </a:lnTo>
                  <a:lnTo>
                    <a:pt x="578021" y="65020"/>
                  </a:lnTo>
                  <a:lnTo>
                    <a:pt x="650274" y="73093"/>
                  </a:lnTo>
                  <a:lnTo>
                    <a:pt x="722526" y="81153"/>
                  </a:lnTo>
                  <a:lnTo>
                    <a:pt x="794779" y="89198"/>
                  </a:lnTo>
                  <a:lnTo>
                    <a:pt x="867032" y="97227"/>
                  </a:lnTo>
                  <a:lnTo>
                    <a:pt x="939284" y="105240"/>
                  </a:lnTo>
                  <a:lnTo>
                    <a:pt x="1011537" y="113235"/>
                  </a:lnTo>
                  <a:lnTo>
                    <a:pt x="1083790" y="121212"/>
                  </a:lnTo>
                  <a:lnTo>
                    <a:pt x="1156043" y="129170"/>
                  </a:lnTo>
                  <a:lnTo>
                    <a:pt x="1228295" y="137108"/>
                  </a:lnTo>
                  <a:lnTo>
                    <a:pt x="1300548" y="145024"/>
                  </a:lnTo>
                  <a:lnTo>
                    <a:pt x="1372801" y="152917"/>
                  </a:lnTo>
                  <a:lnTo>
                    <a:pt x="1445053" y="160787"/>
                  </a:lnTo>
                  <a:lnTo>
                    <a:pt x="1517306" y="168630"/>
                  </a:lnTo>
                  <a:lnTo>
                    <a:pt x="1589559" y="176447"/>
                  </a:lnTo>
                  <a:lnTo>
                    <a:pt x="1661811" y="184236"/>
                  </a:lnTo>
                  <a:lnTo>
                    <a:pt x="1734064" y="191994"/>
                  </a:lnTo>
                  <a:lnTo>
                    <a:pt x="1806317" y="199720"/>
                  </a:lnTo>
                  <a:lnTo>
                    <a:pt x="1878569" y="207411"/>
                  </a:lnTo>
                  <a:lnTo>
                    <a:pt x="1950822" y="215067"/>
                  </a:lnTo>
                  <a:lnTo>
                    <a:pt x="2023075" y="222684"/>
                  </a:lnTo>
                  <a:lnTo>
                    <a:pt x="2095328" y="230261"/>
                  </a:lnTo>
                  <a:lnTo>
                    <a:pt x="2167580" y="237794"/>
                  </a:lnTo>
                  <a:lnTo>
                    <a:pt x="2239833" y="245281"/>
                  </a:lnTo>
                  <a:lnTo>
                    <a:pt x="2312086" y="252719"/>
                  </a:lnTo>
                  <a:lnTo>
                    <a:pt x="2384338" y="260106"/>
                  </a:lnTo>
                  <a:lnTo>
                    <a:pt x="2456591" y="267437"/>
                  </a:lnTo>
                  <a:lnTo>
                    <a:pt x="2528844" y="274710"/>
                  </a:lnTo>
                  <a:lnTo>
                    <a:pt x="2601096" y="281920"/>
                  </a:lnTo>
                  <a:lnTo>
                    <a:pt x="2673349" y="289065"/>
                  </a:lnTo>
                  <a:lnTo>
                    <a:pt x="2745602" y="296140"/>
                  </a:lnTo>
                  <a:lnTo>
                    <a:pt x="2817854" y="303141"/>
                  </a:lnTo>
                  <a:lnTo>
                    <a:pt x="2890107" y="310064"/>
                  </a:lnTo>
                  <a:lnTo>
                    <a:pt x="2962360" y="316904"/>
                  </a:lnTo>
                  <a:lnTo>
                    <a:pt x="3034612" y="323658"/>
                  </a:lnTo>
                  <a:lnTo>
                    <a:pt x="3106865" y="330321"/>
                  </a:lnTo>
                  <a:lnTo>
                    <a:pt x="3179118" y="336888"/>
                  </a:lnTo>
                  <a:lnTo>
                    <a:pt x="3251371" y="343354"/>
                  </a:lnTo>
                  <a:lnTo>
                    <a:pt x="3323623" y="349716"/>
                  </a:lnTo>
                  <a:lnTo>
                    <a:pt x="3395876" y="355969"/>
                  </a:lnTo>
                  <a:lnTo>
                    <a:pt x="3468129" y="362109"/>
                  </a:lnTo>
                  <a:lnTo>
                    <a:pt x="3540381" y="368133"/>
                  </a:lnTo>
                  <a:lnTo>
                    <a:pt x="3612634" y="374036"/>
                  </a:lnTo>
                  <a:lnTo>
                    <a:pt x="3684887" y="379816"/>
                  </a:lnTo>
                  <a:lnTo>
                    <a:pt x="3757139" y="385471"/>
                  </a:lnTo>
                  <a:lnTo>
                    <a:pt x="3829392" y="390998"/>
                  </a:lnTo>
                  <a:lnTo>
                    <a:pt x="3901645" y="396396"/>
                  </a:lnTo>
                  <a:lnTo>
                    <a:pt x="3973897" y="401664"/>
                  </a:lnTo>
                  <a:lnTo>
                    <a:pt x="4046150" y="406801"/>
                  </a:lnTo>
                  <a:lnTo>
                    <a:pt x="4118403" y="411810"/>
                  </a:lnTo>
                  <a:lnTo>
                    <a:pt x="4190656" y="416689"/>
                  </a:lnTo>
                  <a:lnTo>
                    <a:pt x="4262908" y="421442"/>
                  </a:lnTo>
                  <a:lnTo>
                    <a:pt x="4335161" y="426069"/>
                  </a:lnTo>
                  <a:lnTo>
                    <a:pt x="4407414" y="430575"/>
                  </a:lnTo>
                  <a:lnTo>
                    <a:pt x="4479666" y="434962"/>
                  </a:lnTo>
                  <a:lnTo>
                    <a:pt x="4551919" y="439233"/>
                  </a:lnTo>
                  <a:lnTo>
                    <a:pt x="4624172" y="443393"/>
                  </a:lnTo>
                  <a:lnTo>
                    <a:pt x="4696424" y="447445"/>
                  </a:lnTo>
                  <a:lnTo>
                    <a:pt x="4768677" y="451395"/>
                  </a:lnTo>
                  <a:lnTo>
                    <a:pt x="4840930" y="455245"/>
                  </a:lnTo>
                  <a:lnTo>
                    <a:pt x="4913182" y="459002"/>
                  </a:lnTo>
                  <a:lnTo>
                    <a:pt x="4985435" y="462668"/>
                  </a:lnTo>
                  <a:lnTo>
                    <a:pt x="5057688" y="466250"/>
                  </a:lnTo>
                  <a:lnTo>
                    <a:pt x="5129941" y="469751"/>
                  </a:lnTo>
                  <a:lnTo>
                    <a:pt x="5202193" y="473175"/>
                  </a:lnTo>
                  <a:lnTo>
                    <a:pt x="5274446" y="476527"/>
                  </a:lnTo>
                  <a:lnTo>
                    <a:pt x="5346699" y="479810"/>
                  </a:lnTo>
                  <a:lnTo>
                    <a:pt x="5418951" y="483029"/>
                  </a:lnTo>
                  <a:lnTo>
                    <a:pt x="5491204" y="486187"/>
                  </a:lnTo>
                  <a:lnTo>
                    <a:pt x="5563457" y="489288"/>
                  </a:lnTo>
                  <a:lnTo>
                    <a:pt x="5635709" y="492334"/>
                  </a:lnTo>
                  <a:lnTo>
                    <a:pt x="5707962" y="49533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27274" y="5012577"/>
              <a:ext cx="5707962" cy="330357"/>
            </a:xfrm>
            <a:custGeom>
              <a:avLst/>
              <a:gdLst/>
              <a:ahLst/>
              <a:cxnLst/>
              <a:rect l="0" t="0" r="0" b="0"/>
              <a:pathLst>
                <a:path w="5707962" h="330357">
                  <a:moveTo>
                    <a:pt x="5707962" y="330357"/>
                  </a:moveTo>
                  <a:lnTo>
                    <a:pt x="5635709" y="322901"/>
                  </a:lnTo>
                  <a:lnTo>
                    <a:pt x="5563457" y="315496"/>
                  </a:lnTo>
                  <a:lnTo>
                    <a:pt x="5491204" y="308145"/>
                  </a:lnTo>
                  <a:lnTo>
                    <a:pt x="5418951" y="300851"/>
                  </a:lnTo>
                  <a:lnTo>
                    <a:pt x="5346699" y="293619"/>
                  </a:lnTo>
                  <a:lnTo>
                    <a:pt x="5274446" y="286450"/>
                  </a:lnTo>
                  <a:lnTo>
                    <a:pt x="5202193" y="279350"/>
                  </a:lnTo>
                  <a:lnTo>
                    <a:pt x="5129941" y="272323"/>
                  </a:lnTo>
                  <a:lnTo>
                    <a:pt x="5057688" y="265372"/>
                  </a:lnTo>
                  <a:lnTo>
                    <a:pt x="4985435" y="258501"/>
                  </a:lnTo>
                  <a:lnTo>
                    <a:pt x="4913182" y="251716"/>
                  </a:lnTo>
                  <a:lnTo>
                    <a:pt x="4840930" y="245021"/>
                  </a:lnTo>
                  <a:lnTo>
                    <a:pt x="4768677" y="238420"/>
                  </a:lnTo>
                  <a:lnTo>
                    <a:pt x="4696424" y="231917"/>
                  </a:lnTo>
                  <a:lnTo>
                    <a:pt x="4624172" y="225518"/>
                  </a:lnTo>
                  <a:lnTo>
                    <a:pt x="4551919" y="219226"/>
                  </a:lnTo>
                  <a:lnTo>
                    <a:pt x="4479666" y="213046"/>
                  </a:lnTo>
                  <a:lnTo>
                    <a:pt x="4407414" y="206981"/>
                  </a:lnTo>
                  <a:lnTo>
                    <a:pt x="4335161" y="201035"/>
                  </a:lnTo>
                  <a:lnTo>
                    <a:pt x="4262908" y="195211"/>
                  </a:lnTo>
                  <a:lnTo>
                    <a:pt x="4190656" y="189511"/>
                  </a:lnTo>
                  <a:lnTo>
                    <a:pt x="4118403" y="183939"/>
                  </a:lnTo>
                  <a:lnTo>
                    <a:pt x="4046150" y="178496"/>
                  </a:lnTo>
                  <a:lnTo>
                    <a:pt x="3973897" y="173182"/>
                  </a:lnTo>
                  <a:lnTo>
                    <a:pt x="3901645" y="167998"/>
                  </a:lnTo>
                  <a:lnTo>
                    <a:pt x="3829392" y="162944"/>
                  </a:lnTo>
                  <a:lnTo>
                    <a:pt x="3757139" y="158019"/>
                  </a:lnTo>
                  <a:lnTo>
                    <a:pt x="3684887" y="153222"/>
                  </a:lnTo>
                  <a:lnTo>
                    <a:pt x="3612634" y="148551"/>
                  </a:lnTo>
                  <a:lnTo>
                    <a:pt x="3540381" y="144002"/>
                  </a:lnTo>
                  <a:lnTo>
                    <a:pt x="3468129" y="139574"/>
                  </a:lnTo>
                  <a:lnTo>
                    <a:pt x="3395876" y="135262"/>
                  </a:lnTo>
                  <a:lnTo>
                    <a:pt x="3323623" y="131064"/>
                  </a:lnTo>
                  <a:lnTo>
                    <a:pt x="3251371" y="126974"/>
                  </a:lnTo>
                  <a:lnTo>
                    <a:pt x="3179118" y="122988"/>
                  </a:lnTo>
                  <a:lnTo>
                    <a:pt x="3106865" y="119103"/>
                  </a:lnTo>
                  <a:lnTo>
                    <a:pt x="3034612" y="115314"/>
                  </a:lnTo>
                  <a:lnTo>
                    <a:pt x="2962360" y="111616"/>
                  </a:lnTo>
                  <a:lnTo>
                    <a:pt x="2890107" y="108005"/>
                  </a:lnTo>
                  <a:lnTo>
                    <a:pt x="2817854" y="104477"/>
                  </a:lnTo>
                  <a:lnTo>
                    <a:pt x="2745602" y="101026"/>
                  </a:lnTo>
                  <a:lnTo>
                    <a:pt x="2673349" y="97649"/>
                  </a:lnTo>
                  <a:lnTo>
                    <a:pt x="2601096" y="94342"/>
                  </a:lnTo>
                  <a:lnTo>
                    <a:pt x="2528844" y="91101"/>
                  </a:lnTo>
                  <a:lnTo>
                    <a:pt x="2456591" y="87922"/>
                  </a:lnTo>
                  <a:lnTo>
                    <a:pt x="2384338" y="84801"/>
                  </a:lnTo>
                  <a:lnTo>
                    <a:pt x="2312086" y="81736"/>
                  </a:lnTo>
                  <a:lnTo>
                    <a:pt x="2239833" y="78722"/>
                  </a:lnTo>
                  <a:lnTo>
                    <a:pt x="2167580" y="75758"/>
                  </a:lnTo>
                  <a:lnTo>
                    <a:pt x="2095328" y="72839"/>
                  </a:lnTo>
                  <a:lnTo>
                    <a:pt x="2023075" y="69964"/>
                  </a:lnTo>
                  <a:lnTo>
                    <a:pt x="1950822" y="67129"/>
                  </a:lnTo>
                  <a:lnTo>
                    <a:pt x="1878569" y="64333"/>
                  </a:lnTo>
                  <a:lnTo>
                    <a:pt x="1806317" y="61573"/>
                  </a:lnTo>
                  <a:lnTo>
                    <a:pt x="1734064" y="58847"/>
                  </a:lnTo>
                  <a:lnTo>
                    <a:pt x="1661811" y="56154"/>
                  </a:lnTo>
                  <a:lnTo>
                    <a:pt x="1589559" y="53490"/>
                  </a:lnTo>
                  <a:lnTo>
                    <a:pt x="1517306" y="50855"/>
                  </a:lnTo>
                  <a:lnTo>
                    <a:pt x="1445053" y="48247"/>
                  </a:lnTo>
                  <a:lnTo>
                    <a:pt x="1372801" y="45665"/>
                  </a:lnTo>
                  <a:lnTo>
                    <a:pt x="1300548" y="43107"/>
                  </a:lnTo>
                  <a:lnTo>
                    <a:pt x="1228295" y="40571"/>
                  </a:lnTo>
                  <a:lnTo>
                    <a:pt x="1156043" y="38057"/>
                  </a:lnTo>
                  <a:lnTo>
                    <a:pt x="1083790" y="35563"/>
                  </a:lnTo>
                  <a:lnTo>
                    <a:pt x="1011537" y="33088"/>
                  </a:lnTo>
                  <a:lnTo>
                    <a:pt x="939284" y="30632"/>
                  </a:lnTo>
                  <a:lnTo>
                    <a:pt x="867032" y="28193"/>
                  </a:lnTo>
                  <a:lnTo>
                    <a:pt x="794779" y="25771"/>
                  </a:lnTo>
                  <a:lnTo>
                    <a:pt x="722526" y="23364"/>
                  </a:lnTo>
                  <a:lnTo>
                    <a:pt x="650274" y="20971"/>
                  </a:lnTo>
                  <a:lnTo>
                    <a:pt x="578021" y="18593"/>
                  </a:lnTo>
                  <a:lnTo>
                    <a:pt x="505768" y="16228"/>
                  </a:lnTo>
                  <a:lnTo>
                    <a:pt x="433516" y="13876"/>
                  </a:lnTo>
                  <a:lnTo>
                    <a:pt x="361263" y="11536"/>
                  </a:lnTo>
                  <a:lnTo>
                    <a:pt x="289010" y="9208"/>
                  </a:lnTo>
                  <a:lnTo>
                    <a:pt x="216758" y="6891"/>
                  </a:lnTo>
                  <a:lnTo>
                    <a:pt x="144505" y="4584"/>
                  </a:lnTo>
                  <a:lnTo>
                    <a:pt x="72252" y="22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27274" y="4818158"/>
              <a:ext cx="5707962" cy="412844"/>
            </a:xfrm>
            <a:custGeom>
              <a:avLst/>
              <a:gdLst/>
              <a:ahLst/>
              <a:cxnLst/>
              <a:rect l="0" t="0" r="0" b="0"/>
              <a:pathLst>
                <a:path w="5707962" h="412844">
                  <a:moveTo>
                    <a:pt x="0" y="0"/>
                  </a:moveTo>
                  <a:lnTo>
                    <a:pt x="72252" y="5225"/>
                  </a:lnTo>
                  <a:lnTo>
                    <a:pt x="144505" y="10451"/>
                  </a:lnTo>
                  <a:lnTo>
                    <a:pt x="216758" y="15677"/>
                  </a:lnTo>
                  <a:lnTo>
                    <a:pt x="289010" y="20903"/>
                  </a:lnTo>
                  <a:lnTo>
                    <a:pt x="361263" y="26129"/>
                  </a:lnTo>
                  <a:lnTo>
                    <a:pt x="433516" y="31355"/>
                  </a:lnTo>
                  <a:lnTo>
                    <a:pt x="505768" y="36581"/>
                  </a:lnTo>
                  <a:lnTo>
                    <a:pt x="578021" y="41807"/>
                  </a:lnTo>
                  <a:lnTo>
                    <a:pt x="650274" y="47032"/>
                  </a:lnTo>
                  <a:lnTo>
                    <a:pt x="722526" y="52258"/>
                  </a:lnTo>
                  <a:lnTo>
                    <a:pt x="794779" y="57484"/>
                  </a:lnTo>
                  <a:lnTo>
                    <a:pt x="867032" y="62710"/>
                  </a:lnTo>
                  <a:lnTo>
                    <a:pt x="939284" y="67936"/>
                  </a:lnTo>
                  <a:lnTo>
                    <a:pt x="1011537" y="73162"/>
                  </a:lnTo>
                  <a:lnTo>
                    <a:pt x="1083790" y="78388"/>
                  </a:lnTo>
                  <a:lnTo>
                    <a:pt x="1156043" y="83614"/>
                  </a:lnTo>
                  <a:lnTo>
                    <a:pt x="1228295" y="88839"/>
                  </a:lnTo>
                  <a:lnTo>
                    <a:pt x="1300548" y="94065"/>
                  </a:lnTo>
                  <a:lnTo>
                    <a:pt x="1372801" y="99291"/>
                  </a:lnTo>
                  <a:lnTo>
                    <a:pt x="1445053" y="104517"/>
                  </a:lnTo>
                  <a:lnTo>
                    <a:pt x="1517306" y="109743"/>
                  </a:lnTo>
                  <a:lnTo>
                    <a:pt x="1589559" y="114969"/>
                  </a:lnTo>
                  <a:lnTo>
                    <a:pt x="1661811" y="120195"/>
                  </a:lnTo>
                  <a:lnTo>
                    <a:pt x="1734064" y="125421"/>
                  </a:lnTo>
                  <a:lnTo>
                    <a:pt x="1806317" y="130646"/>
                  </a:lnTo>
                  <a:lnTo>
                    <a:pt x="1878569" y="135872"/>
                  </a:lnTo>
                  <a:lnTo>
                    <a:pt x="1950822" y="141098"/>
                  </a:lnTo>
                  <a:lnTo>
                    <a:pt x="2023075" y="146324"/>
                  </a:lnTo>
                  <a:lnTo>
                    <a:pt x="2095328" y="151550"/>
                  </a:lnTo>
                  <a:lnTo>
                    <a:pt x="2167580" y="156776"/>
                  </a:lnTo>
                  <a:lnTo>
                    <a:pt x="2239833" y="162002"/>
                  </a:lnTo>
                  <a:lnTo>
                    <a:pt x="2312086" y="167228"/>
                  </a:lnTo>
                  <a:lnTo>
                    <a:pt x="2384338" y="172453"/>
                  </a:lnTo>
                  <a:lnTo>
                    <a:pt x="2456591" y="177679"/>
                  </a:lnTo>
                  <a:lnTo>
                    <a:pt x="2528844" y="182905"/>
                  </a:lnTo>
                  <a:lnTo>
                    <a:pt x="2601096" y="188131"/>
                  </a:lnTo>
                  <a:lnTo>
                    <a:pt x="2673349" y="193357"/>
                  </a:lnTo>
                  <a:lnTo>
                    <a:pt x="2745602" y="198583"/>
                  </a:lnTo>
                  <a:lnTo>
                    <a:pt x="2817854" y="203809"/>
                  </a:lnTo>
                  <a:lnTo>
                    <a:pt x="2890107" y="209035"/>
                  </a:lnTo>
                  <a:lnTo>
                    <a:pt x="2962360" y="214260"/>
                  </a:lnTo>
                  <a:lnTo>
                    <a:pt x="3034612" y="219486"/>
                  </a:lnTo>
                  <a:lnTo>
                    <a:pt x="3106865" y="224712"/>
                  </a:lnTo>
                  <a:lnTo>
                    <a:pt x="3179118" y="229938"/>
                  </a:lnTo>
                  <a:lnTo>
                    <a:pt x="3251371" y="235164"/>
                  </a:lnTo>
                  <a:lnTo>
                    <a:pt x="3323623" y="240390"/>
                  </a:lnTo>
                  <a:lnTo>
                    <a:pt x="3395876" y="245616"/>
                  </a:lnTo>
                  <a:lnTo>
                    <a:pt x="3468129" y="250842"/>
                  </a:lnTo>
                  <a:lnTo>
                    <a:pt x="3540381" y="256067"/>
                  </a:lnTo>
                  <a:lnTo>
                    <a:pt x="3612634" y="261293"/>
                  </a:lnTo>
                  <a:lnTo>
                    <a:pt x="3684887" y="266519"/>
                  </a:lnTo>
                  <a:lnTo>
                    <a:pt x="3757139" y="271745"/>
                  </a:lnTo>
                  <a:lnTo>
                    <a:pt x="3829392" y="276971"/>
                  </a:lnTo>
                  <a:lnTo>
                    <a:pt x="3901645" y="282197"/>
                  </a:lnTo>
                  <a:lnTo>
                    <a:pt x="3973897" y="287423"/>
                  </a:lnTo>
                  <a:lnTo>
                    <a:pt x="4046150" y="292649"/>
                  </a:lnTo>
                  <a:lnTo>
                    <a:pt x="4118403" y="297874"/>
                  </a:lnTo>
                  <a:lnTo>
                    <a:pt x="4190656" y="303100"/>
                  </a:lnTo>
                  <a:lnTo>
                    <a:pt x="4262908" y="308326"/>
                  </a:lnTo>
                  <a:lnTo>
                    <a:pt x="4335161" y="313552"/>
                  </a:lnTo>
                  <a:lnTo>
                    <a:pt x="4407414" y="318778"/>
                  </a:lnTo>
                  <a:lnTo>
                    <a:pt x="4479666" y="324004"/>
                  </a:lnTo>
                  <a:lnTo>
                    <a:pt x="4551919" y="329230"/>
                  </a:lnTo>
                  <a:lnTo>
                    <a:pt x="4624172" y="334456"/>
                  </a:lnTo>
                  <a:lnTo>
                    <a:pt x="4696424" y="339681"/>
                  </a:lnTo>
                  <a:lnTo>
                    <a:pt x="4768677" y="344907"/>
                  </a:lnTo>
                  <a:lnTo>
                    <a:pt x="4840930" y="350133"/>
                  </a:lnTo>
                  <a:lnTo>
                    <a:pt x="4913182" y="355359"/>
                  </a:lnTo>
                  <a:lnTo>
                    <a:pt x="4985435" y="360585"/>
                  </a:lnTo>
                  <a:lnTo>
                    <a:pt x="5057688" y="365811"/>
                  </a:lnTo>
                  <a:lnTo>
                    <a:pt x="5129941" y="371037"/>
                  </a:lnTo>
                  <a:lnTo>
                    <a:pt x="5202193" y="376263"/>
                  </a:lnTo>
                  <a:lnTo>
                    <a:pt x="5274446" y="381488"/>
                  </a:lnTo>
                  <a:lnTo>
                    <a:pt x="5346699" y="386714"/>
                  </a:lnTo>
                  <a:lnTo>
                    <a:pt x="5418951" y="391940"/>
                  </a:lnTo>
                  <a:lnTo>
                    <a:pt x="5491204" y="397166"/>
                  </a:lnTo>
                  <a:lnTo>
                    <a:pt x="5563457" y="402392"/>
                  </a:lnTo>
                  <a:lnTo>
                    <a:pt x="5635709" y="407618"/>
                  </a:lnTo>
                  <a:lnTo>
                    <a:pt x="5707962" y="412844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1168571" y="444185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1168571" y="47617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1168571" y="460111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4914010" y="474904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4914010" y="46432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4914010" y="467909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5438340" y="45737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5438340" y="451605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5438340" y="46328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3812749" y="467683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3812749" y="47155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3812749" y="469934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6876534" y="485157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6876534" y="467241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6876534" y="478494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6849455" y="50090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6849455" y="448859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6849455" y="484070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5410782" y="51158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5410782" y="516232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5410782" y="506293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6567280" y="49373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t56"/>
            <p:cNvSpPr/>
            <p:nvPr/>
          </p:nvSpPr>
          <p:spPr>
            <a:xfrm>
              <a:off x="6567280" y="522798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t57"/>
            <p:cNvSpPr/>
            <p:nvPr/>
          </p:nvSpPr>
          <p:spPr>
            <a:xfrm>
              <a:off x="6567280" y="494600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1227274" y="4445733"/>
              <a:ext cx="5707962" cy="598599"/>
            </a:xfrm>
            <a:custGeom>
              <a:avLst/>
              <a:gdLst/>
              <a:ahLst/>
              <a:cxnLst/>
              <a:rect l="0" t="0" r="0" b="0"/>
              <a:pathLst>
                <a:path w="5707962" h="598599">
                  <a:moveTo>
                    <a:pt x="0" y="0"/>
                  </a:moveTo>
                  <a:lnTo>
                    <a:pt x="72252" y="6569"/>
                  </a:lnTo>
                  <a:lnTo>
                    <a:pt x="144505" y="13128"/>
                  </a:lnTo>
                  <a:lnTo>
                    <a:pt x="216758" y="19676"/>
                  </a:lnTo>
                  <a:lnTo>
                    <a:pt x="289010" y="26213"/>
                  </a:lnTo>
                  <a:lnTo>
                    <a:pt x="361263" y="32738"/>
                  </a:lnTo>
                  <a:lnTo>
                    <a:pt x="433516" y="39250"/>
                  </a:lnTo>
                  <a:lnTo>
                    <a:pt x="505768" y="45750"/>
                  </a:lnTo>
                  <a:lnTo>
                    <a:pt x="578021" y="52236"/>
                  </a:lnTo>
                  <a:lnTo>
                    <a:pt x="650274" y="58708"/>
                  </a:lnTo>
                  <a:lnTo>
                    <a:pt x="722526" y="65164"/>
                  </a:lnTo>
                  <a:lnTo>
                    <a:pt x="794779" y="71605"/>
                  </a:lnTo>
                  <a:lnTo>
                    <a:pt x="867032" y="78029"/>
                  </a:lnTo>
                  <a:lnTo>
                    <a:pt x="939284" y="84435"/>
                  </a:lnTo>
                  <a:lnTo>
                    <a:pt x="1011537" y="90823"/>
                  </a:lnTo>
                  <a:lnTo>
                    <a:pt x="1083790" y="97191"/>
                  </a:lnTo>
                  <a:lnTo>
                    <a:pt x="1156043" y="103539"/>
                  </a:lnTo>
                  <a:lnTo>
                    <a:pt x="1228295" y="109865"/>
                  </a:lnTo>
                  <a:lnTo>
                    <a:pt x="1300548" y="116167"/>
                  </a:lnTo>
                  <a:lnTo>
                    <a:pt x="1372801" y="122446"/>
                  </a:lnTo>
                  <a:lnTo>
                    <a:pt x="1445053" y="128698"/>
                  </a:lnTo>
                  <a:lnTo>
                    <a:pt x="1517306" y="134923"/>
                  </a:lnTo>
                  <a:lnTo>
                    <a:pt x="1589559" y="141119"/>
                  </a:lnTo>
                  <a:lnTo>
                    <a:pt x="1661811" y="147285"/>
                  </a:lnTo>
                  <a:lnTo>
                    <a:pt x="1734064" y="153418"/>
                  </a:lnTo>
                  <a:lnTo>
                    <a:pt x="1806317" y="159517"/>
                  </a:lnTo>
                  <a:lnTo>
                    <a:pt x="1878569" y="165579"/>
                  </a:lnTo>
                  <a:lnTo>
                    <a:pt x="1950822" y="171602"/>
                  </a:lnTo>
                  <a:lnTo>
                    <a:pt x="2023075" y="177584"/>
                  </a:lnTo>
                  <a:lnTo>
                    <a:pt x="2095328" y="183522"/>
                  </a:lnTo>
                  <a:lnTo>
                    <a:pt x="2167580" y="189414"/>
                  </a:lnTo>
                  <a:lnTo>
                    <a:pt x="2239833" y="195256"/>
                  </a:lnTo>
                  <a:lnTo>
                    <a:pt x="2312086" y="201046"/>
                  </a:lnTo>
                  <a:lnTo>
                    <a:pt x="2384338" y="206780"/>
                  </a:lnTo>
                  <a:lnTo>
                    <a:pt x="2456591" y="212455"/>
                  </a:lnTo>
                  <a:lnTo>
                    <a:pt x="2528844" y="218067"/>
                  </a:lnTo>
                  <a:lnTo>
                    <a:pt x="2601096" y="223612"/>
                  </a:lnTo>
                  <a:lnTo>
                    <a:pt x="2673349" y="229087"/>
                  </a:lnTo>
                  <a:lnTo>
                    <a:pt x="2745602" y="234487"/>
                  </a:lnTo>
                  <a:lnTo>
                    <a:pt x="2817854" y="239808"/>
                  </a:lnTo>
                  <a:lnTo>
                    <a:pt x="2890107" y="245044"/>
                  </a:lnTo>
                  <a:lnTo>
                    <a:pt x="2962360" y="250193"/>
                  </a:lnTo>
                  <a:lnTo>
                    <a:pt x="3034612" y="255248"/>
                  </a:lnTo>
                  <a:lnTo>
                    <a:pt x="3106865" y="260206"/>
                  </a:lnTo>
                  <a:lnTo>
                    <a:pt x="3179118" y="265060"/>
                  </a:lnTo>
                  <a:lnTo>
                    <a:pt x="3251371" y="269807"/>
                  </a:lnTo>
                  <a:lnTo>
                    <a:pt x="3323623" y="274442"/>
                  </a:lnTo>
                  <a:lnTo>
                    <a:pt x="3395876" y="278960"/>
                  </a:lnTo>
                  <a:lnTo>
                    <a:pt x="3468129" y="283356"/>
                  </a:lnTo>
                  <a:lnTo>
                    <a:pt x="3540381" y="287628"/>
                  </a:lnTo>
                  <a:lnTo>
                    <a:pt x="3612634" y="291770"/>
                  </a:lnTo>
                  <a:lnTo>
                    <a:pt x="3684887" y="295781"/>
                  </a:lnTo>
                  <a:lnTo>
                    <a:pt x="3757139" y="299657"/>
                  </a:lnTo>
                  <a:lnTo>
                    <a:pt x="3829392" y="303395"/>
                  </a:lnTo>
                  <a:lnTo>
                    <a:pt x="3901645" y="306995"/>
                  </a:lnTo>
                  <a:lnTo>
                    <a:pt x="3973897" y="310456"/>
                  </a:lnTo>
                  <a:lnTo>
                    <a:pt x="4046150" y="313777"/>
                  </a:lnTo>
                  <a:lnTo>
                    <a:pt x="4118403" y="316959"/>
                  </a:lnTo>
                  <a:lnTo>
                    <a:pt x="4190656" y="320003"/>
                  </a:lnTo>
                  <a:lnTo>
                    <a:pt x="4262908" y="322910"/>
                  </a:lnTo>
                  <a:lnTo>
                    <a:pt x="4335161" y="325684"/>
                  </a:lnTo>
                  <a:lnTo>
                    <a:pt x="4407414" y="328327"/>
                  </a:lnTo>
                  <a:lnTo>
                    <a:pt x="4479666" y="330842"/>
                  </a:lnTo>
                  <a:lnTo>
                    <a:pt x="4551919" y="333233"/>
                  </a:lnTo>
                  <a:lnTo>
                    <a:pt x="4624172" y="335504"/>
                  </a:lnTo>
                  <a:lnTo>
                    <a:pt x="4696424" y="337660"/>
                  </a:lnTo>
                  <a:lnTo>
                    <a:pt x="4768677" y="339706"/>
                  </a:lnTo>
                  <a:lnTo>
                    <a:pt x="4840930" y="341645"/>
                  </a:lnTo>
                  <a:lnTo>
                    <a:pt x="4913182" y="343484"/>
                  </a:lnTo>
                  <a:lnTo>
                    <a:pt x="4985435" y="345226"/>
                  </a:lnTo>
                  <a:lnTo>
                    <a:pt x="5057688" y="346877"/>
                  </a:lnTo>
                  <a:lnTo>
                    <a:pt x="5129941" y="348441"/>
                  </a:lnTo>
                  <a:lnTo>
                    <a:pt x="5202193" y="349923"/>
                  </a:lnTo>
                  <a:lnTo>
                    <a:pt x="5274446" y="351327"/>
                  </a:lnTo>
                  <a:lnTo>
                    <a:pt x="5346699" y="352658"/>
                  </a:lnTo>
                  <a:lnTo>
                    <a:pt x="5418951" y="353920"/>
                  </a:lnTo>
                  <a:lnTo>
                    <a:pt x="5491204" y="355116"/>
                  </a:lnTo>
                  <a:lnTo>
                    <a:pt x="5563457" y="356251"/>
                  </a:lnTo>
                  <a:lnTo>
                    <a:pt x="5635709" y="357328"/>
                  </a:lnTo>
                  <a:lnTo>
                    <a:pt x="5707962" y="358350"/>
                  </a:lnTo>
                  <a:lnTo>
                    <a:pt x="5707962" y="598599"/>
                  </a:lnTo>
                  <a:lnTo>
                    <a:pt x="5635709" y="592790"/>
                  </a:lnTo>
                  <a:lnTo>
                    <a:pt x="5563457" y="587036"/>
                  </a:lnTo>
                  <a:lnTo>
                    <a:pt x="5491204" y="581340"/>
                  </a:lnTo>
                  <a:lnTo>
                    <a:pt x="5418951" y="575705"/>
                  </a:lnTo>
                  <a:lnTo>
                    <a:pt x="5346699" y="570136"/>
                  </a:lnTo>
                  <a:lnTo>
                    <a:pt x="5274446" y="564635"/>
                  </a:lnTo>
                  <a:lnTo>
                    <a:pt x="5202193" y="559209"/>
                  </a:lnTo>
                  <a:lnTo>
                    <a:pt x="5129941" y="553859"/>
                  </a:lnTo>
                  <a:lnTo>
                    <a:pt x="5057688" y="548593"/>
                  </a:lnTo>
                  <a:lnTo>
                    <a:pt x="4985435" y="543412"/>
                  </a:lnTo>
                  <a:lnTo>
                    <a:pt x="4913182" y="538324"/>
                  </a:lnTo>
                  <a:lnTo>
                    <a:pt x="4840930" y="533331"/>
                  </a:lnTo>
                  <a:lnTo>
                    <a:pt x="4768677" y="528440"/>
                  </a:lnTo>
                  <a:lnTo>
                    <a:pt x="4696424" y="523654"/>
                  </a:lnTo>
                  <a:lnTo>
                    <a:pt x="4624172" y="518979"/>
                  </a:lnTo>
                  <a:lnTo>
                    <a:pt x="4551919" y="514420"/>
                  </a:lnTo>
                  <a:lnTo>
                    <a:pt x="4479666" y="509980"/>
                  </a:lnTo>
                  <a:lnTo>
                    <a:pt x="4407414" y="505664"/>
                  </a:lnTo>
                  <a:lnTo>
                    <a:pt x="4335161" y="501475"/>
                  </a:lnTo>
                  <a:lnTo>
                    <a:pt x="4262908" y="497418"/>
                  </a:lnTo>
                  <a:lnTo>
                    <a:pt x="4190656" y="493494"/>
                  </a:lnTo>
                  <a:lnTo>
                    <a:pt x="4118403" y="489707"/>
                  </a:lnTo>
                  <a:lnTo>
                    <a:pt x="4046150" y="486058"/>
                  </a:lnTo>
                  <a:lnTo>
                    <a:pt x="3973897" y="482548"/>
                  </a:lnTo>
                  <a:lnTo>
                    <a:pt x="3901645" y="479177"/>
                  </a:lnTo>
                  <a:lnTo>
                    <a:pt x="3829392" y="475946"/>
                  </a:lnTo>
                  <a:lnTo>
                    <a:pt x="3757139" y="472854"/>
                  </a:lnTo>
                  <a:lnTo>
                    <a:pt x="3684887" y="469899"/>
                  </a:lnTo>
                  <a:lnTo>
                    <a:pt x="3612634" y="467078"/>
                  </a:lnTo>
                  <a:lnTo>
                    <a:pt x="3540381" y="464390"/>
                  </a:lnTo>
                  <a:lnTo>
                    <a:pt x="3468129" y="461830"/>
                  </a:lnTo>
                  <a:lnTo>
                    <a:pt x="3395876" y="459396"/>
                  </a:lnTo>
                  <a:lnTo>
                    <a:pt x="3323623" y="457082"/>
                  </a:lnTo>
                  <a:lnTo>
                    <a:pt x="3251371" y="454886"/>
                  </a:lnTo>
                  <a:lnTo>
                    <a:pt x="3179118" y="452802"/>
                  </a:lnTo>
                  <a:lnTo>
                    <a:pt x="3106865" y="450825"/>
                  </a:lnTo>
                  <a:lnTo>
                    <a:pt x="3034612" y="448952"/>
                  </a:lnTo>
                  <a:lnTo>
                    <a:pt x="2962360" y="447176"/>
                  </a:lnTo>
                  <a:lnTo>
                    <a:pt x="2890107" y="445493"/>
                  </a:lnTo>
                  <a:lnTo>
                    <a:pt x="2817854" y="443899"/>
                  </a:lnTo>
                  <a:lnTo>
                    <a:pt x="2745602" y="442389"/>
                  </a:lnTo>
                  <a:lnTo>
                    <a:pt x="2673349" y="440958"/>
                  </a:lnTo>
                  <a:lnTo>
                    <a:pt x="2601096" y="439601"/>
                  </a:lnTo>
                  <a:lnTo>
                    <a:pt x="2528844" y="438316"/>
                  </a:lnTo>
                  <a:lnTo>
                    <a:pt x="2456591" y="437097"/>
                  </a:lnTo>
                  <a:lnTo>
                    <a:pt x="2384338" y="435941"/>
                  </a:lnTo>
                  <a:lnTo>
                    <a:pt x="2312086" y="434844"/>
                  </a:lnTo>
                  <a:lnTo>
                    <a:pt x="2239833" y="433803"/>
                  </a:lnTo>
                  <a:lnTo>
                    <a:pt x="2167580" y="432814"/>
                  </a:lnTo>
                  <a:lnTo>
                    <a:pt x="2095328" y="431874"/>
                  </a:lnTo>
                  <a:lnTo>
                    <a:pt x="2023075" y="430982"/>
                  </a:lnTo>
                  <a:lnTo>
                    <a:pt x="1950822" y="430133"/>
                  </a:lnTo>
                  <a:lnTo>
                    <a:pt x="1878569" y="429325"/>
                  </a:lnTo>
                  <a:lnTo>
                    <a:pt x="1806317" y="428556"/>
                  </a:lnTo>
                  <a:lnTo>
                    <a:pt x="1734064" y="427823"/>
                  </a:lnTo>
                  <a:lnTo>
                    <a:pt x="1661811" y="427125"/>
                  </a:lnTo>
                  <a:lnTo>
                    <a:pt x="1589559" y="426460"/>
                  </a:lnTo>
                  <a:lnTo>
                    <a:pt x="1517306" y="425825"/>
                  </a:lnTo>
                  <a:lnTo>
                    <a:pt x="1445053" y="425219"/>
                  </a:lnTo>
                  <a:lnTo>
                    <a:pt x="1372801" y="424640"/>
                  </a:lnTo>
                  <a:lnTo>
                    <a:pt x="1300548" y="424087"/>
                  </a:lnTo>
                  <a:lnTo>
                    <a:pt x="1228295" y="423559"/>
                  </a:lnTo>
                  <a:lnTo>
                    <a:pt x="1156043" y="423054"/>
                  </a:lnTo>
                  <a:lnTo>
                    <a:pt x="1083790" y="422570"/>
                  </a:lnTo>
                  <a:lnTo>
                    <a:pt x="1011537" y="422107"/>
                  </a:lnTo>
                  <a:lnTo>
                    <a:pt x="939284" y="421664"/>
                  </a:lnTo>
                  <a:lnTo>
                    <a:pt x="867032" y="421239"/>
                  </a:lnTo>
                  <a:lnTo>
                    <a:pt x="794779" y="420832"/>
                  </a:lnTo>
                  <a:lnTo>
                    <a:pt x="722526" y="420442"/>
                  </a:lnTo>
                  <a:lnTo>
                    <a:pt x="650274" y="420067"/>
                  </a:lnTo>
                  <a:lnTo>
                    <a:pt x="578021" y="419708"/>
                  </a:lnTo>
                  <a:lnTo>
                    <a:pt x="505768" y="419363"/>
                  </a:lnTo>
                  <a:lnTo>
                    <a:pt x="433516" y="419032"/>
                  </a:lnTo>
                  <a:lnTo>
                    <a:pt x="361263" y="418713"/>
                  </a:lnTo>
                  <a:lnTo>
                    <a:pt x="289010" y="418407"/>
                  </a:lnTo>
                  <a:lnTo>
                    <a:pt x="216758" y="418113"/>
                  </a:lnTo>
                  <a:lnTo>
                    <a:pt x="144505" y="417830"/>
                  </a:lnTo>
                  <a:lnTo>
                    <a:pt x="72252" y="417558"/>
                  </a:lnTo>
                  <a:lnTo>
                    <a:pt x="0" y="417296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27274" y="4445733"/>
              <a:ext cx="5707962" cy="358350"/>
            </a:xfrm>
            <a:custGeom>
              <a:avLst/>
              <a:gdLst/>
              <a:ahLst/>
              <a:cxnLst/>
              <a:rect l="0" t="0" r="0" b="0"/>
              <a:pathLst>
                <a:path w="5707962" h="358350">
                  <a:moveTo>
                    <a:pt x="0" y="0"/>
                  </a:moveTo>
                  <a:lnTo>
                    <a:pt x="72252" y="6569"/>
                  </a:lnTo>
                  <a:lnTo>
                    <a:pt x="144505" y="13128"/>
                  </a:lnTo>
                  <a:lnTo>
                    <a:pt x="216758" y="19676"/>
                  </a:lnTo>
                  <a:lnTo>
                    <a:pt x="289010" y="26213"/>
                  </a:lnTo>
                  <a:lnTo>
                    <a:pt x="361263" y="32738"/>
                  </a:lnTo>
                  <a:lnTo>
                    <a:pt x="433516" y="39250"/>
                  </a:lnTo>
                  <a:lnTo>
                    <a:pt x="505768" y="45750"/>
                  </a:lnTo>
                  <a:lnTo>
                    <a:pt x="578021" y="52236"/>
                  </a:lnTo>
                  <a:lnTo>
                    <a:pt x="650274" y="58708"/>
                  </a:lnTo>
                  <a:lnTo>
                    <a:pt x="722526" y="65164"/>
                  </a:lnTo>
                  <a:lnTo>
                    <a:pt x="794779" y="71605"/>
                  </a:lnTo>
                  <a:lnTo>
                    <a:pt x="867032" y="78029"/>
                  </a:lnTo>
                  <a:lnTo>
                    <a:pt x="939284" y="84435"/>
                  </a:lnTo>
                  <a:lnTo>
                    <a:pt x="1011537" y="90823"/>
                  </a:lnTo>
                  <a:lnTo>
                    <a:pt x="1083790" y="97191"/>
                  </a:lnTo>
                  <a:lnTo>
                    <a:pt x="1156043" y="103539"/>
                  </a:lnTo>
                  <a:lnTo>
                    <a:pt x="1228295" y="109865"/>
                  </a:lnTo>
                  <a:lnTo>
                    <a:pt x="1300548" y="116167"/>
                  </a:lnTo>
                  <a:lnTo>
                    <a:pt x="1372801" y="122446"/>
                  </a:lnTo>
                  <a:lnTo>
                    <a:pt x="1445053" y="128698"/>
                  </a:lnTo>
                  <a:lnTo>
                    <a:pt x="1517306" y="134923"/>
                  </a:lnTo>
                  <a:lnTo>
                    <a:pt x="1589559" y="141119"/>
                  </a:lnTo>
                  <a:lnTo>
                    <a:pt x="1661811" y="147285"/>
                  </a:lnTo>
                  <a:lnTo>
                    <a:pt x="1734064" y="153418"/>
                  </a:lnTo>
                  <a:lnTo>
                    <a:pt x="1806317" y="159517"/>
                  </a:lnTo>
                  <a:lnTo>
                    <a:pt x="1878569" y="165579"/>
                  </a:lnTo>
                  <a:lnTo>
                    <a:pt x="1950822" y="171602"/>
                  </a:lnTo>
                  <a:lnTo>
                    <a:pt x="2023075" y="177584"/>
                  </a:lnTo>
                  <a:lnTo>
                    <a:pt x="2095328" y="183522"/>
                  </a:lnTo>
                  <a:lnTo>
                    <a:pt x="2167580" y="189414"/>
                  </a:lnTo>
                  <a:lnTo>
                    <a:pt x="2239833" y="195256"/>
                  </a:lnTo>
                  <a:lnTo>
                    <a:pt x="2312086" y="201046"/>
                  </a:lnTo>
                  <a:lnTo>
                    <a:pt x="2384338" y="206780"/>
                  </a:lnTo>
                  <a:lnTo>
                    <a:pt x="2456591" y="212455"/>
                  </a:lnTo>
                  <a:lnTo>
                    <a:pt x="2528844" y="218067"/>
                  </a:lnTo>
                  <a:lnTo>
                    <a:pt x="2601096" y="223612"/>
                  </a:lnTo>
                  <a:lnTo>
                    <a:pt x="2673349" y="229087"/>
                  </a:lnTo>
                  <a:lnTo>
                    <a:pt x="2745602" y="234487"/>
                  </a:lnTo>
                  <a:lnTo>
                    <a:pt x="2817854" y="239808"/>
                  </a:lnTo>
                  <a:lnTo>
                    <a:pt x="2890107" y="245044"/>
                  </a:lnTo>
                  <a:lnTo>
                    <a:pt x="2962360" y="250193"/>
                  </a:lnTo>
                  <a:lnTo>
                    <a:pt x="3034612" y="255248"/>
                  </a:lnTo>
                  <a:lnTo>
                    <a:pt x="3106865" y="260206"/>
                  </a:lnTo>
                  <a:lnTo>
                    <a:pt x="3179118" y="265060"/>
                  </a:lnTo>
                  <a:lnTo>
                    <a:pt x="3251371" y="269807"/>
                  </a:lnTo>
                  <a:lnTo>
                    <a:pt x="3323623" y="274442"/>
                  </a:lnTo>
                  <a:lnTo>
                    <a:pt x="3395876" y="278960"/>
                  </a:lnTo>
                  <a:lnTo>
                    <a:pt x="3468129" y="283356"/>
                  </a:lnTo>
                  <a:lnTo>
                    <a:pt x="3540381" y="287628"/>
                  </a:lnTo>
                  <a:lnTo>
                    <a:pt x="3612634" y="291770"/>
                  </a:lnTo>
                  <a:lnTo>
                    <a:pt x="3684887" y="295781"/>
                  </a:lnTo>
                  <a:lnTo>
                    <a:pt x="3757139" y="299657"/>
                  </a:lnTo>
                  <a:lnTo>
                    <a:pt x="3829392" y="303395"/>
                  </a:lnTo>
                  <a:lnTo>
                    <a:pt x="3901645" y="306995"/>
                  </a:lnTo>
                  <a:lnTo>
                    <a:pt x="3973897" y="310456"/>
                  </a:lnTo>
                  <a:lnTo>
                    <a:pt x="4046150" y="313777"/>
                  </a:lnTo>
                  <a:lnTo>
                    <a:pt x="4118403" y="316959"/>
                  </a:lnTo>
                  <a:lnTo>
                    <a:pt x="4190656" y="320003"/>
                  </a:lnTo>
                  <a:lnTo>
                    <a:pt x="4262908" y="322910"/>
                  </a:lnTo>
                  <a:lnTo>
                    <a:pt x="4335161" y="325684"/>
                  </a:lnTo>
                  <a:lnTo>
                    <a:pt x="4407414" y="328327"/>
                  </a:lnTo>
                  <a:lnTo>
                    <a:pt x="4479666" y="330842"/>
                  </a:lnTo>
                  <a:lnTo>
                    <a:pt x="4551919" y="333233"/>
                  </a:lnTo>
                  <a:lnTo>
                    <a:pt x="4624172" y="335504"/>
                  </a:lnTo>
                  <a:lnTo>
                    <a:pt x="4696424" y="337660"/>
                  </a:lnTo>
                  <a:lnTo>
                    <a:pt x="4768677" y="339706"/>
                  </a:lnTo>
                  <a:lnTo>
                    <a:pt x="4840930" y="341645"/>
                  </a:lnTo>
                  <a:lnTo>
                    <a:pt x="4913182" y="343484"/>
                  </a:lnTo>
                  <a:lnTo>
                    <a:pt x="4985435" y="345226"/>
                  </a:lnTo>
                  <a:lnTo>
                    <a:pt x="5057688" y="346877"/>
                  </a:lnTo>
                  <a:lnTo>
                    <a:pt x="5129941" y="348441"/>
                  </a:lnTo>
                  <a:lnTo>
                    <a:pt x="5202193" y="349923"/>
                  </a:lnTo>
                  <a:lnTo>
                    <a:pt x="5274446" y="351327"/>
                  </a:lnTo>
                  <a:lnTo>
                    <a:pt x="5346699" y="352658"/>
                  </a:lnTo>
                  <a:lnTo>
                    <a:pt x="5418951" y="353920"/>
                  </a:lnTo>
                  <a:lnTo>
                    <a:pt x="5491204" y="355116"/>
                  </a:lnTo>
                  <a:lnTo>
                    <a:pt x="5563457" y="356251"/>
                  </a:lnTo>
                  <a:lnTo>
                    <a:pt x="5635709" y="357328"/>
                  </a:lnTo>
                  <a:lnTo>
                    <a:pt x="5707962" y="35835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1227274" y="4863029"/>
              <a:ext cx="5707962" cy="181302"/>
            </a:xfrm>
            <a:custGeom>
              <a:avLst/>
              <a:gdLst/>
              <a:ahLst/>
              <a:cxnLst/>
              <a:rect l="0" t="0" r="0" b="0"/>
              <a:pathLst>
                <a:path w="5707962" h="181302">
                  <a:moveTo>
                    <a:pt x="5707962" y="181302"/>
                  </a:moveTo>
                  <a:lnTo>
                    <a:pt x="5635709" y="175494"/>
                  </a:lnTo>
                  <a:lnTo>
                    <a:pt x="5563457" y="169739"/>
                  </a:lnTo>
                  <a:lnTo>
                    <a:pt x="5491204" y="164043"/>
                  </a:lnTo>
                  <a:lnTo>
                    <a:pt x="5418951" y="158408"/>
                  </a:lnTo>
                  <a:lnTo>
                    <a:pt x="5346699" y="152839"/>
                  </a:lnTo>
                  <a:lnTo>
                    <a:pt x="5274446" y="147339"/>
                  </a:lnTo>
                  <a:lnTo>
                    <a:pt x="5202193" y="141912"/>
                  </a:lnTo>
                  <a:lnTo>
                    <a:pt x="5129941" y="136563"/>
                  </a:lnTo>
                  <a:lnTo>
                    <a:pt x="5057688" y="131296"/>
                  </a:lnTo>
                  <a:lnTo>
                    <a:pt x="4985435" y="126116"/>
                  </a:lnTo>
                  <a:lnTo>
                    <a:pt x="4913182" y="121027"/>
                  </a:lnTo>
                  <a:lnTo>
                    <a:pt x="4840930" y="116034"/>
                  </a:lnTo>
                  <a:lnTo>
                    <a:pt x="4768677" y="111143"/>
                  </a:lnTo>
                  <a:lnTo>
                    <a:pt x="4696424" y="106357"/>
                  </a:lnTo>
                  <a:lnTo>
                    <a:pt x="4624172" y="101683"/>
                  </a:lnTo>
                  <a:lnTo>
                    <a:pt x="4551919" y="97123"/>
                  </a:lnTo>
                  <a:lnTo>
                    <a:pt x="4479666" y="92683"/>
                  </a:lnTo>
                  <a:lnTo>
                    <a:pt x="4407414" y="88367"/>
                  </a:lnTo>
                  <a:lnTo>
                    <a:pt x="4335161" y="84178"/>
                  </a:lnTo>
                  <a:lnTo>
                    <a:pt x="4262908" y="80121"/>
                  </a:lnTo>
                  <a:lnTo>
                    <a:pt x="4190656" y="76197"/>
                  </a:lnTo>
                  <a:lnTo>
                    <a:pt x="4118403" y="72410"/>
                  </a:lnTo>
                  <a:lnTo>
                    <a:pt x="4046150" y="68761"/>
                  </a:lnTo>
                  <a:lnTo>
                    <a:pt x="3973897" y="65251"/>
                  </a:lnTo>
                  <a:lnTo>
                    <a:pt x="3901645" y="61881"/>
                  </a:lnTo>
                  <a:lnTo>
                    <a:pt x="3829392" y="58650"/>
                  </a:lnTo>
                  <a:lnTo>
                    <a:pt x="3757139" y="55557"/>
                  </a:lnTo>
                  <a:lnTo>
                    <a:pt x="3684887" y="52602"/>
                  </a:lnTo>
                  <a:lnTo>
                    <a:pt x="3612634" y="49781"/>
                  </a:lnTo>
                  <a:lnTo>
                    <a:pt x="3540381" y="47093"/>
                  </a:lnTo>
                  <a:lnTo>
                    <a:pt x="3468129" y="44533"/>
                  </a:lnTo>
                  <a:lnTo>
                    <a:pt x="3395876" y="42099"/>
                  </a:lnTo>
                  <a:lnTo>
                    <a:pt x="3323623" y="39786"/>
                  </a:lnTo>
                  <a:lnTo>
                    <a:pt x="3251371" y="37589"/>
                  </a:lnTo>
                  <a:lnTo>
                    <a:pt x="3179118" y="35505"/>
                  </a:lnTo>
                  <a:lnTo>
                    <a:pt x="3106865" y="33529"/>
                  </a:lnTo>
                  <a:lnTo>
                    <a:pt x="3034612" y="31655"/>
                  </a:lnTo>
                  <a:lnTo>
                    <a:pt x="2962360" y="29879"/>
                  </a:lnTo>
                  <a:lnTo>
                    <a:pt x="2890107" y="28197"/>
                  </a:lnTo>
                  <a:lnTo>
                    <a:pt x="2817854" y="26603"/>
                  </a:lnTo>
                  <a:lnTo>
                    <a:pt x="2745602" y="25092"/>
                  </a:lnTo>
                  <a:lnTo>
                    <a:pt x="2673349" y="23661"/>
                  </a:lnTo>
                  <a:lnTo>
                    <a:pt x="2601096" y="22305"/>
                  </a:lnTo>
                  <a:lnTo>
                    <a:pt x="2528844" y="21019"/>
                  </a:lnTo>
                  <a:lnTo>
                    <a:pt x="2456591" y="19800"/>
                  </a:lnTo>
                  <a:lnTo>
                    <a:pt x="2384338" y="18644"/>
                  </a:lnTo>
                  <a:lnTo>
                    <a:pt x="2312086" y="17547"/>
                  </a:lnTo>
                  <a:lnTo>
                    <a:pt x="2239833" y="16506"/>
                  </a:lnTo>
                  <a:lnTo>
                    <a:pt x="2167580" y="15517"/>
                  </a:lnTo>
                  <a:lnTo>
                    <a:pt x="2095328" y="14578"/>
                  </a:lnTo>
                  <a:lnTo>
                    <a:pt x="2023075" y="13685"/>
                  </a:lnTo>
                  <a:lnTo>
                    <a:pt x="1950822" y="12836"/>
                  </a:lnTo>
                  <a:lnTo>
                    <a:pt x="1878569" y="12028"/>
                  </a:lnTo>
                  <a:lnTo>
                    <a:pt x="1806317" y="11259"/>
                  </a:lnTo>
                  <a:lnTo>
                    <a:pt x="1734064" y="10526"/>
                  </a:lnTo>
                  <a:lnTo>
                    <a:pt x="1661811" y="9828"/>
                  </a:lnTo>
                  <a:lnTo>
                    <a:pt x="1589559" y="9163"/>
                  </a:lnTo>
                  <a:lnTo>
                    <a:pt x="1517306" y="8528"/>
                  </a:lnTo>
                  <a:lnTo>
                    <a:pt x="1445053" y="7922"/>
                  </a:lnTo>
                  <a:lnTo>
                    <a:pt x="1372801" y="7343"/>
                  </a:lnTo>
                  <a:lnTo>
                    <a:pt x="1300548" y="6791"/>
                  </a:lnTo>
                  <a:lnTo>
                    <a:pt x="1228295" y="6262"/>
                  </a:lnTo>
                  <a:lnTo>
                    <a:pt x="1156043" y="5757"/>
                  </a:lnTo>
                  <a:lnTo>
                    <a:pt x="1083790" y="5273"/>
                  </a:lnTo>
                  <a:lnTo>
                    <a:pt x="1011537" y="4811"/>
                  </a:lnTo>
                  <a:lnTo>
                    <a:pt x="939284" y="4367"/>
                  </a:lnTo>
                  <a:lnTo>
                    <a:pt x="867032" y="3943"/>
                  </a:lnTo>
                  <a:lnTo>
                    <a:pt x="794779" y="3536"/>
                  </a:lnTo>
                  <a:lnTo>
                    <a:pt x="722526" y="3145"/>
                  </a:lnTo>
                  <a:lnTo>
                    <a:pt x="650274" y="2771"/>
                  </a:lnTo>
                  <a:lnTo>
                    <a:pt x="578021" y="2411"/>
                  </a:lnTo>
                  <a:lnTo>
                    <a:pt x="505768" y="2066"/>
                  </a:lnTo>
                  <a:lnTo>
                    <a:pt x="433516" y="1735"/>
                  </a:lnTo>
                  <a:lnTo>
                    <a:pt x="361263" y="1417"/>
                  </a:lnTo>
                  <a:lnTo>
                    <a:pt x="289010" y="1111"/>
                  </a:lnTo>
                  <a:lnTo>
                    <a:pt x="216758" y="816"/>
                  </a:lnTo>
                  <a:lnTo>
                    <a:pt x="144505" y="534"/>
                  </a:lnTo>
                  <a:lnTo>
                    <a:pt x="72252" y="2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1227274" y="4654381"/>
              <a:ext cx="5707962" cy="269826"/>
            </a:xfrm>
            <a:custGeom>
              <a:avLst/>
              <a:gdLst/>
              <a:ahLst/>
              <a:cxnLst/>
              <a:rect l="0" t="0" r="0" b="0"/>
              <a:pathLst>
                <a:path w="5707962" h="269826">
                  <a:moveTo>
                    <a:pt x="0" y="0"/>
                  </a:moveTo>
                  <a:lnTo>
                    <a:pt x="72252" y="3415"/>
                  </a:lnTo>
                  <a:lnTo>
                    <a:pt x="144505" y="6831"/>
                  </a:lnTo>
                  <a:lnTo>
                    <a:pt x="216758" y="10246"/>
                  </a:lnTo>
                  <a:lnTo>
                    <a:pt x="289010" y="13662"/>
                  </a:lnTo>
                  <a:lnTo>
                    <a:pt x="361263" y="17077"/>
                  </a:lnTo>
                  <a:lnTo>
                    <a:pt x="433516" y="20493"/>
                  </a:lnTo>
                  <a:lnTo>
                    <a:pt x="505768" y="23908"/>
                  </a:lnTo>
                  <a:lnTo>
                    <a:pt x="578021" y="27324"/>
                  </a:lnTo>
                  <a:lnTo>
                    <a:pt x="650274" y="30739"/>
                  </a:lnTo>
                  <a:lnTo>
                    <a:pt x="722526" y="34155"/>
                  </a:lnTo>
                  <a:lnTo>
                    <a:pt x="794779" y="37570"/>
                  </a:lnTo>
                  <a:lnTo>
                    <a:pt x="867032" y="40986"/>
                  </a:lnTo>
                  <a:lnTo>
                    <a:pt x="939284" y="44401"/>
                  </a:lnTo>
                  <a:lnTo>
                    <a:pt x="1011537" y="47817"/>
                  </a:lnTo>
                  <a:lnTo>
                    <a:pt x="1083790" y="51232"/>
                  </a:lnTo>
                  <a:lnTo>
                    <a:pt x="1156043" y="54648"/>
                  </a:lnTo>
                  <a:lnTo>
                    <a:pt x="1228295" y="58063"/>
                  </a:lnTo>
                  <a:lnTo>
                    <a:pt x="1300548" y="61479"/>
                  </a:lnTo>
                  <a:lnTo>
                    <a:pt x="1372801" y="64895"/>
                  </a:lnTo>
                  <a:lnTo>
                    <a:pt x="1445053" y="68310"/>
                  </a:lnTo>
                  <a:lnTo>
                    <a:pt x="1517306" y="71726"/>
                  </a:lnTo>
                  <a:lnTo>
                    <a:pt x="1589559" y="75141"/>
                  </a:lnTo>
                  <a:lnTo>
                    <a:pt x="1661811" y="78557"/>
                  </a:lnTo>
                  <a:lnTo>
                    <a:pt x="1734064" y="81972"/>
                  </a:lnTo>
                  <a:lnTo>
                    <a:pt x="1806317" y="85388"/>
                  </a:lnTo>
                  <a:lnTo>
                    <a:pt x="1878569" y="88803"/>
                  </a:lnTo>
                  <a:lnTo>
                    <a:pt x="1950822" y="92219"/>
                  </a:lnTo>
                  <a:lnTo>
                    <a:pt x="2023075" y="95634"/>
                  </a:lnTo>
                  <a:lnTo>
                    <a:pt x="2095328" y="99050"/>
                  </a:lnTo>
                  <a:lnTo>
                    <a:pt x="2167580" y="102465"/>
                  </a:lnTo>
                  <a:lnTo>
                    <a:pt x="2239833" y="105881"/>
                  </a:lnTo>
                  <a:lnTo>
                    <a:pt x="2312086" y="109296"/>
                  </a:lnTo>
                  <a:lnTo>
                    <a:pt x="2384338" y="112712"/>
                  </a:lnTo>
                  <a:lnTo>
                    <a:pt x="2456591" y="116127"/>
                  </a:lnTo>
                  <a:lnTo>
                    <a:pt x="2528844" y="119543"/>
                  </a:lnTo>
                  <a:lnTo>
                    <a:pt x="2601096" y="122959"/>
                  </a:lnTo>
                  <a:lnTo>
                    <a:pt x="2673349" y="126374"/>
                  </a:lnTo>
                  <a:lnTo>
                    <a:pt x="2745602" y="129790"/>
                  </a:lnTo>
                  <a:lnTo>
                    <a:pt x="2817854" y="133205"/>
                  </a:lnTo>
                  <a:lnTo>
                    <a:pt x="2890107" y="136621"/>
                  </a:lnTo>
                  <a:lnTo>
                    <a:pt x="2962360" y="140036"/>
                  </a:lnTo>
                  <a:lnTo>
                    <a:pt x="3034612" y="143452"/>
                  </a:lnTo>
                  <a:lnTo>
                    <a:pt x="3106865" y="146867"/>
                  </a:lnTo>
                  <a:lnTo>
                    <a:pt x="3179118" y="150283"/>
                  </a:lnTo>
                  <a:lnTo>
                    <a:pt x="3251371" y="153698"/>
                  </a:lnTo>
                  <a:lnTo>
                    <a:pt x="3323623" y="157114"/>
                  </a:lnTo>
                  <a:lnTo>
                    <a:pt x="3395876" y="160529"/>
                  </a:lnTo>
                  <a:lnTo>
                    <a:pt x="3468129" y="163945"/>
                  </a:lnTo>
                  <a:lnTo>
                    <a:pt x="3540381" y="167360"/>
                  </a:lnTo>
                  <a:lnTo>
                    <a:pt x="3612634" y="170776"/>
                  </a:lnTo>
                  <a:lnTo>
                    <a:pt x="3684887" y="174191"/>
                  </a:lnTo>
                  <a:lnTo>
                    <a:pt x="3757139" y="177607"/>
                  </a:lnTo>
                  <a:lnTo>
                    <a:pt x="3829392" y="181023"/>
                  </a:lnTo>
                  <a:lnTo>
                    <a:pt x="3901645" y="184438"/>
                  </a:lnTo>
                  <a:lnTo>
                    <a:pt x="3973897" y="187854"/>
                  </a:lnTo>
                  <a:lnTo>
                    <a:pt x="4046150" y="191269"/>
                  </a:lnTo>
                  <a:lnTo>
                    <a:pt x="4118403" y="194685"/>
                  </a:lnTo>
                  <a:lnTo>
                    <a:pt x="4190656" y="198100"/>
                  </a:lnTo>
                  <a:lnTo>
                    <a:pt x="4262908" y="201516"/>
                  </a:lnTo>
                  <a:lnTo>
                    <a:pt x="4335161" y="204931"/>
                  </a:lnTo>
                  <a:lnTo>
                    <a:pt x="4407414" y="208347"/>
                  </a:lnTo>
                  <a:lnTo>
                    <a:pt x="4479666" y="211762"/>
                  </a:lnTo>
                  <a:lnTo>
                    <a:pt x="4551919" y="215178"/>
                  </a:lnTo>
                  <a:lnTo>
                    <a:pt x="4624172" y="218593"/>
                  </a:lnTo>
                  <a:lnTo>
                    <a:pt x="4696424" y="222009"/>
                  </a:lnTo>
                  <a:lnTo>
                    <a:pt x="4768677" y="225424"/>
                  </a:lnTo>
                  <a:lnTo>
                    <a:pt x="4840930" y="228840"/>
                  </a:lnTo>
                  <a:lnTo>
                    <a:pt x="4913182" y="232255"/>
                  </a:lnTo>
                  <a:lnTo>
                    <a:pt x="4985435" y="235671"/>
                  </a:lnTo>
                  <a:lnTo>
                    <a:pt x="5057688" y="239086"/>
                  </a:lnTo>
                  <a:lnTo>
                    <a:pt x="5129941" y="242502"/>
                  </a:lnTo>
                  <a:lnTo>
                    <a:pt x="5202193" y="245918"/>
                  </a:lnTo>
                  <a:lnTo>
                    <a:pt x="5274446" y="249333"/>
                  </a:lnTo>
                  <a:lnTo>
                    <a:pt x="5346699" y="252749"/>
                  </a:lnTo>
                  <a:lnTo>
                    <a:pt x="5418951" y="256164"/>
                  </a:lnTo>
                  <a:lnTo>
                    <a:pt x="5491204" y="259580"/>
                  </a:lnTo>
                  <a:lnTo>
                    <a:pt x="5563457" y="262995"/>
                  </a:lnTo>
                  <a:lnTo>
                    <a:pt x="5635709" y="266411"/>
                  </a:lnTo>
                  <a:lnTo>
                    <a:pt x="5707962" y="269826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t62"/>
            <p:cNvSpPr/>
            <p:nvPr/>
          </p:nvSpPr>
          <p:spPr>
            <a:xfrm>
              <a:off x="1168571" y="312043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t63"/>
            <p:cNvSpPr/>
            <p:nvPr/>
          </p:nvSpPr>
          <p:spPr>
            <a:xfrm>
              <a:off x="1168571" y="344689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t64"/>
            <p:cNvSpPr/>
            <p:nvPr/>
          </p:nvSpPr>
          <p:spPr>
            <a:xfrm>
              <a:off x="1168571" y="297796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t65"/>
            <p:cNvSpPr/>
            <p:nvPr/>
          </p:nvSpPr>
          <p:spPr>
            <a:xfrm>
              <a:off x="4914010" y="36896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t66"/>
            <p:cNvSpPr/>
            <p:nvPr/>
          </p:nvSpPr>
          <p:spPr>
            <a:xfrm>
              <a:off x="4914010" y="32134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t67"/>
            <p:cNvSpPr/>
            <p:nvPr/>
          </p:nvSpPr>
          <p:spPr>
            <a:xfrm>
              <a:off x="4914010" y="368349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t68"/>
            <p:cNvSpPr/>
            <p:nvPr/>
          </p:nvSpPr>
          <p:spPr>
            <a:xfrm>
              <a:off x="5438340" y="37791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t69"/>
            <p:cNvSpPr/>
            <p:nvPr/>
          </p:nvSpPr>
          <p:spPr>
            <a:xfrm>
              <a:off x="5438340" y="363201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t70"/>
            <p:cNvSpPr/>
            <p:nvPr/>
          </p:nvSpPr>
          <p:spPr>
            <a:xfrm>
              <a:off x="5438340" y="35244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t71"/>
            <p:cNvSpPr/>
            <p:nvPr/>
          </p:nvSpPr>
          <p:spPr>
            <a:xfrm>
              <a:off x="3812749" y="268777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t72"/>
            <p:cNvSpPr/>
            <p:nvPr/>
          </p:nvSpPr>
          <p:spPr>
            <a:xfrm>
              <a:off x="3812749" y="351249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t73"/>
            <p:cNvSpPr/>
            <p:nvPr/>
          </p:nvSpPr>
          <p:spPr>
            <a:xfrm>
              <a:off x="3812749" y="33415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t74"/>
            <p:cNvSpPr/>
            <p:nvPr/>
          </p:nvSpPr>
          <p:spPr>
            <a:xfrm>
              <a:off x="6876534" y="37464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t75"/>
            <p:cNvSpPr/>
            <p:nvPr/>
          </p:nvSpPr>
          <p:spPr>
            <a:xfrm>
              <a:off x="6876534" y="442016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t76"/>
            <p:cNvSpPr/>
            <p:nvPr/>
          </p:nvSpPr>
          <p:spPr>
            <a:xfrm>
              <a:off x="6876534" y="383732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t77"/>
            <p:cNvSpPr/>
            <p:nvPr/>
          </p:nvSpPr>
          <p:spPr>
            <a:xfrm>
              <a:off x="6849455" y="368020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t78"/>
            <p:cNvSpPr/>
            <p:nvPr/>
          </p:nvSpPr>
          <p:spPr>
            <a:xfrm>
              <a:off x="6849455" y="389248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t79"/>
            <p:cNvSpPr/>
            <p:nvPr/>
          </p:nvSpPr>
          <p:spPr>
            <a:xfrm>
              <a:off x="6849455" y="405049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t80"/>
            <p:cNvSpPr/>
            <p:nvPr/>
          </p:nvSpPr>
          <p:spPr>
            <a:xfrm>
              <a:off x="5410782" y="496578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t81"/>
            <p:cNvSpPr/>
            <p:nvPr/>
          </p:nvSpPr>
          <p:spPr>
            <a:xfrm>
              <a:off x="5410782" y="454756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t82"/>
            <p:cNvSpPr/>
            <p:nvPr/>
          </p:nvSpPr>
          <p:spPr>
            <a:xfrm>
              <a:off x="5410782" y="52460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6567280" y="44152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t84"/>
            <p:cNvSpPr/>
            <p:nvPr/>
          </p:nvSpPr>
          <p:spPr>
            <a:xfrm>
              <a:off x="6567280" y="430286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6567280" y="48687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1227274" y="2574971"/>
              <a:ext cx="5707962" cy="2007396"/>
            </a:xfrm>
            <a:custGeom>
              <a:avLst/>
              <a:gdLst/>
              <a:ahLst/>
              <a:cxnLst/>
              <a:rect l="0" t="0" r="0" b="0"/>
              <a:pathLst>
                <a:path w="5707962" h="2007396">
                  <a:moveTo>
                    <a:pt x="0" y="0"/>
                  </a:moveTo>
                  <a:lnTo>
                    <a:pt x="72252" y="22737"/>
                  </a:lnTo>
                  <a:lnTo>
                    <a:pt x="144505" y="45447"/>
                  </a:lnTo>
                  <a:lnTo>
                    <a:pt x="216758" y="68129"/>
                  </a:lnTo>
                  <a:lnTo>
                    <a:pt x="289010" y="90780"/>
                  </a:lnTo>
                  <a:lnTo>
                    <a:pt x="361263" y="113401"/>
                  </a:lnTo>
                  <a:lnTo>
                    <a:pt x="433516" y="135988"/>
                  </a:lnTo>
                  <a:lnTo>
                    <a:pt x="505768" y="158542"/>
                  </a:lnTo>
                  <a:lnTo>
                    <a:pt x="578021" y="181058"/>
                  </a:lnTo>
                  <a:lnTo>
                    <a:pt x="650274" y="203537"/>
                  </a:lnTo>
                  <a:lnTo>
                    <a:pt x="722526" y="225976"/>
                  </a:lnTo>
                  <a:lnTo>
                    <a:pt x="794779" y="248373"/>
                  </a:lnTo>
                  <a:lnTo>
                    <a:pt x="867032" y="270725"/>
                  </a:lnTo>
                  <a:lnTo>
                    <a:pt x="939284" y="293031"/>
                  </a:lnTo>
                  <a:lnTo>
                    <a:pt x="1011537" y="315288"/>
                  </a:lnTo>
                  <a:lnTo>
                    <a:pt x="1083790" y="337492"/>
                  </a:lnTo>
                  <a:lnTo>
                    <a:pt x="1156043" y="359642"/>
                  </a:lnTo>
                  <a:lnTo>
                    <a:pt x="1228295" y="381734"/>
                  </a:lnTo>
                  <a:lnTo>
                    <a:pt x="1300548" y="403765"/>
                  </a:lnTo>
                  <a:lnTo>
                    <a:pt x="1372801" y="425731"/>
                  </a:lnTo>
                  <a:lnTo>
                    <a:pt x="1445053" y="447628"/>
                  </a:lnTo>
                  <a:lnTo>
                    <a:pt x="1517306" y="469453"/>
                  </a:lnTo>
                  <a:lnTo>
                    <a:pt x="1589559" y="491202"/>
                  </a:lnTo>
                  <a:lnTo>
                    <a:pt x="1661811" y="512869"/>
                  </a:lnTo>
                  <a:lnTo>
                    <a:pt x="1734064" y="534450"/>
                  </a:lnTo>
                  <a:lnTo>
                    <a:pt x="1806317" y="555939"/>
                  </a:lnTo>
                  <a:lnTo>
                    <a:pt x="1878569" y="577332"/>
                  </a:lnTo>
                  <a:lnTo>
                    <a:pt x="1950822" y="598622"/>
                  </a:lnTo>
                  <a:lnTo>
                    <a:pt x="2023075" y="619802"/>
                  </a:lnTo>
                  <a:lnTo>
                    <a:pt x="2095328" y="640866"/>
                  </a:lnTo>
                  <a:lnTo>
                    <a:pt x="2167580" y="661807"/>
                  </a:lnTo>
                  <a:lnTo>
                    <a:pt x="2239833" y="682618"/>
                  </a:lnTo>
                  <a:lnTo>
                    <a:pt x="2312086" y="703289"/>
                  </a:lnTo>
                  <a:lnTo>
                    <a:pt x="2384338" y="723812"/>
                  </a:lnTo>
                  <a:lnTo>
                    <a:pt x="2456591" y="744178"/>
                  </a:lnTo>
                  <a:lnTo>
                    <a:pt x="2528844" y="764378"/>
                  </a:lnTo>
                  <a:lnTo>
                    <a:pt x="2601096" y="784401"/>
                  </a:lnTo>
                  <a:lnTo>
                    <a:pt x="2673349" y="804237"/>
                  </a:lnTo>
                  <a:lnTo>
                    <a:pt x="2745602" y="823874"/>
                  </a:lnTo>
                  <a:lnTo>
                    <a:pt x="2817854" y="843301"/>
                  </a:lnTo>
                  <a:lnTo>
                    <a:pt x="2890107" y="862506"/>
                  </a:lnTo>
                  <a:lnTo>
                    <a:pt x="2962360" y="881476"/>
                  </a:lnTo>
                  <a:lnTo>
                    <a:pt x="3034612" y="900200"/>
                  </a:lnTo>
                  <a:lnTo>
                    <a:pt x="3106865" y="918664"/>
                  </a:lnTo>
                  <a:lnTo>
                    <a:pt x="3179118" y="936855"/>
                  </a:lnTo>
                  <a:lnTo>
                    <a:pt x="3251371" y="954761"/>
                  </a:lnTo>
                  <a:lnTo>
                    <a:pt x="3323623" y="972369"/>
                  </a:lnTo>
                  <a:lnTo>
                    <a:pt x="3395876" y="989668"/>
                  </a:lnTo>
                  <a:lnTo>
                    <a:pt x="3468129" y="1006645"/>
                  </a:lnTo>
                  <a:lnTo>
                    <a:pt x="3540381" y="1023290"/>
                  </a:lnTo>
                  <a:lnTo>
                    <a:pt x="3612634" y="1039594"/>
                  </a:lnTo>
                  <a:lnTo>
                    <a:pt x="3684887" y="1055547"/>
                  </a:lnTo>
                  <a:lnTo>
                    <a:pt x="3757139" y="1071143"/>
                  </a:lnTo>
                  <a:lnTo>
                    <a:pt x="3829392" y="1086375"/>
                  </a:lnTo>
                  <a:lnTo>
                    <a:pt x="3901645" y="1101240"/>
                  </a:lnTo>
                  <a:lnTo>
                    <a:pt x="3973897" y="1115736"/>
                  </a:lnTo>
                  <a:lnTo>
                    <a:pt x="4046150" y="1129861"/>
                  </a:lnTo>
                  <a:lnTo>
                    <a:pt x="4118403" y="1143617"/>
                  </a:lnTo>
                  <a:lnTo>
                    <a:pt x="4190656" y="1157008"/>
                  </a:lnTo>
                  <a:lnTo>
                    <a:pt x="4262908" y="1170037"/>
                  </a:lnTo>
                  <a:lnTo>
                    <a:pt x="4335161" y="1182710"/>
                  </a:lnTo>
                  <a:lnTo>
                    <a:pt x="4407414" y="1195037"/>
                  </a:lnTo>
                  <a:lnTo>
                    <a:pt x="4479666" y="1207025"/>
                  </a:lnTo>
                  <a:lnTo>
                    <a:pt x="4551919" y="1218684"/>
                  </a:lnTo>
                  <a:lnTo>
                    <a:pt x="4624172" y="1230027"/>
                  </a:lnTo>
                  <a:lnTo>
                    <a:pt x="4696424" y="1241063"/>
                  </a:lnTo>
                  <a:lnTo>
                    <a:pt x="4768677" y="1251807"/>
                  </a:lnTo>
                  <a:lnTo>
                    <a:pt x="4840930" y="1262269"/>
                  </a:lnTo>
                  <a:lnTo>
                    <a:pt x="4913182" y="1272464"/>
                  </a:lnTo>
                  <a:lnTo>
                    <a:pt x="4985435" y="1282403"/>
                  </a:lnTo>
                  <a:lnTo>
                    <a:pt x="5057688" y="1292100"/>
                  </a:lnTo>
                  <a:lnTo>
                    <a:pt x="5129941" y="1301567"/>
                  </a:lnTo>
                  <a:lnTo>
                    <a:pt x="5202193" y="1310816"/>
                  </a:lnTo>
                  <a:lnTo>
                    <a:pt x="5274446" y="1319859"/>
                  </a:lnTo>
                  <a:lnTo>
                    <a:pt x="5346699" y="1328707"/>
                  </a:lnTo>
                  <a:lnTo>
                    <a:pt x="5418951" y="1337372"/>
                  </a:lnTo>
                  <a:lnTo>
                    <a:pt x="5491204" y="1345864"/>
                  </a:lnTo>
                  <a:lnTo>
                    <a:pt x="5563457" y="1354192"/>
                  </a:lnTo>
                  <a:lnTo>
                    <a:pt x="5635709" y="1362368"/>
                  </a:lnTo>
                  <a:lnTo>
                    <a:pt x="5707962" y="1370398"/>
                  </a:lnTo>
                  <a:lnTo>
                    <a:pt x="5707962" y="2007396"/>
                  </a:lnTo>
                  <a:lnTo>
                    <a:pt x="5635709" y="1986675"/>
                  </a:lnTo>
                  <a:lnTo>
                    <a:pt x="5563457" y="1966098"/>
                  </a:lnTo>
                  <a:lnTo>
                    <a:pt x="5491204" y="1945675"/>
                  </a:lnTo>
                  <a:lnTo>
                    <a:pt x="5418951" y="1925416"/>
                  </a:lnTo>
                  <a:lnTo>
                    <a:pt x="5346699" y="1905329"/>
                  </a:lnTo>
                  <a:lnTo>
                    <a:pt x="5274446" y="1885426"/>
                  </a:lnTo>
                  <a:lnTo>
                    <a:pt x="5202193" y="1865717"/>
                  </a:lnTo>
                  <a:lnTo>
                    <a:pt x="5129941" y="1846215"/>
                  </a:lnTo>
                  <a:lnTo>
                    <a:pt x="5057688" y="1826930"/>
                  </a:lnTo>
                  <a:lnTo>
                    <a:pt x="4985435" y="1807875"/>
                  </a:lnTo>
                  <a:lnTo>
                    <a:pt x="4913182" y="1789063"/>
                  </a:lnTo>
                  <a:lnTo>
                    <a:pt x="4840930" y="1770506"/>
                  </a:lnTo>
                  <a:lnTo>
                    <a:pt x="4768677" y="1752217"/>
                  </a:lnTo>
                  <a:lnTo>
                    <a:pt x="4696424" y="1734209"/>
                  </a:lnTo>
                  <a:lnTo>
                    <a:pt x="4624172" y="1716494"/>
                  </a:lnTo>
                  <a:lnTo>
                    <a:pt x="4551919" y="1699085"/>
                  </a:lnTo>
                  <a:lnTo>
                    <a:pt x="4479666" y="1681993"/>
                  </a:lnTo>
                  <a:lnTo>
                    <a:pt x="4407414" y="1665230"/>
                  </a:lnTo>
                  <a:lnTo>
                    <a:pt x="4335161" y="1648804"/>
                  </a:lnTo>
                  <a:lnTo>
                    <a:pt x="4262908" y="1632727"/>
                  </a:lnTo>
                  <a:lnTo>
                    <a:pt x="4190656" y="1617004"/>
                  </a:lnTo>
                  <a:lnTo>
                    <a:pt x="4118403" y="1601643"/>
                  </a:lnTo>
                  <a:lnTo>
                    <a:pt x="4046150" y="1586647"/>
                  </a:lnTo>
                  <a:lnTo>
                    <a:pt x="3973897" y="1572021"/>
                  </a:lnTo>
                  <a:lnTo>
                    <a:pt x="3901645" y="1557765"/>
                  </a:lnTo>
                  <a:lnTo>
                    <a:pt x="3829392" y="1543879"/>
                  </a:lnTo>
                  <a:lnTo>
                    <a:pt x="3757139" y="1530360"/>
                  </a:lnTo>
                  <a:lnTo>
                    <a:pt x="3684887" y="1517204"/>
                  </a:lnTo>
                  <a:lnTo>
                    <a:pt x="3612634" y="1504406"/>
                  </a:lnTo>
                  <a:lnTo>
                    <a:pt x="3540381" y="1491958"/>
                  </a:lnTo>
                  <a:lnTo>
                    <a:pt x="3468129" y="1479851"/>
                  </a:lnTo>
                  <a:lnTo>
                    <a:pt x="3395876" y="1468077"/>
                  </a:lnTo>
                  <a:lnTo>
                    <a:pt x="3323623" y="1456624"/>
                  </a:lnTo>
                  <a:lnTo>
                    <a:pt x="3251371" y="1445481"/>
                  </a:lnTo>
                  <a:lnTo>
                    <a:pt x="3179118" y="1434635"/>
                  </a:lnTo>
                  <a:lnTo>
                    <a:pt x="3106865" y="1424075"/>
                  </a:lnTo>
                  <a:lnTo>
                    <a:pt x="3034612" y="1413787"/>
                  </a:lnTo>
                  <a:lnTo>
                    <a:pt x="2962360" y="1403759"/>
                  </a:lnTo>
                  <a:lnTo>
                    <a:pt x="2890107" y="1393978"/>
                  </a:lnTo>
                  <a:lnTo>
                    <a:pt x="2817854" y="1384432"/>
                  </a:lnTo>
                  <a:lnTo>
                    <a:pt x="2745602" y="1375107"/>
                  </a:lnTo>
                  <a:lnTo>
                    <a:pt x="2673349" y="1365993"/>
                  </a:lnTo>
                  <a:lnTo>
                    <a:pt x="2601096" y="1357077"/>
                  </a:lnTo>
                  <a:lnTo>
                    <a:pt x="2528844" y="1348349"/>
                  </a:lnTo>
                  <a:lnTo>
                    <a:pt x="2456591" y="1339797"/>
                  </a:lnTo>
                  <a:lnTo>
                    <a:pt x="2384338" y="1331412"/>
                  </a:lnTo>
                  <a:lnTo>
                    <a:pt x="2312086" y="1323183"/>
                  </a:lnTo>
                  <a:lnTo>
                    <a:pt x="2239833" y="1315103"/>
                  </a:lnTo>
                  <a:lnTo>
                    <a:pt x="2167580" y="1307162"/>
                  </a:lnTo>
                  <a:lnTo>
                    <a:pt x="2095328" y="1299351"/>
                  </a:lnTo>
                  <a:lnTo>
                    <a:pt x="2023075" y="1291664"/>
                  </a:lnTo>
                  <a:lnTo>
                    <a:pt x="1950822" y="1284093"/>
                  </a:lnTo>
                  <a:lnTo>
                    <a:pt x="1878569" y="1276631"/>
                  </a:lnTo>
                  <a:lnTo>
                    <a:pt x="1806317" y="1269272"/>
                  </a:lnTo>
                  <a:lnTo>
                    <a:pt x="1734064" y="1262010"/>
                  </a:lnTo>
                  <a:lnTo>
                    <a:pt x="1661811" y="1254840"/>
                  </a:lnTo>
                  <a:lnTo>
                    <a:pt x="1589559" y="1247755"/>
                  </a:lnTo>
                  <a:lnTo>
                    <a:pt x="1517306" y="1240752"/>
                  </a:lnTo>
                  <a:lnTo>
                    <a:pt x="1445053" y="1233826"/>
                  </a:lnTo>
                  <a:lnTo>
                    <a:pt x="1372801" y="1226972"/>
                  </a:lnTo>
                  <a:lnTo>
                    <a:pt x="1300548" y="1220186"/>
                  </a:lnTo>
                  <a:lnTo>
                    <a:pt x="1228295" y="1213465"/>
                  </a:lnTo>
                  <a:lnTo>
                    <a:pt x="1156043" y="1206806"/>
                  </a:lnTo>
                  <a:lnTo>
                    <a:pt x="1083790" y="1200204"/>
                  </a:lnTo>
                  <a:lnTo>
                    <a:pt x="1011537" y="1193657"/>
                  </a:lnTo>
                  <a:lnTo>
                    <a:pt x="939284" y="1187162"/>
                  </a:lnTo>
                  <a:lnTo>
                    <a:pt x="867032" y="1180716"/>
                  </a:lnTo>
                  <a:lnTo>
                    <a:pt x="794779" y="1174317"/>
                  </a:lnTo>
                  <a:lnTo>
                    <a:pt x="722526" y="1167962"/>
                  </a:lnTo>
                  <a:lnTo>
                    <a:pt x="650274" y="1161650"/>
                  </a:lnTo>
                  <a:lnTo>
                    <a:pt x="578021" y="1155377"/>
                  </a:lnTo>
                  <a:lnTo>
                    <a:pt x="505768" y="1149143"/>
                  </a:lnTo>
                  <a:lnTo>
                    <a:pt x="433516" y="1142944"/>
                  </a:lnTo>
                  <a:lnTo>
                    <a:pt x="361263" y="1136780"/>
                  </a:lnTo>
                  <a:lnTo>
                    <a:pt x="289010" y="1130649"/>
                  </a:lnTo>
                  <a:lnTo>
                    <a:pt x="216758" y="1124549"/>
                  </a:lnTo>
                  <a:lnTo>
                    <a:pt x="144505" y="1118480"/>
                  </a:lnTo>
                  <a:lnTo>
                    <a:pt x="72252" y="1112438"/>
                  </a:lnTo>
                  <a:lnTo>
                    <a:pt x="0" y="1106424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1227274" y="2574971"/>
              <a:ext cx="5707962" cy="1370398"/>
            </a:xfrm>
            <a:custGeom>
              <a:avLst/>
              <a:gdLst/>
              <a:ahLst/>
              <a:cxnLst/>
              <a:rect l="0" t="0" r="0" b="0"/>
              <a:pathLst>
                <a:path w="5707962" h="1370398">
                  <a:moveTo>
                    <a:pt x="0" y="0"/>
                  </a:moveTo>
                  <a:lnTo>
                    <a:pt x="72252" y="22737"/>
                  </a:lnTo>
                  <a:lnTo>
                    <a:pt x="144505" y="45447"/>
                  </a:lnTo>
                  <a:lnTo>
                    <a:pt x="216758" y="68129"/>
                  </a:lnTo>
                  <a:lnTo>
                    <a:pt x="289010" y="90780"/>
                  </a:lnTo>
                  <a:lnTo>
                    <a:pt x="361263" y="113401"/>
                  </a:lnTo>
                  <a:lnTo>
                    <a:pt x="433516" y="135988"/>
                  </a:lnTo>
                  <a:lnTo>
                    <a:pt x="505768" y="158542"/>
                  </a:lnTo>
                  <a:lnTo>
                    <a:pt x="578021" y="181058"/>
                  </a:lnTo>
                  <a:lnTo>
                    <a:pt x="650274" y="203537"/>
                  </a:lnTo>
                  <a:lnTo>
                    <a:pt x="722526" y="225976"/>
                  </a:lnTo>
                  <a:lnTo>
                    <a:pt x="794779" y="248373"/>
                  </a:lnTo>
                  <a:lnTo>
                    <a:pt x="867032" y="270725"/>
                  </a:lnTo>
                  <a:lnTo>
                    <a:pt x="939284" y="293031"/>
                  </a:lnTo>
                  <a:lnTo>
                    <a:pt x="1011537" y="315288"/>
                  </a:lnTo>
                  <a:lnTo>
                    <a:pt x="1083790" y="337492"/>
                  </a:lnTo>
                  <a:lnTo>
                    <a:pt x="1156043" y="359642"/>
                  </a:lnTo>
                  <a:lnTo>
                    <a:pt x="1228295" y="381734"/>
                  </a:lnTo>
                  <a:lnTo>
                    <a:pt x="1300548" y="403765"/>
                  </a:lnTo>
                  <a:lnTo>
                    <a:pt x="1372801" y="425731"/>
                  </a:lnTo>
                  <a:lnTo>
                    <a:pt x="1445053" y="447628"/>
                  </a:lnTo>
                  <a:lnTo>
                    <a:pt x="1517306" y="469453"/>
                  </a:lnTo>
                  <a:lnTo>
                    <a:pt x="1589559" y="491202"/>
                  </a:lnTo>
                  <a:lnTo>
                    <a:pt x="1661811" y="512869"/>
                  </a:lnTo>
                  <a:lnTo>
                    <a:pt x="1734064" y="534450"/>
                  </a:lnTo>
                  <a:lnTo>
                    <a:pt x="1806317" y="555939"/>
                  </a:lnTo>
                  <a:lnTo>
                    <a:pt x="1878569" y="577332"/>
                  </a:lnTo>
                  <a:lnTo>
                    <a:pt x="1950822" y="598622"/>
                  </a:lnTo>
                  <a:lnTo>
                    <a:pt x="2023075" y="619802"/>
                  </a:lnTo>
                  <a:lnTo>
                    <a:pt x="2095328" y="640866"/>
                  </a:lnTo>
                  <a:lnTo>
                    <a:pt x="2167580" y="661807"/>
                  </a:lnTo>
                  <a:lnTo>
                    <a:pt x="2239833" y="682618"/>
                  </a:lnTo>
                  <a:lnTo>
                    <a:pt x="2312086" y="703289"/>
                  </a:lnTo>
                  <a:lnTo>
                    <a:pt x="2384338" y="723812"/>
                  </a:lnTo>
                  <a:lnTo>
                    <a:pt x="2456591" y="744178"/>
                  </a:lnTo>
                  <a:lnTo>
                    <a:pt x="2528844" y="764378"/>
                  </a:lnTo>
                  <a:lnTo>
                    <a:pt x="2601096" y="784401"/>
                  </a:lnTo>
                  <a:lnTo>
                    <a:pt x="2673349" y="804237"/>
                  </a:lnTo>
                  <a:lnTo>
                    <a:pt x="2745602" y="823874"/>
                  </a:lnTo>
                  <a:lnTo>
                    <a:pt x="2817854" y="843301"/>
                  </a:lnTo>
                  <a:lnTo>
                    <a:pt x="2890107" y="862506"/>
                  </a:lnTo>
                  <a:lnTo>
                    <a:pt x="2962360" y="881476"/>
                  </a:lnTo>
                  <a:lnTo>
                    <a:pt x="3034612" y="900200"/>
                  </a:lnTo>
                  <a:lnTo>
                    <a:pt x="3106865" y="918664"/>
                  </a:lnTo>
                  <a:lnTo>
                    <a:pt x="3179118" y="936855"/>
                  </a:lnTo>
                  <a:lnTo>
                    <a:pt x="3251371" y="954761"/>
                  </a:lnTo>
                  <a:lnTo>
                    <a:pt x="3323623" y="972369"/>
                  </a:lnTo>
                  <a:lnTo>
                    <a:pt x="3395876" y="989668"/>
                  </a:lnTo>
                  <a:lnTo>
                    <a:pt x="3468129" y="1006645"/>
                  </a:lnTo>
                  <a:lnTo>
                    <a:pt x="3540381" y="1023290"/>
                  </a:lnTo>
                  <a:lnTo>
                    <a:pt x="3612634" y="1039594"/>
                  </a:lnTo>
                  <a:lnTo>
                    <a:pt x="3684887" y="1055547"/>
                  </a:lnTo>
                  <a:lnTo>
                    <a:pt x="3757139" y="1071143"/>
                  </a:lnTo>
                  <a:lnTo>
                    <a:pt x="3829392" y="1086375"/>
                  </a:lnTo>
                  <a:lnTo>
                    <a:pt x="3901645" y="1101240"/>
                  </a:lnTo>
                  <a:lnTo>
                    <a:pt x="3973897" y="1115736"/>
                  </a:lnTo>
                  <a:lnTo>
                    <a:pt x="4046150" y="1129861"/>
                  </a:lnTo>
                  <a:lnTo>
                    <a:pt x="4118403" y="1143617"/>
                  </a:lnTo>
                  <a:lnTo>
                    <a:pt x="4190656" y="1157008"/>
                  </a:lnTo>
                  <a:lnTo>
                    <a:pt x="4262908" y="1170037"/>
                  </a:lnTo>
                  <a:lnTo>
                    <a:pt x="4335161" y="1182710"/>
                  </a:lnTo>
                  <a:lnTo>
                    <a:pt x="4407414" y="1195037"/>
                  </a:lnTo>
                  <a:lnTo>
                    <a:pt x="4479666" y="1207025"/>
                  </a:lnTo>
                  <a:lnTo>
                    <a:pt x="4551919" y="1218684"/>
                  </a:lnTo>
                  <a:lnTo>
                    <a:pt x="4624172" y="1230027"/>
                  </a:lnTo>
                  <a:lnTo>
                    <a:pt x="4696424" y="1241063"/>
                  </a:lnTo>
                  <a:lnTo>
                    <a:pt x="4768677" y="1251807"/>
                  </a:lnTo>
                  <a:lnTo>
                    <a:pt x="4840930" y="1262269"/>
                  </a:lnTo>
                  <a:lnTo>
                    <a:pt x="4913182" y="1272464"/>
                  </a:lnTo>
                  <a:lnTo>
                    <a:pt x="4985435" y="1282403"/>
                  </a:lnTo>
                  <a:lnTo>
                    <a:pt x="5057688" y="1292100"/>
                  </a:lnTo>
                  <a:lnTo>
                    <a:pt x="5129941" y="1301567"/>
                  </a:lnTo>
                  <a:lnTo>
                    <a:pt x="5202193" y="1310816"/>
                  </a:lnTo>
                  <a:lnTo>
                    <a:pt x="5274446" y="1319859"/>
                  </a:lnTo>
                  <a:lnTo>
                    <a:pt x="5346699" y="1328707"/>
                  </a:lnTo>
                  <a:lnTo>
                    <a:pt x="5418951" y="1337372"/>
                  </a:lnTo>
                  <a:lnTo>
                    <a:pt x="5491204" y="1345864"/>
                  </a:lnTo>
                  <a:lnTo>
                    <a:pt x="5563457" y="1354192"/>
                  </a:lnTo>
                  <a:lnTo>
                    <a:pt x="5635709" y="1362368"/>
                  </a:lnTo>
                  <a:lnTo>
                    <a:pt x="5707962" y="1370398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1227274" y="3681395"/>
              <a:ext cx="5707962" cy="900971"/>
            </a:xfrm>
            <a:custGeom>
              <a:avLst/>
              <a:gdLst/>
              <a:ahLst/>
              <a:cxnLst/>
              <a:rect l="0" t="0" r="0" b="0"/>
              <a:pathLst>
                <a:path w="5707962" h="900971">
                  <a:moveTo>
                    <a:pt x="5707962" y="900971"/>
                  </a:moveTo>
                  <a:lnTo>
                    <a:pt x="5635709" y="880250"/>
                  </a:lnTo>
                  <a:lnTo>
                    <a:pt x="5563457" y="859674"/>
                  </a:lnTo>
                  <a:lnTo>
                    <a:pt x="5491204" y="839251"/>
                  </a:lnTo>
                  <a:lnTo>
                    <a:pt x="5418951" y="818991"/>
                  </a:lnTo>
                  <a:lnTo>
                    <a:pt x="5346699" y="798905"/>
                  </a:lnTo>
                  <a:lnTo>
                    <a:pt x="5274446" y="779001"/>
                  </a:lnTo>
                  <a:lnTo>
                    <a:pt x="5202193" y="759293"/>
                  </a:lnTo>
                  <a:lnTo>
                    <a:pt x="5129941" y="739790"/>
                  </a:lnTo>
                  <a:lnTo>
                    <a:pt x="5057688" y="720506"/>
                  </a:lnTo>
                  <a:lnTo>
                    <a:pt x="4985435" y="701451"/>
                  </a:lnTo>
                  <a:lnTo>
                    <a:pt x="4913182" y="682639"/>
                  </a:lnTo>
                  <a:lnTo>
                    <a:pt x="4840930" y="664082"/>
                  </a:lnTo>
                  <a:lnTo>
                    <a:pt x="4768677" y="645793"/>
                  </a:lnTo>
                  <a:lnTo>
                    <a:pt x="4696424" y="627785"/>
                  </a:lnTo>
                  <a:lnTo>
                    <a:pt x="4624172" y="610070"/>
                  </a:lnTo>
                  <a:lnTo>
                    <a:pt x="4551919" y="592661"/>
                  </a:lnTo>
                  <a:lnTo>
                    <a:pt x="4479666" y="575569"/>
                  </a:lnTo>
                  <a:lnTo>
                    <a:pt x="4407414" y="558805"/>
                  </a:lnTo>
                  <a:lnTo>
                    <a:pt x="4335161" y="542380"/>
                  </a:lnTo>
                  <a:lnTo>
                    <a:pt x="4262908" y="526302"/>
                  </a:lnTo>
                  <a:lnTo>
                    <a:pt x="4190656" y="510580"/>
                  </a:lnTo>
                  <a:lnTo>
                    <a:pt x="4118403" y="495218"/>
                  </a:lnTo>
                  <a:lnTo>
                    <a:pt x="4046150" y="480223"/>
                  </a:lnTo>
                  <a:lnTo>
                    <a:pt x="3973897" y="465597"/>
                  </a:lnTo>
                  <a:lnTo>
                    <a:pt x="3901645" y="451341"/>
                  </a:lnTo>
                  <a:lnTo>
                    <a:pt x="3829392" y="437455"/>
                  </a:lnTo>
                  <a:lnTo>
                    <a:pt x="3757139" y="423936"/>
                  </a:lnTo>
                  <a:lnTo>
                    <a:pt x="3684887" y="410780"/>
                  </a:lnTo>
                  <a:lnTo>
                    <a:pt x="3612634" y="397981"/>
                  </a:lnTo>
                  <a:lnTo>
                    <a:pt x="3540381" y="385533"/>
                  </a:lnTo>
                  <a:lnTo>
                    <a:pt x="3468129" y="373427"/>
                  </a:lnTo>
                  <a:lnTo>
                    <a:pt x="3395876" y="361653"/>
                  </a:lnTo>
                  <a:lnTo>
                    <a:pt x="3323623" y="350200"/>
                  </a:lnTo>
                  <a:lnTo>
                    <a:pt x="3251371" y="339056"/>
                  </a:lnTo>
                  <a:lnTo>
                    <a:pt x="3179118" y="328211"/>
                  </a:lnTo>
                  <a:lnTo>
                    <a:pt x="3106865" y="317651"/>
                  </a:lnTo>
                  <a:lnTo>
                    <a:pt x="3034612" y="307363"/>
                  </a:lnTo>
                  <a:lnTo>
                    <a:pt x="2962360" y="297335"/>
                  </a:lnTo>
                  <a:lnTo>
                    <a:pt x="2890107" y="287554"/>
                  </a:lnTo>
                  <a:lnTo>
                    <a:pt x="2817854" y="278007"/>
                  </a:lnTo>
                  <a:lnTo>
                    <a:pt x="2745602" y="268683"/>
                  </a:lnTo>
                  <a:lnTo>
                    <a:pt x="2673349" y="259569"/>
                  </a:lnTo>
                  <a:lnTo>
                    <a:pt x="2601096" y="250653"/>
                  </a:lnTo>
                  <a:lnTo>
                    <a:pt x="2528844" y="241924"/>
                  </a:lnTo>
                  <a:lnTo>
                    <a:pt x="2456591" y="233372"/>
                  </a:lnTo>
                  <a:lnTo>
                    <a:pt x="2384338" y="224987"/>
                  </a:lnTo>
                  <a:lnTo>
                    <a:pt x="2312086" y="216759"/>
                  </a:lnTo>
                  <a:lnTo>
                    <a:pt x="2239833" y="208679"/>
                  </a:lnTo>
                  <a:lnTo>
                    <a:pt x="2167580" y="200737"/>
                  </a:lnTo>
                  <a:lnTo>
                    <a:pt x="2095328" y="192927"/>
                  </a:lnTo>
                  <a:lnTo>
                    <a:pt x="2023075" y="185240"/>
                  </a:lnTo>
                  <a:lnTo>
                    <a:pt x="1950822" y="177668"/>
                  </a:lnTo>
                  <a:lnTo>
                    <a:pt x="1878569" y="170207"/>
                  </a:lnTo>
                  <a:lnTo>
                    <a:pt x="1806317" y="162848"/>
                  </a:lnTo>
                  <a:lnTo>
                    <a:pt x="1734064" y="155586"/>
                  </a:lnTo>
                  <a:lnTo>
                    <a:pt x="1661811" y="148415"/>
                  </a:lnTo>
                  <a:lnTo>
                    <a:pt x="1589559" y="141331"/>
                  </a:lnTo>
                  <a:lnTo>
                    <a:pt x="1517306" y="134328"/>
                  </a:lnTo>
                  <a:lnTo>
                    <a:pt x="1445053" y="127401"/>
                  </a:lnTo>
                  <a:lnTo>
                    <a:pt x="1372801" y="120547"/>
                  </a:lnTo>
                  <a:lnTo>
                    <a:pt x="1300548" y="113762"/>
                  </a:lnTo>
                  <a:lnTo>
                    <a:pt x="1228295" y="107041"/>
                  </a:lnTo>
                  <a:lnTo>
                    <a:pt x="1156043" y="100381"/>
                  </a:lnTo>
                  <a:lnTo>
                    <a:pt x="1083790" y="93780"/>
                  </a:lnTo>
                  <a:lnTo>
                    <a:pt x="1011537" y="87233"/>
                  </a:lnTo>
                  <a:lnTo>
                    <a:pt x="939284" y="80738"/>
                  </a:lnTo>
                  <a:lnTo>
                    <a:pt x="867032" y="74292"/>
                  </a:lnTo>
                  <a:lnTo>
                    <a:pt x="794779" y="67893"/>
                  </a:lnTo>
                  <a:lnTo>
                    <a:pt x="722526" y="61538"/>
                  </a:lnTo>
                  <a:lnTo>
                    <a:pt x="650274" y="55225"/>
                  </a:lnTo>
                  <a:lnTo>
                    <a:pt x="578021" y="48953"/>
                  </a:lnTo>
                  <a:lnTo>
                    <a:pt x="505768" y="42718"/>
                  </a:lnTo>
                  <a:lnTo>
                    <a:pt x="433516" y="36520"/>
                  </a:lnTo>
                  <a:lnTo>
                    <a:pt x="361263" y="30356"/>
                  </a:lnTo>
                  <a:lnTo>
                    <a:pt x="289010" y="24225"/>
                  </a:lnTo>
                  <a:lnTo>
                    <a:pt x="216758" y="18125"/>
                  </a:lnTo>
                  <a:lnTo>
                    <a:pt x="144505" y="12055"/>
                  </a:lnTo>
                  <a:lnTo>
                    <a:pt x="72252" y="60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1227274" y="3128183"/>
              <a:ext cx="5707962" cy="1135685"/>
            </a:xfrm>
            <a:custGeom>
              <a:avLst/>
              <a:gdLst/>
              <a:ahLst/>
              <a:cxnLst/>
              <a:rect l="0" t="0" r="0" b="0"/>
              <a:pathLst>
                <a:path w="5707962" h="1135685">
                  <a:moveTo>
                    <a:pt x="0" y="0"/>
                  </a:moveTo>
                  <a:lnTo>
                    <a:pt x="72252" y="14375"/>
                  </a:lnTo>
                  <a:lnTo>
                    <a:pt x="144505" y="28751"/>
                  </a:lnTo>
                  <a:lnTo>
                    <a:pt x="216758" y="43127"/>
                  </a:lnTo>
                  <a:lnTo>
                    <a:pt x="289010" y="57503"/>
                  </a:lnTo>
                  <a:lnTo>
                    <a:pt x="361263" y="71878"/>
                  </a:lnTo>
                  <a:lnTo>
                    <a:pt x="433516" y="86254"/>
                  </a:lnTo>
                  <a:lnTo>
                    <a:pt x="505768" y="100630"/>
                  </a:lnTo>
                  <a:lnTo>
                    <a:pt x="578021" y="115006"/>
                  </a:lnTo>
                  <a:lnTo>
                    <a:pt x="650274" y="129381"/>
                  </a:lnTo>
                  <a:lnTo>
                    <a:pt x="722526" y="143757"/>
                  </a:lnTo>
                  <a:lnTo>
                    <a:pt x="794779" y="158133"/>
                  </a:lnTo>
                  <a:lnTo>
                    <a:pt x="867032" y="172509"/>
                  </a:lnTo>
                  <a:lnTo>
                    <a:pt x="939284" y="186884"/>
                  </a:lnTo>
                  <a:lnTo>
                    <a:pt x="1011537" y="201260"/>
                  </a:lnTo>
                  <a:lnTo>
                    <a:pt x="1083790" y="215636"/>
                  </a:lnTo>
                  <a:lnTo>
                    <a:pt x="1156043" y="230012"/>
                  </a:lnTo>
                  <a:lnTo>
                    <a:pt x="1228295" y="244387"/>
                  </a:lnTo>
                  <a:lnTo>
                    <a:pt x="1300548" y="258763"/>
                  </a:lnTo>
                  <a:lnTo>
                    <a:pt x="1372801" y="273139"/>
                  </a:lnTo>
                  <a:lnTo>
                    <a:pt x="1445053" y="287515"/>
                  </a:lnTo>
                  <a:lnTo>
                    <a:pt x="1517306" y="301890"/>
                  </a:lnTo>
                  <a:lnTo>
                    <a:pt x="1589559" y="316266"/>
                  </a:lnTo>
                  <a:lnTo>
                    <a:pt x="1661811" y="330642"/>
                  </a:lnTo>
                  <a:lnTo>
                    <a:pt x="1734064" y="345018"/>
                  </a:lnTo>
                  <a:lnTo>
                    <a:pt x="1806317" y="359394"/>
                  </a:lnTo>
                  <a:lnTo>
                    <a:pt x="1878569" y="373769"/>
                  </a:lnTo>
                  <a:lnTo>
                    <a:pt x="1950822" y="388145"/>
                  </a:lnTo>
                  <a:lnTo>
                    <a:pt x="2023075" y="402521"/>
                  </a:lnTo>
                  <a:lnTo>
                    <a:pt x="2095328" y="416897"/>
                  </a:lnTo>
                  <a:lnTo>
                    <a:pt x="2167580" y="431272"/>
                  </a:lnTo>
                  <a:lnTo>
                    <a:pt x="2239833" y="445648"/>
                  </a:lnTo>
                  <a:lnTo>
                    <a:pt x="2312086" y="460024"/>
                  </a:lnTo>
                  <a:lnTo>
                    <a:pt x="2384338" y="474400"/>
                  </a:lnTo>
                  <a:lnTo>
                    <a:pt x="2456591" y="488775"/>
                  </a:lnTo>
                  <a:lnTo>
                    <a:pt x="2528844" y="503151"/>
                  </a:lnTo>
                  <a:lnTo>
                    <a:pt x="2601096" y="517527"/>
                  </a:lnTo>
                  <a:lnTo>
                    <a:pt x="2673349" y="531903"/>
                  </a:lnTo>
                  <a:lnTo>
                    <a:pt x="2745602" y="546278"/>
                  </a:lnTo>
                  <a:lnTo>
                    <a:pt x="2817854" y="560654"/>
                  </a:lnTo>
                  <a:lnTo>
                    <a:pt x="2890107" y="575030"/>
                  </a:lnTo>
                  <a:lnTo>
                    <a:pt x="2962360" y="589406"/>
                  </a:lnTo>
                  <a:lnTo>
                    <a:pt x="3034612" y="603781"/>
                  </a:lnTo>
                  <a:lnTo>
                    <a:pt x="3106865" y="618157"/>
                  </a:lnTo>
                  <a:lnTo>
                    <a:pt x="3179118" y="632533"/>
                  </a:lnTo>
                  <a:lnTo>
                    <a:pt x="3251371" y="646909"/>
                  </a:lnTo>
                  <a:lnTo>
                    <a:pt x="3323623" y="661284"/>
                  </a:lnTo>
                  <a:lnTo>
                    <a:pt x="3395876" y="675660"/>
                  </a:lnTo>
                  <a:lnTo>
                    <a:pt x="3468129" y="690036"/>
                  </a:lnTo>
                  <a:lnTo>
                    <a:pt x="3540381" y="704412"/>
                  </a:lnTo>
                  <a:lnTo>
                    <a:pt x="3612634" y="718788"/>
                  </a:lnTo>
                  <a:lnTo>
                    <a:pt x="3684887" y="733163"/>
                  </a:lnTo>
                  <a:lnTo>
                    <a:pt x="3757139" y="747539"/>
                  </a:lnTo>
                  <a:lnTo>
                    <a:pt x="3829392" y="761915"/>
                  </a:lnTo>
                  <a:lnTo>
                    <a:pt x="3901645" y="776291"/>
                  </a:lnTo>
                  <a:lnTo>
                    <a:pt x="3973897" y="790666"/>
                  </a:lnTo>
                  <a:lnTo>
                    <a:pt x="4046150" y="805042"/>
                  </a:lnTo>
                  <a:lnTo>
                    <a:pt x="4118403" y="819418"/>
                  </a:lnTo>
                  <a:lnTo>
                    <a:pt x="4190656" y="833794"/>
                  </a:lnTo>
                  <a:lnTo>
                    <a:pt x="4262908" y="848169"/>
                  </a:lnTo>
                  <a:lnTo>
                    <a:pt x="4335161" y="862545"/>
                  </a:lnTo>
                  <a:lnTo>
                    <a:pt x="4407414" y="876921"/>
                  </a:lnTo>
                  <a:lnTo>
                    <a:pt x="4479666" y="891297"/>
                  </a:lnTo>
                  <a:lnTo>
                    <a:pt x="4551919" y="905672"/>
                  </a:lnTo>
                  <a:lnTo>
                    <a:pt x="4624172" y="920048"/>
                  </a:lnTo>
                  <a:lnTo>
                    <a:pt x="4696424" y="934424"/>
                  </a:lnTo>
                  <a:lnTo>
                    <a:pt x="4768677" y="948800"/>
                  </a:lnTo>
                  <a:lnTo>
                    <a:pt x="4840930" y="963175"/>
                  </a:lnTo>
                  <a:lnTo>
                    <a:pt x="4913182" y="977551"/>
                  </a:lnTo>
                  <a:lnTo>
                    <a:pt x="4985435" y="991927"/>
                  </a:lnTo>
                  <a:lnTo>
                    <a:pt x="5057688" y="1006303"/>
                  </a:lnTo>
                  <a:lnTo>
                    <a:pt x="5129941" y="1020679"/>
                  </a:lnTo>
                  <a:lnTo>
                    <a:pt x="5202193" y="1035054"/>
                  </a:lnTo>
                  <a:lnTo>
                    <a:pt x="5274446" y="1049430"/>
                  </a:lnTo>
                  <a:lnTo>
                    <a:pt x="5346699" y="1063806"/>
                  </a:lnTo>
                  <a:lnTo>
                    <a:pt x="5418951" y="1078182"/>
                  </a:lnTo>
                  <a:lnTo>
                    <a:pt x="5491204" y="1092557"/>
                  </a:lnTo>
                  <a:lnTo>
                    <a:pt x="5563457" y="1106933"/>
                  </a:lnTo>
                  <a:lnTo>
                    <a:pt x="5635709" y="1121309"/>
                  </a:lnTo>
                  <a:lnTo>
                    <a:pt x="5707962" y="1135685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t90"/>
            <p:cNvSpPr/>
            <p:nvPr/>
          </p:nvSpPr>
          <p:spPr>
            <a:xfrm>
              <a:off x="1168571" y="286260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t91"/>
            <p:cNvSpPr/>
            <p:nvPr/>
          </p:nvSpPr>
          <p:spPr>
            <a:xfrm>
              <a:off x="1168571" y="23850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t92"/>
            <p:cNvSpPr/>
            <p:nvPr/>
          </p:nvSpPr>
          <p:spPr>
            <a:xfrm>
              <a:off x="1168571" y="246780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t93"/>
            <p:cNvSpPr/>
            <p:nvPr/>
          </p:nvSpPr>
          <p:spPr>
            <a:xfrm>
              <a:off x="4914010" y="26939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t94"/>
            <p:cNvSpPr/>
            <p:nvPr/>
          </p:nvSpPr>
          <p:spPr>
            <a:xfrm>
              <a:off x="4914010" y="283381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t95"/>
            <p:cNvSpPr/>
            <p:nvPr/>
          </p:nvSpPr>
          <p:spPr>
            <a:xfrm>
              <a:off x="4914010" y="267349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t96"/>
            <p:cNvSpPr/>
            <p:nvPr/>
          </p:nvSpPr>
          <p:spPr>
            <a:xfrm>
              <a:off x="5438340" y="296540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t97"/>
            <p:cNvSpPr/>
            <p:nvPr/>
          </p:nvSpPr>
          <p:spPr>
            <a:xfrm>
              <a:off x="5438340" y="292045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t98"/>
            <p:cNvSpPr/>
            <p:nvPr/>
          </p:nvSpPr>
          <p:spPr>
            <a:xfrm>
              <a:off x="5438340" y="304529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t99"/>
            <p:cNvSpPr/>
            <p:nvPr/>
          </p:nvSpPr>
          <p:spPr>
            <a:xfrm>
              <a:off x="3812749" y="218663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t100"/>
            <p:cNvSpPr/>
            <p:nvPr/>
          </p:nvSpPr>
          <p:spPr>
            <a:xfrm>
              <a:off x="3812749" y="285778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t101"/>
            <p:cNvSpPr/>
            <p:nvPr/>
          </p:nvSpPr>
          <p:spPr>
            <a:xfrm>
              <a:off x="3812749" y="289282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t102"/>
            <p:cNvSpPr/>
            <p:nvPr/>
          </p:nvSpPr>
          <p:spPr>
            <a:xfrm>
              <a:off x="6876534" y="311751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t103"/>
            <p:cNvSpPr/>
            <p:nvPr/>
          </p:nvSpPr>
          <p:spPr>
            <a:xfrm>
              <a:off x="6876534" y="309778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t104"/>
            <p:cNvSpPr/>
            <p:nvPr/>
          </p:nvSpPr>
          <p:spPr>
            <a:xfrm>
              <a:off x="6876534" y="327053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t105"/>
            <p:cNvSpPr/>
            <p:nvPr/>
          </p:nvSpPr>
          <p:spPr>
            <a:xfrm>
              <a:off x="6849455" y="298878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t106"/>
            <p:cNvSpPr/>
            <p:nvPr/>
          </p:nvSpPr>
          <p:spPr>
            <a:xfrm>
              <a:off x="6849455" y="300444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t107"/>
            <p:cNvSpPr/>
            <p:nvPr/>
          </p:nvSpPr>
          <p:spPr>
            <a:xfrm>
              <a:off x="6849455" y="284369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t108"/>
            <p:cNvSpPr/>
            <p:nvPr/>
          </p:nvSpPr>
          <p:spPr>
            <a:xfrm>
              <a:off x="5410782" y="490187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t109"/>
            <p:cNvSpPr/>
            <p:nvPr/>
          </p:nvSpPr>
          <p:spPr>
            <a:xfrm>
              <a:off x="5410782" y="41757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t110"/>
            <p:cNvSpPr/>
            <p:nvPr/>
          </p:nvSpPr>
          <p:spPr>
            <a:xfrm>
              <a:off x="5410782" y="40105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t111"/>
            <p:cNvSpPr/>
            <p:nvPr/>
          </p:nvSpPr>
          <p:spPr>
            <a:xfrm>
              <a:off x="6567280" y="342364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t112"/>
            <p:cNvSpPr/>
            <p:nvPr/>
          </p:nvSpPr>
          <p:spPr>
            <a:xfrm>
              <a:off x="6567280" y="345831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t113"/>
            <p:cNvSpPr/>
            <p:nvPr/>
          </p:nvSpPr>
          <p:spPr>
            <a:xfrm>
              <a:off x="6567280" y="34346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1227274" y="2070498"/>
              <a:ext cx="5707962" cy="1651230"/>
            </a:xfrm>
            <a:custGeom>
              <a:avLst/>
              <a:gdLst/>
              <a:ahLst/>
              <a:cxnLst/>
              <a:rect l="0" t="0" r="0" b="0"/>
              <a:pathLst>
                <a:path w="5707962" h="1651230">
                  <a:moveTo>
                    <a:pt x="0" y="0"/>
                  </a:moveTo>
                  <a:lnTo>
                    <a:pt x="72252" y="18163"/>
                  </a:lnTo>
                  <a:lnTo>
                    <a:pt x="144505" y="36298"/>
                  </a:lnTo>
                  <a:lnTo>
                    <a:pt x="216758" y="54404"/>
                  </a:lnTo>
                  <a:lnTo>
                    <a:pt x="289010" y="72480"/>
                  </a:lnTo>
                  <a:lnTo>
                    <a:pt x="361263" y="90524"/>
                  </a:lnTo>
                  <a:lnTo>
                    <a:pt x="433516" y="108533"/>
                  </a:lnTo>
                  <a:lnTo>
                    <a:pt x="505768" y="126508"/>
                  </a:lnTo>
                  <a:lnTo>
                    <a:pt x="578021" y="144445"/>
                  </a:lnTo>
                  <a:lnTo>
                    <a:pt x="650274" y="162344"/>
                  </a:lnTo>
                  <a:lnTo>
                    <a:pt x="722526" y="180202"/>
                  </a:lnTo>
                  <a:lnTo>
                    <a:pt x="794779" y="198016"/>
                  </a:lnTo>
                  <a:lnTo>
                    <a:pt x="867032" y="215785"/>
                  </a:lnTo>
                  <a:lnTo>
                    <a:pt x="939284" y="233506"/>
                  </a:lnTo>
                  <a:lnTo>
                    <a:pt x="1011537" y="251177"/>
                  </a:lnTo>
                  <a:lnTo>
                    <a:pt x="1083790" y="268794"/>
                  </a:lnTo>
                  <a:lnTo>
                    <a:pt x="1156043" y="286355"/>
                  </a:lnTo>
                  <a:lnTo>
                    <a:pt x="1228295" y="303857"/>
                  </a:lnTo>
                  <a:lnTo>
                    <a:pt x="1300548" y="321296"/>
                  </a:lnTo>
                  <a:lnTo>
                    <a:pt x="1372801" y="338669"/>
                  </a:lnTo>
                  <a:lnTo>
                    <a:pt x="1445053" y="355972"/>
                  </a:lnTo>
                  <a:lnTo>
                    <a:pt x="1517306" y="373201"/>
                  </a:lnTo>
                  <a:lnTo>
                    <a:pt x="1589559" y="390351"/>
                  </a:lnTo>
                  <a:lnTo>
                    <a:pt x="1661811" y="407418"/>
                  </a:lnTo>
                  <a:lnTo>
                    <a:pt x="1734064" y="424397"/>
                  </a:lnTo>
                  <a:lnTo>
                    <a:pt x="1806317" y="441281"/>
                  </a:lnTo>
                  <a:lnTo>
                    <a:pt x="1878569" y="458067"/>
                  </a:lnTo>
                  <a:lnTo>
                    <a:pt x="1950822" y="474747"/>
                  </a:lnTo>
                  <a:lnTo>
                    <a:pt x="2023075" y="491315"/>
                  </a:lnTo>
                  <a:lnTo>
                    <a:pt x="2095328" y="507764"/>
                  </a:lnTo>
                  <a:lnTo>
                    <a:pt x="2167580" y="524087"/>
                  </a:lnTo>
                  <a:lnTo>
                    <a:pt x="2239833" y="540276"/>
                  </a:lnTo>
                  <a:lnTo>
                    <a:pt x="2312086" y="556322"/>
                  </a:lnTo>
                  <a:lnTo>
                    <a:pt x="2384338" y="572217"/>
                  </a:lnTo>
                  <a:lnTo>
                    <a:pt x="2456591" y="587951"/>
                  </a:lnTo>
                  <a:lnTo>
                    <a:pt x="2528844" y="603515"/>
                  </a:lnTo>
                  <a:lnTo>
                    <a:pt x="2601096" y="618897"/>
                  </a:lnTo>
                  <a:lnTo>
                    <a:pt x="2673349" y="634087"/>
                  </a:lnTo>
                  <a:lnTo>
                    <a:pt x="2745602" y="649074"/>
                  </a:lnTo>
                  <a:lnTo>
                    <a:pt x="2817854" y="663846"/>
                  </a:lnTo>
                  <a:lnTo>
                    <a:pt x="2890107" y="678390"/>
                  </a:lnTo>
                  <a:lnTo>
                    <a:pt x="2962360" y="692694"/>
                  </a:lnTo>
                  <a:lnTo>
                    <a:pt x="3034612" y="706745"/>
                  </a:lnTo>
                  <a:lnTo>
                    <a:pt x="3106865" y="720530"/>
                  </a:lnTo>
                  <a:lnTo>
                    <a:pt x="3179118" y="734036"/>
                  </a:lnTo>
                  <a:lnTo>
                    <a:pt x="3251371" y="747249"/>
                  </a:lnTo>
                  <a:lnTo>
                    <a:pt x="3323623" y="760157"/>
                  </a:lnTo>
                  <a:lnTo>
                    <a:pt x="3395876" y="772748"/>
                  </a:lnTo>
                  <a:lnTo>
                    <a:pt x="3468129" y="785010"/>
                  </a:lnTo>
                  <a:lnTo>
                    <a:pt x="3540381" y="796931"/>
                  </a:lnTo>
                  <a:lnTo>
                    <a:pt x="3612634" y="808503"/>
                  </a:lnTo>
                  <a:lnTo>
                    <a:pt x="3684887" y="819716"/>
                  </a:lnTo>
                  <a:lnTo>
                    <a:pt x="3757139" y="830562"/>
                  </a:lnTo>
                  <a:lnTo>
                    <a:pt x="3829392" y="841036"/>
                  </a:lnTo>
                  <a:lnTo>
                    <a:pt x="3901645" y="851134"/>
                  </a:lnTo>
                  <a:lnTo>
                    <a:pt x="3973897" y="860853"/>
                  </a:lnTo>
                  <a:lnTo>
                    <a:pt x="4046150" y="870193"/>
                  </a:lnTo>
                  <a:lnTo>
                    <a:pt x="4118403" y="879155"/>
                  </a:lnTo>
                  <a:lnTo>
                    <a:pt x="4190656" y="887741"/>
                  </a:lnTo>
                  <a:lnTo>
                    <a:pt x="4262908" y="895958"/>
                  </a:lnTo>
                  <a:lnTo>
                    <a:pt x="4335161" y="903810"/>
                  </a:lnTo>
                  <a:lnTo>
                    <a:pt x="4407414" y="911307"/>
                  </a:lnTo>
                  <a:lnTo>
                    <a:pt x="4479666" y="918457"/>
                  </a:lnTo>
                  <a:lnTo>
                    <a:pt x="4551919" y="925271"/>
                  </a:lnTo>
                  <a:lnTo>
                    <a:pt x="4624172" y="931759"/>
                  </a:lnTo>
                  <a:lnTo>
                    <a:pt x="4696424" y="937934"/>
                  </a:lnTo>
                  <a:lnTo>
                    <a:pt x="4768677" y="943809"/>
                  </a:lnTo>
                  <a:lnTo>
                    <a:pt x="4840930" y="949396"/>
                  </a:lnTo>
                  <a:lnTo>
                    <a:pt x="4913182" y="954709"/>
                  </a:lnTo>
                  <a:lnTo>
                    <a:pt x="4985435" y="959760"/>
                  </a:lnTo>
                  <a:lnTo>
                    <a:pt x="5057688" y="964563"/>
                  </a:lnTo>
                  <a:lnTo>
                    <a:pt x="5129941" y="969129"/>
                  </a:lnTo>
                  <a:lnTo>
                    <a:pt x="5202193" y="973473"/>
                  </a:lnTo>
                  <a:lnTo>
                    <a:pt x="5274446" y="977606"/>
                  </a:lnTo>
                  <a:lnTo>
                    <a:pt x="5346699" y="981539"/>
                  </a:lnTo>
                  <a:lnTo>
                    <a:pt x="5418951" y="985285"/>
                  </a:lnTo>
                  <a:lnTo>
                    <a:pt x="5491204" y="988853"/>
                  </a:lnTo>
                  <a:lnTo>
                    <a:pt x="5563457" y="992253"/>
                  </a:lnTo>
                  <a:lnTo>
                    <a:pt x="5635709" y="995497"/>
                  </a:lnTo>
                  <a:lnTo>
                    <a:pt x="5707962" y="998592"/>
                  </a:lnTo>
                  <a:lnTo>
                    <a:pt x="5707962" y="1651230"/>
                  </a:lnTo>
                  <a:lnTo>
                    <a:pt x="5635709" y="1635133"/>
                  </a:lnTo>
                  <a:lnTo>
                    <a:pt x="5563457" y="1619183"/>
                  </a:lnTo>
                  <a:lnTo>
                    <a:pt x="5491204" y="1603392"/>
                  </a:lnTo>
                  <a:lnTo>
                    <a:pt x="5418951" y="1587767"/>
                  </a:lnTo>
                  <a:lnTo>
                    <a:pt x="5346699" y="1572319"/>
                  </a:lnTo>
                  <a:lnTo>
                    <a:pt x="5274446" y="1557060"/>
                  </a:lnTo>
                  <a:lnTo>
                    <a:pt x="5202193" y="1542000"/>
                  </a:lnTo>
                  <a:lnTo>
                    <a:pt x="5129941" y="1527151"/>
                  </a:lnTo>
                  <a:lnTo>
                    <a:pt x="5057688" y="1512525"/>
                  </a:lnTo>
                  <a:lnTo>
                    <a:pt x="4985435" y="1498134"/>
                  </a:lnTo>
                  <a:lnTo>
                    <a:pt x="4913182" y="1483993"/>
                  </a:lnTo>
                  <a:lnTo>
                    <a:pt x="4840930" y="1470112"/>
                  </a:lnTo>
                  <a:lnTo>
                    <a:pt x="4768677" y="1456507"/>
                  </a:lnTo>
                  <a:lnTo>
                    <a:pt x="4696424" y="1443189"/>
                  </a:lnTo>
                  <a:lnTo>
                    <a:pt x="4624172" y="1430171"/>
                  </a:lnTo>
                  <a:lnTo>
                    <a:pt x="4551919" y="1417467"/>
                  </a:lnTo>
                  <a:lnTo>
                    <a:pt x="4479666" y="1405088"/>
                  </a:lnTo>
                  <a:lnTo>
                    <a:pt x="4407414" y="1393045"/>
                  </a:lnTo>
                  <a:lnTo>
                    <a:pt x="4335161" y="1381349"/>
                  </a:lnTo>
                  <a:lnTo>
                    <a:pt x="4262908" y="1370008"/>
                  </a:lnTo>
                  <a:lnTo>
                    <a:pt x="4190656" y="1359032"/>
                  </a:lnTo>
                  <a:lnTo>
                    <a:pt x="4118403" y="1348426"/>
                  </a:lnTo>
                  <a:lnTo>
                    <a:pt x="4046150" y="1338195"/>
                  </a:lnTo>
                  <a:lnTo>
                    <a:pt x="3973897" y="1328342"/>
                  </a:lnTo>
                  <a:lnTo>
                    <a:pt x="3901645" y="1318868"/>
                  </a:lnTo>
                  <a:lnTo>
                    <a:pt x="3829392" y="1309773"/>
                  </a:lnTo>
                  <a:lnTo>
                    <a:pt x="3757139" y="1301055"/>
                  </a:lnTo>
                  <a:lnTo>
                    <a:pt x="3684887" y="1292708"/>
                  </a:lnTo>
                  <a:lnTo>
                    <a:pt x="3612634" y="1284728"/>
                  </a:lnTo>
                  <a:lnTo>
                    <a:pt x="3540381" y="1277106"/>
                  </a:lnTo>
                  <a:lnTo>
                    <a:pt x="3468129" y="1269835"/>
                  </a:lnTo>
                  <a:lnTo>
                    <a:pt x="3395876" y="1262904"/>
                  </a:lnTo>
                  <a:lnTo>
                    <a:pt x="3323623" y="1256302"/>
                  </a:lnTo>
                  <a:lnTo>
                    <a:pt x="3251371" y="1250018"/>
                  </a:lnTo>
                  <a:lnTo>
                    <a:pt x="3179118" y="1244038"/>
                  </a:lnTo>
                  <a:lnTo>
                    <a:pt x="3106865" y="1238351"/>
                  </a:lnTo>
                  <a:lnTo>
                    <a:pt x="3034612" y="1232943"/>
                  </a:lnTo>
                  <a:lnTo>
                    <a:pt x="2962360" y="1227801"/>
                  </a:lnTo>
                  <a:lnTo>
                    <a:pt x="2890107" y="1222912"/>
                  </a:lnTo>
                  <a:lnTo>
                    <a:pt x="2817854" y="1218264"/>
                  </a:lnTo>
                  <a:lnTo>
                    <a:pt x="2745602" y="1213843"/>
                  </a:lnTo>
                  <a:lnTo>
                    <a:pt x="2673349" y="1209637"/>
                  </a:lnTo>
                  <a:lnTo>
                    <a:pt x="2601096" y="1205634"/>
                  </a:lnTo>
                  <a:lnTo>
                    <a:pt x="2528844" y="1201824"/>
                  </a:lnTo>
                  <a:lnTo>
                    <a:pt x="2456591" y="1198194"/>
                  </a:lnTo>
                  <a:lnTo>
                    <a:pt x="2384338" y="1194736"/>
                  </a:lnTo>
                  <a:lnTo>
                    <a:pt x="2312086" y="1191438"/>
                  </a:lnTo>
                  <a:lnTo>
                    <a:pt x="2239833" y="1188291"/>
                  </a:lnTo>
                  <a:lnTo>
                    <a:pt x="2167580" y="1185287"/>
                  </a:lnTo>
                  <a:lnTo>
                    <a:pt x="2095328" y="1182417"/>
                  </a:lnTo>
                  <a:lnTo>
                    <a:pt x="2023075" y="1179674"/>
                  </a:lnTo>
                  <a:lnTo>
                    <a:pt x="1950822" y="1177049"/>
                  </a:lnTo>
                  <a:lnTo>
                    <a:pt x="1878569" y="1174536"/>
                  </a:lnTo>
                  <a:lnTo>
                    <a:pt x="1806317" y="1172129"/>
                  </a:lnTo>
                  <a:lnTo>
                    <a:pt x="1734064" y="1169821"/>
                  </a:lnTo>
                  <a:lnTo>
                    <a:pt x="1661811" y="1167607"/>
                  </a:lnTo>
                  <a:lnTo>
                    <a:pt x="1589559" y="1165481"/>
                  </a:lnTo>
                  <a:lnTo>
                    <a:pt x="1517306" y="1163438"/>
                  </a:lnTo>
                  <a:lnTo>
                    <a:pt x="1445053" y="1161474"/>
                  </a:lnTo>
                  <a:lnTo>
                    <a:pt x="1372801" y="1159584"/>
                  </a:lnTo>
                  <a:lnTo>
                    <a:pt x="1300548" y="1157764"/>
                  </a:lnTo>
                  <a:lnTo>
                    <a:pt x="1228295" y="1156011"/>
                  </a:lnTo>
                  <a:lnTo>
                    <a:pt x="1156043" y="1154320"/>
                  </a:lnTo>
                  <a:lnTo>
                    <a:pt x="1083790" y="1152688"/>
                  </a:lnTo>
                  <a:lnTo>
                    <a:pt x="1011537" y="1151113"/>
                  </a:lnTo>
                  <a:lnTo>
                    <a:pt x="939284" y="1149591"/>
                  </a:lnTo>
                  <a:lnTo>
                    <a:pt x="867032" y="1148119"/>
                  </a:lnTo>
                  <a:lnTo>
                    <a:pt x="794779" y="1146695"/>
                  </a:lnTo>
                  <a:lnTo>
                    <a:pt x="722526" y="1145317"/>
                  </a:lnTo>
                  <a:lnTo>
                    <a:pt x="650274" y="1143981"/>
                  </a:lnTo>
                  <a:lnTo>
                    <a:pt x="578021" y="1142687"/>
                  </a:lnTo>
                  <a:lnTo>
                    <a:pt x="505768" y="1141432"/>
                  </a:lnTo>
                  <a:lnTo>
                    <a:pt x="433516" y="1140213"/>
                  </a:lnTo>
                  <a:lnTo>
                    <a:pt x="361263" y="1139030"/>
                  </a:lnTo>
                  <a:lnTo>
                    <a:pt x="289010" y="1137881"/>
                  </a:lnTo>
                  <a:lnTo>
                    <a:pt x="216758" y="1136764"/>
                  </a:lnTo>
                  <a:lnTo>
                    <a:pt x="144505" y="1135677"/>
                  </a:lnTo>
                  <a:lnTo>
                    <a:pt x="72252" y="1134620"/>
                  </a:lnTo>
                  <a:lnTo>
                    <a:pt x="0" y="1133590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1227274" y="2070498"/>
              <a:ext cx="5707962" cy="998592"/>
            </a:xfrm>
            <a:custGeom>
              <a:avLst/>
              <a:gdLst/>
              <a:ahLst/>
              <a:cxnLst/>
              <a:rect l="0" t="0" r="0" b="0"/>
              <a:pathLst>
                <a:path w="5707962" h="998592">
                  <a:moveTo>
                    <a:pt x="0" y="0"/>
                  </a:moveTo>
                  <a:lnTo>
                    <a:pt x="72252" y="18163"/>
                  </a:lnTo>
                  <a:lnTo>
                    <a:pt x="144505" y="36298"/>
                  </a:lnTo>
                  <a:lnTo>
                    <a:pt x="216758" y="54404"/>
                  </a:lnTo>
                  <a:lnTo>
                    <a:pt x="289010" y="72480"/>
                  </a:lnTo>
                  <a:lnTo>
                    <a:pt x="361263" y="90524"/>
                  </a:lnTo>
                  <a:lnTo>
                    <a:pt x="433516" y="108533"/>
                  </a:lnTo>
                  <a:lnTo>
                    <a:pt x="505768" y="126508"/>
                  </a:lnTo>
                  <a:lnTo>
                    <a:pt x="578021" y="144445"/>
                  </a:lnTo>
                  <a:lnTo>
                    <a:pt x="650274" y="162344"/>
                  </a:lnTo>
                  <a:lnTo>
                    <a:pt x="722526" y="180202"/>
                  </a:lnTo>
                  <a:lnTo>
                    <a:pt x="794779" y="198016"/>
                  </a:lnTo>
                  <a:lnTo>
                    <a:pt x="867032" y="215785"/>
                  </a:lnTo>
                  <a:lnTo>
                    <a:pt x="939284" y="233506"/>
                  </a:lnTo>
                  <a:lnTo>
                    <a:pt x="1011537" y="251177"/>
                  </a:lnTo>
                  <a:lnTo>
                    <a:pt x="1083790" y="268794"/>
                  </a:lnTo>
                  <a:lnTo>
                    <a:pt x="1156043" y="286355"/>
                  </a:lnTo>
                  <a:lnTo>
                    <a:pt x="1228295" y="303857"/>
                  </a:lnTo>
                  <a:lnTo>
                    <a:pt x="1300548" y="321296"/>
                  </a:lnTo>
                  <a:lnTo>
                    <a:pt x="1372801" y="338669"/>
                  </a:lnTo>
                  <a:lnTo>
                    <a:pt x="1445053" y="355972"/>
                  </a:lnTo>
                  <a:lnTo>
                    <a:pt x="1517306" y="373201"/>
                  </a:lnTo>
                  <a:lnTo>
                    <a:pt x="1589559" y="390351"/>
                  </a:lnTo>
                  <a:lnTo>
                    <a:pt x="1661811" y="407418"/>
                  </a:lnTo>
                  <a:lnTo>
                    <a:pt x="1734064" y="424397"/>
                  </a:lnTo>
                  <a:lnTo>
                    <a:pt x="1806317" y="441281"/>
                  </a:lnTo>
                  <a:lnTo>
                    <a:pt x="1878569" y="458067"/>
                  </a:lnTo>
                  <a:lnTo>
                    <a:pt x="1950822" y="474747"/>
                  </a:lnTo>
                  <a:lnTo>
                    <a:pt x="2023075" y="491315"/>
                  </a:lnTo>
                  <a:lnTo>
                    <a:pt x="2095328" y="507764"/>
                  </a:lnTo>
                  <a:lnTo>
                    <a:pt x="2167580" y="524087"/>
                  </a:lnTo>
                  <a:lnTo>
                    <a:pt x="2239833" y="540276"/>
                  </a:lnTo>
                  <a:lnTo>
                    <a:pt x="2312086" y="556322"/>
                  </a:lnTo>
                  <a:lnTo>
                    <a:pt x="2384338" y="572217"/>
                  </a:lnTo>
                  <a:lnTo>
                    <a:pt x="2456591" y="587951"/>
                  </a:lnTo>
                  <a:lnTo>
                    <a:pt x="2528844" y="603515"/>
                  </a:lnTo>
                  <a:lnTo>
                    <a:pt x="2601096" y="618897"/>
                  </a:lnTo>
                  <a:lnTo>
                    <a:pt x="2673349" y="634087"/>
                  </a:lnTo>
                  <a:lnTo>
                    <a:pt x="2745602" y="649074"/>
                  </a:lnTo>
                  <a:lnTo>
                    <a:pt x="2817854" y="663846"/>
                  </a:lnTo>
                  <a:lnTo>
                    <a:pt x="2890107" y="678390"/>
                  </a:lnTo>
                  <a:lnTo>
                    <a:pt x="2962360" y="692694"/>
                  </a:lnTo>
                  <a:lnTo>
                    <a:pt x="3034612" y="706745"/>
                  </a:lnTo>
                  <a:lnTo>
                    <a:pt x="3106865" y="720530"/>
                  </a:lnTo>
                  <a:lnTo>
                    <a:pt x="3179118" y="734036"/>
                  </a:lnTo>
                  <a:lnTo>
                    <a:pt x="3251371" y="747249"/>
                  </a:lnTo>
                  <a:lnTo>
                    <a:pt x="3323623" y="760157"/>
                  </a:lnTo>
                  <a:lnTo>
                    <a:pt x="3395876" y="772748"/>
                  </a:lnTo>
                  <a:lnTo>
                    <a:pt x="3468129" y="785010"/>
                  </a:lnTo>
                  <a:lnTo>
                    <a:pt x="3540381" y="796931"/>
                  </a:lnTo>
                  <a:lnTo>
                    <a:pt x="3612634" y="808503"/>
                  </a:lnTo>
                  <a:lnTo>
                    <a:pt x="3684887" y="819716"/>
                  </a:lnTo>
                  <a:lnTo>
                    <a:pt x="3757139" y="830562"/>
                  </a:lnTo>
                  <a:lnTo>
                    <a:pt x="3829392" y="841036"/>
                  </a:lnTo>
                  <a:lnTo>
                    <a:pt x="3901645" y="851134"/>
                  </a:lnTo>
                  <a:lnTo>
                    <a:pt x="3973897" y="860853"/>
                  </a:lnTo>
                  <a:lnTo>
                    <a:pt x="4046150" y="870193"/>
                  </a:lnTo>
                  <a:lnTo>
                    <a:pt x="4118403" y="879155"/>
                  </a:lnTo>
                  <a:lnTo>
                    <a:pt x="4190656" y="887741"/>
                  </a:lnTo>
                  <a:lnTo>
                    <a:pt x="4262908" y="895958"/>
                  </a:lnTo>
                  <a:lnTo>
                    <a:pt x="4335161" y="903810"/>
                  </a:lnTo>
                  <a:lnTo>
                    <a:pt x="4407414" y="911307"/>
                  </a:lnTo>
                  <a:lnTo>
                    <a:pt x="4479666" y="918457"/>
                  </a:lnTo>
                  <a:lnTo>
                    <a:pt x="4551919" y="925271"/>
                  </a:lnTo>
                  <a:lnTo>
                    <a:pt x="4624172" y="931759"/>
                  </a:lnTo>
                  <a:lnTo>
                    <a:pt x="4696424" y="937934"/>
                  </a:lnTo>
                  <a:lnTo>
                    <a:pt x="4768677" y="943809"/>
                  </a:lnTo>
                  <a:lnTo>
                    <a:pt x="4840930" y="949396"/>
                  </a:lnTo>
                  <a:lnTo>
                    <a:pt x="4913182" y="954709"/>
                  </a:lnTo>
                  <a:lnTo>
                    <a:pt x="4985435" y="959760"/>
                  </a:lnTo>
                  <a:lnTo>
                    <a:pt x="5057688" y="964563"/>
                  </a:lnTo>
                  <a:lnTo>
                    <a:pt x="5129941" y="969129"/>
                  </a:lnTo>
                  <a:lnTo>
                    <a:pt x="5202193" y="973473"/>
                  </a:lnTo>
                  <a:lnTo>
                    <a:pt x="5274446" y="977606"/>
                  </a:lnTo>
                  <a:lnTo>
                    <a:pt x="5346699" y="981539"/>
                  </a:lnTo>
                  <a:lnTo>
                    <a:pt x="5418951" y="985285"/>
                  </a:lnTo>
                  <a:lnTo>
                    <a:pt x="5491204" y="988853"/>
                  </a:lnTo>
                  <a:lnTo>
                    <a:pt x="5563457" y="992253"/>
                  </a:lnTo>
                  <a:lnTo>
                    <a:pt x="5635709" y="995497"/>
                  </a:lnTo>
                  <a:lnTo>
                    <a:pt x="5707962" y="998592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1227274" y="3204089"/>
              <a:ext cx="5707962" cy="517639"/>
            </a:xfrm>
            <a:custGeom>
              <a:avLst/>
              <a:gdLst/>
              <a:ahLst/>
              <a:cxnLst/>
              <a:rect l="0" t="0" r="0" b="0"/>
              <a:pathLst>
                <a:path w="5707962" h="517639">
                  <a:moveTo>
                    <a:pt x="5707962" y="517639"/>
                  </a:moveTo>
                  <a:lnTo>
                    <a:pt x="5635709" y="501542"/>
                  </a:lnTo>
                  <a:lnTo>
                    <a:pt x="5563457" y="485593"/>
                  </a:lnTo>
                  <a:lnTo>
                    <a:pt x="5491204" y="469801"/>
                  </a:lnTo>
                  <a:lnTo>
                    <a:pt x="5418951" y="454176"/>
                  </a:lnTo>
                  <a:lnTo>
                    <a:pt x="5346699" y="438728"/>
                  </a:lnTo>
                  <a:lnTo>
                    <a:pt x="5274446" y="423469"/>
                  </a:lnTo>
                  <a:lnTo>
                    <a:pt x="5202193" y="408409"/>
                  </a:lnTo>
                  <a:lnTo>
                    <a:pt x="5129941" y="393560"/>
                  </a:lnTo>
                  <a:lnTo>
                    <a:pt x="5057688" y="378934"/>
                  </a:lnTo>
                  <a:lnTo>
                    <a:pt x="4985435" y="364543"/>
                  </a:lnTo>
                  <a:lnTo>
                    <a:pt x="4913182" y="350402"/>
                  </a:lnTo>
                  <a:lnTo>
                    <a:pt x="4840930" y="336521"/>
                  </a:lnTo>
                  <a:lnTo>
                    <a:pt x="4768677" y="322916"/>
                  </a:lnTo>
                  <a:lnTo>
                    <a:pt x="4696424" y="309598"/>
                  </a:lnTo>
                  <a:lnTo>
                    <a:pt x="4624172" y="296580"/>
                  </a:lnTo>
                  <a:lnTo>
                    <a:pt x="4551919" y="283876"/>
                  </a:lnTo>
                  <a:lnTo>
                    <a:pt x="4479666" y="271497"/>
                  </a:lnTo>
                  <a:lnTo>
                    <a:pt x="4407414" y="259454"/>
                  </a:lnTo>
                  <a:lnTo>
                    <a:pt x="4335161" y="247758"/>
                  </a:lnTo>
                  <a:lnTo>
                    <a:pt x="4262908" y="236418"/>
                  </a:lnTo>
                  <a:lnTo>
                    <a:pt x="4190656" y="225441"/>
                  </a:lnTo>
                  <a:lnTo>
                    <a:pt x="4118403" y="214835"/>
                  </a:lnTo>
                  <a:lnTo>
                    <a:pt x="4046150" y="204604"/>
                  </a:lnTo>
                  <a:lnTo>
                    <a:pt x="3973897" y="194751"/>
                  </a:lnTo>
                  <a:lnTo>
                    <a:pt x="3901645" y="185277"/>
                  </a:lnTo>
                  <a:lnTo>
                    <a:pt x="3829392" y="176182"/>
                  </a:lnTo>
                  <a:lnTo>
                    <a:pt x="3757139" y="167464"/>
                  </a:lnTo>
                  <a:lnTo>
                    <a:pt x="3684887" y="159117"/>
                  </a:lnTo>
                  <a:lnTo>
                    <a:pt x="3612634" y="151137"/>
                  </a:lnTo>
                  <a:lnTo>
                    <a:pt x="3540381" y="143516"/>
                  </a:lnTo>
                  <a:lnTo>
                    <a:pt x="3468129" y="136244"/>
                  </a:lnTo>
                  <a:lnTo>
                    <a:pt x="3395876" y="129313"/>
                  </a:lnTo>
                  <a:lnTo>
                    <a:pt x="3323623" y="122711"/>
                  </a:lnTo>
                  <a:lnTo>
                    <a:pt x="3251371" y="116427"/>
                  </a:lnTo>
                  <a:lnTo>
                    <a:pt x="3179118" y="110447"/>
                  </a:lnTo>
                  <a:lnTo>
                    <a:pt x="3106865" y="104760"/>
                  </a:lnTo>
                  <a:lnTo>
                    <a:pt x="3034612" y="99352"/>
                  </a:lnTo>
                  <a:lnTo>
                    <a:pt x="2962360" y="94210"/>
                  </a:lnTo>
                  <a:lnTo>
                    <a:pt x="2890107" y="89321"/>
                  </a:lnTo>
                  <a:lnTo>
                    <a:pt x="2817854" y="84673"/>
                  </a:lnTo>
                  <a:lnTo>
                    <a:pt x="2745602" y="80252"/>
                  </a:lnTo>
                  <a:lnTo>
                    <a:pt x="2673349" y="76046"/>
                  </a:lnTo>
                  <a:lnTo>
                    <a:pt x="2601096" y="72043"/>
                  </a:lnTo>
                  <a:lnTo>
                    <a:pt x="2528844" y="68233"/>
                  </a:lnTo>
                  <a:lnTo>
                    <a:pt x="2456591" y="64604"/>
                  </a:lnTo>
                  <a:lnTo>
                    <a:pt x="2384338" y="61145"/>
                  </a:lnTo>
                  <a:lnTo>
                    <a:pt x="2312086" y="57847"/>
                  </a:lnTo>
                  <a:lnTo>
                    <a:pt x="2239833" y="54700"/>
                  </a:lnTo>
                  <a:lnTo>
                    <a:pt x="2167580" y="51696"/>
                  </a:lnTo>
                  <a:lnTo>
                    <a:pt x="2095328" y="48826"/>
                  </a:lnTo>
                  <a:lnTo>
                    <a:pt x="2023075" y="46083"/>
                  </a:lnTo>
                  <a:lnTo>
                    <a:pt x="1950822" y="43458"/>
                  </a:lnTo>
                  <a:lnTo>
                    <a:pt x="1878569" y="40945"/>
                  </a:lnTo>
                  <a:lnTo>
                    <a:pt x="1806317" y="38538"/>
                  </a:lnTo>
                  <a:lnTo>
                    <a:pt x="1734064" y="36230"/>
                  </a:lnTo>
                  <a:lnTo>
                    <a:pt x="1661811" y="34016"/>
                  </a:lnTo>
                  <a:lnTo>
                    <a:pt x="1589559" y="31890"/>
                  </a:lnTo>
                  <a:lnTo>
                    <a:pt x="1517306" y="29847"/>
                  </a:lnTo>
                  <a:lnTo>
                    <a:pt x="1445053" y="27883"/>
                  </a:lnTo>
                  <a:lnTo>
                    <a:pt x="1372801" y="25993"/>
                  </a:lnTo>
                  <a:lnTo>
                    <a:pt x="1300548" y="24173"/>
                  </a:lnTo>
                  <a:lnTo>
                    <a:pt x="1228295" y="22420"/>
                  </a:lnTo>
                  <a:lnTo>
                    <a:pt x="1156043" y="20729"/>
                  </a:lnTo>
                  <a:lnTo>
                    <a:pt x="1083790" y="19097"/>
                  </a:lnTo>
                  <a:lnTo>
                    <a:pt x="1011537" y="17522"/>
                  </a:lnTo>
                  <a:lnTo>
                    <a:pt x="939284" y="16000"/>
                  </a:lnTo>
                  <a:lnTo>
                    <a:pt x="867032" y="14528"/>
                  </a:lnTo>
                  <a:lnTo>
                    <a:pt x="794779" y="13104"/>
                  </a:lnTo>
                  <a:lnTo>
                    <a:pt x="722526" y="11726"/>
                  </a:lnTo>
                  <a:lnTo>
                    <a:pt x="650274" y="10390"/>
                  </a:lnTo>
                  <a:lnTo>
                    <a:pt x="578021" y="9096"/>
                  </a:lnTo>
                  <a:lnTo>
                    <a:pt x="505768" y="7841"/>
                  </a:lnTo>
                  <a:lnTo>
                    <a:pt x="433516" y="6622"/>
                  </a:lnTo>
                  <a:lnTo>
                    <a:pt x="361263" y="5440"/>
                  </a:lnTo>
                  <a:lnTo>
                    <a:pt x="289010" y="4290"/>
                  </a:lnTo>
                  <a:lnTo>
                    <a:pt x="216758" y="3173"/>
                  </a:lnTo>
                  <a:lnTo>
                    <a:pt x="144505" y="2086"/>
                  </a:lnTo>
                  <a:lnTo>
                    <a:pt x="72252" y="10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7" name="pl117"/>
            <p:cNvSpPr/>
            <p:nvPr/>
          </p:nvSpPr>
          <p:spPr>
            <a:xfrm>
              <a:off x="1227274" y="2637294"/>
              <a:ext cx="5707962" cy="758116"/>
            </a:xfrm>
            <a:custGeom>
              <a:avLst/>
              <a:gdLst/>
              <a:ahLst/>
              <a:cxnLst/>
              <a:rect l="0" t="0" r="0" b="0"/>
              <a:pathLst>
                <a:path w="5707962" h="758116">
                  <a:moveTo>
                    <a:pt x="0" y="0"/>
                  </a:moveTo>
                  <a:lnTo>
                    <a:pt x="72252" y="9596"/>
                  </a:lnTo>
                  <a:lnTo>
                    <a:pt x="144505" y="19192"/>
                  </a:lnTo>
                  <a:lnTo>
                    <a:pt x="216758" y="28789"/>
                  </a:lnTo>
                  <a:lnTo>
                    <a:pt x="289010" y="38385"/>
                  </a:lnTo>
                  <a:lnTo>
                    <a:pt x="361263" y="47982"/>
                  </a:lnTo>
                  <a:lnTo>
                    <a:pt x="433516" y="57578"/>
                  </a:lnTo>
                  <a:lnTo>
                    <a:pt x="505768" y="67174"/>
                  </a:lnTo>
                  <a:lnTo>
                    <a:pt x="578021" y="76771"/>
                  </a:lnTo>
                  <a:lnTo>
                    <a:pt x="650274" y="86367"/>
                  </a:lnTo>
                  <a:lnTo>
                    <a:pt x="722526" y="95964"/>
                  </a:lnTo>
                  <a:lnTo>
                    <a:pt x="794779" y="105560"/>
                  </a:lnTo>
                  <a:lnTo>
                    <a:pt x="867032" y="115156"/>
                  </a:lnTo>
                  <a:lnTo>
                    <a:pt x="939284" y="124753"/>
                  </a:lnTo>
                  <a:lnTo>
                    <a:pt x="1011537" y="134349"/>
                  </a:lnTo>
                  <a:lnTo>
                    <a:pt x="1083790" y="143946"/>
                  </a:lnTo>
                  <a:lnTo>
                    <a:pt x="1156043" y="153542"/>
                  </a:lnTo>
                  <a:lnTo>
                    <a:pt x="1228295" y="163138"/>
                  </a:lnTo>
                  <a:lnTo>
                    <a:pt x="1300548" y="172735"/>
                  </a:lnTo>
                  <a:lnTo>
                    <a:pt x="1372801" y="182331"/>
                  </a:lnTo>
                  <a:lnTo>
                    <a:pt x="1445053" y="191928"/>
                  </a:lnTo>
                  <a:lnTo>
                    <a:pt x="1517306" y="201524"/>
                  </a:lnTo>
                  <a:lnTo>
                    <a:pt x="1589559" y="211120"/>
                  </a:lnTo>
                  <a:lnTo>
                    <a:pt x="1661811" y="220717"/>
                  </a:lnTo>
                  <a:lnTo>
                    <a:pt x="1734064" y="230313"/>
                  </a:lnTo>
                  <a:lnTo>
                    <a:pt x="1806317" y="239910"/>
                  </a:lnTo>
                  <a:lnTo>
                    <a:pt x="1878569" y="249506"/>
                  </a:lnTo>
                  <a:lnTo>
                    <a:pt x="1950822" y="259103"/>
                  </a:lnTo>
                  <a:lnTo>
                    <a:pt x="2023075" y="268699"/>
                  </a:lnTo>
                  <a:lnTo>
                    <a:pt x="2095328" y="278295"/>
                  </a:lnTo>
                  <a:lnTo>
                    <a:pt x="2167580" y="287892"/>
                  </a:lnTo>
                  <a:lnTo>
                    <a:pt x="2239833" y="297488"/>
                  </a:lnTo>
                  <a:lnTo>
                    <a:pt x="2312086" y="307085"/>
                  </a:lnTo>
                  <a:lnTo>
                    <a:pt x="2384338" y="316681"/>
                  </a:lnTo>
                  <a:lnTo>
                    <a:pt x="2456591" y="326277"/>
                  </a:lnTo>
                  <a:lnTo>
                    <a:pt x="2528844" y="335874"/>
                  </a:lnTo>
                  <a:lnTo>
                    <a:pt x="2601096" y="345470"/>
                  </a:lnTo>
                  <a:lnTo>
                    <a:pt x="2673349" y="355067"/>
                  </a:lnTo>
                  <a:lnTo>
                    <a:pt x="2745602" y="364663"/>
                  </a:lnTo>
                  <a:lnTo>
                    <a:pt x="2817854" y="374259"/>
                  </a:lnTo>
                  <a:lnTo>
                    <a:pt x="2890107" y="383856"/>
                  </a:lnTo>
                  <a:lnTo>
                    <a:pt x="2962360" y="393452"/>
                  </a:lnTo>
                  <a:lnTo>
                    <a:pt x="3034612" y="403049"/>
                  </a:lnTo>
                  <a:lnTo>
                    <a:pt x="3106865" y="412645"/>
                  </a:lnTo>
                  <a:lnTo>
                    <a:pt x="3179118" y="422241"/>
                  </a:lnTo>
                  <a:lnTo>
                    <a:pt x="3251371" y="431838"/>
                  </a:lnTo>
                  <a:lnTo>
                    <a:pt x="3323623" y="441434"/>
                  </a:lnTo>
                  <a:lnTo>
                    <a:pt x="3395876" y="451031"/>
                  </a:lnTo>
                  <a:lnTo>
                    <a:pt x="3468129" y="460627"/>
                  </a:lnTo>
                  <a:lnTo>
                    <a:pt x="3540381" y="470224"/>
                  </a:lnTo>
                  <a:lnTo>
                    <a:pt x="3612634" y="479820"/>
                  </a:lnTo>
                  <a:lnTo>
                    <a:pt x="3684887" y="489416"/>
                  </a:lnTo>
                  <a:lnTo>
                    <a:pt x="3757139" y="499013"/>
                  </a:lnTo>
                  <a:lnTo>
                    <a:pt x="3829392" y="508609"/>
                  </a:lnTo>
                  <a:lnTo>
                    <a:pt x="3901645" y="518206"/>
                  </a:lnTo>
                  <a:lnTo>
                    <a:pt x="3973897" y="527802"/>
                  </a:lnTo>
                  <a:lnTo>
                    <a:pt x="4046150" y="537398"/>
                  </a:lnTo>
                  <a:lnTo>
                    <a:pt x="4118403" y="546995"/>
                  </a:lnTo>
                  <a:lnTo>
                    <a:pt x="4190656" y="556591"/>
                  </a:lnTo>
                  <a:lnTo>
                    <a:pt x="4262908" y="566188"/>
                  </a:lnTo>
                  <a:lnTo>
                    <a:pt x="4335161" y="575784"/>
                  </a:lnTo>
                  <a:lnTo>
                    <a:pt x="4407414" y="585380"/>
                  </a:lnTo>
                  <a:lnTo>
                    <a:pt x="4479666" y="594977"/>
                  </a:lnTo>
                  <a:lnTo>
                    <a:pt x="4551919" y="604573"/>
                  </a:lnTo>
                  <a:lnTo>
                    <a:pt x="4624172" y="614170"/>
                  </a:lnTo>
                  <a:lnTo>
                    <a:pt x="4696424" y="623766"/>
                  </a:lnTo>
                  <a:lnTo>
                    <a:pt x="4768677" y="633362"/>
                  </a:lnTo>
                  <a:lnTo>
                    <a:pt x="4840930" y="642959"/>
                  </a:lnTo>
                  <a:lnTo>
                    <a:pt x="4913182" y="652555"/>
                  </a:lnTo>
                  <a:lnTo>
                    <a:pt x="4985435" y="662152"/>
                  </a:lnTo>
                  <a:lnTo>
                    <a:pt x="5057688" y="671748"/>
                  </a:lnTo>
                  <a:lnTo>
                    <a:pt x="5129941" y="681345"/>
                  </a:lnTo>
                  <a:lnTo>
                    <a:pt x="5202193" y="690941"/>
                  </a:lnTo>
                  <a:lnTo>
                    <a:pt x="5274446" y="700537"/>
                  </a:lnTo>
                  <a:lnTo>
                    <a:pt x="5346699" y="710134"/>
                  </a:lnTo>
                  <a:lnTo>
                    <a:pt x="5418951" y="719730"/>
                  </a:lnTo>
                  <a:lnTo>
                    <a:pt x="5491204" y="729327"/>
                  </a:lnTo>
                  <a:lnTo>
                    <a:pt x="5563457" y="738923"/>
                  </a:lnTo>
                  <a:lnTo>
                    <a:pt x="5635709" y="748519"/>
                  </a:lnTo>
                  <a:lnTo>
                    <a:pt x="5707962" y="758116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l118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tx119"/>
            <p:cNvSpPr/>
            <p:nvPr/>
          </p:nvSpPr>
          <p:spPr>
            <a:xfrm>
              <a:off x="754887" y="5670675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754887" y="478814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754887" y="3905621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54887" y="3023093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140566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07081" y="571072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907081" y="482819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907081" y="394567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907081" y="306314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907081" y="218061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941876" y="5723142"/>
              <a:ext cx="6278758" cy="0"/>
            </a:xfrm>
            <a:custGeom>
              <a:avLst/>
              <a:gdLst/>
              <a:ahLst/>
              <a:cxnLst/>
              <a:rect l="0" t="0" r="0" b="0"/>
              <a:pathLst>
                <a:path w="6278758">
                  <a:moveTo>
                    <a:pt x="0" y="0"/>
                  </a:moveTo>
                  <a:lnTo>
                    <a:pt x="627875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210710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330530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450349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l133"/>
            <p:cNvSpPr/>
            <p:nvPr/>
          </p:nvSpPr>
          <p:spPr>
            <a:xfrm>
              <a:off x="570169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l134"/>
            <p:cNvSpPr/>
            <p:nvPr/>
          </p:nvSpPr>
          <p:spPr>
            <a:xfrm>
              <a:off x="689989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tx135"/>
            <p:cNvSpPr/>
            <p:nvPr/>
          </p:nvSpPr>
          <p:spPr>
            <a:xfrm>
              <a:off x="2076019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3274214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4472410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5670605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6868800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3343563" y="5925448"/>
              <a:ext cx="14753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141" name="tx141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3" name="tx143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4" name="rc144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5" name="pt145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rc146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7" name="pt147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rc148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9" name="pt149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rc150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1" name="pt151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941876" y="1669789"/>
              <a:ext cx="3296229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vs Size at Lewisetta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879697" y="1896563"/>
              <a:ext cx="634093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5137215" y="471121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5137215" y="46336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5137215" y="463316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1109219" y="510835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1109219" y="490573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1109219" y="482541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6028906" y="50096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6028906" y="515772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6028906" y="499511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5718512" y="532331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5718512" y="528091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5718512" y="51084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6396625" y="461291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6396625" y="46182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6396625" y="463957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3292943" y="502338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3292943" y="49892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3292943" y="51126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5455799" y="536088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5455799" y="52207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5455799" y="54905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873708" y="512564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873708" y="486954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873708" y="472934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167921" y="4798616"/>
              <a:ext cx="5764489" cy="544352"/>
            </a:xfrm>
            <a:custGeom>
              <a:avLst/>
              <a:gdLst/>
              <a:ahLst/>
              <a:cxnLst/>
              <a:rect l="0" t="0" r="0" b="0"/>
              <a:pathLst>
                <a:path w="5764489" h="544352">
                  <a:moveTo>
                    <a:pt x="0" y="0"/>
                  </a:moveTo>
                  <a:lnTo>
                    <a:pt x="72968" y="3585"/>
                  </a:lnTo>
                  <a:lnTo>
                    <a:pt x="145936" y="7155"/>
                  </a:lnTo>
                  <a:lnTo>
                    <a:pt x="218904" y="10711"/>
                  </a:lnTo>
                  <a:lnTo>
                    <a:pt x="291872" y="14251"/>
                  </a:lnTo>
                  <a:lnTo>
                    <a:pt x="364841" y="17775"/>
                  </a:lnTo>
                  <a:lnTo>
                    <a:pt x="437809" y="21281"/>
                  </a:lnTo>
                  <a:lnTo>
                    <a:pt x="510777" y="24769"/>
                  </a:lnTo>
                  <a:lnTo>
                    <a:pt x="583745" y="28237"/>
                  </a:lnTo>
                  <a:lnTo>
                    <a:pt x="656713" y="31686"/>
                  </a:lnTo>
                  <a:lnTo>
                    <a:pt x="729682" y="35113"/>
                  </a:lnTo>
                  <a:lnTo>
                    <a:pt x="802650" y="38518"/>
                  </a:lnTo>
                  <a:lnTo>
                    <a:pt x="875618" y="41899"/>
                  </a:lnTo>
                  <a:lnTo>
                    <a:pt x="948586" y="45255"/>
                  </a:lnTo>
                  <a:lnTo>
                    <a:pt x="1021555" y="48585"/>
                  </a:lnTo>
                  <a:lnTo>
                    <a:pt x="1094523" y="51886"/>
                  </a:lnTo>
                  <a:lnTo>
                    <a:pt x="1167491" y="55159"/>
                  </a:lnTo>
                  <a:lnTo>
                    <a:pt x="1240459" y="58400"/>
                  </a:lnTo>
                  <a:lnTo>
                    <a:pt x="1313427" y="61609"/>
                  </a:lnTo>
                  <a:lnTo>
                    <a:pt x="1386396" y="64783"/>
                  </a:lnTo>
                  <a:lnTo>
                    <a:pt x="1459364" y="67919"/>
                  </a:lnTo>
                  <a:lnTo>
                    <a:pt x="1532332" y="71017"/>
                  </a:lnTo>
                  <a:lnTo>
                    <a:pt x="1605300" y="74073"/>
                  </a:lnTo>
                  <a:lnTo>
                    <a:pt x="1678268" y="77085"/>
                  </a:lnTo>
                  <a:lnTo>
                    <a:pt x="1751237" y="80050"/>
                  </a:lnTo>
                  <a:lnTo>
                    <a:pt x="1824205" y="82965"/>
                  </a:lnTo>
                  <a:lnTo>
                    <a:pt x="1897173" y="85828"/>
                  </a:lnTo>
                  <a:lnTo>
                    <a:pt x="1970141" y="88635"/>
                  </a:lnTo>
                  <a:lnTo>
                    <a:pt x="2043110" y="91382"/>
                  </a:lnTo>
                  <a:lnTo>
                    <a:pt x="2116078" y="94065"/>
                  </a:lnTo>
                  <a:lnTo>
                    <a:pt x="2189046" y="96681"/>
                  </a:lnTo>
                  <a:lnTo>
                    <a:pt x="2262014" y="99225"/>
                  </a:lnTo>
                  <a:lnTo>
                    <a:pt x="2334982" y="101693"/>
                  </a:lnTo>
                  <a:lnTo>
                    <a:pt x="2407951" y="104080"/>
                  </a:lnTo>
                  <a:lnTo>
                    <a:pt x="2480919" y="106381"/>
                  </a:lnTo>
                  <a:lnTo>
                    <a:pt x="2553887" y="108590"/>
                  </a:lnTo>
                  <a:lnTo>
                    <a:pt x="2626855" y="110702"/>
                  </a:lnTo>
                  <a:lnTo>
                    <a:pt x="2699823" y="112711"/>
                  </a:lnTo>
                  <a:lnTo>
                    <a:pt x="2772792" y="114611"/>
                  </a:lnTo>
                  <a:lnTo>
                    <a:pt x="2845760" y="116395"/>
                  </a:lnTo>
                  <a:lnTo>
                    <a:pt x="2918728" y="118058"/>
                  </a:lnTo>
                  <a:lnTo>
                    <a:pt x="2991696" y="119592"/>
                  </a:lnTo>
                  <a:lnTo>
                    <a:pt x="3064665" y="120991"/>
                  </a:lnTo>
                  <a:lnTo>
                    <a:pt x="3137633" y="122248"/>
                  </a:lnTo>
                  <a:lnTo>
                    <a:pt x="3210601" y="123357"/>
                  </a:lnTo>
                  <a:lnTo>
                    <a:pt x="3283569" y="124310"/>
                  </a:lnTo>
                  <a:lnTo>
                    <a:pt x="3356537" y="125103"/>
                  </a:lnTo>
                  <a:lnTo>
                    <a:pt x="3429506" y="125728"/>
                  </a:lnTo>
                  <a:lnTo>
                    <a:pt x="3502474" y="126181"/>
                  </a:lnTo>
                  <a:lnTo>
                    <a:pt x="3575442" y="126457"/>
                  </a:lnTo>
                  <a:lnTo>
                    <a:pt x="3648410" y="126551"/>
                  </a:lnTo>
                  <a:lnTo>
                    <a:pt x="3721379" y="126459"/>
                  </a:lnTo>
                  <a:lnTo>
                    <a:pt x="3794347" y="126181"/>
                  </a:lnTo>
                  <a:lnTo>
                    <a:pt x="3867315" y="125712"/>
                  </a:lnTo>
                  <a:lnTo>
                    <a:pt x="3940283" y="125054"/>
                  </a:lnTo>
                  <a:lnTo>
                    <a:pt x="4013251" y="124206"/>
                  </a:lnTo>
                  <a:lnTo>
                    <a:pt x="4086220" y="123168"/>
                  </a:lnTo>
                  <a:lnTo>
                    <a:pt x="4159188" y="121944"/>
                  </a:lnTo>
                  <a:lnTo>
                    <a:pt x="4232156" y="120535"/>
                  </a:lnTo>
                  <a:lnTo>
                    <a:pt x="4305124" y="118947"/>
                  </a:lnTo>
                  <a:lnTo>
                    <a:pt x="4378092" y="117182"/>
                  </a:lnTo>
                  <a:lnTo>
                    <a:pt x="4451061" y="115246"/>
                  </a:lnTo>
                  <a:lnTo>
                    <a:pt x="4524029" y="113146"/>
                  </a:lnTo>
                  <a:lnTo>
                    <a:pt x="4596997" y="110886"/>
                  </a:lnTo>
                  <a:lnTo>
                    <a:pt x="4669965" y="108473"/>
                  </a:lnTo>
                  <a:lnTo>
                    <a:pt x="4742934" y="105913"/>
                  </a:lnTo>
                  <a:lnTo>
                    <a:pt x="4815902" y="103214"/>
                  </a:lnTo>
                  <a:lnTo>
                    <a:pt x="4888870" y="100381"/>
                  </a:lnTo>
                  <a:lnTo>
                    <a:pt x="4961838" y="97423"/>
                  </a:lnTo>
                  <a:lnTo>
                    <a:pt x="5034806" y="94344"/>
                  </a:lnTo>
                  <a:lnTo>
                    <a:pt x="5107775" y="91152"/>
                  </a:lnTo>
                  <a:lnTo>
                    <a:pt x="5180743" y="87853"/>
                  </a:lnTo>
                  <a:lnTo>
                    <a:pt x="5253711" y="84453"/>
                  </a:lnTo>
                  <a:lnTo>
                    <a:pt x="5326679" y="80957"/>
                  </a:lnTo>
                  <a:lnTo>
                    <a:pt x="5399647" y="77372"/>
                  </a:lnTo>
                  <a:lnTo>
                    <a:pt x="5472616" y="73701"/>
                  </a:lnTo>
                  <a:lnTo>
                    <a:pt x="5545584" y="69952"/>
                  </a:lnTo>
                  <a:lnTo>
                    <a:pt x="5618552" y="66127"/>
                  </a:lnTo>
                  <a:lnTo>
                    <a:pt x="5691520" y="62232"/>
                  </a:lnTo>
                  <a:lnTo>
                    <a:pt x="5764489" y="58271"/>
                  </a:lnTo>
                  <a:lnTo>
                    <a:pt x="5764489" y="386752"/>
                  </a:lnTo>
                  <a:lnTo>
                    <a:pt x="5691520" y="384048"/>
                  </a:lnTo>
                  <a:lnTo>
                    <a:pt x="5618552" y="381411"/>
                  </a:lnTo>
                  <a:lnTo>
                    <a:pt x="5545584" y="378843"/>
                  </a:lnTo>
                  <a:lnTo>
                    <a:pt x="5472616" y="376351"/>
                  </a:lnTo>
                  <a:lnTo>
                    <a:pt x="5399647" y="373938"/>
                  </a:lnTo>
                  <a:lnTo>
                    <a:pt x="5326679" y="371610"/>
                  </a:lnTo>
                  <a:lnTo>
                    <a:pt x="5253711" y="369372"/>
                  </a:lnTo>
                  <a:lnTo>
                    <a:pt x="5180743" y="367229"/>
                  </a:lnTo>
                  <a:lnTo>
                    <a:pt x="5107775" y="365187"/>
                  </a:lnTo>
                  <a:lnTo>
                    <a:pt x="5034806" y="363252"/>
                  </a:lnTo>
                  <a:lnTo>
                    <a:pt x="4961838" y="361431"/>
                  </a:lnTo>
                  <a:lnTo>
                    <a:pt x="4888870" y="359730"/>
                  </a:lnTo>
                  <a:lnTo>
                    <a:pt x="4815902" y="358155"/>
                  </a:lnTo>
                  <a:lnTo>
                    <a:pt x="4742934" y="356713"/>
                  </a:lnTo>
                  <a:lnTo>
                    <a:pt x="4669965" y="355411"/>
                  </a:lnTo>
                  <a:lnTo>
                    <a:pt x="4596997" y="354255"/>
                  </a:lnTo>
                  <a:lnTo>
                    <a:pt x="4524029" y="353252"/>
                  </a:lnTo>
                  <a:lnTo>
                    <a:pt x="4451061" y="352409"/>
                  </a:lnTo>
                  <a:lnTo>
                    <a:pt x="4378092" y="351730"/>
                  </a:lnTo>
                  <a:lnTo>
                    <a:pt x="4305124" y="351223"/>
                  </a:lnTo>
                  <a:lnTo>
                    <a:pt x="4232156" y="350892"/>
                  </a:lnTo>
                  <a:lnTo>
                    <a:pt x="4159188" y="350741"/>
                  </a:lnTo>
                  <a:lnTo>
                    <a:pt x="4086220" y="350774"/>
                  </a:lnTo>
                  <a:lnTo>
                    <a:pt x="4013251" y="350993"/>
                  </a:lnTo>
                  <a:lnTo>
                    <a:pt x="3940283" y="351402"/>
                  </a:lnTo>
                  <a:lnTo>
                    <a:pt x="3867315" y="352001"/>
                  </a:lnTo>
                  <a:lnTo>
                    <a:pt x="3794347" y="352790"/>
                  </a:lnTo>
                  <a:lnTo>
                    <a:pt x="3721379" y="353769"/>
                  </a:lnTo>
                  <a:lnTo>
                    <a:pt x="3648410" y="354935"/>
                  </a:lnTo>
                  <a:lnTo>
                    <a:pt x="3575442" y="356286"/>
                  </a:lnTo>
                  <a:lnTo>
                    <a:pt x="3502474" y="357819"/>
                  </a:lnTo>
                  <a:lnTo>
                    <a:pt x="3429506" y="359529"/>
                  </a:lnTo>
                  <a:lnTo>
                    <a:pt x="3356537" y="361412"/>
                  </a:lnTo>
                  <a:lnTo>
                    <a:pt x="3283569" y="363462"/>
                  </a:lnTo>
                  <a:lnTo>
                    <a:pt x="3210601" y="365673"/>
                  </a:lnTo>
                  <a:lnTo>
                    <a:pt x="3137633" y="368039"/>
                  </a:lnTo>
                  <a:lnTo>
                    <a:pt x="3064665" y="370553"/>
                  </a:lnTo>
                  <a:lnTo>
                    <a:pt x="2991696" y="373209"/>
                  </a:lnTo>
                  <a:lnTo>
                    <a:pt x="2918728" y="376001"/>
                  </a:lnTo>
                  <a:lnTo>
                    <a:pt x="2845760" y="378921"/>
                  </a:lnTo>
                  <a:lnTo>
                    <a:pt x="2772792" y="381963"/>
                  </a:lnTo>
                  <a:lnTo>
                    <a:pt x="2699823" y="385120"/>
                  </a:lnTo>
                  <a:lnTo>
                    <a:pt x="2626855" y="388386"/>
                  </a:lnTo>
                  <a:lnTo>
                    <a:pt x="2553887" y="391756"/>
                  </a:lnTo>
                  <a:lnTo>
                    <a:pt x="2480919" y="395222"/>
                  </a:lnTo>
                  <a:lnTo>
                    <a:pt x="2407951" y="398780"/>
                  </a:lnTo>
                  <a:lnTo>
                    <a:pt x="2334982" y="402424"/>
                  </a:lnTo>
                  <a:lnTo>
                    <a:pt x="2262014" y="406150"/>
                  </a:lnTo>
                  <a:lnTo>
                    <a:pt x="2189046" y="409951"/>
                  </a:lnTo>
                  <a:lnTo>
                    <a:pt x="2116078" y="413824"/>
                  </a:lnTo>
                  <a:lnTo>
                    <a:pt x="2043110" y="417765"/>
                  </a:lnTo>
                  <a:lnTo>
                    <a:pt x="1970141" y="421769"/>
                  </a:lnTo>
                  <a:lnTo>
                    <a:pt x="1897173" y="425833"/>
                  </a:lnTo>
                  <a:lnTo>
                    <a:pt x="1824205" y="429953"/>
                  </a:lnTo>
                  <a:lnTo>
                    <a:pt x="1751237" y="434126"/>
                  </a:lnTo>
                  <a:lnTo>
                    <a:pt x="1678268" y="438349"/>
                  </a:lnTo>
                  <a:lnTo>
                    <a:pt x="1605300" y="442618"/>
                  </a:lnTo>
                  <a:lnTo>
                    <a:pt x="1532332" y="446931"/>
                  </a:lnTo>
                  <a:lnTo>
                    <a:pt x="1459364" y="451286"/>
                  </a:lnTo>
                  <a:lnTo>
                    <a:pt x="1386396" y="455680"/>
                  </a:lnTo>
                  <a:lnTo>
                    <a:pt x="1313427" y="460111"/>
                  </a:lnTo>
                  <a:lnTo>
                    <a:pt x="1240459" y="464577"/>
                  </a:lnTo>
                  <a:lnTo>
                    <a:pt x="1167491" y="469076"/>
                  </a:lnTo>
                  <a:lnTo>
                    <a:pt x="1094523" y="473606"/>
                  </a:lnTo>
                  <a:lnTo>
                    <a:pt x="1021555" y="478165"/>
                  </a:lnTo>
                  <a:lnTo>
                    <a:pt x="948586" y="482752"/>
                  </a:lnTo>
                  <a:lnTo>
                    <a:pt x="875618" y="487365"/>
                  </a:lnTo>
                  <a:lnTo>
                    <a:pt x="802650" y="492004"/>
                  </a:lnTo>
                  <a:lnTo>
                    <a:pt x="729682" y="496666"/>
                  </a:lnTo>
                  <a:lnTo>
                    <a:pt x="656713" y="501350"/>
                  </a:lnTo>
                  <a:lnTo>
                    <a:pt x="583745" y="506056"/>
                  </a:lnTo>
                  <a:lnTo>
                    <a:pt x="510777" y="510782"/>
                  </a:lnTo>
                  <a:lnTo>
                    <a:pt x="437809" y="515527"/>
                  </a:lnTo>
                  <a:lnTo>
                    <a:pt x="364841" y="520290"/>
                  </a:lnTo>
                  <a:lnTo>
                    <a:pt x="291872" y="525071"/>
                  </a:lnTo>
                  <a:lnTo>
                    <a:pt x="218904" y="529869"/>
                  </a:lnTo>
                  <a:lnTo>
                    <a:pt x="145936" y="534682"/>
                  </a:lnTo>
                  <a:lnTo>
                    <a:pt x="72968" y="539510"/>
                  </a:lnTo>
                  <a:lnTo>
                    <a:pt x="0" y="544352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167921" y="4798616"/>
              <a:ext cx="5764489" cy="126551"/>
            </a:xfrm>
            <a:custGeom>
              <a:avLst/>
              <a:gdLst/>
              <a:ahLst/>
              <a:cxnLst/>
              <a:rect l="0" t="0" r="0" b="0"/>
              <a:pathLst>
                <a:path w="5764489" h="126551">
                  <a:moveTo>
                    <a:pt x="0" y="0"/>
                  </a:moveTo>
                  <a:lnTo>
                    <a:pt x="72968" y="3585"/>
                  </a:lnTo>
                  <a:lnTo>
                    <a:pt x="145936" y="7155"/>
                  </a:lnTo>
                  <a:lnTo>
                    <a:pt x="218904" y="10711"/>
                  </a:lnTo>
                  <a:lnTo>
                    <a:pt x="291872" y="14251"/>
                  </a:lnTo>
                  <a:lnTo>
                    <a:pt x="364841" y="17775"/>
                  </a:lnTo>
                  <a:lnTo>
                    <a:pt x="437809" y="21281"/>
                  </a:lnTo>
                  <a:lnTo>
                    <a:pt x="510777" y="24769"/>
                  </a:lnTo>
                  <a:lnTo>
                    <a:pt x="583745" y="28237"/>
                  </a:lnTo>
                  <a:lnTo>
                    <a:pt x="656713" y="31686"/>
                  </a:lnTo>
                  <a:lnTo>
                    <a:pt x="729682" y="35113"/>
                  </a:lnTo>
                  <a:lnTo>
                    <a:pt x="802650" y="38518"/>
                  </a:lnTo>
                  <a:lnTo>
                    <a:pt x="875618" y="41899"/>
                  </a:lnTo>
                  <a:lnTo>
                    <a:pt x="948586" y="45255"/>
                  </a:lnTo>
                  <a:lnTo>
                    <a:pt x="1021555" y="48585"/>
                  </a:lnTo>
                  <a:lnTo>
                    <a:pt x="1094523" y="51886"/>
                  </a:lnTo>
                  <a:lnTo>
                    <a:pt x="1167491" y="55159"/>
                  </a:lnTo>
                  <a:lnTo>
                    <a:pt x="1240459" y="58400"/>
                  </a:lnTo>
                  <a:lnTo>
                    <a:pt x="1313427" y="61609"/>
                  </a:lnTo>
                  <a:lnTo>
                    <a:pt x="1386396" y="64783"/>
                  </a:lnTo>
                  <a:lnTo>
                    <a:pt x="1459364" y="67919"/>
                  </a:lnTo>
                  <a:lnTo>
                    <a:pt x="1532332" y="71017"/>
                  </a:lnTo>
                  <a:lnTo>
                    <a:pt x="1605300" y="74073"/>
                  </a:lnTo>
                  <a:lnTo>
                    <a:pt x="1678268" y="77085"/>
                  </a:lnTo>
                  <a:lnTo>
                    <a:pt x="1751237" y="80050"/>
                  </a:lnTo>
                  <a:lnTo>
                    <a:pt x="1824205" y="82965"/>
                  </a:lnTo>
                  <a:lnTo>
                    <a:pt x="1897173" y="85828"/>
                  </a:lnTo>
                  <a:lnTo>
                    <a:pt x="1970141" y="88635"/>
                  </a:lnTo>
                  <a:lnTo>
                    <a:pt x="2043110" y="91382"/>
                  </a:lnTo>
                  <a:lnTo>
                    <a:pt x="2116078" y="94065"/>
                  </a:lnTo>
                  <a:lnTo>
                    <a:pt x="2189046" y="96681"/>
                  </a:lnTo>
                  <a:lnTo>
                    <a:pt x="2262014" y="99225"/>
                  </a:lnTo>
                  <a:lnTo>
                    <a:pt x="2334982" y="101693"/>
                  </a:lnTo>
                  <a:lnTo>
                    <a:pt x="2407951" y="104080"/>
                  </a:lnTo>
                  <a:lnTo>
                    <a:pt x="2480919" y="106381"/>
                  </a:lnTo>
                  <a:lnTo>
                    <a:pt x="2553887" y="108590"/>
                  </a:lnTo>
                  <a:lnTo>
                    <a:pt x="2626855" y="110702"/>
                  </a:lnTo>
                  <a:lnTo>
                    <a:pt x="2699823" y="112711"/>
                  </a:lnTo>
                  <a:lnTo>
                    <a:pt x="2772792" y="114611"/>
                  </a:lnTo>
                  <a:lnTo>
                    <a:pt x="2845760" y="116395"/>
                  </a:lnTo>
                  <a:lnTo>
                    <a:pt x="2918728" y="118058"/>
                  </a:lnTo>
                  <a:lnTo>
                    <a:pt x="2991696" y="119592"/>
                  </a:lnTo>
                  <a:lnTo>
                    <a:pt x="3064665" y="120991"/>
                  </a:lnTo>
                  <a:lnTo>
                    <a:pt x="3137633" y="122248"/>
                  </a:lnTo>
                  <a:lnTo>
                    <a:pt x="3210601" y="123357"/>
                  </a:lnTo>
                  <a:lnTo>
                    <a:pt x="3283569" y="124310"/>
                  </a:lnTo>
                  <a:lnTo>
                    <a:pt x="3356537" y="125103"/>
                  </a:lnTo>
                  <a:lnTo>
                    <a:pt x="3429506" y="125728"/>
                  </a:lnTo>
                  <a:lnTo>
                    <a:pt x="3502474" y="126181"/>
                  </a:lnTo>
                  <a:lnTo>
                    <a:pt x="3575442" y="126457"/>
                  </a:lnTo>
                  <a:lnTo>
                    <a:pt x="3648410" y="126551"/>
                  </a:lnTo>
                  <a:lnTo>
                    <a:pt x="3721379" y="126459"/>
                  </a:lnTo>
                  <a:lnTo>
                    <a:pt x="3794347" y="126181"/>
                  </a:lnTo>
                  <a:lnTo>
                    <a:pt x="3867315" y="125712"/>
                  </a:lnTo>
                  <a:lnTo>
                    <a:pt x="3940283" y="125054"/>
                  </a:lnTo>
                  <a:lnTo>
                    <a:pt x="4013251" y="124206"/>
                  </a:lnTo>
                  <a:lnTo>
                    <a:pt x="4086220" y="123168"/>
                  </a:lnTo>
                  <a:lnTo>
                    <a:pt x="4159188" y="121944"/>
                  </a:lnTo>
                  <a:lnTo>
                    <a:pt x="4232156" y="120535"/>
                  </a:lnTo>
                  <a:lnTo>
                    <a:pt x="4305124" y="118947"/>
                  </a:lnTo>
                  <a:lnTo>
                    <a:pt x="4378092" y="117182"/>
                  </a:lnTo>
                  <a:lnTo>
                    <a:pt x="4451061" y="115246"/>
                  </a:lnTo>
                  <a:lnTo>
                    <a:pt x="4524029" y="113146"/>
                  </a:lnTo>
                  <a:lnTo>
                    <a:pt x="4596997" y="110886"/>
                  </a:lnTo>
                  <a:lnTo>
                    <a:pt x="4669965" y="108473"/>
                  </a:lnTo>
                  <a:lnTo>
                    <a:pt x="4742934" y="105913"/>
                  </a:lnTo>
                  <a:lnTo>
                    <a:pt x="4815902" y="103214"/>
                  </a:lnTo>
                  <a:lnTo>
                    <a:pt x="4888870" y="100381"/>
                  </a:lnTo>
                  <a:lnTo>
                    <a:pt x="4961838" y="97423"/>
                  </a:lnTo>
                  <a:lnTo>
                    <a:pt x="5034806" y="94344"/>
                  </a:lnTo>
                  <a:lnTo>
                    <a:pt x="5107775" y="91152"/>
                  </a:lnTo>
                  <a:lnTo>
                    <a:pt x="5180743" y="87853"/>
                  </a:lnTo>
                  <a:lnTo>
                    <a:pt x="5253711" y="84453"/>
                  </a:lnTo>
                  <a:lnTo>
                    <a:pt x="5326679" y="80957"/>
                  </a:lnTo>
                  <a:lnTo>
                    <a:pt x="5399647" y="77372"/>
                  </a:lnTo>
                  <a:lnTo>
                    <a:pt x="5472616" y="73701"/>
                  </a:lnTo>
                  <a:lnTo>
                    <a:pt x="5545584" y="69952"/>
                  </a:lnTo>
                  <a:lnTo>
                    <a:pt x="5618552" y="66127"/>
                  </a:lnTo>
                  <a:lnTo>
                    <a:pt x="5691520" y="62232"/>
                  </a:lnTo>
                  <a:lnTo>
                    <a:pt x="5764489" y="58271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167921" y="5149357"/>
              <a:ext cx="5764489" cy="193611"/>
            </a:xfrm>
            <a:custGeom>
              <a:avLst/>
              <a:gdLst/>
              <a:ahLst/>
              <a:cxnLst/>
              <a:rect l="0" t="0" r="0" b="0"/>
              <a:pathLst>
                <a:path w="5764489" h="193611">
                  <a:moveTo>
                    <a:pt x="5764489" y="36011"/>
                  </a:moveTo>
                  <a:lnTo>
                    <a:pt x="5691520" y="33307"/>
                  </a:lnTo>
                  <a:lnTo>
                    <a:pt x="5618552" y="30669"/>
                  </a:lnTo>
                  <a:lnTo>
                    <a:pt x="5545584" y="28102"/>
                  </a:lnTo>
                  <a:lnTo>
                    <a:pt x="5472616" y="25610"/>
                  </a:lnTo>
                  <a:lnTo>
                    <a:pt x="5399647" y="23197"/>
                  </a:lnTo>
                  <a:lnTo>
                    <a:pt x="5326679" y="20869"/>
                  </a:lnTo>
                  <a:lnTo>
                    <a:pt x="5253711" y="18631"/>
                  </a:lnTo>
                  <a:lnTo>
                    <a:pt x="5180743" y="16488"/>
                  </a:lnTo>
                  <a:lnTo>
                    <a:pt x="5107775" y="14446"/>
                  </a:lnTo>
                  <a:lnTo>
                    <a:pt x="5034806" y="12511"/>
                  </a:lnTo>
                  <a:lnTo>
                    <a:pt x="4961838" y="10690"/>
                  </a:lnTo>
                  <a:lnTo>
                    <a:pt x="4888870" y="8989"/>
                  </a:lnTo>
                  <a:lnTo>
                    <a:pt x="4815902" y="7414"/>
                  </a:lnTo>
                  <a:lnTo>
                    <a:pt x="4742934" y="5972"/>
                  </a:lnTo>
                  <a:lnTo>
                    <a:pt x="4669965" y="4670"/>
                  </a:lnTo>
                  <a:lnTo>
                    <a:pt x="4596997" y="3514"/>
                  </a:lnTo>
                  <a:lnTo>
                    <a:pt x="4524029" y="2511"/>
                  </a:lnTo>
                  <a:lnTo>
                    <a:pt x="4451061" y="1668"/>
                  </a:lnTo>
                  <a:lnTo>
                    <a:pt x="4378092" y="989"/>
                  </a:lnTo>
                  <a:lnTo>
                    <a:pt x="4305124" y="482"/>
                  </a:lnTo>
                  <a:lnTo>
                    <a:pt x="4232156" y="151"/>
                  </a:lnTo>
                  <a:lnTo>
                    <a:pt x="4159188" y="0"/>
                  </a:lnTo>
                  <a:lnTo>
                    <a:pt x="4086220" y="32"/>
                  </a:lnTo>
                  <a:lnTo>
                    <a:pt x="4013251" y="252"/>
                  </a:lnTo>
                  <a:lnTo>
                    <a:pt x="3940283" y="661"/>
                  </a:lnTo>
                  <a:lnTo>
                    <a:pt x="3867315" y="1260"/>
                  </a:lnTo>
                  <a:lnTo>
                    <a:pt x="3794347" y="2049"/>
                  </a:lnTo>
                  <a:lnTo>
                    <a:pt x="3721379" y="3028"/>
                  </a:lnTo>
                  <a:lnTo>
                    <a:pt x="3648410" y="4194"/>
                  </a:lnTo>
                  <a:lnTo>
                    <a:pt x="3575442" y="5545"/>
                  </a:lnTo>
                  <a:lnTo>
                    <a:pt x="3502474" y="7078"/>
                  </a:lnTo>
                  <a:lnTo>
                    <a:pt x="3429506" y="8788"/>
                  </a:lnTo>
                  <a:lnTo>
                    <a:pt x="3356537" y="10671"/>
                  </a:lnTo>
                  <a:lnTo>
                    <a:pt x="3283569" y="12721"/>
                  </a:lnTo>
                  <a:lnTo>
                    <a:pt x="3210601" y="14932"/>
                  </a:lnTo>
                  <a:lnTo>
                    <a:pt x="3137633" y="17298"/>
                  </a:lnTo>
                  <a:lnTo>
                    <a:pt x="3064665" y="19812"/>
                  </a:lnTo>
                  <a:lnTo>
                    <a:pt x="2991696" y="22468"/>
                  </a:lnTo>
                  <a:lnTo>
                    <a:pt x="2918728" y="25260"/>
                  </a:lnTo>
                  <a:lnTo>
                    <a:pt x="2845760" y="28180"/>
                  </a:lnTo>
                  <a:lnTo>
                    <a:pt x="2772792" y="31222"/>
                  </a:lnTo>
                  <a:lnTo>
                    <a:pt x="2699823" y="34379"/>
                  </a:lnTo>
                  <a:lnTo>
                    <a:pt x="2626855" y="37645"/>
                  </a:lnTo>
                  <a:lnTo>
                    <a:pt x="2553887" y="41014"/>
                  </a:lnTo>
                  <a:lnTo>
                    <a:pt x="2480919" y="44481"/>
                  </a:lnTo>
                  <a:lnTo>
                    <a:pt x="2407951" y="48039"/>
                  </a:lnTo>
                  <a:lnTo>
                    <a:pt x="2334982" y="51683"/>
                  </a:lnTo>
                  <a:lnTo>
                    <a:pt x="2262014" y="55408"/>
                  </a:lnTo>
                  <a:lnTo>
                    <a:pt x="2189046" y="59210"/>
                  </a:lnTo>
                  <a:lnTo>
                    <a:pt x="2116078" y="63083"/>
                  </a:lnTo>
                  <a:lnTo>
                    <a:pt x="2043110" y="67024"/>
                  </a:lnTo>
                  <a:lnTo>
                    <a:pt x="1970141" y="71028"/>
                  </a:lnTo>
                  <a:lnTo>
                    <a:pt x="1897173" y="75092"/>
                  </a:lnTo>
                  <a:lnTo>
                    <a:pt x="1824205" y="79212"/>
                  </a:lnTo>
                  <a:lnTo>
                    <a:pt x="1751237" y="83385"/>
                  </a:lnTo>
                  <a:lnTo>
                    <a:pt x="1678268" y="87608"/>
                  </a:lnTo>
                  <a:lnTo>
                    <a:pt x="1605300" y="91877"/>
                  </a:lnTo>
                  <a:lnTo>
                    <a:pt x="1532332" y="96190"/>
                  </a:lnTo>
                  <a:lnTo>
                    <a:pt x="1459364" y="100545"/>
                  </a:lnTo>
                  <a:lnTo>
                    <a:pt x="1386396" y="104939"/>
                  </a:lnTo>
                  <a:lnTo>
                    <a:pt x="1313427" y="109370"/>
                  </a:lnTo>
                  <a:lnTo>
                    <a:pt x="1240459" y="113836"/>
                  </a:lnTo>
                  <a:lnTo>
                    <a:pt x="1167491" y="118335"/>
                  </a:lnTo>
                  <a:lnTo>
                    <a:pt x="1094523" y="122864"/>
                  </a:lnTo>
                  <a:lnTo>
                    <a:pt x="1021555" y="127424"/>
                  </a:lnTo>
                  <a:lnTo>
                    <a:pt x="948586" y="132011"/>
                  </a:lnTo>
                  <a:lnTo>
                    <a:pt x="875618" y="136624"/>
                  </a:lnTo>
                  <a:lnTo>
                    <a:pt x="802650" y="141263"/>
                  </a:lnTo>
                  <a:lnTo>
                    <a:pt x="729682" y="145925"/>
                  </a:lnTo>
                  <a:lnTo>
                    <a:pt x="656713" y="150609"/>
                  </a:lnTo>
                  <a:lnTo>
                    <a:pt x="583745" y="155315"/>
                  </a:lnTo>
                  <a:lnTo>
                    <a:pt x="510777" y="160041"/>
                  </a:lnTo>
                  <a:lnTo>
                    <a:pt x="437809" y="164786"/>
                  </a:lnTo>
                  <a:lnTo>
                    <a:pt x="364841" y="169549"/>
                  </a:lnTo>
                  <a:lnTo>
                    <a:pt x="291872" y="174330"/>
                  </a:lnTo>
                  <a:lnTo>
                    <a:pt x="218904" y="179128"/>
                  </a:lnTo>
                  <a:lnTo>
                    <a:pt x="145936" y="183941"/>
                  </a:lnTo>
                  <a:lnTo>
                    <a:pt x="72968" y="188769"/>
                  </a:lnTo>
                  <a:lnTo>
                    <a:pt x="0" y="193611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167921" y="5021128"/>
              <a:ext cx="5764489" cy="49664"/>
            </a:xfrm>
            <a:custGeom>
              <a:avLst/>
              <a:gdLst/>
              <a:ahLst/>
              <a:cxnLst/>
              <a:rect l="0" t="0" r="0" b="0"/>
              <a:pathLst>
                <a:path w="5764489" h="49664">
                  <a:moveTo>
                    <a:pt x="0" y="49664"/>
                  </a:moveTo>
                  <a:lnTo>
                    <a:pt x="72968" y="49035"/>
                  </a:lnTo>
                  <a:lnTo>
                    <a:pt x="145936" y="48407"/>
                  </a:lnTo>
                  <a:lnTo>
                    <a:pt x="218904" y="47778"/>
                  </a:lnTo>
                  <a:lnTo>
                    <a:pt x="291872" y="47149"/>
                  </a:lnTo>
                  <a:lnTo>
                    <a:pt x="364841" y="46521"/>
                  </a:lnTo>
                  <a:lnTo>
                    <a:pt x="437809" y="45892"/>
                  </a:lnTo>
                  <a:lnTo>
                    <a:pt x="510777" y="45263"/>
                  </a:lnTo>
                  <a:lnTo>
                    <a:pt x="583745" y="44635"/>
                  </a:lnTo>
                  <a:lnTo>
                    <a:pt x="656713" y="44006"/>
                  </a:lnTo>
                  <a:lnTo>
                    <a:pt x="729682" y="43377"/>
                  </a:lnTo>
                  <a:lnTo>
                    <a:pt x="802650" y="42749"/>
                  </a:lnTo>
                  <a:lnTo>
                    <a:pt x="875618" y="42120"/>
                  </a:lnTo>
                  <a:lnTo>
                    <a:pt x="948586" y="41491"/>
                  </a:lnTo>
                  <a:lnTo>
                    <a:pt x="1021555" y="40863"/>
                  </a:lnTo>
                  <a:lnTo>
                    <a:pt x="1094523" y="40234"/>
                  </a:lnTo>
                  <a:lnTo>
                    <a:pt x="1167491" y="39605"/>
                  </a:lnTo>
                  <a:lnTo>
                    <a:pt x="1240459" y="38977"/>
                  </a:lnTo>
                  <a:lnTo>
                    <a:pt x="1313427" y="38348"/>
                  </a:lnTo>
                  <a:lnTo>
                    <a:pt x="1386396" y="37719"/>
                  </a:lnTo>
                  <a:lnTo>
                    <a:pt x="1459364" y="37091"/>
                  </a:lnTo>
                  <a:lnTo>
                    <a:pt x="1532332" y="36462"/>
                  </a:lnTo>
                  <a:lnTo>
                    <a:pt x="1605300" y="35833"/>
                  </a:lnTo>
                  <a:lnTo>
                    <a:pt x="1678268" y="35205"/>
                  </a:lnTo>
                  <a:lnTo>
                    <a:pt x="1751237" y="34576"/>
                  </a:lnTo>
                  <a:lnTo>
                    <a:pt x="1824205" y="33947"/>
                  </a:lnTo>
                  <a:lnTo>
                    <a:pt x="1897173" y="33319"/>
                  </a:lnTo>
                  <a:lnTo>
                    <a:pt x="1970141" y="32690"/>
                  </a:lnTo>
                  <a:lnTo>
                    <a:pt x="2043110" y="32061"/>
                  </a:lnTo>
                  <a:lnTo>
                    <a:pt x="2116078" y="31433"/>
                  </a:lnTo>
                  <a:lnTo>
                    <a:pt x="2189046" y="30804"/>
                  </a:lnTo>
                  <a:lnTo>
                    <a:pt x="2262014" y="30175"/>
                  </a:lnTo>
                  <a:lnTo>
                    <a:pt x="2334982" y="29547"/>
                  </a:lnTo>
                  <a:lnTo>
                    <a:pt x="2407951" y="28918"/>
                  </a:lnTo>
                  <a:lnTo>
                    <a:pt x="2480919" y="28289"/>
                  </a:lnTo>
                  <a:lnTo>
                    <a:pt x="2553887" y="27661"/>
                  </a:lnTo>
                  <a:lnTo>
                    <a:pt x="2626855" y="27032"/>
                  </a:lnTo>
                  <a:lnTo>
                    <a:pt x="2699823" y="26403"/>
                  </a:lnTo>
                  <a:lnTo>
                    <a:pt x="2772792" y="25775"/>
                  </a:lnTo>
                  <a:lnTo>
                    <a:pt x="2845760" y="25146"/>
                  </a:lnTo>
                  <a:lnTo>
                    <a:pt x="2918728" y="24517"/>
                  </a:lnTo>
                  <a:lnTo>
                    <a:pt x="2991696" y="23889"/>
                  </a:lnTo>
                  <a:lnTo>
                    <a:pt x="3064665" y="23260"/>
                  </a:lnTo>
                  <a:lnTo>
                    <a:pt x="3137633" y="22631"/>
                  </a:lnTo>
                  <a:lnTo>
                    <a:pt x="3210601" y="22003"/>
                  </a:lnTo>
                  <a:lnTo>
                    <a:pt x="3283569" y="21374"/>
                  </a:lnTo>
                  <a:lnTo>
                    <a:pt x="3356537" y="20745"/>
                  </a:lnTo>
                  <a:lnTo>
                    <a:pt x="3429506" y="20117"/>
                  </a:lnTo>
                  <a:lnTo>
                    <a:pt x="3502474" y="19488"/>
                  </a:lnTo>
                  <a:lnTo>
                    <a:pt x="3575442" y="18859"/>
                  </a:lnTo>
                  <a:lnTo>
                    <a:pt x="3648410" y="18231"/>
                  </a:lnTo>
                  <a:lnTo>
                    <a:pt x="3721379" y="17602"/>
                  </a:lnTo>
                  <a:lnTo>
                    <a:pt x="3794347" y="16973"/>
                  </a:lnTo>
                  <a:lnTo>
                    <a:pt x="3867315" y="16345"/>
                  </a:lnTo>
                  <a:lnTo>
                    <a:pt x="3940283" y="15716"/>
                  </a:lnTo>
                  <a:lnTo>
                    <a:pt x="4013251" y="15087"/>
                  </a:lnTo>
                  <a:lnTo>
                    <a:pt x="4086220" y="14459"/>
                  </a:lnTo>
                  <a:lnTo>
                    <a:pt x="4159188" y="13830"/>
                  </a:lnTo>
                  <a:lnTo>
                    <a:pt x="4232156" y="13201"/>
                  </a:lnTo>
                  <a:lnTo>
                    <a:pt x="4305124" y="12573"/>
                  </a:lnTo>
                  <a:lnTo>
                    <a:pt x="4378092" y="11944"/>
                  </a:lnTo>
                  <a:lnTo>
                    <a:pt x="4451061" y="11315"/>
                  </a:lnTo>
                  <a:lnTo>
                    <a:pt x="4524029" y="10687"/>
                  </a:lnTo>
                  <a:lnTo>
                    <a:pt x="4596997" y="10058"/>
                  </a:lnTo>
                  <a:lnTo>
                    <a:pt x="4669965" y="9429"/>
                  </a:lnTo>
                  <a:lnTo>
                    <a:pt x="4742934" y="8801"/>
                  </a:lnTo>
                  <a:lnTo>
                    <a:pt x="4815902" y="8172"/>
                  </a:lnTo>
                  <a:lnTo>
                    <a:pt x="4888870" y="7543"/>
                  </a:lnTo>
                  <a:lnTo>
                    <a:pt x="4961838" y="6915"/>
                  </a:lnTo>
                  <a:lnTo>
                    <a:pt x="5034806" y="6286"/>
                  </a:lnTo>
                  <a:lnTo>
                    <a:pt x="5107775" y="5657"/>
                  </a:lnTo>
                  <a:lnTo>
                    <a:pt x="5180743" y="5029"/>
                  </a:lnTo>
                  <a:lnTo>
                    <a:pt x="5253711" y="4400"/>
                  </a:lnTo>
                  <a:lnTo>
                    <a:pt x="5326679" y="3771"/>
                  </a:lnTo>
                  <a:lnTo>
                    <a:pt x="5399647" y="3143"/>
                  </a:lnTo>
                  <a:lnTo>
                    <a:pt x="5472616" y="2514"/>
                  </a:lnTo>
                  <a:lnTo>
                    <a:pt x="5545584" y="1885"/>
                  </a:lnTo>
                  <a:lnTo>
                    <a:pt x="5618552" y="1257"/>
                  </a:lnTo>
                  <a:lnTo>
                    <a:pt x="5691520" y="628"/>
                  </a:lnTo>
                  <a:lnTo>
                    <a:pt x="5764489" y="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5137215" y="444763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5137215" y="458942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5137215" y="451319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109219" y="48055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109219" y="447598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109219" y="450154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6028906" y="45839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6028906" y="46301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6028906" y="45415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5718512" y="490829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5718512" y="484982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5718512" y="481970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6396625" y="413148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6396625" y="436371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6396625" y="426609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3292943" y="460532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3292943" y="471340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3292943" y="455039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5455799" y="51694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5455799" y="514040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5455799" y="523104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6873708" y="486244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t56"/>
            <p:cNvSpPr/>
            <p:nvPr/>
          </p:nvSpPr>
          <p:spPr>
            <a:xfrm>
              <a:off x="6873708" y="462658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t57"/>
            <p:cNvSpPr/>
            <p:nvPr/>
          </p:nvSpPr>
          <p:spPr>
            <a:xfrm>
              <a:off x="6873708" y="477364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1167921" y="4414044"/>
              <a:ext cx="5764489" cy="566074"/>
            </a:xfrm>
            <a:custGeom>
              <a:avLst/>
              <a:gdLst/>
              <a:ahLst/>
              <a:cxnLst/>
              <a:rect l="0" t="0" r="0" b="0"/>
              <a:pathLst>
                <a:path w="5764489" h="566074">
                  <a:moveTo>
                    <a:pt x="0" y="0"/>
                  </a:moveTo>
                  <a:lnTo>
                    <a:pt x="72968" y="4990"/>
                  </a:lnTo>
                  <a:lnTo>
                    <a:pt x="145936" y="9967"/>
                  </a:lnTo>
                  <a:lnTo>
                    <a:pt x="218904" y="14927"/>
                  </a:lnTo>
                  <a:lnTo>
                    <a:pt x="291872" y="19871"/>
                  </a:lnTo>
                  <a:lnTo>
                    <a:pt x="364841" y="24798"/>
                  </a:lnTo>
                  <a:lnTo>
                    <a:pt x="437809" y="29707"/>
                  </a:lnTo>
                  <a:lnTo>
                    <a:pt x="510777" y="34597"/>
                  </a:lnTo>
                  <a:lnTo>
                    <a:pt x="583745" y="39466"/>
                  </a:lnTo>
                  <a:lnTo>
                    <a:pt x="656713" y="44315"/>
                  </a:lnTo>
                  <a:lnTo>
                    <a:pt x="729682" y="49142"/>
                  </a:lnTo>
                  <a:lnTo>
                    <a:pt x="802650" y="53945"/>
                  </a:lnTo>
                  <a:lnTo>
                    <a:pt x="875618" y="58724"/>
                  </a:lnTo>
                  <a:lnTo>
                    <a:pt x="948586" y="63477"/>
                  </a:lnTo>
                  <a:lnTo>
                    <a:pt x="1021555" y="68202"/>
                  </a:lnTo>
                  <a:lnTo>
                    <a:pt x="1094523" y="72898"/>
                  </a:lnTo>
                  <a:lnTo>
                    <a:pt x="1167491" y="77564"/>
                  </a:lnTo>
                  <a:lnTo>
                    <a:pt x="1240459" y="82198"/>
                  </a:lnTo>
                  <a:lnTo>
                    <a:pt x="1313427" y="86797"/>
                  </a:lnTo>
                  <a:lnTo>
                    <a:pt x="1386396" y="91360"/>
                  </a:lnTo>
                  <a:lnTo>
                    <a:pt x="1459364" y="95885"/>
                  </a:lnTo>
                  <a:lnTo>
                    <a:pt x="1532332" y="100369"/>
                  </a:lnTo>
                  <a:lnTo>
                    <a:pt x="1605300" y="104810"/>
                  </a:lnTo>
                  <a:lnTo>
                    <a:pt x="1678268" y="109204"/>
                  </a:lnTo>
                  <a:lnTo>
                    <a:pt x="1751237" y="113551"/>
                  </a:lnTo>
                  <a:lnTo>
                    <a:pt x="1824205" y="117845"/>
                  </a:lnTo>
                  <a:lnTo>
                    <a:pt x="1897173" y="122085"/>
                  </a:lnTo>
                  <a:lnTo>
                    <a:pt x="1970141" y="126266"/>
                  </a:lnTo>
                  <a:lnTo>
                    <a:pt x="2043110" y="130386"/>
                  </a:lnTo>
                  <a:lnTo>
                    <a:pt x="2116078" y="134439"/>
                  </a:lnTo>
                  <a:lnTo>
                    <a:pt x="2189046" y="138422"/>
                  </a:lnTo>
                  <a:lnTo>
                    <a:pt x="2262014" y="142331"/>
                  </a:lnTo>
                  <a:lnTo>
                    <a:pt x="2334982" y="146160"/>
                  </a:lnTo>
                  <a:lnTo>
                    <a:pt x="2407951" y="149905"/>
                  </a:lnTo>
                  <a:lnTo>
                    <a:pt x="2480919" y="153560"/>
                  </a:lnTo>
                  <a:lnTo>
                    <a:pt x="2553887" y="157120"/>
                  </a:lnTo>
                  <a:lnTo>
                    <a:pt x="2626855" y="160579"/>
                  </a:lnTo>
                  <a:lnTo>
                    <a:pt x="2699823" y="163931"/>
                  </a:lnTo>
                  <a:lnTo>
                    <a:pt x="2772792" y="167169"/>
                  </a:lnTo>
                  <a:lnTo>
                    <a:pt x="2845760" y="170288"/>
                  </a:lnTo>
                  <a:lnTo>
                    <a:pt x="2918728" y="173280"/>
                  </a:lnTo>
                  <a:lnTo>
                    <a:pt x="2991696" y="176138"/>
                  </a:lnTo>
                  <a:lnTo>
                    <a:pt x="3064665" y="178855"/>
                  </a:lnTo>
                  <a:lnTo>
                    <a:pt x="3137633" y="181425"/>
                  </a:lnTo>
                  <a:lnTo>
                    <a:pt x="3210601" y="183841"/>
                  </a:lnTo>
                  <a:lnTo>
                    <a:pt x="3283569" y="186095"/>
                  </a:lnTo>
                  <a:lnTo>
                    <a:pt x="3356537" y="188182"/>
                  </a:lnTo>
                  <a:lnTo>
                    <a:pt x="3429506" y="190095"/>
                  </a:lnTo>
                  <a:lnTo>
                    <a:pt x="3502474" y="191829"/>
                  </a:lnTo>
                  <a:lnTo>
                    <a:pt x="3575442" y="193378"/>
                  </a:lnTo>
                  <a:lnTo>
                    <a:pt x="3648410" y="194739"/>
                  </a:lnTo>
                  <a:lnTo>
                    <a:pt x="3721379" y="195907"/>
                  </a:lnTo>
                  <a:lnTo>
                    <a:pt x="3794347" y="196880"/>
                  </a:lnTo>
                  <a:lnTo>
                    <a:pt x="3867315" y="197656"/>
                  </a:lnTo>
                  <a:lnTo>
                    <a:pt x="3940283" y="198234"/>
                  </a:lnTo>
                  <a:lnTo>
                    <a:pt x="4013251" y="198614"/>
                  </a:lnTo>
                  <a:lnTo>
                    <a:pt x="4086220" y="198798"/>
                  </a:lnTo>
                  <a:lnTo>
                    <a:pt x="4159188" y="198788"/>
                  </a:lnTo>
                  <a:lnTo>
                    <a:pt x="4232156" y="198586"/>
                  </a:lnTo>
                  <a:lnTo>
                    <a:pt x="4305124" y="198196"/>
                  </a:lnTo>
                  <a:lnTo>
                    <a:pt x="4378092" y="197624"/>
                  </a:lnTo>
                  <a:lnTo>
                    <a:pt x="4451061" y="196874"/>
                  </a:lnTo>
                  <a:lnTo>
                    <a:pt x="4524029" y="195952"/>
                  </a:lnTo>
                  <a:lnTo>
                    <a:pt x="4596997" y="194865"/>
                  </a:lnTo>
                  <a:lnTo>
                    <a:pt x="4669965" y="193618"/>
                  </a:lnTo>
                  <a:lnTo>
                    <a:pt x="4742934" y="192219"/>
                  </a:lnTo>
                  <a:lnTo>
                    <a:pt x="4815902" y="190675"/>
                  </a:lnTo>
                  <a:lnTo>
                    <a:pt x="4888870" y="188993"/>
                  </a:lnTo>
                  <a:lnTo>
                    <a:pt x="4961838" y="187179"/>
                  </a:lnTo>
                  <a:lnTo>
                    <a:pt x="5034806" y="185240"/>
                  </a:lnTo>
                  <a:lnTo>
                    <a:pt x="5107775" y="183183"/>
                  </a:lnTo>
                  <a:lnTo>
                    <a:pt x="5180743" y="181015"/>
                  </a:lnTo>
                  <a:lnTo>
                    <a:pt x="5253711" y="178742"/>
                  </a:lnTo>
                  <a:lnTo>
                    <a:pt x="5326679" y="176370"/>
                  </a:lnTo>
                  <a:lnTo>
                    <a:pt x="5399647" y="173904"/>
                  </a:lnTo>
                  <a:lnTo>
                    <a:pt x="5472616" y="171350"/>
                  </a:lnTo>
                  <a:lnTo>
                    <a:pt x="5545584" y="168714"/>
                  </a:lnTo>
                  <a:lnTo>
                    <a:pt x="5618552" y="165999"/>
                  </a:lnTo>
                  <a:lnTo>
                    <a:pt x="5691520" y="163212"/>
                  </a:lnTo>
                  <a:lnTo>
                    <a:pt x="5764489" y="160356"/>
                  </a:lnTo>
                  <a:lnTo>
                    <a:pt x="5764489" y="501943"/>
                  </a:lnTo>
                  <a:lnTo>
                    <a:pt x="5691520" y="497869"/>
                  </a:lnTo>
                  <a:lnTo>
                    <a:pt x="5618552" y="493863"/>
                  </a:lnTo>
                  <a:lnTo>
                    <a:pt x="5545584" y="489931"/>
                  </a:lnTo>
                  <a:lnTo>
                    <a:pt x="5472616" y="486077"/>
                  </a:lnTo>
                  <a:lnTo>
                    <a:pt x="5399647" y="482305"/>
                  </a:lnTo>
                  <a:lnTo>
                    <a:pt x="5326679" y="478621"/>
                  </a:lnTo>
                  <a:lnTo>
                    <a:pt x="5253711" y="475030"/>
                  </a:lnTo>
                  <a:lnTo>
                    <a:pt x="5180743" y="471539"/>
                  </a:lnTo>
                  <a:lnTo>
                    <a:pt x="5107775" y="468153"/>
                  </a:lnTo>
                  <a:lnTo>
                    <a:pt x="5034806" y="464878"/>
                  </a:lnTo>
                  <a:lnTo>
                    <a:pt x="4961838" y="461722"/>
                  </a:lnTo>
                  <a:lnTo>
                    <a:pt x="4888870" y="458690"/>
                  </a:lnTo>
                  <a:lnTo>
                    <a:pt x="4815902" y="455789"/>
                  </a:lnTo>
                  <a:lnTo>
                    <a:pt x="4742934" y="453027"/>
                  </a:lnTo>
                  <a:lnTo>
                    <a:pt x="4669965" y="450410"/>
                  </a:lnTo>
                  <a:lnTo>
                    <a:pt x="4596997" y="447945"/>
                  </a:lnTo>
                  <a:lnTo>
                    <a:pt x="4524029" y="445640"/>
                  </a:lnTo>
                  <a:lnTo>
                    <a:pt x="4451061" y="443500"/>
                  </a:lnTo>
                  <a:lnTo>
                    <a:pt x="4378092" y="441532"/>
                  </a:lnTo>
                  <a:lnTo>
                    <a:pt x="4305124" y="439742"/>
                  </a:lnTo>
                  <a:lnTo>
                    <a:pt x="4232156" y="438134"/>
                  </a:lnTo>
                  <a:lnTo>
                    <a:pt x="4159188" y="436714"/>
                  </a:lnTo>
                  <a:lnTo>
                    <a:pt x="4086220" y="435486"/>
                  </a:lnTo>
                  <a:lnTo>
                    <a:pt x="4013251" y="434452"/>
                  </a:lnTo>
                  <a:lnTo>
                    <a:pt x="3940283" y="433614"/>
                  </a:lnTo>
                  <a:lnTo>
                    <a:pt x="3867315" y="432974"/>
                  </a:lnTo>
                  <a:lnTo>
                    <a:pt x="3794347" y="432532"/>
                  </a:lnTo>
                  <a:lnTo>
                    <a:pt x="3721379" y="432287"/>
                  </a:lnTo>
                  <a:lnTo>
                    <a:pt x="3648410" y="432237"/>
                  </a:lnTo>
                  <a:lnTo>
                    <a:pt x="3575442" y="432379"/>
                  </a:lnTo>
                  <a:lnTo>
                    <a:pt x="3502474" y="432710"/>
                  </a:lnTo>
                  <a:lnTo>
                    <a:pt x="3429506" y="433226"/>
                  </a:lnTo>
                  <a:lnTo>
                    <a:pt x="3356537" y="433921"/>
                  </a:lnTo>
                  <a:lnTo>
                    <a:pt x="3283569" y="434790"/>
                  </a:lnTo>
                  <a:lnTo>
                    <a:pt x="3210601" y="435826"/>
                  </a:lnTo>
                  <a:lnTo>
                    <a:pt x="3137633" y="437024"/>
                  </a:lnTo>
                  <a:lnTo>
                    <a:pt x="3064665" y="438376"/>
                  </a:lnTo>
                  <a:lnTo>
                    <a:pt x="2991696" y="439875"/>
                  </a:lnTo>
                  <a:lnTo>
                    <a:pt x="2918728" y="441515"/>
                  </a:lnTo>
                  <a:lnTo>
                    <a:pt x="2845760" y="443289"/>
                  </a:lnTo>
                  <a:lnTo>
                    <a:pt x="2772792" y="445190"/>
                  </a:lnTo>
                  <a:lnTo>
                    <a:pt x="2699823" y="447210"/>
                  </a:lnTo>
                  <a:lnTo>
                    <a:pt x="2626855" y="449344"/>
                  </a:lnTo>
                  <a:lnTo>
                    <a:pt x="2553887" y="451585"/>
                  </a:lnTo>
                  <a:lnTo>
                    <a:pt x="2480919" y="453927"/>
                  </a:lnTo>
                  <a:lnTo>
                    <a:pt x="2407951" y="456364"/>
                  </a:lnTo>
                  <a:lnTo>
                    <a:pt x="2334982" y="458891"/>
                  </a:lnTo>
                  <a:lnTo>
                    <a:pt x="2262014" y="461502"/>
                  </a:lnTo>
                  <a:lnTo>
                    <a:pt x="2189046" y="464193"/>
                  </a:lnTo>
                  <a:lnTo>
                    <a:pt x="2116078" y="466958"/>
                  </a:lnTo>
                  <a:lnTo>
                    <a:pt x="2043110" y="469793"/>
                  </a:lnTo>
                  <a:lnTo>
                    <a:pt x="1970141" y="472694"/>
                  </a:lnTo>
                  <a:lnTo>
                    <a:pt x="1897173" y="475658"/>
                  </a:lnTo>
                  <a:lnTo>
                    <a:pt x="1824205" y="478679"/>
                  </a:lnTo>
                  <a:lnTo>
                    <a:pt x="1751237" y="481756"/>
                  </a:lnTo>
                  <a:lnTo>
                    <a:pt x="1678268" y="484884"/>
                  </a:lnTo>
                  <a:lnTo>
                    <a:pt x="1605300" y="488061"/>
                  </a:lnTo>
                  <a:lnTo>
                    <a:pt x="1532332" y="491284"/>
                  </a:lnTo>
                  <a:lnTo>
                    <a:pt x="1459364" y="494549"/>
                  </a:lnTo>
                  <a:lnTo>
                    <a:pt x="1386396" y="497856"/>
                  </a:lnTo>
                  <a:lnTo>
                    <a:pt x="1313427" y="501201"/>
                  </a:lnTo>
                  <a:lnTo>
                    <a:pt x="1240459" y="504582"/>
                  </a:lnTo>
                  <a:lnTo>
                    <a:pt x="1167491" y="507998"/>
                  </a:lnTo>
                  <a:lnTo>
                    <a:pt x="1094523" y="511446"/>
                  </a:lnTo>
                  <a:lnTo>
                    <a:pt x="1021555" y="514924"/>
                  </a:lnTo>
                  <a:lnTo>
                    <a:pt x="948586" y="518431"/>
                  </a:lnTo>
                  <a:lnTo>
                    <a:pt x="875618" y="521966"/>
                  </a:lnTo>
                  <a:lnTo>
                    <a:pt x="802650" y="525527"/>
                  </a:lnTo>
                  <a:lnTo>
                    <a:pt x="729682" y="529112"/>
                  </a:lnTo>
                  <a:lnTo>
                    <a:pt x="656713" y="532721"/>
                  </a:lnTo>
                  <a:lnTo>
                    <a:pt x="583745" y="536351"/>
                  </a:lnTo>
                  <a:lnTo>
                    <a:pt x="510777" y="540003"/>
                  </a:lnTo>
                  <a:lnTo>
                    <a:pt x="437809" y="543675"/>
                  </a:lnTo>
                  <a:lnTo>
                    <a:pt x="364841" y="547366"/>
                  </a:lnTo>
                  <a:lnTo>
                    <a:pt x="291872" y="551075"/>
                  </a:lnTo>
                  <a:lnTo>
                    <a:pt x="218904" y="554801"/>
                  </a:lnTo>
                  <a:lnTo>
                    <a:pt x="145936" y="558543"/>
                  </a:lnTo>
                  <a:lnTo>
                    <a:pt x="72968" y="562301"/>
                  </a:lnTo>
                  <a:lnTo>
                    <a:pt x="0" y="566074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167921" y="4414044"/>
              <a:ext cx="5764489" cy="198798"/>
            </a:xfrm>
            <a:custGeom>
              <a:avLst/>
              <a:gdLst/>
              <a:ahLst/>
              <a:cxnLst/>
              <a:rect l="0" t="0" r="0" b="0"/>
              <a:pathLst>
                <a:path w="5764489" h="198798">
                  <a:moveTo>
                    <a:pt x="0" y="0"/>
                  </a:moveTo>
                  <a:lnTo>
                    <a:pt x="72968" y="4990"/>
                  </a:lnTo>
                  <a:lnTo>
                    <a:pt x="145936" y="9967"/>
                  </a:lnTo>
                  <a:lnTo>
                    <a:pt x="218904" y="14927"/>
                  </a:lnTo>
                  <a:lnTo>
                    <a:pt x="291872" y="19871"/>
                  </a:lnTo>
                  <a:lnTo>
                    <a:pt x="364841" y="24798"/>
                  </a:lnTo>
                  <a:lnTo>
                    <a:pt x="437809" y="29707"/>
                  </a:lnTo>
                  <a:lnTo>
                    <a:pt x="510777" y="34597"/>
                  </a:lnTo>
                  <a:lnTo>
                    <a:pt x="583745" y="39466"/>
                  </a:lnTo>
                  <a:lnTo>
                    <a:pt x="656713" y="44315"/>
                  </a:lnTo>
                  <a:lnTo>
                    <a:pt x="729682" y="49142"/>
                  </a:lnTo>
                  <a:lnTo>
                    <a:pt x="802650" y="53945"/>
                  </a:lnTo>
                  <a:lnTo>
                    <a:pt x="875618" y="58724"/>
                  </a:lnTo>
                  <a:lnTo>
                    <a:pt x="948586" y="63477"/>
                  </a:lnTo>
                  <a:lnTo>
                    <a:pt x="1021555" y="68202"/>
                  </a:lnTo>
                  <a:lnTo>
                    <a:pt x="1094523" y="72898"/>
                  </a:lnTo>
                  <a:lnTo>
                    <a:pt x="1167491" y="77564"/>
                  </a:lnTo>
                  <a:lnTo>
                    <a:pt x="1240459" y="82198"/>
                  </a:lnTo>
                  <a:lnTo>
                    <a:pt x="1313427" y="86797"/>
                  </a:lnTo>
                  <a:lnTo>
                    <a:pt x="1386396" y="91360"/>
                  </a:lnTo>
                  <a:lnTo>
                    <a:pt x="1459364" y="95885"/>
                  </a:lnTo>
                  <a:lnTo>
                    <a:pt x="1532332" y="100369"/>
                  </a:lnTo>
                  <a:lnTo>
                    <a:pt x="1605300" y="104810"/>
                  </a:lnTo>
                  <a:lnTo>
                    <a:pt x="1678268" y="109204"/>
                  </a:lnTo>
                  <a:lnTo>
                    <a:pt x="1751237" y="113551"/>
                  </a:lnTo>
                  <a:lnTo>
                    <a:pt x="1824205" y="117845"/>
                  </a:lnTo>
                  <a:lnTo>
                    <a:pt x="1897173" y="122085"/>
                  </a:lnTo>
                  <a:lnTo>
                    <a:pt x="1970141" y="126266"/>
                  </a:lnTo>
                  <a:lnTo>
                    <a:pt x="2043110" y="130386"/>
                  </a:lnTo>
                  <a:lnTo>
                    <a:pt x="2116078" y="134439"/>
                  </a:lnTo>
                  <a:lnTo>
                    <a:pt x="2189046" y="138422"/>
                  </a:lnTo>
                  <a:lnTo>
                    <a:pt x="2262014" y="142331"/>
                  </a:lnTo>
                  <a:lnTo>
                    <a:pt x="2334982" y="146160"/>
                  </a:lnTo>
                  <a:lnTo>
                    <a:pt x="2407951" y="149905"/>
                  </a:lnTo>
                  <a:lnTo>
                    <a:pt x="2480919" y="153560"/>
                  </a:lnTo>
                  <a:lnTo>
                    <a:pt x="2553887" y="157120"/>
                  </a:lnTo>
                  <a:lnTo>
                    <a:pt x="2626855" y="160579"/>
                  </a:lnTo>
                  <a:lnTo>
                    <a:pt x="2699823" y="163931"/>
                  </a:lnTo>
                  <a:lnTo>
                    <a:pt x="2772792" y="167169"/>
                  </a:lnTo>
                  <a:lnTo>
                    <a:pt x="2845760" y="170288"/>
                  </a:lnTo>
                  <a:lnTo>
                    <a:pt x="2918728" y="173280"/>
                  </a:lnTo>
                  <a:lnTo>
                    <a:pt x="2991696" y="176138"/>
                  </a:lnTo>
                  <a:lnTo>
                    <a:pt x="3064665" y="178855"/>
                  </a:lnTo>
                  <a:lnTo>
                    <a:pt x="3137633" y="181425"/>
                  </a:lnTo>
                  <a:lnTo>
                    <a:pt x="3210601" y="183841"/>
                  </a:lnTo>
                  <a:lnTo>
                    <a:pt x="3283569" y="186095"/>
                  </a:lnTo>
                  <a:lnTo>
                    <a:pt x="3356537" y="188182"/>
                  </a:lnTo>
                  <a:lnTo>
                    <a:pt x="3429506" y="190095"/>
                  </a:lnTo>
                  <a:lnTo>
                    <a:pt x="3502474" y="191829"/>
                  </a:lnTo>
                  <a:lnTo>
                    <a:pt x="3575442" y="193378"/>
                  </a:lnTo>
                  <a:lnTo>
                    <a:pt x="3648410" y="194739"/>
                  </a:lnTo>
                  <a:lnTo>
                    <a:pt x="3721379" y="195907"/>
                  </a:lnTo>
                  <a:lnTo>
                    <a:pt x="3794347" y="196880"/>
                  </a:lnTo>
                  <a:lnTo>
                    <a:pt x="3867315" y="197656"/>
                  </a:lnTo>
                  <a:lnTo>
                    <a:pt x="3940283" y="198234"/>
                  </a:lnTo>
                  <a:lnTo>
                    <a:pt x="4013251" y="198614"/>
                  </a:lnTo>
                  <a:lnTo>
                    <a:pt x="4086220" y="198798"/>
                  </a:lnTo>
                  <a:lnTo>
                    <a:pt x="4159188" y="198788"/>
                  </a:lnTo>
                  <a:lnTo>
                    <a:pt x="4232156" y="198586"/>
                  </a:lnTo>
                  <a:lnTo>
                    <a:pt x="4305124" y="198196"/>
                  </a:lnTo>
                  <a:lnTo>
                    <a:pt x="4378092" y="197624"/>
                  </a:lnTo>
                  <a:lnTo>
                    <a:pt x="4451061" y="196874"/>
                  </a:lnTo>
                  <a:lnTo>
                    <a:pt x="4524029" y="195952"/>
                  </a:lnTo>
                  <a:lnTo>
                    <a:pt x="4596997" y="194865"/>
                  </a:lnTo>
                  <a:lnTo>
                    <a:pt x="4669965" y="193618"/>
                  </a:lnTo>
                  <a:lnTo>
                    <a:pt x="4742934" y="192219"/>
                  </a:lnTo>
                  <a:lnTo>
                    <a:pt x="4815902" y="190675"/>
                  </a:lnTo>
                  <a:lnTo>
                    <a:pt x="4888870" y="188993"/>
                  </a:lnTo>
                  <a:lnTo>
                    <a:pt x="4961838" y="187179"/>
                  </a:lnTo>
                  <a:lnTo>
                    <a:pt x="5034806" y="185240"/>
                  </a:lnTo>
                  <a:lnTo>
                    <a:pt x="5107775" y="183183"/>
                  </a:lnTo>
                  <a:lnTo>
                    <a:pt x="5180743" y="181015"/>
                  </a:lnTo>
                  <a:lnTo>
                    <a:pt x="5253711" y="178742"/>
                  </a:lnTo>
                  <a:lnTo>
                    <a:pt x="5326679" y="176370"/>
                  </a:lnTo>
                  <a:lnTo>
                    <a:pt x="5399647" y="173904"/>
                  </a:lnTo>
                  <a:lnTo>
                    <a:pt x="5472616" y="171350"/>
                  </a:lnTo>
                  <a:lnTo>
                    <a:pt x="5545584" y="168714"/>
                  </a:lnTo>
                  <a:lnTo>
                    <a:pt x="5618552" y="165999"/>
                  </a:lnTo>
                  <a:lnTo>
                    <a:pt x="5691520" y="163212"/>
                  </a:lnTo>
                  <a:lnTo>
                    <a:pt x="5764489" y="16035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1167921" y="4846281"/>
              <a:ext cx="5764489" cy="133837"/>
            </a:xfrm>
            <a:custGeom>
              <a:avLst/>
              <a:gdLst/>
              <a:ahLst/>
              <a:cxnLst/>
              <a:rect l="0" t="0" r="0" b="0"/>
              <a:pathLst>
                <a:path w="5764489" h="133837">
                  <a:moveTo>
                    <a:pt x="5764489" y="69706"/>
                  </a:moveTo>
                  <a:lnTo>
                    <a:pt x="5691520" y="65632"/>
                  </a:lnTo>
                  <a:lnTo>
                    <a:pt x="5618552" y="61626"/>
                  </a:lnTo>
                  <a:lnTo>
                    <a:pt x="5545584" y="57694"/>
                  </a:lnTo>
                  <a:lnTo>
                    <a:pt x="5472616" y="53839"/>
                  </a:lnTo>
                  <a:lnTo>
                    <a:pt x="5399647" y="50067"/>
                  </a:lnTo>
                  <a:lnTo>
                    <a:pt x="5326679" y="46384"/>
                  </a:lnTo>
                  <a:lnTo>
                    <a:pt x="5253711" y="42793"/>
                  </a:lnTo>
                  <a:lnTo>
                    <a:pt x="5180743" y="39302"/>
                  </a:lnTo>
                  <a:lnTo>
                    <a:pt x="5107775" y="35916"/>
                  </a:lnTo>
                  <a:lnTo>
                    <a:pt x="5034806" y="32641"/>
                  </a:lnTo>
                  <a:lnTo>
                    <a:pt x="4961838" y="29484"/>
                  </a:lnTo>
                  <a:lnTo>
                    <a:pt x="4888870" y="26452"/>
                  </a:lnTo>
                  <a:lnTo>
                    <a:pt x="4815902" y="23552"/>
                  </a:lnTo>
                  <a:lnTo>
                    <a:pt x="4742934" y="20790"/>
                  </a:lnTo>
                  <a:lnTo>
                    <a:pt x="4669965" y="18173"/>
                  </a:lnTo>
                  <a:lnTo>
                    <a:pt x="4596997" y="15708"/>
                  </a:lnTo>
                  <a:lnTo>
                    <a:pt x="4524029" y="13403"/>
                  </a:lnTo>
                  <a:lnTo>
                    <a:pt x="4451061" y="11263"/>
                  </a:lnTo>
                  <a:lnTo>
                    <a:pt x="4378092" y="9295"/>
                  </a:lnTo>
                  <a:lnTo>
                    <a:pt x="4305124" y="7504"/>
                  </a:lnTo>
                  <a:lnTo>
                    <a:pt x="4232156" y="5897"/>
                  </a:lnTo>
                  <a:lnTo>
                    <a:pt x="4159188" y="4477"/>
                  </a:lnTo>
                  <a:lnTo>
                    <a:pt x="4086220" y="3248"/>
                  </a:lnTo>
                  <a:lnTo>
                    <a:pt x="4013251" y="2214"/>
                  </a:lnTo>
                  <a:lnTo>
                    <a:pt x="3940283" y="1377"/>
                  </a:lnTo>
                  <a:lnTo>
                    <a:pt x="3867315" y="737"/>
                  </a:lnTo>
                  <a:lnTo>
                    <a:pt x="3794347" y="295"/>
                  </a:lnTo>
                  <a:lnTo>
                    <a:pt x="3721379" y="50"/>
                  </a:lnTo>
                  <a:lnTo>
                    <a:pt x="3648410" y="0"/>
                  </a:lnTo>
                  <a:lnTo>
                    <a:pt x="3575442" y="142"/>
                  </a:lnTo>
                  <a:lnTo>
                    <a:pt x="3502474" y="473"/>
                  </a:lnTo>
                  <a:lnTo>
                    <a:pt x="3429506" y="989"/>
                  </a:lnTo>
                  <a:lnTo>
                    <a:pt x="3356537" y="1684"/>
                  </a:lnTo>
                  <a:lnTo>
                    <a:pt x="3283569" y="2553"/>
                  </a:lnTo>
                  <a:lnTo>
                    <a:pt x="3210601" y="3589"/>
                  </a:lnTo>
                  <a:lnTo>
                    <a:pt x="3137633" y="4787"/>
                  </a:lnTo>
                  <a:lnTo>
                    <a:pt x="3064665" y="6139"/>
                  </a:lnTo>
                  <a:lnTo>
                    <a:pt x="2991696" y="7638"/>
                  </a:lnTo>
                  <a:lnTo>
                    <a:pt x="2918728" y="9278"/>
                  </a:lnTo>
                  <a:lnTo>
                    <a:pt x="2845760" y="11052"/>
                  </a:lnTo>
                  <a:lnTo>
                    <a:pt x="2772792" y="12952"/>
                  </a:lnTo>
                  <a:lnTo>
                    <a:pt x="2699823" y="14973"/>
                  </a:lnTo>
                  <a:lnTo>
                    <a:pt x="2626855" y="17107"/>
                  </a:lnTo>
                  <a:lnTo>
                    <a:pt x="2553887" y="19348"/>
                  </a:lnTo>
                  <a:lnTo>
                    <a:pt x="2480919" y="21690"/>
                  </a:lnTo>
                  <a:lnTo>
                    <a:pt x="2407951" y="24127"/>
                  </a:lnTo>
                  <a:lnTo>
                    <a:pt x="2334982" y="26654"/>
                  </a:lnTo>
                  <a:lnTo>
                    <a:pt x="2262014" y="29265"/>
                  </a:lnTo>
                  <a:lnTo>
                    <a:pt x="2189046" y="31955"/>
                  </a:lnTo>
                  <a:lnTo>
                    <a:pt x="2116078" y="34721"/>
                  </a:lnTo>
                  <a:lnTo>
                    <a:pt x="2043110" y="37556"/>
                  </a:lnTo>
                  <a:lnTo>
                    <a:pt x="1970141" y="40457"/>
                  </a:lnTo>
                  <a:lnTo>
                    <a:pt x="1897173" y="43420"/>
                  </a:lnTo>
                  <a:lnTo>
                    <a:pt x="1824205" y="46442"/>
                  </a:lnTo>
                  <a:lnTo>
                    <a:pt x="1751237" y="49519"/>
                  </a:lnTo>
                  <a:lnTo>
                    <a:pt x="1678268" y="52647"/>
                  </a:lnTo>
                  <a:lnTo>
                    <a:pt x="1605300" y="55824"/>
                  </a:lnTo>
                  <a:lnTo>
                    <a:pt x="1532332" y="59046"/>
                  </a:lnTo>
                  <a:lnTo>
                    <a:pt x="1459364" y="62312"/>
                  </a:lnTo>
                  <a:lnTo>
                    <a:pt x="1386396" y="65619"/>
                  </a:lnTo>
                  <a:lnTo>
                    <a:pt x="1313427" y="68964"/>
                  </a:lnTo>
                  <a:lnTo>
                    <a:pt x="1240459" y="72345"/>
                  </a:lnTo>
                  <a:lnTo>
                    <a:pt x="1167491" y="75761"/>
                  </a:lnTo>
                  <a:lnTo>
                    <a:pt x="1094523" y="79208"/>
                  </a:lnTo>
                  <a:lnTo>
                    <a:pt x="1021555" y="82687"/>
                  </a:lnTo>
                  <a:lnTo>
                    <a:pt x="948586" y="86194"/>
                  </a:lnTo>
                  <a:lnTo>
                    <a:pt x="875618" y="89729"/>
                  </a:lnTo>
                  <a:lnTo>
                    <a:pt x="802650" y="93290"/>
                  </a:lnTo>
                  <a:lnTo>
                    <a:pt x="729682" y="96875"/>
                  </a:lnTo>
                  <a:lnTo>
                    <a:pt x="656713" y="100483"/>
                  </a:lnTo>
                  <a:lnTo>
                    <a:pt x="583745" y="104114"/>
                  </a:lnTo>
                  <a:lnTo>
                    <a:pt x="510777" y="107766"/>
                  </a:lnTo>
                  <a:lnTo>
                    <a:pt x="437809" y="111438"/>
                  </a:lnTo>
                  <a:lnTo>
                    <a:pt x="364841" y="115128"/>
                  </a:lnTo>
                  <a:lnTo>
                    <a:pt x="291872" y="118837"/>
                  </a:lnTo>
                  <a:lnTo>
                    <a:pt x="218904" y="122563"/>
                  </a:lnTo>
                  <a:lnTo>
                    <a:pt x="145936" y="126306"/>
                  </a:lnTo>
                  <a:lnTo>
                    <a:pt x="72968" y="130064"/>
                  </a:lnTo>
                  <a:lnTo>
                    <a:pt x="0" y="13383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1167921" y="4697081"/>
              <a:ext cx="5764489" cy="48112"/>
            </a:xfrm>
            <a:custGeom>
              <a:avLst/>
              <a:gdLst/>
              <a:ahLst/>
              <a:cxnLst/>
              <a:rect l="0" t="0" r="0" b="0"/>
              <a:pathLst>
                <a:path w="5764489" h="48112">
                  <a:moveTo>
                    <a:pt x="0" y="0"/>
                  </a:moveTo>
                  <a:lnTo>
                    <a:pt x="72968" y="609"/>
                  </a:lnTo>
                  <a:lnTo>
                    <a:pt x="145936" y="1218"/>
                  </a:lnTo>
                  <a:lnTo>
                    <a:pt x="218904" y="1827"/>
                  </a:lnTo>
                  <a:lnTo>
                    <a:pt x="291872" y="2436"/>
                  </a:lnTo>
                  <a:lnTo>
                    <a:pt x="364841" y="3045"/>
                  </a:lnTo>
                  <a:lnTo>
                    <a:pt x="437809" y="3654"/>
                  </a:lnTo>
                  <a:lnTo>
                    <a:pt x="510777" y="4263"/>
                  </a:lnTo>
                  <a:lnTo>
                    <a:pt x="583745" y="4872"/>
                  </a:lnTo>
                  <a:lnTo>
                    <a:pt x="656713" y="5481"/>
                  </a:lnTo>
                  <a:lnTo>
                    <a:pt x="729682" y="6090"/>
                  </a:lnTo>
                  <a:lnTo>
                    <a:pt x="802650" y="6699"/>
                  </a:lnTo>
                  <a:lnTo>
                    <a:pt x="875618" y="7308"/>
                  </a:lnTo>
                  <a:lnTo>
                    <a:pt x="948586" y="7917"/>
                  </a:lnTo>
                  <a:lnTo>
                    <a:pt x="1021555" y="8526"/>
                  </a:lnTo>
                  <a:lnTo>
                    <a:pt x="1094523" y="9135"/>
                  </a:lnTo>
                  <a:lnTo>
                    <a:pt x="1167491" y="9744"/>
                  </a:lnTo>
                  <a:lnTo>
                    <a:pt x="1240459" y="10353"/>
                  </a:lnTo>
                  <a:lnTo>
                    <a:pt x="1313427" y="10962"/>
                  </a:lnTo>
                  <a:lnTo>
                    <a:pt x="1386396" y="11571"/>
                  </a:lnTo>
                  <a:lnTo>
                    <a:pt x="1459364" y="12180"/>
                  </a:lnTo>
                  <a:lnTo>
                    <a:pt x="1532332" y="12789"/>
                  </a:lnTo>
                  <a:lnTo>
                    <a:pt x="1605300" y="13398"/>
                  </a:lnTo>
                  <a:lnTo>
                    <a:pt x="1678268" y="14007"/>
                  </a:lnTo>
                  <a:lnTo>
                    <a:pt x="1751237" y="14616"/>
                  </a:lnTo>
                  <a:lnTo>
                    <a:pt x="1824205" y="15225"/>
                  </a:lnTo>
                  <a:lnTo>
                    <a:pt x="1897173" y="15834"/>
                  </a:lnTo>
                  <a:lnTo>
                    <a:pt x="1970141" y="16443"/>
                  </a:lnTo>
                  <a:lnTo>
                    <a:pt x="2043110" y="17052"/>
                  </a:lnTo>
                  <a:lnTo>
                    <a:pt x="2116078" y="17661"/>
                  </a:lnTo>
                  <a:lnTo>
                    <a:pt x="2189046" y="18270"/>
                  </a:lnTo>
                  <a:lnTo>
                    <a:pt x="2262014" y="18879"/>
                  </a:lnTo>
                  <a:lnTo>
                    <a:pt x="2334982" y="19488"/>
                  </a:lnTo>
                  <a:lnTo>
                    <a:pt x="2407951" y="20097"/>
                  </a:lnTo>
                  <a:lnTo>
                    <a:pt x="2480919" y="20706"/>
                  </a:lnTo>
                  <a:lnTo>
                    <a:pt x="2553887" y="21315"/>
                  </a:lnTo>
                  <a:lnTo>
                    <a:pt x="2626855" y="21924"/>
                  </a:lnTo>
                  <a:lnTo>
                    <a:pt x="2699823" y="22533"/>
                  </a:lnTo>
                  <a:lnTo>
                    <a:pt x="2772792" y="23142"/>
                  </a:lnTo>
                  <a:lnTo>
                    <a:pt x="2845760" y="23751"/>
                  </a:lnTo>
                  <a:lnTo>
                    <a:pt x="2918728" y="24360"/>
                  </a:lnTo>
                  <a:lnTo>
                    <a:pt x="2991696" y="24969"/>
                  </a:lnTo>
                  <a:lnTo>
                    <a:pt x="3064665" y="25578"/>
                  </a:lnTo>
                  <a:lnTo>
                    <a:pt x="3137633" y="26187"/>
                  </a:lnTo>
                  <a:lnTo>
                    <a:pt x="3210601" y="26796"/>
                  </a:lnTo>
                  <a:lnTo>
                    <a:pt x="3283569" y="27405"/>
                  </a:lnTo>
                  <a:lnTo>
                    <a:pt x="3356537" y="28014"/>
                  </a:lnTo>
                  <a:lnTo>
                    <a:pt x="3429506" y="28623"/>
                  </a:lnTo>
                  <a:lnTo>
                    <a:pt x="3502474" y="29233"/>
                  </a:lnTo>
                  <a:lnTo>
                    <a:pt x="3575442" y="29842"/>
                  </a:lnTo>
                  <a:lnTo>
                    <a:pt x="3648410" y="30451"/>
                  </a:lnTo>
                  <a:lnTo>
                    <a:pt x="3721379" y="31060"/>
                  </a:lnTo>
                  <a:lnTo>
                    <a:pt x="3794347" y="31669"/>
                  </a:lnTo>
                  <a:lnTo>
                    <a:pt x="3867315" y="32278"/>
                  </a:lnTo>
                  <a:lnTo>
                    <a:pt x="3940283" y="32887"/>
                  </a:lnTo>
                  <a:lnTo>
                    <a:pt x="4013251" y="33496"/>
                  </a:lnTo>
                  <a:lnTo>
                    <a:pt x="4086220" y="34105"/>
                  </a:lnTo>
                  <a:lnTo>
                    <a:pt x="4159188" y="34714"/>
                  </a:lnTo>
                  <a:lnTo>
                    <a:pt x="4232156" y="35323"/>
                  </a:lnTo>
                  <a:lnTo>
                    <a:pt x="4305124" y="35932"/>
                  </a:lnTo>
                  <a:lnTo>
                    <a:pt x="4378092" y="36541"/>
                  </a:lnTo>
                  <a:lnTo>
                    <a:pt x="4451061" y="37150"/>
                  </a:lnTo>
                  <a:lnTo>
                    <a:pt x="4524029" y="37759"/>
                  </a:lnTo>
                  <a:lnTo>
                    <a:pt x="4596997" y="38368"/>
                  </a:lnTo>
                  <a:lnTo>
                    <a:pt x="4669965" y="38977"/>
                  </a:lnTo>
                  <a:lnTo>
                    <a:pt x="4742934" y="39586"/>
                  </a:lnTo>
                  <a:lnTo>
                    <a:pt x="4815902" y="40195"/>
                  </a:lnTo>
                  <a:lnTo>
                    <a:pt x="4888870" y="40804"/>
                  </a:lnTo>
                  <a:lnTo>
                    <a:pt x="4961838" y="41413"/>
                  </a:lnTo>
                  <a:lnTo>
                    <a:pt x="5034806" y="42022"/>
                  </a:lnTo>
                  <a:lnTo>
                    <a:pt x="5107775" y="42631"/>
                  </a:lnTo>
                  <a:lnTo>
                    <a:pt x="5180743" y="43240"/>
                  </a:lnTo>
                  <a:lnTo>
                    <a:pt x="5253711" y="43849"/>
                  </a:lnTo>
                  <a:lnTo>
                    <a:pt x="5326679" y="44458"/>
                  </a:lnTo>
                  <a:lnTo>
                    <a:pt x="5399647" y="45067"/>
                  </a:lnTo>
                  <a:lnTo>
                    <a:pt x="5472616" y="45676"/>
                  </a:lnTo>
                  <a:lnTo>
                    <a:pt x="5545584" y="46285"/>
                  </a:lnTo>
                  <a:lnTo>
                    <a:pt x="5618552" y="46894"/>
                  </a:lnTo>
                  <a:lnTo>
                    <a:pt x="5691520" y="47503"/>
                  </a:lnTo>
                  <a:lnTo>
                    <a:pt x="5764489" y="48112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t62"/>
            <p:cNvSpPr/>
            <p:nvPr/>
          </p:nvSpPr>
          <p:spPr>
            <a:xfrm>
              <a:off x="5137215" y="42568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t63"/>
            <p:cNvSpPr/>
            <p:nvPr/>
          </p:nvSpPr>
          <p:spPr>
            <a:xfrm>
              <a:off x="5137215" y="356814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t64"/>
            <p:cNvSpPr/>
            <p:nvPr/>
          </p:nvSpPr>
          <p:spPr>
            <a:xfrm>
              <a:off x="5137215" y="36479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t65"/>
            <p:cNvSpPr/>
            <p:nvPr/>
          </p:nvSpPr>
          <p:spPr>
            <a:xfrm>
              <a:off x="1109219" y="29766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t66"/>
            <p:cNvSpPr/>
            <p:nvPr/>
          </p:nvSpPr>
          <p:spPr>
            <a:xfrm>
              <a:off x="1109219" y="294427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t67"/>
            <p:cNvSpPr/>
            <p:nvPr/>
          </p:nvSpPr>
          <p:spPr>
            <a:xfrm>
              <a:off x="1109219" y="397908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t68"/>
            <p:cNvSpPr/>
            <p:nvPr/>
          </p:nvSpPr>
          <p:spPr>
            <a:xfrm>
              <a:off x="6028906" y="448472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t69"/>
            <p:cNvSpPr/>
            <p:nvPr/>
          </p:nvSpPr>
          <p:spPr>
            <a:xfrm>
              <a:off x="6028906" y="459894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t70"/>
            <p:cNvSpPr/>
            <p:nvPr/>
          </p:nvSpPr>
          <p:spPr>
            <a:xfrm>
              <a:off x="6028906" y="46669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t71"/>
            <p:cNvSpPr/>
            <p:nvPr/>
          </p:nvSpPr>
          <p:spPr>
            <a:xfrm>
              <a:off x="5718512" y="442561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t72"/>
            <p:cNvSpPr/>
            <p:nvPr/>
          </p:nvSpPr>
          <p:spPr>
            <a:xfrm>
              <a:off x="5718512" y="43251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t73"/>
            <p:cNvSpPr/>
            <p:nvPr/>
          </p:nvSpPr>
          <p:spPr>
            <a:xfrm>
              <a:off x="5718512" y="480394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t74"/>
            <p:cNvSpPr/>
            <p:nvPr/>
          </p:nvSpPr>
          <p:spPr>
            <a:xfrm>
              <a:off x="6396625" y="33524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t75"/>
            <p:cNvSpPr/>
            <p:nvPr/>
          </p:nvSpPr>
          <p:spPr>
            <a:xfrm>
              <a:off x="6396625" y="317995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t76"/>
            <p:cNvSpPr/>
            <p:nvPr/>
          </p:nvSpPr>
          <p:spPr>
            <a:xfrm>
              <a:off x="6396625" y="38498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t77"/>
            <p:cNvSpPr/>
            <p:nvPr/>
          </p:nvSpPr>
          <p:spPr>
            <a:xfrm>
              <a:off x="3292943" y="388775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t78"/>
            <p:cNvSpPr/>
            <p:nvPr/>
          </p:nvSpPr>
          <p:spPr>
            <a:xfrm>
              <a:off x="3292943" y="32835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t79"/>
            <p:cNvSpPr/>
            <p:nvPr/>
          </p:nvSpPr>
          <p:spPr>
            <a:xfrm>
              <a:off x="3292943" y="395204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t80"/>
            <p:cNvSpPr/>
            <p:nvPr/>
          </p:nvSpPr>
          <p:spPr>
            <a:xfrm>
              <a:off x="5455799" y="43705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t81"/>
            <p:cNvSpPr/>
            <p:nvPr/>
          </p:nvSpPr>
          <p:spPr>
            <a:xfrm>
              <a:off x="5455799" y="429230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t82"/>
            <p:cNvSpPr/>
            <p:nvPr/>
          </p:nvSpPr>
          <p:spPr>
            <a:xfrm>
              <a:off x="5455799" y="473643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6873708" y="471299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t84"/>
            <p:cNvSpPr/>
            <p:nvPr/>
          </p:nvSpPr>
          <p:spPr>
            <a:xfrm>
              <a:off x="6873708" y="479684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6873708" y="41505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1167921" y="2886581"/>
              <a:ext cx="5764489" cy="1874622"/>
            </a:xfrm>
            <a:custGeom>
              <a:avLst/>
              <a:gdLst/>
              <a:ahLst/>
              <a:cxnLst/>
              <a:rect l="0" t="0" r="0" b="0"/>
              <a:pathLst>
                <a:path w="5764489" h="1874622">
                  <a:moveTo>
                    <a:pt x="0" y="0"/>
                  </a:moveTo>
                  <a:lnTo>
                    <a:pt x="72968" y="21291"/>
                  </a:lnTo>
                  <a:lnTo>
                    <a:pt x="145936" y="42556"/>
                  </a:lnTo>
                  <a:lnTo>
                    <a:pt x="218904" y="63792"/>
                  </a:lnTo>
                  <a:lnTo>
                    <a:pt x="291872" y="85000"/>
                  </a:lnTo>
                  <a:lnTo>
                    <a:pt x="364841" y="106177"/>
                  </a:lnTo>
                  <a:lnTo>
                    <a:pt x="437809" y="127321"/>
                  </a:lnTo>
                  <a:lnTo>
                    <a:pt x="510777" y="148431"/>
                  </a:lnTo>
                  <a:lnTo>
                    <a:pt x="583745" y="169506"/>
                  </a:lnTo>
                  <a:lnTo>
                    <a:pt x="656713" y="190543"/>
                  </a:lnTo>
                  <a:lnTo>
                    <a:pt x="729682" y="211540"/>
                  </a:lnTo>
                  <a:lnTo>
                    <a:pt x="802650" y="232496"/>
                  </a:lnTo>
                  <a:lnTo>
                    <a:pt x="875618" y="253407"/>
                  </a:lnTo>
                  <a:lnTo>
                    <a:pt x="948586" y="274273"/>
                  </a:lnTo>
                  <a:lnTo>
                    <a:pt x="1021555" y="295089"/>
                  </a:lnTo>
                  <a:lnTo>
                    <a:pt x="1094523" y="315853"/>
                  </a:lnTo>
                  <a:lnTo>
                    <a:pt x="1167491" y="336563"/>
                  </a:lnTo>
                  <a:lnTo>
                    <a:pt x="1240459" y="357215"/>
                  </a:lnTo>
                  <a:lnTo>
                    <a:pt x="1313427" y="377806"/>
                  </a:lnTo>
                  <a:lnTo>
                    <a:pt x="1386396" y="398331"/>
                  </a:lnTo>
                  <a:lnTo>
                    <a:pt x="1459364" y="418788"/>
                  </a:lnTo>
                  <a:lnTo>
                    <a:pt x="1532332" y="439173"/>
                  </a:lnTo>
                  <a:lnTo>
                    <a:pt x="1605300" y="459480"/>
                  </a:lnTo>
                  <a:lnTo>
                    <a:pt x="1678268" y="479705"/>
                  </a:lnTo>
                  <a:lnTo>
                    <a:pt x="1751237" y="499842"/>
                  </a:lnTo>
                  <a:lnTo>
                    <a:pt x="1824205" y="519888"/>
                  </a:lnTo>
                  <a:lnTo>
                    <a:pt x="1897173" y="539835"/>
                  </a:lnTo>
                  <a:lnTo>
                    <a:pt x="1970141" y="559678"/>
                  </a:lnTo>
                  <a:lnTo>
                    <a:pt x="2043110" y="579410"/>
                  </a:lnTo>
                  <a:lnTo>
                    <a:pt x="2116078" y="599024"/>
                  </a:lnTo>
                  <a:lnTo>
                    <a:pt x="2189046" y="618512"/>
                  </a:lnTo>
                  <a:lnTo>
                    <a:pt x="2262014" y="637867"/>
                  </a:lnTo>
                  <a:lnTo>
                    <a:pt x="2334982" y="657080"/>
                  </a:lnTo>
                  <a:lnTo>
                    <a:pt x="2407951" y="676142"/>
                  </a:lnTo>
                  <a:lnTo>
                    <a:pt x="2480919" y="695044"/>
                  </a:lnTo>
                  <a:lnTo>
                    <a:pt x="2553887" y="713775"/>
                  </a:lnTo>
                  <a:lnTo>
                    <a:pt x="2626855" y="732326"/>
                  </a:lnTo>
                  <a:lnTo>
                    <a:pt x="2699823" y="750685"/>
                  </a:lnTo>
                  <a:lnTo>
                    <a:pt x="2772792" y="768841"/>
                  </a:lnTo>
                  <a:lnTo>
                    <a:pt x="2845760" y="786782"/>
                  </a:lnTo>
                  <a:lnTo>
                    <a:pt x="2918728" y="804497"/>
                  </a:lnTo>
                  <a:lnTo>
                    <a:pt x="2991696" y="821972"/>
                  </a:lnTo>
                  <a:lnTo>
                    <a:pt x="3064665" y="839196"/>
                  </a:lnTo>
                  <a:lnTo>
                    <a:pt x="3137633" y="856156"/>
                  </a:lnTo>
                  <a:lnTo>
                    <a:pt x="3210601" y="872840"/>
                  </a:lnTo>
                  <a:lnTo>
                    <a:pt x="3283569" y="889236"/>
                  </a:lnTo>
                  <a:lnTo>
                    <a:pt x="3356537" y="905331"/>
                  </a:lnTo>
                  <a:lnTo>
                    <a:pt x="3429506" y="921116"/>
                  </a:lnTo>
                  <a:lnTo>
                    <a:pt x="3502474" y="936580"/>
                  </a:lnTo>
                  <a:lnTo>
                    <a:pt x="3575442" y="951714"/>
                  </a:lnTo>
                  <a:lnTo>
                    <a:pt x="3648410" y="966510"/>
                  </a:lnTo>
                  <a:lnTo>
                    <a:pt x="3721379" y="980962"/>
                  </a:lnTo>
                  <a:lnTo>
                    <a:pt x="3794347" y="995065"/>
                  </a:lnTo>
                  <a:lnTo>
                    <a:pt x="3867315" y="1008815"/>
                  </a:lnTo>
                  <a:lnTo>
                    <a:pt x="3940283" y="1022212"/>
                  </a:lnTo>
                  <a:lnTo>
                    <a:pt x="4013251" y="1035255"/>
                  </a:lnTo>
                  <a:lnTo>
                    <a:pt x="4086220" y="1047946"/>
                  </a:lnTo>
                  <a:lnTo>
                    <a:pt x="4159188" y="1060289"/>
                  </a:lnTo>
                  <a:lnTo>
                    <a:pt x="4232156" y="1072290"/>
                  </a:lnTo>
                  <a:lnTo>
                    <a:pt x="4305124" y="1083956"/>
                  </a:lnTo>
                  <a:lnTo>
                    <a:pt x="4378092" y="1095294"/>
                  </a:lnTo>
                  <a:lnTo>
                    <a:pt x="4451061" y="1106315"/>
                  </a:lnTo>
                  <a:lnTo>
                    <a:pt x="4524029" y="1117028"/>
                  </a:lnTo>
                  <a:lnTo>
                    <a:pt x="4596997" y="1127444"/>
                  </a:lnTo>
                  <a:lnTo>
                    <a:pt x="4669965" y="1137576"/>
                  </a:lnTo>
                  <a:lnTo>
                    <a:pt x="4742934" y="1147436"/>
                  </a:lnTo>
                  <a:lnTo>
                    <a:pt x="4815902" y="1157036"/>
                  </a:lnTo>
                  <a:lnTo>
                    <a:pt x="4888870" y="1166388"/>
                  </a:lnTo>
                  <a:lnTo>
                    <a:pt x="4961838" y="1175504"/>
                  </a:lnTo>
                  <a:lnTo>
                    <a:pt x="5034806" y="1184398"/>
                  </a:lnTo>
                  <a:lnTo>
                    <a:pt x="5107775" y="1193081"/>
                  </a:lnTo>
                  <a:lnTo>
                    <a:pt x="5180743" y="1201564"/>
                  </a:lnTo>
                  <a:lnTo>
                    <a:pt x="5253711" y="1209860"/>
                  </a:lnTo>
                  <a:lnTo>
                    <a:pt x="5326679" y="1217978"/>
                  </a:lnTo>
                  <a:lnTo>
                    <a:pt x="5399647" y="1225928"/>
                  </a:lnTo>
                  <a:lnTo>
                    <a:pt x="5472616" y="1233722"/>
                  </a:lnTo>
                  <a:lnTo>
                    <a:pt x="5545584" y="1241367"/>
                  </a:lnTo>
                  <a:lnTo>
                    <a:pt x="5618552" y="1248873"/>
                  </a:lnTo>
                  <a:lnTo>
                    <a:pt x="5691520" y="1256248"/>
                  </a:lnTo>
                  <a:lnTo>
                    <a:pt x="5764489" y="1263500"/>
                  </a:lnTo>
                  <a:lnTo>
                    <a:pt x="5764489" y="1874622"/>
                  </a:lnTo>
                  <a:lnTo>
                    <a:pt x="5691520" y="1854970"/>
                  </a:lnTo>
                  <a:lnTo>
                    <a:pt x="5618552" y="1835442"/>
                  </a:lnTo>
                  <a:lnTo>
                    <a:pt x="5545584" y="1816045"/>
                  </a:lnTo>
                  <a:lnTo>
                    <a:pt x="5472616" y="1796786"/>
                  </a:lnTo>
                  <a:lnTo>
                    <a:pt x="5399647" y="1777676"/>
                  </a:lnTo>
                  <a:lnTo>
                    <a:pt x="5326679" y="1758723"/>
                  </a:lnTo>
                  <a:lnTo>
                    <a:pt x="5253711" y="1739938"/>
                  </a:lnTo>
                  <a:lnTo>
                    <a:pt x="5180743" y="1721329"/>
                  </a:lnTo>
                  <a:lnTo>
                    <a:pt x="5107775" y="1702909"/>
                  </a:lnTo>
                  <a:lnTo>
                    <a:pt x="5034806" y="1684689"/>
                  </a:lnTo>
                  <a:lnTo>
                    <a:pt x="4961838" y="1666679"/>
                  </a:lnTo>
                  <a:lnTo>
                    <a:pt x="4888870" y="1648892"/>
                  </a:lnTo>
                  <a:lnTo>
                    <a:pt x="4815902" y="1631340"/>
                  </a:lnTo>
                  <a:lnTo>
                    <a:pt x="4742934" y="1614036"/>
                  </a:lnTo>
                  <a:lnTo>
                    <a:pt x="4669965" y="1596993"/>
                  </a:lnTo>
                  <a:lnTo>
                    <a:pt x="4596997" y="1580221"/>
                  </a:lnTo>
                  <a:lnTo>
                    <a:pt x="4524029" y="1563734"/>
                  </a:lnTo>
                  <a:lnTo>
                    <a:pt x="4451061" y="1547543"/>
                  </a:lnTo>
                  <a:lnTo>
                    <a:pt x="4378092" y="1531660"/>
                  </a:lnTo>
                  <a:lnTo>
                    <a:pt x="4305124" y="1516095"/>
                  </a:lnTo>
                  <a:lnTo>
                    <a:pt x="4232156" y="1500857"/>
                  </a:lnTo>
                  <a:lnTo>
                    <a:pt x="4159188" y="1485955"/>
                  </a:lnTo>
                  <a:lnTo>
                    <a:pt x="4086220" y="1471395"/>
                  </a:lnTo>
                  <a:lnTo>
                    <a:pt x="4013251" y="1457182"/>
                  </a:lnTo>
                  <a:lnTo>
                    <a:pt x="3940283" y="1443321"/>
                  </a:lnTo>
                  <a:lnTo>
                    <a:pt x="3867315" y="1429814"/>
                  </a:lnTo>
                  <a:lnTo>
                    <a:pt x="3794347" y="1416661"/>
                  </a:lnTo>
                  <a:lnTo>
                    <a:pt x="3721379" y="1403860"/>
                  </a:lnTo>
                  <a:lnTo>
                    <a:pt x="3648410" y="1391409"/>
                  </a:lnTo>
                  <a:lnTo>
                    <a:pt x="3575442" y="1379301"/>
                  </a:lnTo>
                  <a:lnTo>
                    <a:pt x="3502474" y="1367532"/>
                  </a:lnTo>
                  <a:lnTo>
                    <a:pt x="3429506" y="1356092"/>
                  </a:lnTo>
                  <a:lnTo>
                    <a:pt x="3356537" y="1344973"/>
                  </a:lnTo>
                  <a:lnTo>
                    <a:pt x="3283569" y="1334165"/>
                  </a:lnTo>
                  <a:lnTo>
                    <a:pt x="3210601" y="1323657"/>
                  </a:lnTo>
                  <a:lnTo>
                    <a:pt x="3137633" y="1313438"/>
                  </a:lnTo>
                  <a:lnTo>
                    <a:pt x="3064665" y="1303494"/>
                  </a:lnTo>
                  <a:lnTo>
                    <a:pt x="2991696" y="1293815"/>
                  </a:lnTo>
                  <a:lnTo>
                    <a:pt x="2918728" y="1284387"/>
                  </a:lnTo>
                  <a:lnTo>
                    <a:pt x="2845760" y="1275198"/>
                  </a:lnTo>
                  <a:lnTo>
                    <a:pt x="2772792" y="1266236"/>
                  </a:lnTo>
                  <a:lnTo>
                    <a:pt x="2699823" y="1257488"/>
                  </a:lnTo>
                  <a:lnTo>
                    <a:pt x="2626855" y="1248944"/>
                  </a:lnTo>
                  <a:lnTo>
                    <a:pt x="2553887" y="1240591"/>
                  </a:lnTo>
                  <a:lnTo>
                    <a:pt x="2480919" y="1232418"/>
                  </a:lnTo>
                  <a:lnTo>
                    <a:pt x="2407951" y="1224417"/>
                  </a:lnTo>
                  <a:lnTo>
                    <a:pt x="2334982" y="1216575"/>
                  </a:lnTo>
                  <a:lnTo>
                    <a:pt x="2262014" y="1208884"/>
                  </a:lnTo>
                  <a:lnTo>
                    <a:pt x="2189046" y="1201336"/>
                  </a:lnTo>
                  <a:lnTo>
                    <a:pt x="2116078" y="1193920"/>
                  </a:lnTo>
                  <a:lnTo>
                    <a:pt x="2043110" y="1186631"/>
                  </a:lnTo>
                  <a:lnTo>
                    <a:pt x="1970141" y="1179459"/>
                  </a:lnTo>
                  <a:lnTo>
                    <a:pt x="1897173" y="1172398"/>
                  </a:lnTo>
                  <a:lnTo>
                    <a:pt x="1824205" y="1165442"/>
                  </a:lnTo>
                  <a:lnTo>
                    <a:pt x="1751237" y="1158584"/>
                  </a:lnTo>
                  <a:lnTo>
                    <a:pt x="1678268" y="1151818"/>
                  </a:lnTo>
                  <a:lnTo>
                    <a:pt x="1605300" y="1145140"/>
                  </a:lnTo>
                  <a:lnTo>
                    <a:pt x="1532332" y="1138543"/>
                  </a:lnTo>
                  <a:lnTo>
                    <a:pt x="1459364" y="1132024"/>
                  </a:lnTo>
                  <a:lnTo>
                    <a:pt x="1386396" y="1125577"/>
                  </a:lnTo>
                  <a:lnTo>
                    <a:pt x="1313427" y="1119199"/>
                  </a:lnTo>
                  <a:lnTo>
                    <a:pt x="1240459" y="1112887"/>
                  </a:lnTo>
                  <a:lnTo>
                    <a:pt x="1167491" y="1106635"/>
                  </a:lnTo>
                  <a:lnTo>
                    <a:pt x="1094523" y="1100441"/>
                  </a:lnTo>
                  <a:lnTo>
                    <a:pt x="1021555" y="1094302"/>
                  </a:lnTo>
                  <a:lnTo>
                    <a:pt x="948586" y="1088215"/>
                  </a:lnTo>
                  <a:lnTo>
                    <a:pt x="875618" y="1082176"/>
                  </a:lnTo>
                  <a:lnTo>
                    <a:pt x="802650" y="1076184"/>
                  </a:lnTo>
                  <a:lnTo>
                    <a:pt x="729682" y="1070236"/>
                  </a:lnTo>
                  <a:lnTo>
                    <a:pt x="656713" y="1064330"/>
                  </a:lnTo>
                  <a:lnTo>
                    <a:pt x="583745" y="1058464"/>
                  </a:lnTo>
                  <a:lnTo>
                    <a:pt x="510777" y="1052635"/>
                  </a:lnTo>
                  <a:lnTo>
                    <a:pt x="437809" y="1046841"/>
                  </a:lnTo>
                  <a:lnTo>
                    <a:pt x="364841" y="1041082"/>
                  </a:lnTo>
                  <a:lnTo>
                    <a:pt x="291872" y="1035355"/>
                  </a:lnTo>
                  <a:lnTo>
                    <a:pt x="218904" y="1029659"/>
                  </a:lnTo>
                  <a:lnTo>
                    <a:pt x="145936" y="1023992"/>
                  </a:lnTo>
                  <a:lnTo>
                    <a:pt x="72968" y="1018354"/>
                  </a:lnTo>
                  <a:lnTo>
                    <a:pt x="0" y="1012741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1167921" y="2886581"/>
              <a:ext cx="5764489" cy="1263500"/>
            </a:xfrm>
            <a:custGeom>
              <a:avLst/>
              <a:gdLst/>
              <a:ahLst/>
              <a:cxnLst/>
              <a:rect l="0" t="0" r="0" b="0"/>
              <a:pathLst>
                <a:path w="5764489" h="1263500">
                  <a:moveTo>
                    <a:pt x="0" y="0"/>
                  </a:moveTo>
                  <a:lnTo>
                    <a:pt x="72968" y="21291"/>
                  </a:lnTo>
                  <a:lnTo>
                    <a:pt x="145936" y="42556"/>
                  </a:lnTo>
                  <a:lnTo>
                    <a:pt x="218904" y="63792"/>
                  </a:lnTo>
                  <a:lnTo>
                    <a:pt x="291872" y="85000"/>
                  </a:lnTo>
                  <a:lnTo>
                    <a:pt x="364841" y="106177"/>
                  </a:lnTo>
                  <a:lnTo>
                    <a:pt x="437809" y="127321"/>
                  </a:lnTo>
                  <a:lnTo>
                    <a:pt x="510777" y="148431"/>
                  </a:lnTo>
                  <a:lnTo>
                    <a:pt x="583745" y="169506"/>
                  </a:lnTo>
                  <a:lnTo>
                    <a:pt x="656713" y="190543"/>
                  </a:lnTo>
                  <a:lnTo>
                    <a:pt x="729682" y="211540"/>
                  </a:lnTo>
                  <a:lnTo>
                    <a:pt x="802650" y="232496"/>
                  </a:lnTo>
                  <a:lnTo>
                    <a:pt x="875618" y="253407"/>
                  </a:lnTo>
                  <a:lnTo>
                    <a:pt x="948586" y="274273"/>
                  </a:lnTo>
                  <a:lnTo>
                    <a:pt x="1021555" y="295089"/>
                  </a:lnTo>
                  <a:lnTo>
                    <a:pt x="1094523" y="315853"/>
                  </a:lnTo>
                  <a:lnTo>
                    <a:pt x="1167491" y="336563"/>
                  </a:lnTo>
                  <a:lnTo>
                    <a:pt x="1240459" y="357215"/>
                  </a:lnTo>
                  <a:lnTo>
                    <a:pt x="1313427" y="377806"/>
                  </a:lnTo>
                  <a:lnTo>
                    <a:pt x="1386396" y="398331"/>
                  </a:lnTo>
                  <a:lnTo>
                    <a:pt x="1459364" y="418788"/>
                  </a:lnTo>
                  <a:lnTo>
                    <a:pt x="1532332" y="439173"/>
                  </a:lnTo>
                  <a:lnTo>
                    <a:pt x="1605300" y="459480"/>
                  </a:lnTo>
                  <a:lnTo>
                    <a:pt x="1678268" y="479705"/>
                  </a:lnTo>
                  <a:lnTo>
                    <a:pt x="1751237" y="499842"/>
                  </a:lnTo>
                  <a:lnTo>
                    <a:pt x="1824205" y="519888"/>
                  </a:lnTo>
                  <a:lnTo>
                    <a:pt x="1897173" y="539835"/>
                  </a:lnTo>
                  <a:lnTo>
                    <a:pt x="1970141" y="559678"/>
                  </a:lnTo>
                  <a:lnTo>
                    <a:pt x="2043110" y="579410"/>
                  </a:lnTo>
                  <a:lnTo>
                    <a:pt x="2116078" y="599024"/>
                  </a:lnTo>
                  <a:lnTo>
                    <a:pt x="2189046" y="618512"/>
                  </a:lnTo>
                  <a:lnTo>
                    <a:pt x="2262014" y="637867"/>
                  </a:lnTo>
                  <a:lnTo>
                    <a:pt x="2334982" y="657080"/>
                  </a:lnTo>
                  <a:lnTo>
                    <a:pt x="2407951" y="676142"/>
                  </a:lnTo>
                  <a:lnTo>
                    <a:pt x="2480919" y="695044"/>
                  </a:lnTo>
                  <a:lnTo>
                    <a:pt x="2553887" y="713775"/>
                  </a:lnTo>
                  <a:lnTo>
                    <a:pt x="2626855" y="732326"/>
                  </a:lnTo>
                  <a:lnTo>
                    <a:pt x="2699823" y="750685"/>
                  </a:lnTo>
                  <a:lnTo>
                    <a:pt x="2772792" y="768841"/>
                  </a:lnTo>
                  <a:lnTo>
                    <a:pt x="2845760" y="786782"/>
                  </a:lnTo>
                  <a:lnTo>
                    <a:pt x="2918728" y="804497"/>
                  </a:lnTo>
                  <a:lnTo>
                    <a:pt x="2991696" y="821972"/>
                  </a:lnTo>
                  <a:lnTo>
                    <a:pt x="3064665" y="839196"/>
                  </a:lnTo>
                  <a:lnTo>
                    <a:pt x="3137633" y="856156"/>
                  </a:lnTo>
                  <a:lnTo>
                    <a:pt x="3210601" y="872840"/>
                  </a:lnTo>
                  <a:lnTo>
                    <a:pt x="3283569" y="889236"/>
                  </a:lnTo>
                  <a:lnTo>
                    <a:pt x="3356537" y="905331"/>
                  </a:lnTo>
                  <a:lnTo>
                    <a:pt x="3429506" y="921116"/>
                  </a:lnTo>
                  <a:lnTo>
                    <a:pt x="3502474" y="936580"/>
                  </a:lnTo>
                  <a:lnTo>
                    <a:pt x="3575442" y="951714"/>
                  </a:lnTo>
                  <a:lnTo>
                    <a:pt x="3648410" y="966510"/>
                  </a:lnTo>
                  <a:lnTo>
                    <a:pt x="3721379" y="980962"/>
                  </a:lnTo>
                  <a:lnTo>
                    <a:pt x="3794347" y="995065"/>
                  </a:lnTo>
                  <a:lnTo>
                    <a:pt x="3867315" y="1008815"/>
                  </a:lnTo>
                  <a:lnTo>
                    <a:pt x="3940283" y="1022212"/>
                  </a:lnTo>
                  <a:lnTo>
                    <a:pt x="4013251" y="1035255"/>
                  </a:lnTo>
                  <a:lnTo>
                    <a:pt x="4086220" y="1047946"/>
                  </a:lnTo>
                  <a:lnTo>
                    <a:pt x="4159188" y="1060289"/>
                  </a:lnTo>
                  <a:lnTo>
                    <a:pt x="4232156" y="1072290"/>
                  </a:lnTo>
                  <a:lnTo>
                    <a:pt x="4305124" y="1083956"/>
                  </a:lnTo>
                  <a:lnTo>
                    <a:pt x="4378092" y="1095294"/>
                  </a:lnTo>
                  <a:lnTo>
                    <a:pt x="4451061" y="1106315"/>
                  </a:lnTo>
                  <a:lnTo>
                    <a:pt x="4524029" y="1117028"/>
                  </a:lnTo>
                  <a:lnTo>
                    <a:pt x="4596997" y="1127444"/>
                  </a:lnTo>
                  <a:lnTo>
                    <a:pt x="4669965" y="1137576"/>
                  </a:lnTo>
                  <a:lnTo>
                    <a:pt x="4742934" y="1147436"/>
                  </a:lnTo>
                  <a:lnTo>
                    <a:pt x="4815902" y="1157036"/>
                  </a:lnTo>
                  <a:lnTo>
                    <a:pt x="4888870" y="1166388"/>
                  </a:lnTo>
                  <a:lnTo>
                    <a:pt x="4961838" y="1175504"/>
                  </a:lnTo>
                  <a:lnTo>
                    <a:pt x="5034806" y="1184398"/>
                  </a:lnTo>
                  <a:lnTo>
                    <a:pt x="5107775" y="1193081"/>
                  </a:lnTo>
                  <a:lnTo>
                    <a:pt x="5180743" y="1201564"/>
                  </a:lnTo>
                  <a:lnTo>
                    <a:pt x="5253711" y="1209860"/>
                  </a:lnTo>
                  <a:lnTo>
                    <a:pt x="5326679" y="1217978"/>
                  </a:lnTo>
                  <a:lnTo>
                    <a:pt x="5399647" y="1225928"/>
                  </a:lnTo>
                  <a:lnTo>
                    <a:pt x="5472616" y="1233722"/>
                  </a:lnTo>
                  <a:lnTo>
                    <a:pt x="5545584" y="1241367"/>
                  </a:lnTo>
                  <a:lnTo>
                    <a:pt x="5618552" y="1248873"/>
                  </a:lnTo>
                  <a:lnTo>
                    <a:pt x="5691520" y="1256248"/>
                  </a:lnTo>
                  <a:lnTo>
                    <a:pt x="5764489" y="126350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1167921" y="3899322"/>
              <a:ext cx="5764489" cy="861880"/>
            </a:xfrm>
            <a:custGeom>
              <a:avLst/>
              <a:gdLst/>
              <a:ahLst/>
              <a:cxnLst/>
              <a:rect l="0" t="0" r="0" b="0"/>
              <a:pathLst>
                <a:path w="5764489" h="861880">
                  <a:moveTo>
                    <a:pt x="5764489" y="861880"/>
                  </a:moveTo>
                  <a:lnTo>
                    <a:pt x="5691520" y="842229"/>
                  </a:lnTo>
                  <a:lnTo>
                    <a:pt x="5618552" y="822700"/>
                  </a:lnTo>
                  <a:lnTo>
                    <a:pt x="5545584" y="803303"/>
                  </a:lnTo>
                  <a:lnTo>
                    <a:pt x="5472616" y="784045"/>
                  </a:lnTo>
                  <a:lnTo>
                    <a:pt x="5399647" y="764934"/>
                  </a:lnTo>
                  <a:lnTo>
                    <a:pt x="5326679" y="745982"/>
                  </a:lnTo>
                  <a:lnTo>
                    <a:pt x="5253711" y="727196"/>
                  </a:lnTo>
                  <a:lnTo>
                    <a:pt x="5180743" y="708588"/>
                  </a:lnTo>
                  <a:lnTo>
                    <a:pt x="5107775" y="690167"/>
                  </a:lnTo>
                  <a:lnTo>
                    <a:pt x="5034806" y="671947"/>
                  </a:lnTo>
                  <a:lnTo>
                    <a:pt x="4961838" y="653937"/>
                  </a:lnTo>
                  <a:lnTo>
                    <a:pt x="4888870" y="636150"/>
                  </a:lnTo>
                  <a:lnTo>
                    <a:pt x="4815902" y="618599"/>
                  </a:lnTo>
                  <a:lnTo>
                    <a:pt x="4742934" y="601295"/>
                  </a:lnTo>
                  <a:lnTo>
                    <a:pt x="4669965" y="584251"/>
                  </a:lnTo>
                  <a:lnTo>
                    <a:pt x="4596997" y="567479"/>
                  </a:lnTo>
                  <a:lnTo>
                    <a:pt x="4524029" y="550992"/>
                  </a:lnTo>
                  <a:lnTo>
                    <a:pt x="4451061" y="534802"/>
                  </a:lnTo>
                  <a:lnTo>
                    <a:pt x="4378092" y="518919"/>
                  </a:lnTo>
                  <a:lnTo>
                    <a:pt x="4305124" y="503353"/>
                  </a:lnTo>
                  <a:lnTo>
                    <a:pt x="4232156" y="488115"/>
                  </a:lnTo>
                  <a:lnTo>
                    <a:pt x="4159188" y="473213"/>
                  </a:lnTo>
                  <a:lnTo>
                    <a:pt x="4086220" y="458653"/>
                  </a:lnTo>
                  <a:lnTo>
                    <a:pt x="4013251" y="444440"/>
                  </a:lnTo>
                  <a:lnTo>
                    <a:pt x="3940283" y="430580"/>
                  </a:lnTo>
                  <a:lnTo>
                    <a:pt x="3867315" y="417073"/>
                  </a:lnTo>
                  <a:lnTo>
                    <a:pt x="3794347" y="403919"/>
                  </a:lnTo>
                  <a:lnTo>
                    <a:pt x="3721379" y="391119"/>
                  </a:lnTo>
                  <a:lnTo>
                    <a:pt x="3648410" y="378667"/>
                  </a:lnTo>
                  <a:lnTo>
                    <a:pt x="3575442" y="366559"/>
                  </a:lnTo>
                  <a:lnTo>
                    <a:pt x="3502474" y="354790"/>
                  </a:lnTo>
                  <a:lnTo>
                    <a:pt x="3429506" y="343350"/>
                  </a:lnTo>
                  <a:lnTo>
                    <a:pt x="3356537" y="332232"/>
                  </a:lnTo>
                  <a:lnTo>
                    <a:pt x="3283569" y="321424"/>
                  </a:lnTo>
                  <a:lnTo>
                    <a:pt x="3210601" y="310916"/>
                  </a:lnTo>
                  <a:lnTo>
                    <a:pt x="3137633" y="300696"/>
                  </a:lnTo>
                  <a:lnTo>
                    <a:pt x="3064665" y="290752"/>
                  </a:lnTo>
                  <a:lnTo>
                    <a:pt x="2991696" y="281073"/>
                  </a:lnTo>
                  <a:lnTo>
                    <a:pt x="2918728" y="271645"/>
                  </a:lnTo>
                  <a:lnTo>
                    <a:pt x="2845760" y="262456"/>
                  </a:lnTo>
                  <a:lnTo>
                    <a:pt x="2772792" y="253494"/>
                  </a:lnTo>
                  <a:lnTo>
                    <a:pt x="2699823" y="244746"/>
                  </a:lnTo>
                  <a:lnTo>
                    <a:pt x="2626855" y="236202"/>
                  </a:lnTo>
                  <a:lnTo>
                    <a:pt x="2553887" y="227849"/>
                  </a:lnTo>
                  <a:lnTo>
                    <a:pt x="2480919" y="219677"/>
                  </a:lnTo>
                  <a:lnTo>
                    <a:pt x="2407951" y="211675"/>
                  </a:lnTo>
                  <a:lnTo>
                    <a:pt x="2334982" y="203833"/>
                  </a:lnTo>
                  <a:lnTo>
                    <a:pt x="2262014" y="196143"/>
                  </a:lnTo>
                  <a:lnTo>
                    <a:pt x="2189046" y="188594"/>
                  </a:lnTo>
                  <a:lnTo>
                    <a:pt x="2116078" y="181179"/>
                  </a:lnTo>
                  <a:lnTo>
                    <a:pt x="2043110" y="173889"/>
                  </a:lnTo>
                  <a:lnTo>
                    <a:pt x="1970141" y="166717"/>
                  </a:lnTo>
                  <a:lnTo>
                    <a:pt x="1897173" y="159656"/>
                  </a:lnTo>
                  <a:lnTo>
                    <a:pt x="1824205" y="152700"/>
                  </a:lnTo>
                  <a:lnTo>
                    <a:pt x="1751237" y="145842"/>
                  </a:lnTo>
                  <a:lnTo>
                    <a:pt x="1678268" y="139076"/>
                  </a:lnTo>
                  <a:lnTo>
                    <a:pt x="1605300" y="132398"/>
                  </a:lnTo>
                  <a:lnTo>
                    <a:pt x="1532332" y="125801"/>
                  </a:lnTo>
                  <a:lnTo>
                    <a:pt x="1459364" y="119282"/>
                  </a:lnTo>
                  <a:lnTo>
                    <a:pt x="1386396" y="112835"/>
                  </a:lnTo>
                  <a:lnTo>
                    <a:pt x="1313427" y="106458"/>
                  </a:lnTo>
                  <a:lnTo>
                    <a:pt x="1240459" y="100145"/>
                  </a:lnTo>
                  <a:lnTo>
                    <a:pt x="1167491" y="93893"/>
                  </a:lnTo>
                  <a:lnTo>
                    <a:pt x="1094523" y="87699"/>
                  </a:lnTo>
                  <a:lnTo>
                    <a:pt x="1021555" y="81560"/>
                  </a:lnTo>
                  <a:lnTo>
                    <a:pt x="948586" y="75473"/>
                  </a:lnTo>
                  <a:lnTo>
                    <a:pt x="875618" y="69434"/>
                  </a:lnTo>
                  <a:lnTo>
                    <a:pt x="802650" y="63442"/>
                  </a:lnTo>
                  <a:lnTo>
                    <a:pt x="729682" y="57494"/>
                  </a:lnTo>
                  <a:lnTo>
                    <a:pt x="656713" y="51588"/>
                  </a:lnTo>
                  <a:lnTo>
                    <a:pt x="583745" y="45722"/>
                  </a:lnTo>
                  <a:lnTo>
                    <a:pt x="510777" y="39893"/>
                  </a:lnTo>
                  <a:lnTo>
                    <a:pt x="437809" y="34100"/>
                  </a:lnTo>
                  <a:lnTo>
                    <a:pt x="364841" y="28340"/>
                  </a:lnTo>
                  <a:lnTo>
                    <a:pt x="291872" y="22613"/>
                  </a:lnTo>
                  <a:lnTo>
                    <a:pt x="218904" y="16917"/>
                  </a:lnTo>
                  <a:lnTo>
                    <a:pt x="145936" y="11250"/>
                  </a:lnTo>
                  <a:lnTo>
                    <a:pt x="72968" y="56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1167921" y="3392951"/>
              <a:ext cx="5764489" cy="1062690"/>
            </a:xfrm>
            <a:custGeom>
              <a:avLst/>
              <a:gdLst/>
              <a:ahLst/>
              <a:cxnLst/>
              <a:rect l="0" t="0" r="0" b="0"/>
              <a:pathLst>
                <a:path w="5764489" h="1062690">
                  <a:moveTo>
                    <a:pt x="0" y="0"/>
                  </a:moveTo>
                  <a:lnTo>
                    <a:pt x="72968" y="13451"/>
                  </a:lnTo>
                  <a:lnTo>
                    <a:pt x="145936" y="26903"/>
                  </a:lnTo>
                  <a:lnTo>
                    <a:pt x="218904" y="40355"/>
                  </a:lnTo>
                  <a:lnTo>
                    <a:pt x="291872" y="53807"/>
                  </a:lnTo>
                  <a:lnTo>
                    <a:pt x="364841" y="67258"/>
                  </a:lnTo>
                  <a:lnTo>
                    <a:pt x="437809" y="80710"/>
                  </a:lnTo>
                  <a:lnTo>
                    <a:pt x="510777" y="94162"/>
                  </a:lnTo>
                  <a:lnTo>
                    <a:pt x="583745" y="107614"/>
                  </a:lnTo>
                  <a:lnTo>
                    <a:pt x="656713" y="121066"/>
                  </a:lnTo>
                  <a:lnTo>
                    <a:pt x="729682" y="134517"/>
                  </a:lnTo>
                  <a:lnTo>
                    <a:pt x="802650" y="147969"/>
                  </a:lnTo>
                  <a:lnTo>
                    <a:pt x="875618" y="161421"/>
                  </a:lnTo>
                  <a:lnTo>
                    <a:pt x="948586" y="174873"/>
                  </a:lnTo>
                  <a:lnTo>
                    <a:pt x="1021555" y="188324"/>
                  </a:lnTo>
                  <a:lnTo>
                    <a:pt x="1094523" y="201776"/>
                  </a:lnTo>
                  <a:lnTo>
                    <a:pt x="1167491" y="215228"/>
                  </a:lnTo>
                  <a:lnTo>
                    <a:pt x="1240459" y="228680"/>
                  </a:lnTo>
                  <a:lnTo>
                    <a:pt x="1313427" y="242132"/>
                  </a:lnTo>
                  <a:lnTo>
                    <a:pt x="1386396" y="255583"/>
                  </a:lnTo>
                  <a:lnTo>
                    <a:pt x="1459364" y="269035"/>
                  </a:lnTo>
                  <a:lnTo>
                    <a:pt x="1532332" y="282487"/>
                  </a:lnTo>
                  <a:lnTo>
                    <a:pt x="1605300" y="295939"/>
                  </a:lnTo>
                  <a:lnTo>
                    <a:pt x="1678268" y="309390"/>
                  </a:lnTo>
                  <a:lnTo>
                    <a:pt x="1751237" y="322842"/>
                  </a:lnTo>
                  <a:lnTo>
                    <a:pt x="1824205" y="336294"/>
                  </a:lnTo>
                  <a:lnTo>
                    <a:pt x="1897173" y="349746"/>
                  </a:lnTo>
                  <a:lnTo>
                    <a:pt x="1970141" y="363198"/>
                  </a:lnTo>
                  <a:lnTo>
                    <a:pt x="2043110" y="376649"/>
                  </a:lnTo>
                  <a:lnTo>
                    <a:pt x="2116078" y="390101"/>
                  </a:lnTo>
                  <a:lnTo>
                    <a:pt x="2189046" y="403553"/>
                  </a:lnTo>
                  <a:lnTo>
                    <a:pt x="2262014" y="417005"/>
                  </a:lnTo>
                  <a:lnTo>
                    <a:pt x="2334982" y="430457"/>
                  </a:lnTo>
                  <a:lnTo>
                    <a:pt x="2407951" y="443908"/>
                  </a:lnTo>
                  <a:lnTo>
                    <a:pt x="2480919" y="457360"/>
                  </a:lnTo>
                  <a:lnTo>
                    <a:pt x="2553887" y="470812"/>
                  </a:lnTo>
                  <a:lnTo>
                    <a:pt x="2626855" y="484264"/>
                  </a:lnTo>
                  <a:lnTo>
                    <a:pt x="2699823" y="497715"/>
                  </a:lnTo>
                  <a:lnTo>
                    <a:pt x="2772792" y="511167"/>
                  </a:lnTo>
                  <a:lnTo>
                    <a:pt x="2845760" y="524619"/>
                  </a:lnTo>
                  <a:lnTo>
                    <a:pt x="2918728" y="538071"/>
                  </a:lnTo>
                  <a:lnTo>
                    <a:pt x="2991696" y="551523"/>
                  </a:lnTo>
                  <a:lnTo>
                    <a:pt x="3064665" y="564974"/>
                  </a:lnTo>
                  <a:lnTo>
                    <a:pt x="3137633" y="578426"/>
                  </a:lnTo>
                  <a:lnTo>
                    <a:pt x="3210601" y="591878"/>
                  </a:lnTo>
                  <a:lnTo>
                    <a:pt x="3283569" y="605330"/>
                  </a:lnTo>
                  <a:lnTo>
                    <a:pt x="3356537" y="618781"/>
                  </a:lnTo>
                  <a:lnTo>
                    <a:pt x="3429506" y="632233"/>
                  </a:lnTo>
                  <a:lnTo>
                    <a:pt x="3502474" y="645685"/>
                  </a:lnTo>
                  <a:lnTo>
                    <a:pt x="3575442" y="659137"/>
                  </a:lnTo>
                  <a:lnTo>
                    <a:pt x="3648410" y="672589"/>
                  </a:lnTo>
                  <a:lnTo>
                    <a:pt x="3721379" y="686040"/>
                  </a:lnTo>
                  <a:lnTo>
                    <a:pt x="3794347" y="699492"/>
                  </a:lnTo>
                  <a:lnTo>
                    <a:pt x="3867315" y="712944"/>
                  </a:lnTo>
                  <a:lnTo>
                    <a:pt x="3940283" y="726396"/>
                  </a:lnTo>
                  <a:lnTo>
                    <a:pt x="4013251" y="739848"/>
                  </a:lnTo>
                  <a:lnTo>
                    <a:pt x="4086220" y="753299"/>
                  </a:lnTo>
                  <a:lnTo>
                    <a:pt x="4159188" y="766751"/>
                  </a:lnTo>
                  <a:lnTo>
                    <a:pt x="4232156" y="780203"/>
                  </a:lnTo>
                  <a:lnTo>
                    <a:pt x="4305124" y="793655"/>
                  </a:lnTo>
                  <a:lnTo>
                    <a:pt x="4378092" y="807106"/>
                  </a:lnTo>
                  <a:lnTo>
                    <a:pt x="4451061" y="820558"/>
                  </a:lnTo>
                  <a:lnTo>
                    <a:pt x="4524029" y="834010"/>
                  </a:lnTo>
                  <a:lnTo>
                    <a:pt x="4596997" y="847462"/>
                  </a:lnTo>
                  <a:lnTo>
                    <a:pt x="4669965" y="860914"/>
                  </a:lnTo>
                  <a:lnTo>
                    <a:pt x="4742934" y="874365"/>
                  </a:lnTo>
                  <a:lnTo>
                    <a:pt x="4815902" y="887817"/>
                  </a:lnTo>
                  <a:lnTo>
                    <a:pt x="4888870" y="901269"/>
                  </a:lnTo>
                  <a:lnTo>
                    <a:pt x="4961838" y="914721"/>
                  </a:lnTo>
                  <a:lnTo>
                    <a:pt x="5034806" y="928172"/>
                  </a:lnTo>
                  <a:lnTo>
                    <a:pt x="5107775" y="941624"/>
                  </a:lnTo>
                  <a:lnTo>
                    <a:pt x="5180743" y="955076"/>
                  </a:lnTo>
                  <a:lnTo>
                    <a:pt x="5253711" y="968528"/>
                  </a:lnTo>
                  <a:lnTo>
                    <a:pt x="5326679" y="981980"/>
                  </a:lnTo>
                  <a:lnTo>
                    <a:pt x="5399647" y="995431"/>
                  </a:lnTo>
                  <a:lnTo>
                    <a:pt x="5472616" y="1008883"/>
                  </a:lnTo>
                  <a:lnTo>
                    <a:pt x="5545584" y="1022335"/>
                  </a:lnTo>
                  <a:lnTo>
                    <a:pt x="5618552" y="1035787"/>
                  </a:lnTo>
                  <a:lnTo>
                    <a:pt x="5691520" y="1049238"/>
                  </a:lnTo>
                  <a:lnTo>
                    <a:pt x="5764489" y="1062690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t90"/>
            <p:cNvSpPr/>
            <p:nvPr/>
          </p:nvSpPr>
          <p:spPr>
            <a:xfrm>
              <a:off x="5137215" y="241894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t91"/>
            <p:cNvSpPr/>
            <p:nvPr/>
          </p:nvSpPr>
          <p:spPr>
            <a:xfrm>
              <a:off x="5137215" y="240992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t92"/>
            <p:cNvSpPr/>
            <p:nvPr/>
          </p:nvSpPr>
          <p:spPr>
            <a:xfrm>
              <a:off x="5137215" y="257486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t93"/>
            <p:cNvSpPr/>
            <p:nvPr/>
          </p:nvSpPr>
          <p:spPr>
            <a:xfrm>
              <a:off x="1109219" y="234807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t94"/>
            <p:cNvSpPr/>
            <p:nvPr/>
          </p:nvSpPr>
          <p:spPr>
            <a:xfrm>
              <a:off x="1109219" y="268353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t95"/>
            <p:cNvSpPr/>
            <p:nvPr/>
          </p:nvSpPr>
          <p:spPr>
            <a:xfrm>
              <a:off x="1109219" y="203623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t96"/>
            <p:cNvSpPr/>
            <p:nvPr/>
          </p:nvSpPr>
          <p:spPr>
            <a:xfrm>
              <a:off x="6028906" y="357515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t97"/>
            <p:cNvSpPr/>
            <p:nvPr/>
          </p:nvSpPr>
          <p:spPr>
            <a:xfrm>
              <a:off x="6028906" y="324105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t98"/>
            <p:cNvSpPr/>
            <p:nvPr/>
          </p:nvSpPr>
          <p:spPr>
            <a:xfrm>
              <a:off x="6028906" y="33260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t99"/>
            <p:cNvSpPr/>
            <p:nvPr/>
          </p:nvSpPr>
          <p:spPr>
            <a:xfrm>
              <a:off x="5718512" y="326939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t100"/>
            <p:cNvSpPr/>
            <p:nvPr/>
          </p:nvSpPr>
          <p:spPr>
            <a:xfrm>
              <a:off x="5718512" y="338279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t101"/>
            <p:cNvSpPr/>
            <p:nvPr/>
          </p:nvSpPr>
          <p:spPr>
            <a:xfrm>
              <a:off x="5718512" y="286897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t102"/>
            <p:cNvSpPr/>
            <p:nvPr/>
          </p:nvSpPr>
          <p:spPr>
            <a:xfrm>
              <a:off x="6396625" y="285125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t103"/>
            <p:cNvSpPr/>
            <p:nvPr/>
          </p:nvSpPr>
          <p:spPr>
            <a:xfrm>
              <a:off x="6396625" y="299806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t104"/>
            <p:cNvSpPr/>
            <p:nvPr/>
          </p:nvSpPr>
          <p:spPr>
            <a:xfrm>
              <a:off x="6396625" y="295313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t105"/>
            <p:cNvSpPr/>
            <p:nvPr/>
          </p:nvSpPr>
          <p:spPr>
            <a:xfrm>
              <a:off x="3292943" y="28551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t106"/>
            <p:cNvSpPr/>
            <p:nvPr/>
          </p:nvSpPr>
          <p:spPr>
            <a:xfrm>
              <a:off x="3292943" y="289555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t107"/>
            <p:cNvSpPr/>
            <p:nvPr/>
          </p:nvSpPr>
          <p:spPr>
            <a:xfrm>
              <a:off x="3292943" y="34462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t108"/>
            <p:cNvSpPr/>
            <p:nvPr/>
          </p:nvSpPr>
          <p:spPr>
            <a:xfrm>
              <a:off x="5455799" y="444586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t109"/>
            <p:cNvSpPr/>
            <p:nvPr/>
          </p:nvSpPr>
          <p:spPr>
            <a:xfrm>
              <a:off x="5455799" y="357178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t110"/>
            <p:cNvSpPr/>
            <p:nvPr/>
          </p:nvSpPr>
          <p:spPr>
            <a:xfrm>
              <a:off x="6873708" y="341822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t111"/>
            <p:cNvSpPr/>
            <p:nvPr/>
          </p:nvSpPr>
          <p:spPr>
            <a:xfrm>
              <a:off x="6873708" y="295756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1167921" y="2070498"/>
              <a:ext cx="5764489" cy="1597987"/>
            </a:xfrm>
            <a:custGeom>
              <a:avLst/>
              <a:gdLst/>
              <a:ahLst/>
              <a:cxnLst/>
              <a:rect l="0" t="0" r="0" b="0"/>
              <a:pathLst>
                <a:path w="5764489" h="1597987">
                  <a:moveTo>
                    <a:pt x="0" y="0"/>
                  </a:moveTo>
                  <a:lnTo>
                    <a:pt x="72968" y="17734"/>
                  </a:lnTo>
                  <a:lnTo>
                    <a:pt x="145936" y="35439"/>
                  </a:lnTo>
                  <a:lnTo>
                    <a:pt x="218904" y="53114"/>
                  </a:lnTo>
                  <a:lnTo>
                    <a:pt x="291872" y="70757"/>
                  </a:lnTo>
                  <a:lnTo>
                    <a:pt x="364841" y="88366"/>
                  </a:lnTo>
                  <a:lnTo>
                    <a:pt x="437809" y="105941"/>
                  </a:lnTo>
                  <a:lnTo>
                    <a:pt x="510777" y="123479"/>
                  </a:lnTo>
                  <a:lnTo>
                    <a:pt x="583745" y="140977"/>
                  </a:lnTo>
                  <a:lnTo>
                    <a:pt x="656713" y="158435"/>
                  </a:lnTo>
                  <a:lnTo>
                    <a:pt x="729682" y="175850"/>
                  </a:lnTo>
                  <a:lnTo>
                    <a:pt x="802650" y="193219"/>
                  </a:lnTo>
                  <a:lnTo>
                    <a:pt x="875618" y="210540"/>
                  </a:lnTo>
                  <a:lnTo>
                    <a:pt x="948586" y="227810"/>
                  </a:lnTo>
                  <a:lnTo>
                    <a:pt x="1021555" y="245027"/>
                  </a:lnTo>
                  <a:lnTo>
                    <a:pt x="1094523" y="262188"/>
                  </a:lnTo>
                  <a:lnTo>
                    <a:pt x="1167491" y="279289"/>
                  </a:lnTo>
                  <a:lnTo>
                    <a:pt x="1240459" y="296327"/>
                  </a:lnTo>
                  <a:lnTo>
                    <a:pt x="1313427" y="313298"/>
                  </a:lnTo>
                  <a:lnTo>
                    <a:pt x="1386396" y="330198"/>
                  </a:lnTo>
                  <a:lnTo>
                    <a:pt x="1459364" y="347023"/>
                  </a:lnTo>
                  <a:lnTo>
                    <a:pt x="1532332" y="363768"/>
                  </a:lnTo>
                  <a:lnTo>
                    <a:pt x="1605300" y="380429"/>
                  </a:lnTo>
                  <a:lnTo>
                    <a:pt x="1678268" y="397001"/>
                  </a:lnTo>
                  <a:lnTo>
                    <a:pt x="1751237" y="413477"/>
                  </a:lnTo>
                  <a:lnTo>
                    <a:pt x="1824205" y="429853"/>
                  </a:lnTo>
                  <a:lnTo>
                    <a:pt x="1897173" y="446121"/>
                  </a:lnTo>
                  <a:lnTo>
                    <a:pt x="1970141" y="462275"/>
                  </a:lnTo>
                  <a:lnTo>
                    <a:pt x="2043110" y="478309"/>
                  </a:lnTo>
                  <a:lnTo>
                    <a:pt x="2116078" y="494214"/>
                  </a:lnTo>
                  <a:lnTo>
                    <a:pt x="2189046" y="509983"/>
                  </a:lnTo>
                  <a:lnTo>
                    <a:pt x="2262014" y="525606"/>
                  </a:lnTo>
                  <a:lnTo>
                    <a:pt x="2334982" y="541076"/>
                  </a:lnTo>
                  <a:lnTo>
                    <a:pt x="2407951" y="556382"/>
                  </a:lnTo>
                  <a:lnTo>
                    <a:pt x="2480919" y="571516"/>
                  </a:lnTo>
                  <a:lnTo>
                    <a:pt x="2553887" y="586465"/>
                  </a:lnTo>
                  <a:lnTo>
                    <a:pt x="2626855" y="601221"/>
                  </a:lnTo>
                  <a:lnTo>
                    <a:pt x="2699823" y="615771"/>
                  </a:lnTo>
                  <a:lnTo>
                    <a:pt x="2772792" y="630105"/>
                  </a:lnTo>
                  <a:lnTo>
                    <a:pt x="2845760" y="644210"/>
                  </a:lnTo>
                  <a:lnTo>
                    <a:pt x="2918728" y="658074"/>
                  </a:lnTo>
                  <a:lnTo>
                    <a:pt x="2991696" y="671687"/>
                  </a:lnTo>
                  <a:lnTo>
                    <a:pt x="3064665" y="685035"/>
                  </a:lnTo>
                  <a:lnTo>
                    <a:pt x="3137633" y="698108"/>
                  </a:lnTo>
                  <a:lnTo>
                    <a:pt x="3210601" y="710894"/>
                  </a:lnTo>
                  <a:lnTo>
                    <a:pt x="3283569" y="723382"/>
                  </a:lnTo>
                  <a:lnTo>
                    <a:pt x="3356537" y="735563"/>
                  </a:lnTo>
                  <a:lnTo>
                    <a:pt x="3429506" y="747426"/>
                  </a:lnTo>
                  <a:lnTo>
                    <a:pt x="3502474" y="758965"/>
                  </a:lnTo>
                  <a:lnTo>
                    <a:pt x="3575442" y="770172"/>
                  </a:lnTo>
                  <a:lnTo>
                    <a:pt x="3648410" y="781043"/>
                  </a:lnTo>
                  <a:lnTo>
                    <a:pt x="3721379" y="791572"/>
                  </a:lnTo>
                  <a:lnTo>
                    <a:pt x="3794347" y="801757"/>
                  </a:lnTo>
                  <a:lnTo>
                    <a:pt x="3867315" y="811599"/>
                  </a:lnTo>
                  <a:lnTo>
                    <a:pt x="3940283" y="821098"/>
                  </a:lnTo>
                  <a:lnTo>
                    <a:pt x="4013251" y="830256"/>
                  </a:lnTo>
                  <a:lnTo>
                    <a:pt x="4086220" y="839079"/>
                  </a:lnTo>
                  <a:lnTo>
                    <a:pt x="4159188" y="847571"/>
                  </a:lnTo>
                  <a:lnTo>
                    <a:pt x="4232156" y="855740"/>
                  </a:lnTo>
                  <a:lnTo>
                    <a:pt x="4305124" y="863593"/>
                  </a:lnTo>
                  <a:lnTo>
                    <a:pt x="4378092" y="871142"/>
                  </a:lnTo>
                  <a:lnTo>
                    <a:pt x="4451061" y="878394"/>
                  </a:lnTo>
                  <a:lnTo>
                    <a:pt x="4524029" y="885362"/>
                  </a:lnTo>
                  <a:lnTo>
                    <a:pt x="4596997" y="892057"/>
                  </a:lnTo>
                  <a:lnTo>
                    <a:pt x="4669965" y="898491"/>
                  </a:lnTo>
                  <a:lnTo>
                    <a:pt x="4742934" y="904674"/>
                  </a:lnTo>
                  <a:lnTo>
                    <a:pt x="4815902" y="910620"/>
                  </a:lnTo>
                  <a:lnTo>
                    <a:pt x="4888870" y="916340"/>
                  </a:lnTo>
                  <a:lnTo>
                    <a:pt x="4961838" y="921846"/>
                  </a:lnTo>
                  <a:lnTo>
                    <a:pt x="5034806" y="927148"/>
                  </a:lnTo>
                  <a:lnTo>
                    <a:pt x="5107775" y="932259"/>
                  </a:lnTo>
                  <a:lnTo>
                    <a:pt x="5180743" y="937188"/>
                  </a:lnTo>
                  <a:lnTo>
                    <a:pt x="5253711" y="941946"/>
                  </a:lnTo>
                  <a:lnTo>
                    <a:pt x="5326679" y="946543"/>
                  </a:lnTo>
                  <a:lnTo>
                    <a:pt x="5399647" y="950988"/>
                  </a:lnTo>
                  <a:lnTo>
                    <a:pt x="5472616" y="955290"/>
                  </a:lnTo>
                  <a:lnTo>
                    <a:pt x="5545584" y="959458"/>
                  </a:lnTo>
                  <a:lnTo>
                    <a:pt x="5618552" y="963498"/>
                  </a:lnTo>
                  <a:lnTo>
                    <a:pt x="5691520" y="967419"/>
                  </a:lnTo>
                  <a:lnTo>
                    <a:pt x="5764489" y="971227"/>
                  </a:lnTo>
                  <a:lnTo>
                    <a:pt x="5764489" y="1597987"/>
                  </a:lnTo>
                  <a:lnTo>
                    <a:pt x="5691520" y="1581696"/>
                  </a:lnTo>
                  <a:lnTo>
                    <a:pt x="5618552" y="1565517"/>
                  </a:lnTo>
                  <a:lnTo>
                    <a:pt x="5545584" y="1549457"/>
                  </a:lnTo>
                  <a:lnTo>
                    <a:pt x="5472616" y="1533524"/>
                  </a:lnTo>
                  <a:lnTo>
                    <a:pt x="5399647" y="1517726"/>
                  </a:lnTo>
                  <a:lnTo>
                    <a:pt x="5326679" y="1502072"/>
                  </a:lnTo>
                  <a:lnTo>
                    <a:pt x="5253711" y="1486569"/>
                  </a:lnTo>
                  <a:lnTo>
                    <a:pt x="5180743" y="1471227"/>
                  </a:lnTo>
                  <a:lnTo>
                    <a:pt x="5107775" y="1456056"/>
                  </a:lnTo>
                  <a:lnTo>
                    <a:pt x="5034806" y="1441067"/>
                  </a:lnTo>
                  <a:lnTo>
                    <a:pt x="4961838" y="1426270"/>
                  </a:lnTo>
                  <a:lnTo>
                    <a:pt x="4888870" y="1411675"/>
                  </a:lnTo>
                  <a:lnTo>
                    <a:pt x="4815902" y="1397295"/>
                  </a:lnTo>
                  <a:lnTo>
                    <a:pt x="4742934" y="1383141"/>
                  </a:lnTo>
                  <a:lnTo>
                    <a:pt x="4669965" y="1369224"/>
                  </a:lnTo>
                  <a:lnTo>
                    <a:pt x="4596997" y="1355558"/>
                  </a:lnTo>
                  <a:lnTo>
                    <a:pt x="4524029" y="1342153"/>
                  </a:lnTo>
                  <a:lnTo>
                    <a:pt x="4451061" y="1329021"/>
                  </a:lnTo>
                  <a:lnTo>
                    <a:pt x="4378092" y="1316174"/>
                  </a:lnTo>
                  <a:lnTo>
                    <a:pt x="4305124" y="1303622"/>
                  </a:lnTo>
                  <a:lnTo>
                    <a:pt x="4232156" y="1291376"/>
                  </a:lnTo>
                  <a:lnTo>
                    <a:pt x="4159188" y="1279445"/>
                  </a:lnTo>
                  <a:lnTo>
                    <a:pt x="4086220" y="1267837"/>
                  </a:lnTo>
                  <a:lnTo>
                    <a:pt x="4013251" y="1256559"/>
                  </a:lnTo>
                  <a:lnTo>
                    <a:pt x="3940283" y="1245617"/>
                  </a:lnTo>
                  <a:lnTo>
                    <a:pt x="3867315" y="1235016"/>
                  </a:lnTo>
                  <a:lnTo>
                    <a:pt x="3794347" y="1224758"/>
                  </a:lnTo>
                  <a:lnTo>
                    <a:pt x="3721379" y="1214844"/>
                  </a:lnTo>
                  <a:lnTo>
                    <a:pt x="3648410" y="1205273"/>
                  </a:lnTo>
                  <a:lnTo>
                    <a:pt x="3575442" y="1196043"/>
                  </a:lnTo>
                  <a:lnTo>
                    <a:pt x="3502474" y="1187150"/>
                  </a:lnTo>
                  <a:lnTo>
                    <a:pt x="3429506" y="1178589"/>
                  </a:lnTo>
                  <a:lnTo>
                    <a:pt x="3356537" y="1170353"/>
                  </a:lnTo>
                  <a:lnTo>
                    <a:pt x="3283569" y="1162433"/>
                  </a:lnTo>
                  <a:lnTo>
                    <a:pt x="3210601" y="1154822"/>
                  </a:lnTo>
                  <a:lnTo>
                    <a:pt x="3137633" y="1147507"/>
                  </a:lnTo>
                  <a:lnTo>
                    <a:pt x="3064665" y="1140480"/>
                  </a:lnTo>
                  <a:lnTo>
                    <a:pt x="2991696" y="1133729"/>
                  </a:lnTo>
                  <a:lnTo>
                    <a:pt x="2918728" y="1127241"/>
                  </a:lnTo>
                  <a:lnTo>
                    <a:pt x="2845760" y="1121006"/>
                  </a:lnTo>
                  <a:lnTo>
                    <a:pt x="2772792" y="1115011"/>
                  </a:lnTo>
                  <a:lnTo>
                    <a:pt x="2699823" y="1109245"/>
                  </a:lnTo>
                  <a:lnTo>
                    <a:pt x="2626855" y="1103695"/>
                  </a:lnTo>
                  <a:lnTo>
                    <a:pt x="2553887" y="1098350"/>
                  </a:lnTo>
                  <a:lnTo>
                    <a:pt x="2480919" y="1093200"/>
                  </a:lnTo>
                  <a:lnTo>
                    <a:pt x="2407951" y="1088233"/>
                  </a:lnTo>
                  <a:lnTo>
                    <a:pt x="2334982" y="1083440"/>
                  </a:lnTo>
                  <a:lnTo>
                    <a:pt x="2262014" y="1078810"/>
                  </a:lnTo>
                  <a:lnTo>
                    <a:pt x="2189046" y="1074333"/>
                  </a:lnTo>
                  <a:lnTo>
                    <a:pt x="2116078" y="1070002"/>
                  </a:lnTo>
                  <a:lnTo>
                    <a:pt x="2043110" y="1065807"/>
                  </a:lnTo>
                  <a:lnTo>
                    <a:pt x="1970141" y="1061741"/>
                  </a:lnTo>
                  <a:lnTo>
                    <a:pt x="1897173" y="1057795"/>
                  </a:lnTo>
                  <a:lnTo>
                    <a:pt x="1824205" y="1053964"/>
                  </a:lnTo>
                  <a:lnTo>
                    <a:pt x="1751237" y="1050239"/>
                  </a:lnTo>
                  <a:lnTo>
                    <a:pt x="1678268" y="1046616"/>
                  </a:lnTo>
                  <a:lnTo>
                    <a:pt x="1605300" y="1043087"/>
                  </a:lnTo>
                  <a:lnTo>
                    <a:pt x="1532332" y="1039648"/>
                  </a:lnTo>
                  <a:lnTo>
                    <a:pt x="1459364" y="1036294"/>
                  </a:lnTo>
                  <a:lnTo>
                    <a:pt x="1386396" y="1033019"/>
                  </a:lnTo>
                  <a:lnTo>
                    <a:pt x="1313427" y="1029819"/>
                  </a:lnTo>
                  <a:lnTo>
                    <a:pt x="1240459" y="1026689"/>
                  </a:lnTo>
                  <a:lnTo>
                    <a:pt x="1167491" y="1023627"/>
                  </a:lnTo>
                  <a:lnTo>
                    <a:pt x="1094523" y="1020628"/>
                  </a:lnTo>
                  <a:lnTo>
                    <a:pt x="1021555" y="1017689"/>
                  </a:lnTo>
                  <a:lnTo>
                    <a:pt x="948586" y="1014806"/>
                  </a:lnTo>
                  <a:lnTo>
                    <a:pt x="875618" y="1011977"/>
                  </a:lnTo>
                  <a:lnTo>
                    <a:pt x="802650" y="1009198"/>
                  </a:lnTo>
                  <a:lnTo>
                    <a:pt x="729682" y="1006467"/>
                  </a:lnTo>
                  <a:lnTo>
                    <a:pt x="656713" y="1003782"/>
                  </a:lnTo>
                  <a:lnTo>
                    <a:pt x="583745" y="1001139"/>
                  </a:lnTo>
                  <a:lnTo>
                    <a:pt x="510777" y="998538"/>
                  </a:lnTo>
                  <a:lnTo>
                    <a:pt x="437809" y="995976"/>
                  </a:lnTo>
                  <a:lnTo>
                    <a:pt x="364841" y="993450"/>
                  </a:lnTo>
                  <a:lnTo>
                    <a:pt x="291872" y="990960"/>
                  </a:lnTo>
                  <a:lnTo>
                    <a:pt x="218904" y="988503"/>
                  </a:lnTo>
                  <a:lnTo>
                    <a:pt x="145936" y="986078"/>
                  </a:lnTo>
                  <a:lnTo>
                    <a:pt x="72968" y="983683"/>
                  </a:lnTo>
                  <a:lnTo>
                    <a:pt x="0" y="981317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3" name="pl113"/>
            <p:cNvSpPr/>
            <p:nvPr/>
          </p:nvSpPr>
          <p:spPr>
            <a:xfrm>
              <a:off x="1167921" y="2070498"/>
              <a:ext cx="5764489" cy="971227"/>
            </a:xfrm>
            <a:custGeom>
              <a:avLst/>
              <a:gdLst/>
              <a:ahLst/>
              <a:cxnLst/>
              <a:rect l="0" t="0" r="0" b="0"/>
              <a:pathLst>
                <a:path w="5764489" h="971227">
                  <a:moveTo>
                    <a:pt x="0" y="0"/>
                  </a:moveTo>
                  <a:lnTo>
                    <a:pt x="72968" y="17734"/>
                  </a:lnTo>
                  <a:lnTo>
                    <a:pt x="145936" y="35439"/>
                  </a:lnTo>
                  <a:lnTo>
                    <a:pt x="218904" y="53114"/>
                  </a:lnTo>
                  <a:lnTo>
                    <a:pt x="291872" y="70757"/>
                  </a:lnTo>
                  <a:lnTo>
                    <a:pt x="364841" y="88366"/>
                  </a:lnTo>
                  <a:lnTo>
                    <a:pt x="437809" y="105941"/>
                  </a:lnTo>
                  <a:lnTo>
                    <a:pt x="510777" y="123479"/>
                  </a:lnTo>
                  <a:lnTo>
                    <a:pt x="583745" y="140977"/>
                  </a:lnTo>
                  <a:lnTo>
                    <a:pt x="656713" y="158435"/>
                  </a:lnTo>
                  <a:lnTo>
                    <a:pt x="729682" y="175850"/>
                  </a:lnTo>
                  <a:lnTo>
                    <a:pt x="802650" y="193219"/>
                  </a:lnTo>
                  <a:lnTo>
                    <a:pt x="875618" y="210540"/>
                  </a:lnTo>
                  <a:lnTo>
                    <a:pt x="948586" y="227810"/>
                  </a:lnTo>
                  <a:lnTo>
                    <a:pt x="1021555" y="245027"/>
                  </a:lnTo>
                  <a:lnTo>
                    <a:pt x="1094523" y="262188"/>
                  </a:lnTo>
                  <a:lnTo>
                    <a:pt x="1167491" y="279289"/>
                  </a:lnTo>
                  <a:lnTo>
                    <a:pt x="1240459" y="296327"/>
                  </a:lnTo>
                  <a:lnTo>
                    <a:pt x="1313427" y="313298"/>
                  </a:lnTo>
                  <a:lnTo>
                    <a:pt x="1386396" y="330198"/>
                  </a:lnTo>
                  <a:lnTo>
                    <a:pt x="1459364" y="347023"/>
                  </a:lnTo>
                  <a:lnTo>
                    <a:pt x="1532332" y="363768"/>
                  </a:lnTo>
                  <a:lnTo>
                    <a:pt x="1605300" y="380429"/>
                  </a:lnTo>
                  <a:lnTo>
                    <a:pt x="1678268" y="397001"/>
                  </a:lnTo>
                  <a:lnTo>
                    <a:pt x="1751237" y="413477"/>
                  </a:lnTo>
                  <a:lnTo>
                    <a:pt x="1824205" y="429853"/>
                  </a:lnTo>
                  <a:lnTo>
                    <a:pt x="1897173" y="446121"/>
                  </a:lnTo>
                  <a:lnTo>
                    <a:pt x="1970141" y="462275"/>
                  </a:lnTo>
                  <a:lnTo>
                    <a:pt x="2043110" y="478309"/>
                  </a:lnTo>
                  <a:lnTo>
                    <a:pt x="2116078" y="494214"/>
                  </a:lnTo>
                  <a:lnTo>
                    <a:pt x="2189046" y="509983"/>
                  </a:lnTo>
                  <a:lnTo>
                    <a:pt x="2262014" y="525606"/>
                  </a:lnTo>
                  <a:lnTo>
                    <a:pt x="2334982" y="541076"/>
                  </a:lnTo>
                  <a:lnTo>
                    <a:pt x="2407951" y="556382"/>
                  </a:lnTo>
                  <a:lnTo>
                    <a:pt x="2480919" y="571516"/>
                  </a:lnTo>
                  <a:lnTo>
                    <a:pt x="2553887" y="586465"/>
                  </a:lnTo>
                  <a:lnTo>
                    <a:pt x="2626855" y="601221"/>
                  </a:lnTo>
                  <a:lnTo>
                    <a:pt x="2699823" y="615771"/>
                  </a:lnTo>
                  <a:lnTo>
                    <a:pt x="2772792" y="630105"/>
                  </a:lnTo>
                  <a:lnTo>
                    <a:pt x="2845760" y="644210"/>
                  </a:lnTo>
                  <a:lnTo>
                    <a:pt x="2918728" y="658074"/>
                  </a:lnTo>
                  <a:lnTo>
                    <a:pt x="2991696" y="671687"/>
                  </a:lnTo>
                  <a:lnTo>
                    <a:pt x="3064665" y="685035"/>
                  </a:lnTo>
                  <a:lnTo>
                    <a:pt x="3137633" y="698108"/>
                  </a:lnTo>
                  <a:lnTo>
                    <a:pt x="3210601" y="710894"/>
                  </a:lnTo>
                  <a:lnTo>
                    <a:pt x="3283569" y="723382"/>
                  </a:lnTo>
                  <a:lnTo>
                    <a:pt x="3356537" y="735563"/>
                  </a:lnTo>
                  <a:lnTo>
                    <a:pt x="3429506" y="747426"/>
                  </a:lnTo>
                  <a:lnTo>
                    <a:pt x="3502474" y="758965"/>
                  </a:lnTo>
                  <a:lnTo>
                    <a:pt x="3575442" y="770172"/>
                  </a:lnTo>
                  <a:lnTo>
                    <a:pt x="3648410" y="781043"/>
                  </a:lnTo>
                  <a:lnTo>
                    <a:pt x="3721379" y="791572"/>
                  </a:lnTo>
                  <a:lnTo>
                    <a:pt x="3794347" y="801757"/>
                  </a:lnTo>
                  <a:lnTo>
                    <a:pt x="3867315" y="811599"/>
                  </a:lnTo>
                  <a:lnTo>
                    <a:pt x="3940283" y="821098"/>
                  </a:lnTo>
                  <a:lnTo>
                    <a:pt x="4013251" y="830256"/>
                  </a:lnTo>
                  <a:lnTo>
                    <a:pt x="4086220" y="839079"/>
                  </a:lnTo>
                  <a:lnTo>
                    <a:pt x="4159188" y="847571"/>
                  </a:lnTo>
                  <a:lnTo>
                    <a:pt x="4232156" y="855740"/>
                  </a:lnTo>
                  <a:lnTo>
                    <a:pt x="4305124" y="863593"/>
                  </a:lnTo>
                  <a:lnTo>
                    <a:pt x="4378092" y="871142"/>
                  </a:lnTo>
                  <a:lnTo>
                    <a:pt x="4451061" y="878394"/>
                  </a:lnTo>
                  <a:lnTo>
                    <a:pt x="4524029" y="885362"/>
                  </a:lnTo>
                  <a:lnTo>
                    <a:pt x="4596997" y="892057"/>
                  </a:lnTo>
                  <a:lnTo>
                    <a:pt x="4669965" y="898491"/>
                  </a:lnTo>
                  <a:lnTo>
                    <a:pt x="4742934" y="904674"/>
                  </a:lnTo>
                  <a:lnTo>
                    <a:pt x="4815902" y="910620"/>
                  </a:lnTo>
                  <a:lnTo>
                    <a:pt x="4888870" y="916340"/>
                  </a:lnTo>
                  <a:lnTo>
                    <a:pt x="4961838" y="921846"/>
                  </a:lnTo>
                  <a:lnTo>
                    <a:pt x="5034806" y="927148"/>
                  </a:lnTo>
                  <a:lnTo>
                    <a:pt x="5107775" y="932259"/>
                  </a:lnTo>
                  <a:lnTo>
                    <a:pt x="5180743" y="937188"/>
                  </a:lnTo>
                  <a:lnTo>
                    <a:pt x="5253711" y="941946"/>
                  </a:lnTo>
                  <a:lnTo>
                    <a:pt x="5326679" y="946543"/>
                  </a:lnTo>
                  <a:lnTo>
                    <a:pt x="5399647" y="950988"/>
                  </a:lnTo>
                  <a:lnTo>
                    <a:pt x="5472616" y="955290"/>
                  </a:lnTo>
                  <a:lnTo>
                    <a:pt x="5545584" y="959458"/>
                  </a:lnTo>
                  <a:lnTo>
                    <a:pt x="5618552" y="963498"/>
                  </a:lnTo>
                  <a:lnTo>
                    <a:pt x="5691520" y="967419"/>
                  </a:lnTo>
                  <a:lnTo>
                    <a:pt x="5764489" y="97122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4" name="pl114"/>
            <p:cNvSpPr/>
            <p:nvPr/>
          </p:nvSpPr>
          <p:spPr>
            <a:xfrm>
              <a:off x="1167921" y="3051816"/>
              <a:ext cx="5764489" cy="616670"/>
            </a:xfrm>
            <a:custGeom>
              <a:avLst/>
              <a:gdLst/>
              <a:ahLst/>
              <a:cxnLst/>
              <a:rect l="0" t="0" r="0" b="0"/>
              <a:pathLst>
                <a:path w="5764489" h="616670">
                  <a:moveTo>
                    <a:pt x="5764489" y="616670"/>
                  </a:moveTo>
                  <a:lnTo>
                    <a:pt x="5691520" y="600378"/>
                  </a:lnTo>
                  <a:lnTo>
                    <a:pt x="5618552" y="584199"/>
                  </a:lnTo>
                  <a:lnTo>
                    <a:pt x="5545584" y="568140"/>
                  </a:lnTo>
                  <a:lnTo>
                    <a:pt x="5472616" y="552207"/>
                  </a:lnTo>
                  <a:lnTo>
                    <a:pt x="5399647" y="536409"/>
                  </a:lnTo>
                  <a:lnTo>
                    <a:pt x="5326679" y="520754"/>
                  </a:lnTo>
                  <a:lnTo>
                    <a:pt x="5253711" y="505251"/>
                  </a:lnTo>
                  <a:lnTo>
                    <a:pt x="5180743" y="489909"/>
                  </a:lnTo>
                  <a:lnTo>
                    <a:pt x="5107775" y="474739"/>
                  </a:lnTo>
                  <a:lnTo>
                    <a:pt x="5034806" y="459749"/>
                  </a:lnTo>
                  <a:lnTo>
                    <a:pt x="4961838" y="444952"/>
                  </a:lnTo>
                  <a:lnTo>
                    <a:pt x="4888870" y="430357"/>
                  </a:lnTo>
                  <a:lnTo>
                    <a:pt x="4815902" y="415977"/>
                  </a:lnTo>
                  <a:lnTo>
                    <a:pt x="4742934" y="401823"/>
                  </a:lnTo>
                  <a:lnTo>
                    <a:pt x="4669965" y="387907"/>
                  </a:lnTo>
                  <a:lnTo>
                    <a:pt x="4596997" y="374240"/>
                  </a:lnTo>
                  <a:lnTo>
                    <a:pt x="4524029" y="360835"/>
                  </a:lnTo>
                  <a:lnTo>
                    <a:pt x="4451061" y="347703"/>
                  </a:lnTo>
                  <a:lnTo>
                    <a:pt x="4378092" y="334856"/>
                  </a:lnTo>
                  <a:lnTo>
                    <a:pt x="4305124" y="322304"/>
                  </a:lnTo>
                  <a:lnTo>
                    <a:pt x="4232156" y="310058"/>
                  </a:lnTo>
                  <a:lnTo>
                    <a:pt x="4159188" y="298127"/>
                  </a:lnTo>
                  <a:lnTo>
                    <a:pt x="4086220" y="286519"/>
                  </a:lnTo>
                  <a:lnTo>
                    <a:pt x="4013251" y="275241"/>
                  </a:lnTo>
                  <a:lnTo>
                    <a:pt x="3940283" y="264300"/>
                  </a:lnTo>
                  <a:lnTo>
                    <a:pt x="3867315" y="253699"/>
                  </a:lnTo>
                  <a:lnTo>
                    <a:pt x="3794347" y="243440"/>
                  </a:lnTo>
                  <a:lnTo>
                    <a:pt x="3721379" y="233526"/>
                  </a:lnTo>
                  <a:lnTo>
                    <a:pt x="3648410" y="223955"/>
                  </a:lnTo>
                  <a:lnTo>
                    <a:pt x="3575442" y="214725"/>
                  </a:lnTo>
                  <a:lnTo>
                    <a:pt x="3502474" y="205833"/>
                  </a:lnTo>
                  <a:lnTo>
                    <a:pt x="3429506" y="197271"/>
                  </a:lnTo>
                  <a:lnTo>
                    <a:pt x="3356537" y="189035"/>
                  </a:lnTo>
                  <a:lnTo>
                    <a:pt x="3283569" y="181116"/>
                  </a:lnTo>
                  <a:lnTo>
                    <a:pt x="3210601" y="173504"/>
                  </a:lnTo>
                  <a:lnTo>
                    <a:pt x="3137633" y="166190"/>
                  </a:lnTo>
                  <a:lnTo>
                    <a:pt x="3064665" y="159163"/>
                  </a:lnTo>
                  <a:lnTo>
                    <a:pt x="2991696" y="152411"/>
                  </a:lnTo>
                  <a:lnTo>
                    <a:pt x="2918728" y="145924"/>
                  </a:lnTo>
                  <a:lnTo>
                    <a:pt x="2845760" y="139688"/>
                  </a:lnTo>
                  <a:lnTo>
                    <a:pt x="2772792" y="133693"/>
                  </a:lnTo>
                  <a:lnTo>
                    <a:pt x="2699823" y="127927"/>
                  </a:lnTo>
                  <a:lnTo>
                    <a:pt x="2626855" y="122377"/>
                  </a:lnTo>
                  <a:lnTo>
                    <a:pt x="2553887" y="117033"/>
                  </a:lnTo>
                  <a:lnTo>
                    <a:pt x="2480919" y="111883"/>
                  </a:lnTo>
                  <a:lnTo>
                    <a:pt x="2407951" y="106916"/>
                  </a:lnTo>
                  <a:lnTo>
                    <a:pt x="2334982" y="102122"/>
                  </a:lnTo>
                  <a:lnTo>
                    <a:pt x="2262014" y="97492"/>
                  </a:lnTo>
                  <a:lnTo>
                    <a:pt x="2189046" y="93016"/>
                  </a:lnTo>
                  <a:lnTo>
                    <a:pt x="2116078" y="88684"/>
                  </a:lnTo>
                  <a:lnTo>
                    <a:pt x="2043110" y="84489"/>
                  </a:lnTo>
                  <a:lnTo>
                    <a:pt x="1970141" y="80423"/>
                  </a:lnTo>
                  <a:lnTo>
                    <a:pt x="1897173" y="76478"/>
                  </a:lnTo>
                  <a:lnTo>
                    <a:pt x="1824205" y="72646"/>
                  </a:lnTo>
                  <a:lnTo>
                    <a:pt x="1751237" y="68921"/>
                  </a:lnTo>
                  <a:lnTo>
                    <a:pt x="1678268" y="65298"/>
                  </a:lnTo>
                  <a:lnTo>
                    <a:pt x="1605300" y="61769"/>
                  </a:lnTo>
                  <a:lnTo>
                    <a:pt x="1532332" y="58330"/>
                  </a:lnTo>
                  <a:lnTo>
                    <a:pt x="1459364" y="54976"/>
                  </a:lnTo>
                  <a:lnTo>
                    <a:pt x="1386396" y="51701"/>
                  </a:lnTo>
                  <a:lnTo>
                    <a:pt x="1313427" y="48501"/>
                  </a:lnTo>
                  <a:lnTo>
                    <a:pt x="1240459" y="45372"/>
                  </a:lnTo>
                  <a:lnTo>
                    <a:pt x="1167491" y="42310"/>
                  </a:lnTo>
                  <a:lnTo>
                    <a:pt x="1094523" y="39311"/>
                  </a:lnTo>
                  <a:lnTo>
                    <a:pt x="1021555" y="36371"/>
                  </a:lnTo>
                  <a:lnTo>
                    <a:pt x="948586" y="33488"/>
                  </a:lnTo>
                  <a:lnTo>
                    <a:pt x="875618" y="30659"/>
                  </a:lnTo>
                  <a:lnTo>
                    <a:pt x="802650" y="27880"/>
                  </a:lnTo>
                  <a:lnTo>
                    <a:pt x="729682" y="25149"/>
                  </a:lnTo>
                  <a:lnTo>
                    <a:pt x="656713" y="22464"/>
                  </a:lnTo>
                  <a:lnTo>
                    <a:pt x="583745" y="19822"/>
                  </a:lnTo>
                  <a:lnTo>
                    <a:pt x="510777" y="17220"/>
                  </a:lnTo>
                  <a:lnTo>
                    <a:pt x="437809" y="14658"/>
                  </a:lnTo>
                  <a:lnTo>
                    <a:pt x="364841" y="12132"/>
                  </a:lnTo>
                  <a:lnTo>
                    <a:pt x="291872" y="9642"/>
                  </a:lnTo>
                  <a:lnTo>
                    <a:pt x="218904" y="7185"/>
                  </a:lnTo>
                  <a:lnTo>
                    <a:pt x="145936" y="4760"/>
                  </a:lnTo>
                  <a:lnTo>
                    <a:pt x="72968" y="23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1167921" y="2561157"/>
              <a:ext cx="5764489" cy="793949"/>
            </a:xfrm>
            <a:custGeom>
              <a:avLst/>
              <a:gdLst/>
              <a:ahLst/>
              <a:cxnLst/>
              <a:rect l="0" t="0" r="0" b="0"/>
              <a:pathLst>
                <a:path w="5764489" h="793949">
                  <a:moveTo>
                    <a:pt x="0" y="0"/>
                  </a:moveTo>
                  <a:lnTo>
                    <a:pt x="72968" y="10049"/>
                  </a:lnTo>
                  <a:lnTo>
                    <a:pt x="145936" y="20099"/>
                  </a:lnTo>
                  <a:lnTo>
                    <a:pt x="218904" y="30149"/>
                  </a:lnTo>
                  <a:lnTo>
                    <a:pt x="291872" y="40199"/>
                  </a:lnTo>
                  <a:lnTo>
                    <a:pt x="364841" y="50249"/>
                  </a:lnTo>
                  <a:lnTo>
                    <a:pt x="437809" y="60299"/>
                  </a:lnTo>
                  <a:lnTo>
                    <a:pt x="510777" y="70349"/>
                  </a:lnTo>
                  <a:lnTo>
                    <a:pt x="583745" y="80399"/>
                  </a:lnTo>
                  <a:lnTo>
                    <a:pt x="656713" y="90449"/>
                  </a:lnTo>
                  <a:lnTo>
                    <a:pt x="729682" y="100499"/>
                  </a:lnTo>
                  <a:lnTo>
                    <a:pt x="802650" y="110549"/>
                  </a:lnTo>
                  <a:lnTo>
                    <a:pt x="875618" y="120599"/>
                  </a:lnTo>
                  <a:lnTo>
                    <a:pt x="948586" y="130649"/>
                  </a:lnTo>
                  <a:lnTo>
                    <a:pt x="1021555" y="140699"/>
                  </a:lnTo>
                  <a:lnTo>
                    <a:pt x="1094523" y="150749"/>
                  </a:lnTo>
                  <a:lnTo>
                    <a:pt x="1167491" y="160799"/>
                  </a:lnTo>
                  <a:lnTo>
                    <a:pt x="1240459" y="170849"/>
                  </a:lnTo>
                  <a:lnTo>
                    <a:pt x="1313427" y="180899"/>
                  </a:lnTo>
                  <a:lnTo>
                    <a:pt x="1386396" y="190949"/>
                  </a:lnTo>
                  <a:lnTo>
                    <a:pt x="1459364" y="200999"/>
                  </a:lnTo>
                  <a:lnTo>
                    <a:pt x="1532332" y="211049"/>
                  </a:lnTo>
                  <a:lnTo>
                    <a:pt x="1605300" y="221099"/>
                  </a:lnTo>
                  <a:lnTo>
                    <a:pt x="1678268" y="231149"/>
                  </a:lnTo>
                  <a:lnTo>
                    <a:pt x="1751237" y="241199"/>
                  </a:lnTo>
                  <a:lnTo>
                    <a:pt x="1824205" y="251249"/>
                  </a:lnTo>
                  <a:lnTo>
                    <a:pt x="1897173" y="261299"/>
                  </a:lnTo>
                  <a:lnTo>
                    <a:pt x="1970141" y="271349"/>
                  </a:lnTo>
                  <a:lnTo>
                    <a:pt x="2043110" y="281399"/>
                  </a:lnTo>
                  <a:lnTo>
                    <a:pt x="2116078" y="291449"/>
                  </a:lnTo>
                  <a:lnTo>
                    <a:pt x="2189046" y="301499"/>
                  </a:lnTo>
                  <a:lnTo>
                    <a:pt x="2262014" y="311549"/>
                  </a:lnTo>
                  <a:lnTo>
                    <a:pt x="2334982" y="321599"/>
                  </a:lnTo>
                  <a:lnTo>
                    <a:pt x="2407951" y="331649"/>
                  </a:lnTo>
                  <a:lnTo>
                    <a:pt x="2480919" y="341699"/>
                  </a:lnTo>
                  <a:lnTo>
                    <a:pt x="2553887" y="351749"/>
                  </a:lnTo>
                  <a:lnTo>
                    <a:pt x="2626855" y="361799"/>
                  </a:lnTo>
                  <a:lnTo>
                    <a:pt x="2699823" y="371849"/>
                  </a:lnTo>
                  <a:lnTo>
                    <a:pt x="2772792" y="381899"/>
                  </a:lnTo>
                  <a:lnTo>
                    <a:pt x="2845760" y="391949"/>
                  </a:lnTo>
                  <a:lnTo>
                    <a:pt x="2918728" y="401999"/>
                  </a:lnTo>
                  <a:lnTo>
                    <a:pt x="2991696" y="412049"/>
                  </a:lnTo>
                  <a:lnTo>
                    <a:pt x="3064665" y="422099"/>
                  </a:lnTo>
                  <a:lnTo>
                    <a:pt x="3137633" y="432149"/>
                  </a:lnTo>
                  <a:lnTo>
                    <a:pt x="3210601" y="442199"/>
                  </a:lnTo>
                  <a:lnTo>
                    <a:pt x="3283569" y="452249"/>
                  </a:lnTo>
                  <a:lnTo>
                    <a:pt x="3356537" y="462299"/>
                  </a:lnTo>
                  <a:lnTo>
                    <a:pt x="3429506" y="472349"/>
                  </a:lnTo>
                  <a:lnTo>
                    <a:pt x="3502474" y="482399"/>
                  </a:lnTo>
                  <a:lnTo>
                    <a:pt x="3575442" y="492449"/>
                  </a:lnTo>
                  <a:lnTo>
                    <a:pt x="3648410" y="502499"/>
                  </a:lnTo>
                  <a:lnTo>
                    <a:pt x="3721379" y="512549"/>
                  </a:lnTo>
                  <a:lnTo>
                    <a:pt x="3794347" y="522599"/>
                  </a:lnTo>
                  <a:lnTo>
                    <a:pt x="3867315" y="532649"/>
                  </a:lnTo>
                  <a:lnTo>
                    <a:pt x="3940283" y="542699"/>
                  </a:lnTo>
                  <a:lnTo>
                    <a:pt x="4013251" y="552749"/>
                  </a:lnTo>
                  <a:lnTo>
                    <a:pt x="4086220" y="562799"/>
                  </a:lnTo>
                  <a:lnTo>
                    <a:pt x="4159188" y="572849"/>
                  </a:lnTo>
                  <a:lnTo>
                    <a:pt x="4232156" y="582899"/>
                  </a:lnTo>
                  <a:lnTo>
                    <a:pt x="4305124" y="592949"/>
                  </a:lnTo>
                  <a:lnTo>
                    <a:pt x="4378092" y="602999"/>
                  </a:lnTo>
                  <a:lnTo>
                    <a:pt x="4451061" y="613049"/>
                  </a:lnTo>
                  <a:lnTo>
                    <a:pt x="4524029" y="623099"/>
                  </a:lnTo>
                  <a:lnTo>
                    <a:pt x="4596997" y="633149"/>
                  </a:lnTo>
                  <a:lnTo>
                    <a:pt x="4669965" y="643199"/>
                  </a:lnTo>
                  <a:lnTo>
                    <a:pt x="4742934" y="653249"/>
                  </a:lnTo>
                  <a:lnTo>
                    <a:pt x="4815902" y="663299"/>
                  </a:lnTo>
                  <a:lnTo>
                    <a:pt x="4888870" y="673349"/>
                  </a:lnTo>
                  <a:lnTo>
                    <a:pt x="4961838" y="683399"/>
                  </a:lnTo>
                  <a:lnTo>
                    <a:pt x="5034806" y="693449"/>
                  </a:lnTo>
                  <a:lnTo>
                    <a:pt x="5107775" y="703499"/>
                  </a:lnTo>
                  <a:lnTo>
                    <a:pt x="5180743" y="713549"/>
                  </a:lnTo>
                  <a:lnTo>
                    <a:pt x="5253711" y="723599"/>
                  </a:lnTo>
                  <a:lnTo>
                    <a:pt x="5326679" y="733649"/>
                  </a:lnTo>
                  <a:lnTo>
                    <a:pt x="5399647" y="743699"/>
                  </a:lnTo>
                  <a:lnTo>
                    <a:pt x="5472616" y="753749"/>
                  </a:lnTo>
                  <a:lnTo>
                    <a:pt x="5545584" y="763799"/>
                  </a:lnTo>
                  <a:lnTo>
                    <a:pt x="5618552" y="773849"/>
                  </a:lnTo>
                  <a:lnTo>
                    <a:pt x="5691520" y="783899"/>
                  </a:lnTo>
                  <a:lnTo>
                    <a:pt x="5764489" y="793949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879697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tx117"/>
            <p:cNvSpPr/>
            <p:nvPr/>
          </p:nvSpPr>
          <p:spPr>
            <a:xfrm>
              <a:off x="692708" y="5102355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39364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68493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976217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226750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844902" y="514240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l123"/>
            <p:cNvSpPr/>
            <p:nvPr/>
          </p:nvSpPr>
          <p:spPr>
            <a:xfrm>
              <a:off x="844902" y="443369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124"/>
            <p:cNvSpPr/>
            <p:nvPr/>
          </p:nvSpPr>
          <p:spPr>
            <a:xfrm>
              <a:off x="844902" y="372498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844902" y="301626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844902" y="230755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879697" y="5723142"/>
              <a:ext cx="6340937" cy="0"/>
            </a:xfrm>
            <a:custGeom>
              <a:avLst/>
              <a:gdLst/>
              <a:ahLst/>
              <a:cxnLst/>
              <a:rect l="0" t="0" r="0" b="0"/>
              <a:pathLst>
                <a:path w="6340937">
                  <a:moveTo>
                    <a:pt x="0" y="0"/>
                  </a:moveTo>
                  <a:lnTo>
                    <a:pt x="634093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181961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314044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446127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578210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710292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tx133"/>
            <p:cNvSpPr/>
            <p:nvPr/>
          </p:nvSpPr>
          <p:spPr>
            <a:xfrm>
              <a:off x="1788528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109356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4430184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5751011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7071839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312473" y="5925448"/>
              <a:ext cx="14753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879697" y="1669789"/>
              <a:ext cx="3370386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vs Size at York River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733</Words>
  <Application>Microsoft Macintosh PowerPoint</Application>
  <PresentationFormat>On-screen Show (4:3)</PresentationFormat>
  <Paragraphs>423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4</cp:revision>
  <dcterms:created xsi:type="dcterms:W3CDTF">2017-02-13T16:18:36Z</dcterms:created>
  <dcterms:modified xsi:type="dcterms:W3CDTF">2026-01-16T20:04:02Z</dcterms:modified>
  <cp:category/>
</cp:coreProperties>
</file>