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977762"/>
              <a:ext cx="6525921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69507" y="2148006"/>
              <a:ext cx="5932655" cy="1134989"/>
            </a:xfrm>
            <a:custGeom>
              <a:avLst/>
              <a:pathLst>
                <a:path w="5932655" h="1134989">
                  <a:moveTo>
                    <a:pt x="0" y="0"/>
                  </a:moveTo>
                  <a:lnTo>
                    <a:pt x="1483163" y="298255"/>
                  </a:lnTo>
                  <a:lnTo>
                    <a:pt x="2966327" y="347611"/>
                  </a:lnTo>
                  <a:lnTo>
                    <a:pt x="4449491" y="844131"/>
                  </a:lnTo>
                  <a:lnTo>
                    <a:pt x="5932655" y="1134989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69507" y="2148006"/>
              <a:ext cx="5932655" cy="457457"/>
            </a:xfrm>
            <a:custGeom>
              <a:avLst/>
              <a:pathLst>
                <a:path w="5932655" h="457457">
                  <a:moveTo>
                    <a:pt x="0" y="0"/>
                  </a:moveTo>
                  <a:lnTo>
                    <a:pt x="1483163" y="251857"/>
                  </a:lnTo>
                  <a:lnTo>
                    <a:pt x="2966327" y="142449"/>
                  </a:lnTo>
                  <a:lnTo>
                    <a:pt x="4449491" y="265237"/>
                  </a:lnTo>
                  <a:lnTo>
                    <a:pt x="5932655" y="457457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9507" y="2148006"/>
              <a:ext cx="5932655" cy="1224562"/>
            </a:xfrm>
            <a:custGeom>
              <a:avLst/>
              <a:pathLst>
                <a:path w="5932655" h="1224562">
                  <a:moveTo>
                    <a:pt x="0" y="0"/>
                  </a:moveTo>
                  <a:lnTo>
                    <a:pt x="1483163" y="533911"/>
                  </a:lnTo>
                  <a:lnTo>
                    <a:pt x="2966327" y="760619"/>
                  </a:lnTo>
                  <a:lnTo>
                    <a:pt x="4449491" y="977821"/>
                  </a:lnTo>
                  <a:lnTo>
                    <a:pt x="5932655" y="1224562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69507" y="2148006"/>
              <a:ext cx="5932655" cy="1666202"/>
            </a:xfrm>
            <a:custGeom>
              <a:avLst/>
              <a:pathLst>
                <a:path w="5932655" h="1666202">
                  <a:moveTo>
                    <a:pt x="0" y="0"/>
                  </a:moveTo>
                  <a:lnTo>
                    <a:pt x="1483163" y="1026238"/>
                  </a:lnTo>
                  <a:lnTo>
                    <a:pt x="2966327" y="1272001"/>
                  </a:lnTo>
                  <a:lnTo>
                    <a:pt x="4449491" y="1557126"/>
                  </a:lnTo>
                  <a:lnTo>
                    <a:pt x="5932655" y="1666202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69507" y="2148006"/>
              <a:ext cx="5932655" cy="995146"/>
            </a:xfrm>
            <a:custGeom>
              <a:avLst/>
              <a:pathLst>
                <a:path w="5932655" h="995146">
                  <a:moveTo>
                    <a:pt x="0" y="0"/>
                  </a:moveTo>
                  <a:lnTo>
                    <a:pt x="1483163" y="239129"/>
                  </a:lnTo>
                  <a:lnTo>
                    <a:pt x="2966327" y="445606"/>
                  </a:lnTo>
                  <a:lnTo>
                    <a:pt x="4449491" y="798089"/>
                  </a:lnTo>
                  <a:lnTo>
                    <a:pt x="5932655" y="995146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69507" y="2148006"/>
              <a:ext cx="5932655" cy="1167622"/>
            </a:xfrm>
            <a:custGeom>
              <a:avLst/>
              <a:pathLst>
                <a:path w="5932655" h="1167622">
                  <a:moveTo>
                    <a:pt x="0" y="0"/>
                  </a:moveTo>
                  <a:lnTo>
                    <a:pt x="1483163" y="737269"/>
                  </a:lnTo>
                  <a:lnTo>
                    <a:pt x="2966327" y="890524"/>
                  </a:lnTo>
                  <a:lnTo>
                    <a:pt x="4449491" y="1167622"/>
                  </a:lnTo>
                  <a:lnTo>
                    <a:pt x="5932655" y="116303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69507" y="2148006"/>
              <a:ext cx="5932655" cy="3189941"/>
            </a:xfrm>
            <a:custGeom>
              <a:avLst/>
              <a:pathLst>
                <a:path w="5932655" h="3189941">
                  <a:moveTo>
                    <a:pt x="0" y="0"/>
                  </a:moveTo>
                  <a:lnTo>
                    <a:pt x="1483163" y="1442751"/>
                  </a:lnTo>
                  <a:lnTo>
                    <a:pt x="2966327" y="1749325"/>
                  </a:lnTo>
                  <a:lnTo>
                    <a:pt x="4449491" y="2944762"/>
                  </a:lnTo>
                  <a:lnTo>
                    <a:pt x="5932655" y="3189941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69507" y="2148006"/>
              <a:ext cx="5932655" cy="2931871"/>
            </a:xfrm>
            <a:custGeom>
              <a:avLst/>
              <a:pathLst>
                <a:path w="5932655" h="2931871">
                  <a:moveTo>
                    <a:pt x="0" y="0"/>
                  </a:moveTo>
                  <a:lnTo>
                    <a:pt x="1483163" y="1423772"/>
                  </a:lnTo>
                  <a:lnTo>
                    <a:pt x="2966327" y="1691817"/>
                  </a:lnTo>
                  <a:lnTo>
                    <a:pt x="4449491" y="2822458"/>
                  </a:lnTo>
                  <a:lnTo>
                    <a:pt x="5932655" y="2931871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679098" y="281170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162262" y="2964958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5645426" y="3242056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7128590" y="3237468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143460" y="3313867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660296" y="306712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177132" y="284992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693968" y="262321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93968" y="2341161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177132" y="223175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660296" y="235454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7143460" y="2546761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162262" y="2520040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7128590" y="3069580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645426" y="287252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679098" y="231356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660296" y="491176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93968" y="3513077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77132" y="3781121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143460" y="502117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143460" y="527924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693968" y="353205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177132" y="383862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60296" y="503406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177132" y="243691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143460" y="322429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693968" y="238755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660296" y="293343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143460" y="3755507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660296" y="364643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177132" y="336130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93968" y="3115543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72874" y="1977762"/>
              <a:ext cx="0" cy="3745380"/>
            </a:xfrm>
            <a:custGeom>
              <a:avLst/>
              <a:pathLst>
                <a:path w="0"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692708" y="551284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92708" y="466162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92708" y="381040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295917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38079" y="5552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938079" y="4701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38079" y="38504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938079" y="29992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938079" y="21480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972874" y="5723142"/>
              <a:ext cx="6525921" cy="0"/>
            </a:xfrm>
            <a:custGeom>
              <a:avLst/>
              <a:pathLst>
                <a:path w="6525921" h="0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67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3583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7189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20216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2574363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985975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40690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952302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11655" y="5925448"/>
              <a:ext cx="10483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5" name="tx75"/>
            <p:cNvSpPr/>
            <p:nvPr/>
          </p:nvSpPr>
          <p:spPr>
            <a:xfrm rot="-5400000">
              <a:off x="328455" y="38003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7996607" y="2353495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996607" y="2572951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996607" y="2792407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3011863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3231319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450775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670231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889687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72874" y="1669789"/>
              <a:ext cx="4488972" cy="182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Lewisetta: Oyster Survival thru Time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977762"/>
              <a:ext cx="6525921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69507" y="2148006"/>
              <a:ext cx="5932655" cy="2055557"/>
            </a:xfrm>
            <a:custGeom>
              <a:avLst/>
              <a:pathLst>
                <a:path w="5932655" h="2055557">
                  <a:moveTo>
                    <a:pt x="0" y="0"/>
                  </a:moveTo>
                  <a:lnTo>
                    <a:pt x="1483163" y="222637"/>
                  </a:lnTo>
                  <a:lnTo>
                    <a:pt x="2966327" y="863989"/>
                  </a:lnTo>
                  <a:lnTo>
                    <a:pt x="4449491" y="1899960"/>
                  </a:lnTo>
                  <a:lnTo>
                    <a:pt x="5932655" y="2055557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69507" y="2148006"/>
              <a:ext cx="5932655" cy="2669315"/>
            </a:xfrm>
            <a:custGeom>
              <a:avLst/>
              <a:pathLst>
                <a:path w="5932655" h="2669315">
                  <a:moveTo>
                    <a:pt x="0" y="0"/>
                  </a:moveTo>
                  <a:lnTo>
                    <a:pt x="1483163" y="359449"/>
                  </a:lnTo>
                  <a:lnTo>
                    <a:pt x="2966327" y="1062478"/>
                  </a:lnTo>
                  <a:lnTo>
                    <a:pt x="4449491" y="2351139"/>
                  </a:lnTo>
                  <a:lnTo>
                    <a:pt x="5932655" y="2669315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9507" y="2148006"/>
              <a:ext cx="5932655" cy="1894041"/>
            </a:xfrm>
            <a:custGeom>
              <a:avLst/>
              <a:pathLst>
                <a:path w="5932655" h="1894041">
                  <a:moveTo>
                    <a:pt x="0" y="0"/>
                  </a:moveTo>
                  <a:lnTo>
                    <a:pt x="1483163" y="107421"/>
                  </a:lnTo>
                  <a:lnTo>
                    <a:pt x="2966327" y="634880"/>
                  </a:lnTo>
                  <a:lnTo>
                    <a:pt x="4449491" y="1516879"/>
                  </a:lnTo>
                  <a:lnTo>
                    <a:pt x="5932655" y="1894041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69507" y="2148006"/>
              <a:ext cx="5932655" cy="1933869"/>
            </a:xfrm>
            <a:custGeom>
              <a:avLst/>
              <a:pathLst>
                <a:path w="5932655" h="1933869">
                  <a:moveTo>
                    <a:pt x="0" y="0"/>
                  </a:moveTo>
                  <a:lnTo>
                    <a:pt x="1483163" y="582076"/>
                  </a:lnTo>
                  <a:lnTo>
                    <a:pt x="2966327" y="1135001"/>
                  </a:lnTo>
                  <a:lnTo>
                    <a:pt x="4449491" y="1781109"/>
                  </a:lnTo>
                  <a:lnTo>
                    <a:pt x="5932655" y="1933869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69507" y="2148006"/>
              <a:ext cx="5932655" cy="2534855"/>
            </a:xfrm>
            <a:custGeom>
              <a:avLst/>
              <a:pathLst>
                <a:path w="5932655" h="2534855">
                  <a:moveTo>
                    <a:pt x="0" y="0"/>
                  </a:moveTo>
                  <a:lnTo>
                    <a:pt x="1483163" y="389823"/>
                  </a:lnTo>
                  <a:lnTo>
                    <a:pt x="2966327" y="1012254"/>
                  </a:lnTo>
                  <a:lnTo>
                    <a:pt x="4449491" y="2316317"/>
                  </a:lnTo>
                  <a:lnTo>
                    <a:pt x="5932655" y="2534855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69507" y="2148006"/>
              <a:ext cx="5932655" cy="2078584"/>
            </a:xfrm>
            <a:custGeom>
              <a:avLst/>
              <a:pathLst>
                <a:path w="5932655" h="2078584">
                  <a:moveTo>
                    <a:pt x="0" y="0"/>
                  </a:moveTo>
                  <a:lnTo>
                    <a:pt x="1483163" y="484978"/>
                  </a:lnTo>
                  <a:lnTo>
                    <a:pt x="2966327" y="1160456"/>
                  </a:lnTo>
                  <a:lnTo>
                    <a:pt x="4449491" y="1728751"/>
                  </a:lnTo>
                  <a:lnTo>
                    <a:pt x="5932655" y="207858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69507" y="2148006"/>
              <a:ext cx="5932655" cy="3327053"/>
            </a:xfrm>
            <a:custGeom>
              <a:avLst/>
              <a:pathLst>
                <a:path w="5932655" h="3327053">
                  <a:moveTo>
                    <a:pt x="0" y="0"/>
                  </a:moveTo>
                  <a:lnTo>
                    <a:pt x="1483163" y="1220788"/>
                  </a:lnTo>
                  <a:lnTo>
                    <a:pt x="2966327" y="1907172"/>
                  </a:lnTo>
                  <a:lnTo>
                    <a:pt x="4449491" y="3270032"/>
                  </a:lnTo>
                  <a:lnTo>
                    <a:pt x="5932655" y="3327053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69507" y="2148006"/>
              <a:ext cx="5932655" cy="3325460"/>
            </a:xfrm>
            <a:custGeom>
              <a:avLst/>
              <a:pathLst>
                <a:path w="5932655" h="3325460">
                  <a:moveTo>
                    <a:pt x="0" y="0"/>
                  </a:moveTo>
                  <a:lnTo>
                    <a:pt x="1483163" y="834611"/>
                  </a:lnTo>
                  <a:lnTo>
                    <a:pt x="2966327" y="1552924"/>
                  </a:lnTo>
                  <a:lnTo>
                    <a:pt x="4449491" y="3287611"/>
                  </a:lnTo>
                  <a:lnTo>
                    <a:pt x="5932655" y="332546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162262" y="3234890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679098" y="2559412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5645426" y="3803185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7128590" y="4153018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660296" y="360618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7143460" y="398334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93968" y="219672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177132" y="272418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93968" y="244875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177132" y="315178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7143460" y="4758620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660296" y="444044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679098" y="246425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5645426" y="4390751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7128590" y="4609289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162262" y="3086688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660296" y="5376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177132" y="3642228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93968" y="2923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143460" y="541476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693968" y="3310093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143460" y="541635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177132" y="399647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660296" y="535933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693968" y="231194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660296" y="398926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177132" y="295329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143460" y="414486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660296" y="3870413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143460" y="402317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693968" y="267138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177132" y="322430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72874" y="1977762"/>
              <a:ext cx="0" cy="3745380"/>
            </a:xfrm>
            <a:custGeom>
              <a:avLst/>
              <a:pathLst>
                <a:path w="0"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692708" y="551284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92708" y="466162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92708" y="381040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295917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2708" y="210795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38079" y="5552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938079" y="4701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38079" y="38504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938079" y="29992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938079" y="21480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972874" y="5723142"/>
              <a:ext cx="6525921" cy="0"/>
            </a:xfrm>
            <a:custGeom>
              <a:avLst/>
              <a:pathLst>
                <a:path w="6525921" h="0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67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23583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718998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202162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2574363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985975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40690" y="5785772"/>
              <a:ext cx="35661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952302" y="5785772"/>
              <a:ext cx="4997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11655" y="5925448"/>
              <a:ext cx="104835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5" name="tx75"/>
            <p:cNvSpPr/>
            <p:nvPr/>
          </p:nvSpPr>
          <p:spPr>
            <a:xfrm rot="-5400000">
              <a:off x="328455" y="38003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7637973" y="1977762"/>
              <a:ext cx="979237" cy="21312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7707562" y="2067010"/>
              <a:ext cx="840059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707562" y="228381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729508" y="239354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758588" y="233484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7707562" y="25032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729508" y="261300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758588" y="2554299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707562" y="27227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729508" y="283245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758588" y="277375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707562" y="29421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729508" y="30519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758588" y="2993211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707562" y="31616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729508" y="32713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7743717" y="3197797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707562" y="33810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729508" y="34908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7743717" y="3417253"/>
              <a:ext cx="147145" cy="147145"/>
            </a:xfrm>
            <a:custGeom>
              <a:avLst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707562" y="36005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729508" y="37102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758588" y="365157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707562" y="382001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729508" y="39297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758588" y="387103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7996607" y="2353495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996607" y="2572951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996607" y="2792407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96607" y="3011863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996607" y="3231319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996607" y="3450775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996607" y="3670231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96607" y="3889687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72874" y="1669789"/>
              <a:ext cx="4601443" cy="182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York River: Oyster Survival thru Time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2026-02-02T13:41:58Z</dcterms:modified>
  <cp:category/>
</cp:coreProperties>
</file>